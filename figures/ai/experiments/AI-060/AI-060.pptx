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7f6c4522ee4b3a" /><Relationship Type="http://schemas.openxmlformats.org/officeDocument/2006/relationships/extended-properties" Target="/docProps/app.xml" Id="Rc5d791f6655b4af8" /><Relationship Type="http://schemas.openxmlformats.org/officeDocument/2006/relationships/officeDocument" Target="/ppt/presentation.xml" Id="Re4f26d5ef7ad4b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ce7cce6b8b4fd9"/>
  </p:sldMasterIdLst>
  <p:notesMasterIdLst>
    <p:notesMasterId xmlns:r="http://schemas.openxmlformats.org/officeDocument/2006/relationships" r:id="Rab856f74879a4335"/>
  </p:notesMasterIdLst>
  <p:sldIdLst>
    <p:sldId xmlns:r="http://schemas.openxmlformats.org/officeDocument/2006/relationships" id="256" r:id="R9e2465afa8fd4fa2"/>
  </p:sldIdLst>
  <p:sldSz cx="11715750" cy="109442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c407df132b494a" /><Relationship Type="http://schemas.openxmlformats.org/officeDocument/2006/relationships/slideMaster" Target="/ppt/slideMasters/slideMaster1.xml" Id="Rb5ce7cce6b8b4fd9" /><Relationship Type="http://schemas.openxmlformats.org/officeDocument/2006/relationships/notesMaster" Target="/ppt/notesMasters/notesMaster1.xml" Id="Rab856f74879a4335" /><Relationship Type="http://schemas.openxmlformats.org/officeDocument/2006/relationships/presProps" Target="/ppt/presProps.xml" Id="R119f10ac75cf45a0" /><Relationship Type="http://schemas.openxmlformats.org/officeDocument/2006/relationships/tableStyles" Target="/ppt/tableStyles.xml" Id="R75ab6113dae24a48" /><Relationship Type="http://schemas.openxmlformats.org/officeDocument/2006/relationships/slide" Target="/ppt/slides/slide1.xml" Id="R9e2465afa8fd4f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cf11ffa0a849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3454a6c8634811" /><Relationship Type="http://schemas.openxmlformats.org/officeDocument/2006/relationships/notesMaster" Target="/ppt/notesMasters/notesMaster1.xml" Id="R5daa032d3fa54205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素材ID：AI-060</ns1:t>
            </ns1:r>
          </ns1:p>
          <ns1:p>
            <ns1:r>
              <ns1:t>论文：Artificial Hivemind: The Open-Ended Homogeneity of Language Models (and Beyond)</ns1:t>
            </ns1:r>
          </ns1:p>
          <ns1:p>
            <ns1:r>
              <ns1:t>会议：NeurIPS 2025</ns1:t>
            </ns1:r>
          </ns1:p>
          <ns1:p>
            <ns1:r>
              <ns1:t>奖项：Best Datasets and Benchmarks Track Paper</ns1:t>
            </ns1:r>
          </ns1:p>
          <ns1:p>
            <ns1:r>
              <ns1:t>图号：Figure 6，PDF第5页</ns1:t>
            </ns1:r>
          </ns1:p>
          <ns1:p>
            <ns1:r>
              <ns1:t>类型：实验图表</ns1:t>
            </ns1:r>
          </ns1:p>
          <ns1:p>
            <ns1:r>
              <ns1:t>借鉴点：下三角矩阵量化不同模型的回答相似度，上三角空白区域嵌入对应原句并高亮重复片段。</ns1:t>
            </ns1:r>
          </ns1:p>
          <ns1:p>
            <ns1:r>
              <ns1:t>论文URL：https://arxiv.org/abs/2510.22954</ns1:t>
            </ns1:r>
          </ns1:p>
          <ns1:p>
            <ns1:r>
              <ns1:t>官方获奖URL：https://blog.neurips.cc/2025/11/26/announcing-the-neurips-2025-best-paper-awards/</ns1:t>
            </ns1:r>
          </ns1:p>
          <ns1:p>
            <ns1:r>
              <ns1:t>原始论文与绘图来源：见本页论文链接及仓库 catalog/papers.md。</ns1:t>
            </ns1:r>
          </ns1:p>
          <ns1:p>
            <ns1:r>
              <ns1:t>编辑与保真说明：325个单元格、325个印刷数值及双轴25个模型名称均为原生对象。原文例子/高亮/引线保留矢量轮廓，六枚小logo保留图片。数值仅按原图显示的两位小数转录，不是原始句嵌入数据；Arial替代原图矩阵字体。</ns1:t>
            </ns1:r>
          </ns1:p>
          <ns1:p>
            <ns1:r>
              <ns1:t>复刻方式：Native lower-triangular matrix with transcribed printed values and sampled source cell colors; original vector qualitative evidence retained. Original large matrix bitmap removed.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aeb6fcad924a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cbd56f4a2e48b2" /><Relationship Type="http://schemas.openxmlformats.org/officeDocument/2006/relationships/slideLayout" Target="/ppt/slideLayouts/slideLayout1.xml" Id="Rdaac8553f7fa47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ac8553f7fa47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ae59e7ee1b4592" /><Relationship Type="http://schemas.openxmlformats.org/officeDocument/2006/relationships/image" Target="/ppt/media/image.png" Id="R8857955d1ab849a6" /><Relationship Type="http://schemas.openxmlformats.org/officeDocument/2006/relationships/image" Target="/ppt/media/image2.png" Id="R2813289c46874f8d" /><Relationship Type="http://schemas.openxmlformats.org/officeDocument/2006/relationships/image" Target="/ppt/media/image3.png" Id="R21c7c58e34ee4916" /><Relationship Type="http://schemas.openxmlformats.org/officeDocument/2006/relationships/image" Target="/ppt/media/image4.png" Id="Rd2f6541cea6b44e4" /><Relationship Type="http://schemas.openxmlformats.org/officeDocument/2006/relationships/image" Target="/ppt/media/image5.png" Id="R81d41f6315ea472c" /><Relationship Type="http://schemas.openxmlformats.org/officeDocument/2006/relationships/image" Target="/ppt/media/image6.png" Id="Rd36237433227497a" /><Relationship Type="http://schemas.openxmlformats.org/officeDocument/2006/relationships/notesSlide" Target="/ppt/notesSlides/notesSlide1.xml" Id="Read7cb7cb5c245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1" name="Cell 1,1">
            <a:extLst xmlns:a="http://schemas.openxmlformats.org/drawingml/2006/main">
              <a:ext uri="{FF2B5EF4-FFF2-40B4-BE49-F238E27FC236}">
                <a16:creationId xmlns:a16="http://schemas.microsoft.com/office/drawing/2014/main" id="{58945A94-E977-4D6D-B5AB-E7E7A6F6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9525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171D"/>
          </a:solidFill>
          <a:ln xmlns:a="http://schemas.openxmlformats.org/drawingml/2006/main" w="0">
            <a:noFill/>
          </a:ln>
        </p:spPr>
      </p:sp>
      <p:sp>
        <p:nvSpPr>
          <p:cNvPr id="2" name="Value 1,1">
            <a:extLst xmlns:a="http://schemas.openxmlformats.org/drawingml/2006/main">
              <a:ext uri="{FF2B5EF4-FFF2-40B4-BE49-F238E27FC236}">
                <a16:creationId xmlns:a16="http://schemas.microsoft.com/office/drawing/2014/main" id="{D3BBF302-A9B0-4B92-BD13-3FA897F7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9525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.88</a:t>
            </a:r>
          </a:p>
        </p:txBody>
      </p:sp>
      <p:sp>
        <p:nvSpPr>
          <p:cNvPr id="3" name="Cell 2,1">
            <a:extLst xmlns:a="http://schemas.openxmlformats.org/drawingml/2006/main">
              <a:ext uri="{FF2B5EF4-FFF2-40B4-BE49-F238E27FC236}">
                <a16:creationId xmlns:a16="http://schemas.microsoft.com/office/drawing/2014/main" id="{F5207F15-867E-4D6E-82E8-CAFC39FE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46253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4D2A"/>
          </a:solidFill>
          <a:ln xmlns:a="http://schemas.openxmlformats.org/drawingml/2006/main" w="0">
            <a:noFill/>
          </a:ln>
        </p:spPr>
      </p:sp>
      <p:sp>
        <p:nvSpPr>
          <p:cNvPr id="4" name="Value 2,1">
            <a:extLst xmlns:a="http://schemas.openxmlformats.org/drawingml/2006/main">
              <a:ext uri="{FF2B5EF4-FFF2-40B4-BE49-F238E27FC236}">
                <a16:creationId xmlns:a16="http://schemas.microsoft.com/office/drawing/2014/main" id="{AE8540BF-8A2B-435F-9303-C5E1206C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46253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.81</a:t>
            </a:r>
          </a:p>
        </p:txBody>
      </p:sp>
      <p:sp>
        <p:nvSpPr>
          <p:cNvPr id="5" name="Cell 2,2">
            <a:extLst xmlns:a="http://schemas.openxmlformats.org/drawingml/2006/main">
              <a:ext uri="{FF2B5EF4-FFF2-40B4-BE49-F238E27FC236}">
                <a16:creationId xmlns:a16="http://schemas.microsoft.com/office/drawing/2014/main" id="{F4BFBB47-FE21-491F-83A1-D7547F3B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634" y="46253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161D"/>
          </a:solidFill>
          <a:ln xmlns:a="http://schemas.openxmlformats.org/drawingml/2006/main" w="0">
            <a:noFill/>
          </a:ln>
        </p:spPr>
      </p:sp>
      <p:sp>
        <p:nvSpPr>
          <p:cNvPr id="6" name="Value 2,2">
            <a:extLst xmlns:a="http://schemas.openxmlformats.org/drawingml/2006/main">
              <a:ext uri="{FF2B5EF4-FFF2-40B4-BE49-F238E27FC236}">
                <a16:creationId xmlns:a16="http://schemas.microsoft.com/office/drawing/2014/main" id="{AD3CEE91-B593-45E6-B3F1-86C4B52C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634" y="46253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.88</a:t>
            </a:r>
          </a:p>
        </p:txBody>
      </p:sp>
      <p:sp>
        <p:nvSpPr>
          <p:cNvPr id="7" name="Cell 3,1">
            <a:extLst xmlns:a="http://schemas.openxmlformats.org/drawingml/2006/main">
              <a:ext uri="{FF2B5EF4-FFF2-40B4-BE49-F238E27FC236}">
                <a16:creationId xmlns:a16="http://schemas.microsoft.com/office/drawing/2014/main" id="{49CF9F76-0DAA-41BB-BE6C-E8B13DDA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82981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C3C"/>
          </a:solidFill>
          <a:ln xmlns:a="http://schemas.openxmlformats.org/drawingml/2006/main" w="0">
            <a:noFill/>
          </a:ln>
        </p:spPr>
      </p:sp>
      <p:sp>
        <p:nvSpPr>
          <p:cNvPr id="8" name="Value 3,1">
            <a:extLst xmlns:a="http://schemas.openxmlformats.org/drawingml/2006/main">
              <a:ext uri="{FF2B5EF4-FFF2-40B4-BE49-F238E27FC236}">
                <a16:creationId xmlns:a16="http://schemas.microsoft.com/office/drawing/2014/main" id="{1BB07C9A-963A-40A9-936A-51E395C6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82981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.75</a:t>
            </a:r>
          </a:p>
        </p:txBody>
      </p:sp>
      <p:sp>
        <p:nvSpPr>
          <p:cNvPr id="9" name="Cell 3,2">
            <a:extLst xmlns:a="http://schemas.openxmlformats.org/drawingml/2006/main">
              <a:ext uri="{FF2B5EF4-FFF2-40B4-BE49-F238E27FC236}">
                <a16:creationId xmlns:a16="http://schemas.microsoft.com/office/drawing/2014/main" id="{E660221D-0BC2-4B18-8775-2A782FF3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634" y="82981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F3D"/>
          </a:solidFill>
          <a:ln xmlns:a="http://schemas.openxmlformats.org/drawingml/2006/main" w="0">
            <a:noFill/>
          </a:ln>
        </p:spPr>
      </p:sp>
      <p:sp>
        <p:nvSpPr>
          <p:cNvPr id="10" name="Value 3,2">
            <a:extLst xmlns:a="http://schemas.openxmlformats.org/drawingml/2006/main">
              <a:ext uri="{FF2B5EF4-FFF2-40B4-BE49-F238E27FC236}">
                <a16:creationId xmlns:a16="http://schemas.microsoft.com/office/drawing/2014/main" id="{1D6684E9-DA49-4EB4-90C0-87A6519E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634" y="82981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.75</a:t>
            </a:r>
          </a:p>
        </p:txBody>
      </p:sp>
      <p:sp>
        <p:nvSpPr>
          <p:cNvPr id="11" name="Cell 3,3">
            <a:extLst xmlns:a="http://schemas.openxmlformats.org/drawingml/2006/main">
              <a:ext uri="{FF2B5EF4-FFF2-40B4-BE49-F238E27FC236}">
                <a16:creationId xmlns:a16="http://schemas.microsoft.com/office/drawing/2014/main" id="{F23F8BEC-DC73-4D3F-8FDA-7A107489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918" y="82981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141E"/>
          </a:solidFill>
          <a:ln xmlns:a="http://schemas.openxmlformats.org/drawingml/2006/main" w="0">
            <a:noFill/>
          </a:ln>
        </p:spPr>
      </p:sp>
      <p:sp>
        <p:nvSpPr>
          <p:cNvPr id="12" name="Value 3,3">
            <a:extLst xmlns:a="http://schemas.openxmlformats.org/drawingml/2006/main">
              <a:ext uri="{FF2B5EF4-FFF2-40B4-BE49-F238E27FC236}">
                <a16:creationId xmlns:a16="http://schemas.microsoft.com/office/drawing/2014/main" id="{002EB3BE-3831-4621-B74F-95199900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918" y="82981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.89</a:t>
            </a:r>
          </a:p>
        </p:txBody>
      </p:sp>
      <p:sp>
        <p:nvSpPr>
          <p:cNvPr id="13" name="Cell 4,1">
            <a:extLst xmlns:a="http://schemas.openxmlformats.org/drawingml/2006/main">
              <a:ext uri="{FF2B5EF4-FFF2-40B4-BE49-F238E27FC236}">
                <a16:creationId xmlns:a16="http://schemas.microsoft.com/office/drawing/2014/main" id="{861E2677-6406-4136-A7A4-78EB75FF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119710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C37"/>
          </a:solidFill>
          <a:ln xmlns:a="http://schemas.openxmlformats.org/drawingml/2006/main" w="0">
            <a:noFill/>
          </a:ln>
        </p:spPr>
      </p:sp>
      <p:sp>
        <p:nvSpPr>
          <p:cNvPr id="14" name="Value 4,1">
            <a:extLst xmlns:a="http://schemas.openxmlformats.org/drawingml/2006/main">
              <a:ext uri="{FF2B5EF4-FFF2-40B4-BE49-F238E27FC236}">
                <a16:creationId xmlns:a16="http://schemas.microsoft.com/office/drawing/2014/main" id="{9D296D74-1BCA-459B-B732-7EB073F5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119710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15" name="Cell 4,2">
            <a:extLst xmlns:a="http://schemas.openxmlformats.org/drawingml/2006/main">
              <a:ext uri="{FF2B5EF4-FFF2-40B4-BE49-F238E27FC236}">
                <a16:creationId xmlns:a16="http://schemas.microsoft.com/office/drawing/2014/main" id="{5A165B38-6FA4-4777-8496-369EB591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634" y="119710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636"/>
          </a:solidFill>
          <a:ln xmlns:a="http://schemas.openxmlformats.org/drawingml/2006/main" w="0">
            <a:noFill/>
          </a:ln>
        </p:spPr>
      </p:sp>
      <p:sp>
        <p:nvSpPr>
          <p:cNvPr id="16" name="Value 4,2">
            <a:extLst xmlns:a="http://schemas.openxmlformats.org/drawingml/2006/main">
              <a:ext uri="{FF2B5EF4-FFF2-40B4-BE49-F238E27FC236}">
                <a16:creationId xmlns:a16="http://schemas.microsoft.com/office/drawing/2014/main" id="{C2FBF789-6800-4E2B-B478-EE24656B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634" y="119710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17" name="Cell 4,3">
            <a:extLst xmlns:a="http://schemas.openxmlformats.org/drawingml/2006/main">
              <a:ext uri="{FF2B5EF4-FFF2-40B4-BE49-F238E27FC236}">
                <a16:creationId xmlns:a16="http://schemas.microsoft.com/office/drawing/2014/main" id="{346ACE80-A708-4763-84CD-8C06B8F5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918" y="119710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A3B"/>
          </a:solidFill>
          <a:ln xmlns:a="http://schemas.openxmlformats.org/drawingml/2006/main" w="0">
            <a:noFill/>
          </a:ln>
        </p:spPr>
      </p:sp>
      <p:sp>
        <p:nvSpPr>
          <p:cNvPr id="18" name="Value 4,3">
            <a:extLst xmlns:a="http://schemas.openxmlformats.org/drawingml/2006/main">
              <a:ext uri="{FF2B5EF4-FFF2-40B4-BE49-F238E27FC236}">
                <a16:creationId xmlns:a16="http://schemas.microsoft.com/office/drawing/2014/main" id="{D8FC5EC2-033F-4CAD-BE92-D14FEB24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918" y="119710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.75</a:t>
            </a:r>
          </a:p>
        </p:txBody>
      </p:sp>
      <p:sp>
        <p:nvSpPr>
          <p:cNvPr id="19" name="Cell 4,4">
            <a:extLst xmlns:a="http://schemas.openxmlformats.org/drawingml/2006/main">
              <a:ext uri="{FF2B5EF4-FFF2-40B4-BE49-F238E27FC236}">
                <a16:creationId xmlns:a16="http://schemas.microsoft.com/office/drawing/2014/main" id="{495F4E4B-D459-4F0C-85DE-BC939BF7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1202" y="119710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191C"/>
          </a:solidFill>
          <a:ln xmlns:a="http://schemas.openxmlformats.org/drawingml/2006/main" w="0">
            <a:noFill/>
          </a:ln>
        </p:spPr>
      </p:sp>
      <p:sp>
        <p:nvSpPr>
          <p:cNvPr id="20" name="Value 4,4">
            <a:extLst xmlns:a="http://schemas.openxmlformats.org/drawingml/2006/main">
              <a:ext uri="{FF2B5EF4-FFF2-40B4-BE49-F238E27FC236}">
                <a16:creationId xmlns:a16="http://schemas.microsoft.com/office/drawing/2014/main" id="{E509CA70-EBC6-4C10-A1E8-507981A6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1202" y="119710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.88</a:t>
            </a:r>
          </a:p>
        </p:txBody>
      </p:sp>
      <p:sp>
        <p:nvSpPr>
          <p:cNvPr id="21" name="Cell 5,1">
            <a:extLst xmlns:a="http://schemas.openxmlformats.org/drawingml/2006/main">
              <a:ext uri="{FF2B5EF4-FFF2-40B4-BE49-F238E27FC236}">
                <a16:creationId xmlns:a16="http://schemas.microsoft.com/office/drawing/2014/main" id="{EE13D667-32E6-4338-A7C6-9399C979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156438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E38"/>
          </a:solidFill>
          <a:ln xmlns:a="http://schemas.openxmlformats.org/drawingml/2006/main" w="0">
            <a:noFill/>
          </a:ln>
        </p:spPr>
      </p:sp>
      <p:sp>
        <p:nvSpPr>
          <p:cNvPr id="22" name="Value 5,1">
            <a:extLst xmlns:a="http://schemas.openxmlformats.org/drawingml/2006/main">
              <a:ext uri="{FF2B5EF4-FFF2-40B4-BE49-F238E27FC236}">
                <a16:creationId xmlns:a16="http://schemas.microsoft.com/office/drawing/2014/main" id="{E0B4903F-2EA6-4A31-8CDB-210F4D89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156438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.76</a:t>
            </a:r>
          </a:p>
        </p:txBody>
      </p:sp>
      <p:sp>
        <p:nvSpPr>
          <p:cNvPr id="23" name="Cell 5,2">
            <a:extLst xmlns:a="http://schemas.openxmlformats.org/drawingml/2006/main">
              <a:ext uri="{FF2B5EF4-FFF2-40B4-BE49-F238E27FC236}">
                <a16:creationId xmlns:a16="http://schemas.microsoft.com/office/drawing/2014/main" id="{3D0D939F-109A-46E5-BE54-435AD516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634" y="156438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034"/>
          </a:solidFill>
          <a:ln xmlns:a="http://schemas.openxmlformats.org/drawingml/2006/main" w="0">
            <a:noFill/>
          </a:ln>
        </p:spPr>
      </p:sp>
      <p:sp>
        <p:nvSpPr>
          <p:cNvPr id="24" name="Value 5,2">
            <a:extLst xmlns:a="http://schemas.openxmlformats.org/drawingml/2006/main">
              <a:ext uri="{FF2B5EF4-FFF2-40B4-BE49-F238E27FC236}">
                <a16:creationId xmlns:a16="http://schemas.microsoft.com/office/drawing/2014/main" id="{54C34CCB-3A9A-4345-82BF-34F282C9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634" y="156438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.78</a:t>
            </a:r>
          </a:p>
        </p:txBody>
      </p:sp>
      <p:sp>
        <p:nvSpPr>
          <p:cNvPr id="25" name="Cell 5,3">
            <a:extLst xmlns:a="http://schemas.openxmlformats.org/drawingml/2006/main">
              <a:ext uri="{FF2B5EF4-FFF2-40B4-BE49-F238E27FC236}">
                <a16:creationId xmlns:a16="http://schemas.microsoft.com/office/drawing/2014/main" id="{1023FAC2-9795-4A8A-9AAA-F8FF6A9A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918" y="156438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439"/>
          </a:solidFill>
          <a:ln xmlns:a="http://schemas.openxmlformats.org/drawingml/2006/main" w="0">
            <a:noFill/>
          </a:ln>
        </p:spPr>
      </p:sp>
      <p:sp>
        <p:nvSpPr>
          <p:cNvPr id="26" name="Value 5,3">
            <a:extLst xmlns:a="http://schemas.openxmlformats.org/drawingml/2006/main">
              <a:ext uri="{FF2B5EF4-FFF2-40B4-BE49-F238E27FC236}">
                <a16:creationId xmlns:a16="http://schemas.microsoft.com/office/drawing/2014/main" id="{3FFE0DFC-6EEE-46B8-93C3-CB4E7082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918" y="156438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.76</a:t>
            </a:r>
          </a:p>
        </p:txBody>
      </p:sp>
      <p:sp>
        <p:nvSpPr>
          <p:cNvPr id="27" name="Cell 5,4">
            <a:extLst xmlns:a="http://schemas.openxmlformats.org/drawingml/2006/main">
              <a:ext uri="{FF2B5EF4-FFF2-40B4-BE49-F238E27FC236}">
                <a16:creationId xmlns:a16="http://schemas.microsoft.com/office/drawing/2014/main" id="{885F6E28-B2BE-4B0D-8E5E-6C80D887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1202" y="156438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6330"/>
          </a:solidFill>
          <a:ln xmlns:a="http://schemas.openxmlformats.org/drawingml/2006/main" w="0">
            <a:noFill/>
          </a:ln>
        </p:spPr>
      </p:sp>
      <p:sp>
        <p:nvSpPr>
          <p:cNvPr id="28" name="Value 5,4">
            <a:extLst xmlns:a="http://schemas.openxmlformats.org/drawingml/2006/main">
              <a:ext uri="{FF2B5EF4-FFF2-40B4-BE49-F238E27FC236}">
                <a16:creationId xmlns:a16="http://schemas.microsoft.com/office/drawing/2014/main" id="{5D95B2C8-9646-4901-985B-1D1CA47A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1202" y="156438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.79</a:t>
            </a:r>
          </a:p>
        </p:txBody>
      </p:sp>
      <p:sp>
        <p:nvSpPr>
          <p:cNvPr id="29" name="Cell 5,5">
            <a:extLst xmlns:a="http://schemas.openxmlformats.org/drawingml/2006/main">
              <a:ext uri="{FF2B5EF4-FFF2-40B4-BE49-F238E27FC236}">
                <a16:creationId xmlns:a16="http://schemas.microsoft.com/office/drawing/2014/main" id="{1DCE36AE-51ED-4DC9-A06D-38315D56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8486" y="156438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161D"/>
          </a:solidFill>
          <a:ln xmlns:a="http://schemas.openxmlformats.org/drawingml/2006/main" w="0">
            <a:noFill/>
          </a:ln>
        </p:spPr>
      </p:sp>
      <p:sp>
        <p:nvSpPr>
          <p:cNvPr id="30" name="Value 5,5">
            <a:extLst xmlns:a="http://schemas.openxmlformats.org/drawingml/2006/main">
              <a:ext uri="{FF2B5EF4-FFF2-40B4-BE49-F238E27FC236}">
                <a16:creationId xmlns:a16="http://schemas.microsoft.com/office/drawing/2014/main" id="{26B1A016-ACBE-4FE6-8272-D5467A5D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8486" y="156438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.88</a:t>
            </a:r>
          </a:p>
        </p:txBody>
      </p:sp>
      <p:sp>
        <p:nvSpPr>
          <p:cNvPr id="31" name="Cell 6,1">
            <a:extLst xmlns:a="http://schemas.openxmlformats.org/drawingml/2006/main">
              <a:ext uri="{FF2B5EF4-FFF2-40B4-BE49-F238E27FC236}">
                <a16:creationId xmlns:a16="http://schemas.microsoft.com/office/drawing/2014/main" id="{3E2BB85C-A5C9-4059-9EC8-06408211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193167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C37"/>
          </a:solidFill>
          <a:ln xmlns:a="http://schemas.openxmlformats.org/drawingml/2006/main" w="0">
            <a:noFill/>
          </a:ln>
        </p:spPr>
      </p:sp>
      <p:sp>
        <p:nvSpPr>
          <p:cNvPr id="32" name="Value 6,1">
            <a:extLst xmlns:a="http://schemas.openxmlformats.org/drawingml/2006/main">
              <a:ext uri="{FF2B5EF4-FFF2-40B4-BE49-F238E27FC236}">
                <a16:creationId xmlns:a16="http://schemas.microsoft.com/office/drawing/2014/main" id="{1F3E2D60-AF71-4997-8CBD-40B22E8B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193167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33" name="Cell 6,2">
            <a:extLst xmlns:a="http://schemas.openxmlformats.org/drawingml/2006/main">
              <a:ext uri="{FF2B5EF4-FFF2-40B4-BE49-F238E27FC236}">
                <a16:creationId xmlns:a16="http://schemas.microsoft.com/office/drawing/2014/main" id="{78A650EF-FB35-4062-A20D-13F85E82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634" y="193167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836"/>
          </a:solidFill>
          <a:ln xmlns:a="http://schemas.openxmlformats.org/drawingml/2006/main" w="0">
            <a:noFill/>
          </a:ln>
        </p:spPr>
      </p:sp>
      <p:sp>
        <p:nvSpPr>
          <p:cNvPr id="34" name="Value 6,2">
            <a:extLst xmlns:a="http://schemas.openxmlformats.org/drawingml/2006/main">
              <a:ext uri="{FF2B5EF4-FFF2-40B4-BE49-F238E27FC236}">
                <a16:creationId xmlns:a16="http://schemas.microsoft.com/office/drawing/2014/main" id="{E79340A5-AE1B-4E26-B039-104DBF28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634" y="193167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35" name="Cell 6,3">
            <a:extLst xmlns:a="http://schemas.openxmlformats.org/drawingml/2006/main">
              <a:ext uri="{FF2B5EF4-FFF2-40B4-BE49-F238E27FC236}">
                <a16:creationId xmlns:a16="http://schemas.microsoft.com/office/drawing/2014/main" id="{82CC4FF0-002B-4215-9CCD-3F9A279C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918" y="193167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E3C"/>
          </a:solidFill>
          <a:ln xmlns:a="http://schemas.openxmlformats.org/drawingml/2006/main" w="0">
            <a:noFill/>
          </a:ln>
        </p:spPr>
      </p:sp>
      <p:sp>
        <p:nvSpPr>
          <p:cNvPr id="36" name="Value 6,3">
            <a:extLst xmlns:a="http://schemas.openxmlformats.org/drawingml/2006/main">
              <a:ext uri="{FF2B5EF4-FFF2-40B4-BE49-F238E27FC236}">
                <a16:creationId xmlns:a16="http://schemas.microsoft.com/office/drawing/2014/main" id="{CD2A6872-CD81-4F3D-BF8F-83D1BD5D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918" y="193167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.75</a:t>
            </a:r>
          </a:p>
        </p:txBody>
      </p:sp>
      <p:sp>
        <p:nvSpPr>
          <p:cNvPr id="37" name="Cell 6,4">
            <a:extLst xmlns:a="http://schemas.openxmlformats.org/drawingml/2006/main">
              <a:ext uri="{FF2B5EF4-FFF2-40B4-BE49-F238E27FC236}">
                <a16:creationId xmlns:a16="http://schemas.microsoft.com/office/drawing/2014/main" id="{C6B60779-B7E7-4439-A2E1-28B84B0D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1202" y="193167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A37"/>
          </a:solidFill>
          <a:ln xmlns:a="http://schemas.openxmlformats.org/drawingml/2006/main" w="0">
            <a:noFill/>
          </a:ln>
        </p:spPr>
      </p:sp>
      <p:sp>
        <p:nvSpPr>
          <p:cNvPr id="38" name="Value 6,4">
            <a:extLst xmlns:a="http://schemas.openxmlformats.org/drawingml/2006/main">
              <a:ext uri="{FF2B5EF4-FFF2-40B4-BE49-F238E27FC236}">
                <a16:creationId xmlns:a16="http://schemas.microsoft.com/office/drawing/2014/main" id="{75CA66BC-BA56-48B4-AB4D-17E76E40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1202" y="193167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39" name="Cell 6,5">
            <a:extLst xmlns:a="http://schemas.openxmlformats.org/drawingml/2006/main">
              <a:ext uri="{FF2B5EF4-FFF2-40B4-BE49-F238E27FC236}">
                <a16:creationId xmlns:a16="http://schemas.microsoft.com/office/drawing/2014/main" id="{BE259C69-5642-4DF8-8FAB-A2FE02BB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8486" y="193167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836"/>
          </a:solidFill>
          <a:ln xmlns:a="http://schemas.openxmlformats.org/drawingml/2006/main" w="0">
            <a:noFill/>
          </a:ln>
        </p:spPr>
      </p:sp>
      <p:sp>
        <p:nvSpPr>
          <p:cNvPr id="40" name="Value 6,5">
            <a:extLst xmlns:a="http://schemas.openxmlformats.org/drawingml/2006/main">
              <a:ext uri="{FF2B5EF4-FFF2-40B4-BE49-F238E27FC236}">
                <a16:creationId xmlns:a16="http://schemas.microsoft.com/office/drawing/2014/main" id="{5CD40DF4-A9D0-4CE3-92D2-D02D3F11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8486" y="193167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41" name="Cell 6,6">
            <a:extLst xmlns:a="http://schemas.openxmlformats.org/drawingml/2006/main">
              <a:ext uri="{FF2B5EF4-FFF2-40B4-BE49-F238E27FC236}">
                <a16:creationId xmlns:a16="http://schemas.microsoft.com/office/drawing/2014/main" id="{AA3ECCB8-876C-4A5A-A028-82A279C7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770" y="193167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1C1D"/>
          </a:solidFill>
          <a:ln xmlns:a="http://schemas.openxmlformats.org/drawingml/2006/main" w="0">
            <a:noFill/>
          </a:ln>
        </p:spPr>
      </p:sp>
      <p:sp>
        <p:nvSpPr>
          <p:cNvPr id="42" name="Value 6,6">
            <a:extLst xmlns:a="http://schemas.openxmlformats.org/drawingml/2006/main">
              <a:ext uri="{FF2B5EF4-FFF2-40B4-BE49-F238E27FC236}">
                <a16:creationId xmlns:a16="http://schemas.microsoft.com/office/drawing/2014/main" id="{07248FA7-7606-4D9B-B28C-5B5CF92C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770" y="193167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.87</a:t>
            </a:r>
          </a:p>
        </p:txBody>
      </p:sp>
      <p:sp>
        <p:nvSpPr>
          <p:cNvPr id="43" name="Cell 7,1">
            <a:extLst xmlns:a="http://schemas.openxmlformats.org/drawingml/2006/main">
              <a:ext uri="{FF2B5EF4-FFF2-40B4-BE49-F238E27FC236}">
                <a16:creationId xmlns:a16="http://schemas.microsoft.com/office/drawing/2014/main" id="{C75EB013-461E-4CAC-98B4-9B75F022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229895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439"/>
          </a:solidFill>
          <a:ln xmlns:a="http://schemas.openxmlformats.org/drawingml/2006/main" w="0">
            <a:noFill/>
          </a:ln>
        </p:spPr>
      </p:sp>
      <p:sp>
        <p:nvSpPr>
          <p:cNvPr id="44" name="Value 7,1">
            <a:extLst xmlns:a="http://schemas.openxmlformats.org/drawingml/2006/main">
              <a:ext uri="{FF2B5EF4-FFF2-40B4-BE49-F238E27FC236}">
                <a16:creationId xmlns:a16="http://schemas.microsoft.com/office/drawing/2014/main" id="{825C453C-27F7-4857-A7C0-39B75980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229895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.76</a:t>
            </a:r>
          </a:p>
        </p:txBody>
      </p:sp>
      <p:sp>
        <p:nvSpPr>
          <p:cNvPr id="45" name="Cell 7,2">
            <a:extLst xmlns:a="http://schemas.openxmlformats.org/drawingml/2006/main">
              <a:ext uri="{FF2B5EF4-FFF2-40B4-BE49-F238E27FC236}">
                <a16:creationId xmlns:a16="http://schemas.microsoft.com/office/drawing/2014/main" id="{766DAB37-7B19-4F05-8859-932EA007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634" y="229895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239"/>
          </a:solidFill>
          <a:ln xmlns:a="http://schemas.openxmlformats.org/drawingml/2006/main" w="0">
            <a:noFill/>
          </a:ln>
        </p:spPr>
      </p:sp>
      <p:sp>
        <p:nvSpPr>
          <p:cNvPr id="46" name="Value 7,2">
            <a:extLst xmlns:a="http://schemas.openxmlformats.org/drawingml/2006/main">
              <a:ext uri="{FF2B5EF4-FFF2-40B4-BE49-F238E27FC236}">
                <a16:creationId xmlns:a16="http://schemas.microsoft.com/office/drawing/2014/main" id="{2BFDDCDA-3134-4099-AE6E-C0DC6032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634" y="229895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.76</a:t>
            </a:r>
          </a:p>
        </p:txBody>
      </p:sp>
      <p:sp>
        <p:nvSpPr>
          <p:cNvPr id="47" name="Cell 7,3">
            <a:extLst xmlns:a="http://schemas.openxmlformats.org/drawingml/2006/main">
              <a:ext uri="{FF2B5EF4-FFF2-40B4-BE49-F238E27FC236}">
                <a16:creationId xmlns:a16="http://schemas.microsoft.com/office/drawing/2014/main" id="{3F2C8603-874D-4F1A-8958-B6D82D3F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918" y="229895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23E"/>
          </a:solidFill>
          <a:ln xmlns:a="http://schemas.openxmlformats.org/drawingml/2006/main" w="0">
            <a:noFill/>
          </a:ln>
        </p:spPr>
      </p:sp>
      <p:sp>
        <p:nvSpPr>
          <p:cNvPr id="48" name="Value 7,3">
            <a:extLst xmlns:a="http://schemas.openxmlformats.org/drawingml/2006/main">
              <a:ext uri="{FF2B5EF4-FFF2-40B4-BE49-F238E27FC236}">
                <a16:creationId xmlns:a16="http://schemas.microsoft.com/office/drawing/2014/main" id="{31D23696-7C00-489F-AC6A-97C615DF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918" y="229895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.74</a:t>
            </a:r>
          </a:p>
        </p:txBody>
      </p:sp>
      <p:sp>
        <p:nvSpPr>
          <p:cNvPr id="49" name="Cell 7,4">
            <a:extLst xmlns:a="http://schemas.openxmlformats.org/drawingml/2006/main">
              <a:ext uri="{FF2B5EF4-FFF2-40B4-BE49-F238E27FC236}">
                <a16:creationId xmlns:a16="http://schemas.microsoft.com/office/drawing/2014/main" id="{1D77CE01-A52E-456B-BBBE-96B3C0E2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1202" y="229895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63A"/>
          </a:solidFill>
          <a:ln xmlns:a="http://schemas.openxmlformats.org/drawingml/2006/main" w="0">
            <a:noFill/>
          </a:ln>
        </p:spPr>
      </p:sp>
      <p:sp>
        <p:nvSpPr>
          <p:cNvPr id="50" name="Value 7,4">
            <a:extLst xmlns:a="http://schemas.openxmlformats.org/drawingml/2006/main">
              <a:ext uri="{FF2B5EF4-FFF2-40B4-BE49-F238E27FC236}">
                <a16:creationId xmlns:a16="http://schemas.microsoft.com/office/drawing/2014/main" id="{0F35D52D-BEDE-46D4-AB0C-58BA072C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1202" y="229895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.76</a:t>
            </a:r>
          </a:p>
        </p:txBody>
      </p:sp>
      <p:sp>
        <p:nvSpPr>
          <p:cNvPr id="51" name="Cell 7,5">
            <a:extLst xmlns:a="http://schemas.openxmlformats.org/drawingml/2006/main">
              <a:ext uri="{FF2B5EF4-FFF2-40B4-BE49-F238E27FC236}">
                <a16:creationId xmlns:a16="http://schemas.microsoft.com/office/drawing/2014/main" id="{5A7D0B34-6A03-49EA-8C26-5B6B5469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8486" y="229895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038"/>
          </a:solidFill>
          <a:ln xmlns:a="http://schemas.openxmlformats.org/drawingml/2006/main" w="0">
            <a:noFill/>
          </a:ln>
        </p:spPr>
      </p:sp>
      <p:sp>
        <p:nvSpPr>
          <p:cNvPr id="52" name="Value 7,5">
            <a:extLst xmlns:a="http://schemas.openxmlformats.org/drawingml/2006/main">
              <a:ext uri="{FF2B5EF4-FFF2-40B4-BE49-F238E27FC236}">
                <a16:creationId xmlns:a16="http://schemas.microsoft.com/office/drawing/2014/main" id="{78DF8AF1-CBAF-44D3-A871-4EBDE090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8486" y="229895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.76</a:t>
            </a:r>
          </a:p>
        </p:txBody>
      </p:sp>
      <p:sp>
        <p:nvSpPr>
          <p:cNvPr id="53" name="Cell 7,6">
            <a:extLst xmlns:a="http://schemas.openxmlformats.org/drawingml/2006/main">
              <a:ext uri="{FF2B5EF4-FFF2-40B4-BE49-F238E27FC236}">
                <a16:creationId xmlns:a16="http://schemas.microsoft.com/office/drawing/2014/main" id="{BDAC27A1-B123-4DCF-BF87-56EF9F55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770" y="229895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4B29"/>
          </a:solidFill>
          <a:ln xmlns:a="http://schemas.openxmlformats.org/drawingml/2006/main" w="0">
            <a:noFill/>
          </a:ln>
        </p:spPr>
      </p:sp>
      <p:sp>
        <p:nvSpPr>
          <p:cNvPr id="54" name="Value 7,6">
            <a:extLst xmlns:a="http://schemas.openxmlformats.org/drawingml/2006/main">
              <a:ext uri="{FF2B5EF4-FFF2-40B4-BE49-F238E27FC236}">
                <a16:creationId xmlns:a16="http://schemas.microsoft.com/office/drawing/2014/main" id="{1154C496-7A90-4409-91C7-4E573565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770" y="229895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.82</a:t>
            </a:r>
          </a:p>
        </p:txBody>
      </p:sp>
      <p:sp>
        <p:nvSpPr>
          <p:cNvPr id="55" name="Cell 7,7">
            <a:extLst xmlns:a="http://schemas.openxmlformats.org/drawingml/2006/main">
              <a:ext uri="{FF2B5EF4-FFF2-40B4-BE49-F238E27FC236}">
                <a16:creationId xmlns:a16="http://schemas.microsoft.com/office/drawing/2014/main" id="{FB2335D4-98E9-4BCB-845F-400E038D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3054" y="229895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4528"/>
          </a:solidFill>
          <a:ln xmlns:a="http://schemas.openxmlformats.org/drawingml/2006/main" w="0">
            <a:noFill/>
          </a:ln>
        </p:spPr>
      </p:sp>
      <p:sp>
        <p:nvSpPr>
          <p:cNvPr id="56" name="Value 7,7">
            <a:extLst xmlns:a="http://schemas.openxmlformats.org/drawingml/2006/main">
              <a:ext uri="{FF2B5EF4-FFF2-40B4-BE49-F238E27FC236}">
                <a16:creationId xmlns:a16="http://schemas.microsoft.com/office/drawing/2014/main" id="{789A4BE2-1863-4869-8032-00A54E87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3054" y="229895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.82</a:t>
            </a:r>
          </a:p>
        </p:txBody>
      </p:sp>
      <p:sp>
        <p:nvSpPr>
          <p:cNvPr id="57" name="Cell 8,1">
            <a:extLst xmlns:a="http://schemas.openxmlformats.org/drawingml/2006/main">
              <a:ext uri="{FF2B5EF4-FFF2-40B4-BE49-F238E27FC236}">
                <a16:creationId xmlns:a16="http://schemas.microsoft.com/office/drawing/2014/main" id="{F376E2E6-D67C-4BDF-B7CE-03AEA748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266623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A37"/>
          </a:solidFill>
          <a:ln xmlns:a="http://schemas.openxmlformats.org/drawingml/2006/main" w="0">
            <a:noFill/>
          </a:ln>
        </p:spPr>
      </p:sp>
      <p:sp>
        <p:nvSpPr>
          <p:cNvPr id="58" name="Value 8,1">
            <a:extLst xmlns:a="http://schemas.openxmlformats.org/drawingml/2006/main">
              <a:ext uri="{FF2B5EF4-FFF2-40B4-BE49-F238E27FC236}">
                <a16:creationId xmlns:a16="http://schemas.microsoft.com/office/drawing/2014/main" id="{4BFBCBDB-2C73-421F-B659-8F268BB6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266623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59" name="Cell 8,2">
            <a:extLst xmlns:a="http://schemas.openxmlformats.org/drawingml/2006/main">
              <a:ext uri="{FF2B5EF4-FFF2-40B4-BE49-F238E27FC236}">
                <a16:creationId xmlns:a16="http://schemas.microsoft.com/office/drawing/2014/main" id="{7C9DD9A0-70A9-4CD1-933C-843AA9D4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634" y="266623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636"/>
          </a:solidFill>
          <a:ln xmlns:a="http://schemas.openxmlformats.org/drawingml/2006/main" w="0">
            <a:noFill/>
          </a:ln>
        </p:spPr>
      </p:sp>
      <p:sp>
        <p:nvSpPr>
          <p:cNvPr id="60" name="Value 8,2">
            <a:extLst xmlns:a="http://schemas.openxmlformats.org/drawingml/2006/main">
              <a:ext uri="{FF2B5EF4-FFF2-40B4-BE49-F238E27FC236}">
                <a16:creationId xmlns:a16="http://schemas.microsoft.com/office/drawing/2014/main" id="{67A63A64-C2F1-4F90-8C0E-81CD1E34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634" y="266623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61" name="Cell 8,3">
            <a:extLst xmlns:a="http://schemas.openxmlformats.org/drawingml/2006/main">
              <a:ext uri="{FF2B5EF4-FFF2-40B4-BE49-F238E27FC236}">
                <a16:creationId xmlns:a16="http://schemas.microsoft.com/office/drawing/2014/main" id="{9ABB7AB1-0892-4645-ABFE-C0EECDF3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918" y="266623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A3B"/>
          </a:solidFill>
          <a:ln xmlns:a="http://schemas.openxmlformats.org/drawingml/2006/main" w="0">
            <a:noFill/>
          </a:ln>
        </p:spPr>
      </p:sp>
      <p:sp>
        <p:nvSpPr>
          <p:cNvPr id="62" name="Value 8,3">
            <a:extLst xmlns:a="http://schemas.openxmlformats.org/drawingml/2006/main">
              <a:ext uri="{FF2B5EF4-FFF2-40B4-BE49-F238E27FC236}">
                <a16:creationId xmlns:a16="http://schemas.microsoft.com/office/drawing/2014/main" id="{464B3BDC-0CA7-48BE-8614-0C17B77E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918" y="266623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.75</a:t>
            </a:r>
          </a:p>
        </p:txBody>
      </p:sp>
      <p:sp>
        <p:nvSpPr>
          <p:cNvPr id="63" name="Cell 8,4">
            <a:extLst xmlns:a="http://schemas.openxmlformats.org/drawingml/2006/main">
              <a:ext uri="{FF2B5EF4-FFF2-40B4-BE49-F238E27FC236}">
                <a16:creationId xmlns:a16="http://schemas.microsoft.com/office/drawing/2014/main" id="{D6667520-C572-497D-8299-FA30E6EC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1202" y="266623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836"/>
          </a:solidFill>
          <a:ln xmlns:a="http://schemas.openxmlformats.org/drawingml/2006/main" w="0">
            <a:noFill/>
          </a:ln>
        </p:spPr>
      </p:sp>
      <p:sp>
        <p:nvSpPr>
          <p:cNvPr id="64" name="Value 8,4">
            <a:extLst xmlns:a="http://schemas.openxmlformats.org/drawingml/2006/main">
              <a:ext uri="{FF2B5EF4-FFF2-40B4-BE49-F238E27FC236}">
                <a16:creationId xmlns:a16="http://schemas.microsoft.com/office/drawing/2014/main" id="{6DBEF777-43A5-4610-BFDE-E4EF17DC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1202" y="266623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65" name="Cell 8,5">
            <a:extLst xmlns:a="http://schemas.openxmlformats.org/drawingml/2006/main">
              <a:ext uri="{FF2B5EF4-FFF2-40B4-BE49-F238E27FC236}">
                <a16:creationId xmlns:a16="http://schemas.microsoft.com/office/drawing/2014/main" id="{94155359-330D-4510-A765-0C4067CA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8486" y="266623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636"/>
          </a:solidFill>
          <a:ln xmlns:a="http://schemas.openxmlformats.org/drawingml/2006/main" w="0">
            <a:noFill/>
          </a:ln>
        </p:spPr>
      </p:sp>
      <p:sp>
        <p:nvSpPr>
          <p:cNvPr id="66" name="Value 8,5">
            <a:extLst xmlns:a="http://schemas.openxmlformats.org/drawingml/2006/main">
              <a:ext uri="{FF2B5EF4-FFF2-40B4-BE49-F238E27FC236}">
                <a16:creationId xmlns:a16="http://schemas.microsoft.com/office/drawing/2014/main" id="{D36DB2BD-017B-429B-A19F-2A1E7B97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8486" y="266623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67" name="Cell 8,6">
            <a:extLst xmlns:a="http://schemas.openxmlformats.org/drawingml/2006/main">
              <a:ext uri="{FF2B5EF4-FFF2-40B4-BE49-F238E27FC236}">
                <a16:creationId xmlns:a16="http://schemas.microsoft.com/office/drawing/2014/main" id="{62086691-BD67-4DF3-B886-19FB8865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770" y="266623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4A29"/>
          </a:solidFill>
          <a:ln xmlns:a="http://schemas.openxmlformats.org/drawingml/2006/main" w="0">
            <a:noFill/>
          </a:ln>
        </p:spPr>
      </p:sp>
      <p:sp>
        <p:nvSpPr>
          <p:cNvPr id="68" name="Value 8,6">
            <a:extLst xmlns:a="http://schemas.openxmlformats.org/drawingml/2006/main">
              <a:ext uri="{FF2B5EF4-FFF2-40B4-BE49-F238E27FC236}">
                <a16:creationId xmlns:a16="http://schemas.microsoft.com/office/drawing/2014/main" id="{F3576D23-5824-4443-82AD-22112589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770" y="266623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.82</a:t>
            </a:r>
          </a:p>
        </p:txBody>
      </p:sp>
      <p:sp>
        <p:nvSpPr>
          <p:cNvPr id="69" name="Cell 8,7">
            <a:extLst xmlns:a="http://schemas.openxmlformats.org/drawingml/2006/main">
              <a:ext uri="{FF2B5EF4-FFF2-40B4-BE49-F238E27FC236}">
                <a16:creationId xmlns:a16="http://schemas.microsoft.com/office/drawing/2014/main" id="{0B66FEDB-9739-4A27-9512-B8ED129E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3054" y="266623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532B"/>
          </a:solidFill>
          <a:ln xmlns:a="http://schemas.openxmlformats.org/drawingml/2006/main" w="0">
            <a:noFill/>
          </a:ln>
        </p:spPr>
      </p:sp>
      <p:sp>
        <p:nvSpPr>
          <p:cNvPr id="70" name="Value 8,7">
            <a:extLst xmlns:a="http://schemas.openxmlformats.org/drawingml/2006/main">
              <a:ext uri="{FF2B5EF4-FFF2-40B4-BE49-F238E27FC236}">
                <a16:creationId xmlns:a16="http://schemas.microsoft.com/office/drawing/2014/main" id="{0BB2ED5C-BD1C-4938-A12D-01491471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3054" y="266623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.81</a:t>
            </a:r>
          </a:p>
        </p:txBody>
      </p:sp>
      <p:sp>
        <p:nvSpPr>
          <p:cNvPr id="71" name="Cell 8,8">
            <a:extLst xmlns:a="http://schemas.openxmlformats.org/drawingml/2006/main">
              <a:ext uri="{FF2B5EF4-FFF2-40B4-BE49-F238E27FC236}">
                <a16:creationId xmlns:a16="http://schemas.microsoft.com/office/drawing/2014/main" id="{384970C5-00FA-4264-8F2E-8F6A5B75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0338" y="266623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2920"/>
          </a:solidFill>
          <a:ln xmlns:a="http://schemas.openxmlformats.org/drawingml/2006/main" w="0">
            <a:noFill/>
          </a:ln>
        </p:spPr>
      </p:sp>
      <p:sp>
        <p:nvSpPr>
          <p:cNvPr id="72" name="Value 8,8">
            <a:extLst xmlns:a="http://schemas.openxmlformats.org/drawingml/2006/main">
              <a:ext uri="{FF2B5EF4-FFF2-40B4-BE49-F238E27FC236}">
                <a16:creationId xmlns:a16="http://schemas.microsoft.com/office/drawing/2014/main" id="{12EF8669-78E0-44BB-AD8A-03B6525B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0338" y="266623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.86</a:t>
            </a:r>
          </a:p>
        </p:txBody>
      </p:sp>
      <p:sp>
        <p:nvSpPr>
          <p:cNvPr id="73" name="Cell 9,1">
            <a:extLst xmlns:a="http://schemas.openxmlformats.org/drawingml/2006/main">
              <a:ext uri="{FF2B5EF4-FFF2-40B4-BE49-F238E27FC236}">
                <a16:creationId xmlns:a16="http://schemas.microsoft.com/office/drawing/2014/main" id="{75539BD3-05AF-4528-9517-BE58D155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303352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640"/>
          </a:solidFill>
          <a:ln xmlns:a="http://schemas.openxmlformats.org/drawingml/2006/main" w="0">
            <a:noFill/>
          </a:ln>
        </p:spPr>
      </p:sp>
      <p:sp>
        <p:nvSpPr>
          <p:cNvPr id="74" name="Value 9,1">
            <a:extLst xmlns:a="http://schemas.openxmlformats.org/drawingml/2006/main">
              <a:ext uri="{FF2B5EF4-FFF2-40B4-BE49-F238E27FC236}">
                <a16:creationId xmlns:a16="http://schemas.microsoft.com/office/drawing/2014/main" id="{6557D513-3538-498F-8941-65B6760A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303352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.74</a:t>
            </a:r>
          </a:p>
        </p:txBody>
      </p:sp>
      <p:sp>
        <p:nvSpPr>
          <p:cNvPr id="75" name="Cell 9,2">
            <a:extLst xmlns:a="http://schemas.openxmlformats.org/drawingml/2006/main">
              <a:ext uri="{FF2B5EF4-FFF2-40B4-BE49-F238E27FC236}">
                <a16:creationId xmlns:a16="http://schemas.microsoft.com/office/drawing/2014/main" id="{570A479D-C40A-4519-8045-204048B8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634" y="303352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33F"/>
          </a:solidFill>
          <a:ln xmlns:a="http://schemas.openxmlformats.org/drawingml/2006/main" w="0">
            <a:noFill/>
          </a:ln>
        </p:spPr>
      </p:sp>
      <p:sp>
        <p:nvSpPr>
          <p:cNvPr id="76" name="Value 9,2">
            <a:extLst xmlns:a="http://schemas.openxmlformats.org/drawingml/2006/main">
              <a:ext uri="{FF2B5EF4-FFF2-40B4-BE49-F238E27FC236}">
                <a16:creationId xmlns:a16="http://schemas.microsoft.com/office/drawing/2014/main" id="{E8255A2E-79F0-4339-9710-F19F73D4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634" y="303352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.74</a:t>
            </a:r>
          </a:p>
        </p:txBody>
      </p:sp>
      <p:sp>
        <p:nvSpPr>
          <p:cNvPr id="77" name="Cell 9,3">
            <a:extLst xmlns:a="http://schemas.openxmlformats.org/drawingml/2006/main">
              <a:ext uri="{FF2B5EF4-FFF2-40B4-BE49-F238E27FC236}">
                <a16:creationId xmlns:a16="http://schemas.microsoft.com/office/drawing/2014/main" id="{F07D88AA-42F1-4B9E-964B-9ACA823B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918" y="303352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A145"/>
          </a:solidFill>
          <a:ln xmlns:a="http://schemas.openxmlformats.org/drawingml/2006/main" w="0">
            <a:noFill/>
          </a:ln>
        </p:spPr>
      </p:sp>
      <p:sp>
        <p:nvSpPr>
          <p:cNvPr id="78" name="Value 9,3">
            <a:extLst xmlns:a="http://schemas.openxmlformats.org/drawingml/2006/main">
              <a:ext uri="{FF2B5EF4-FFF2-40B4-BE49-F238E27FC236}">
                <a16:creationId xmlns:a16="http://schemas.microsoft.com/office/drawing/2014/main" id="{B0FB2AF0-A387-43C6-B757-1A2FA842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918" y="303352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.72</a:t>
            </a:r>
          </a:p>
        </p:txBody>
      </p:sp>
      <p:sp>
        <p:nvSpPr>
          <p:cNvPr id="79" name="Cell 9,4">
            <a:extLst xmlns:a="http://schemas.openxmlformats.org/drawingml/2006/main">
              <a:ext uri="{FF2B5EF4-FFF2-40B4-BE49-F238E27FC236}">
                <a16:creationId xmlns:a16="http://schemas.microsoft.com/office/drawing/2014/main" id="{0D218218-EA49-43BB-BC26-ED89F676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1202" y="303352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740"/>
          </a:solidFill>
          <a:ln xmlns:a="http://schemas.openxmlformats.org/drawingml/2006/main" w="0">
            <a:noFill/>
          </a:ln>
        </p:spPr>
      </p:sp>
      <p:sp>
        <p:nvSpPr>
          <p:cNvPr id="80" name="Value 9,4">
            <a:extLst xmlns:a="http://schemas.openxmlformats.org/drawingml/2006/main">
              <a:ext uri="{FF2B5EF4-FFF2-40B4-BE49-F238E27FC236}">
                <a16:creationId xmlns:a16="http://schemas.microsoft.com/office/drawing/2014/main" id="{B5574C6A-E1F2-4DCA-8A0E-BDE95E8B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1202" y="303352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.73</a:t>
            </a:r>
          </a:p>
        </p:txBody>
      </p:sp>
      <p:sp>
        <p:nvSpPr>
          <p:cNvPr id="81" name="Cell 9,5">
            <a:extLst xmlns:a="http://schemas.openxmlformats.org/drawingml/2006/main">
              <a:ext uri="{FF2B5EF4-FFF2-40B4-BE49-F238E27FC236}">
                <a16:creationId xmlns:a16="http://schemas.microsoft.com/office/drawing/2014/main" id="{BEC8592B-1383-4B05-B80E-0D2EF2F1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8486" y="303352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740"/>
          </a:solidFill>
          <a:ln xmlns:a="http://schemas.openxmlformats.org/drawingml/2006/main" w="0">
            <a:noFill/>
          </a:ln>
        </p:spPr>
      </p:sp>
      <p:sp>
        <p:nvSpPr>
          <p:cNvPr id="82" name="Value 9,5">
            <a:extLst xmlns:a="http://schemas.openxmlformats.org/drawingml/2006/main">
              <a:ext uri="{FF2B5EF4-FFF2-40B4-BE49-F238E27FC236}">
                <a16:creationId xmlns:a16="http://schemas.microsoft.com/office/drawing/2014/main" id="{B562E14C-32C0-4B7D-B12E-34D6410A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8486" y="303352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.73</a:t>
            </a:r>
          </a:p>
        </p:txBody>
      </p:sp>
      <p:sp>
        <p:nvSpPr>
          <p:cNvPr id="83" name="Cell 9,6">
            <a:extLst xmlns:a="http://schemas.openxmlformats.org/drawingml/2006/main">
              <a:ext uri="{FF2B5EF4-FFF2-40B4-BE49-F238E27FC236}">
                <a16:creationId xmlns:a16="http://schemas.microsoft.com/office/drawing/2014/main" id="{83404848-A16A-465F-98E8-E036F029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770" y="303352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33F"/>
          </a:solidFill>
          <a:ln xmlns:a="http://schemas.openxmlformats.org/drawingml/2006/main" w="0">
            <a:noFill/>
          </a:ln>
        </p:spPr>
      </p:sp>
      <p:sp>
        <p:nvSpPr>
          <p:cNvPr id="84" name="Value 9,6">
            <a:extLst xmlns:a="http://schemas.openxmlformats.org/drawingml/2006/main">
              <a:ext uri="{FF2B5EF4-FFF2-40B4-BE49-F238E27FC236}">
                <a16:creationId xmlns:a16="http://schemas.microsoft.com/office/drawing/2014/main" id="{12DE8578-BDF1-4C81-8086-9A7FA5A5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770" y="303352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.74</a:t>
            </a:r>
          </a:p>
        </p:txBody>
      </p:sp>
      <p:sp>
        <p:nvSpPr>
          <p:cNvPr id="85" name="Cell 9,7">
            <a:extLst xmlns:a="http://schemas.openxmlformats.org/drawingml/2006/main">
              <a:ext uri="{FF2B5EF4-FFF2-40B4-BE49-F238E27FC236}">
                <a16:creationId xmlns:a16="http://schemas.microsoft.com/office/drawing/2014/main" id="{45B38955-28B6-42FF-819F-2E05CF53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3054" y="303352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941"/>
          </a:solidFill>
          <a:ln xmlns:a="http://schemas.openxmlformats.org/drawingml/2006/main" w="0">
            <a:noFill/>
          </a:ln>
        </p:spPr>
      </p:sp>
      <p:sp>
        <p:nvSpPr>
          <p:cNvPr id="86" name="Value 9,7">
            <a:extLst xmlns:a="http://schemas.openxmlformats.org/drawingml/2006/main">
              <a:ext uri="{FF2B5EF4-FFF2-40B4-BE49-F238E27FC236}">
                <a16:creationId xmlns:a16="http://schemas.microsoft.com/office/drawing/2014/main" id="{E6290EBA-A612-4B2A-AA59-90282540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3054" y="303352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.73</a:t>
            </a:r>
          </a:p>
        </p:txBody>
      </p:sp>
      <p:sp>
        <p:nvSpPr>
          <p:cNvPr id="87" name="Cell 9,8">
            <a:extLst xmlns:a="http://schemas.openxmlformats.org/drawingml/2006/main">
              <a:ext uri="{FF2B5EF4-FFF2-40B4-BE49-F238E27FC236}">
                <a16:creationId xmlns:a16="http://schemas.microsoft.com/office/drawing/2014/main" id="{9CD433D1-6FBC-4EE1-A846-A7C3435C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0338" y="303352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33F"/>
          </a:solidFill>
          <a:ln xmlns:a="http://schemas.openxmlformats.org/drawingml/2006/main" w="0">
            <a:noFill/>
          </a:ln>
        </p:spPr>
      </p:sp>
      <p:sp>
        <p:nvSpPr>
          <p:cNvPr id="88" name="Value 9,8">
            <a:extLst xmlns:a="http://schemas.openxmlformats.org/drawingml/2006/main">
              <a:ext uri="{FF2B5EF4-FFF2-40B4-BE49-F238E27FC236}">
                <a16:creationId xmlns:a16="http://schemas.microsoft.com/office/drawing/2014/main" id="{D72E5358-889A-45CA-B336-35875D0E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0338" y="303352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.74</a:t>
            </a:r>
          </a:p>
        </p:txBody>
      </p:sp>
      <p:sp>
        <p:nvSpPr>
          <p:cNvPr id="89" name="Cell 9,9">
            <a:extLst xmlns:a="http://schemas.openxmlformats.org/drawingml/2006/main">
              <a:ext uri="{FF2B5EF4-FFF2-40B4-BE49-F238E27FC236}">
                <a16:creationId xmlns:a16="http://schemas.microsoft.com/office/drawing/2014/main" id="{2D4807B4-B035-4178-83AB-5E4FF84C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7622" y="303352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924"/>
          </a:solidFill>
          <a:ln xmlns:a="http://schemas.openxmlformats.org/drawingml/2006/main" w="0">
            <a:noFill/>
          </a:ln>
        </p:spPr>
      </p:sp>
      <p:sp>
        <p:nvSpPr>
          <p:cNvPr id="90" name="Value 9,9">
            <a:extLst xmlns:a="http://schemas.openxmlformats.org/drawingml/2006/main">
              <a:ext uri="{FF2B5EF4-FFF2-40B4-BE49-F238E27FC236}">
                <a16:creationId xmlns:a16="http://schemas.microsoft.com/office/drawing/2014/main" id="{4EBE0019-F961-4D29-81C5-9FFEBA2E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7622" y="303352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.84</a:t>
            </a:r>
          </a:p>
        </p:txBody>
      </p:sp>
      <p:sp>
        <p:nvSpPr>
          <p:cNvPr id="91" name="Cell 10,1">
            <a:extLst xmlns:a="http://schemas.openxmlformats.org/drawingml/2006/main">
              <a:ext uri="{FF2B5EF4-FFF2-40B4-BE49-F238E27FC236}">
                <a16:creationId xmlns:a16="http://schemas.microsoft.com/office/drawing/2014/main" id="{EB7900A0-E189-4101-97CD-E09817B9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340080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23E"/>
          </a:solidFill>
          <a:ln xmlns:a="http://schemas.openxmlformats.org/drawingml/2006/main" w="0">
            <a:noFill/>
          </a:ln>
        </p:spPr>
      </p:sp>
      <p:sp>
        <p:nvSpPr>
          <p:cNvPr id="92" name="Value 10,1">
            <a:extLst xmlns:a="http://schemas.openxmlformats.org/drawingml/2006/main">
              <a:ext uri="{FF2B5EF4-FFF2-40B4-BE49-F238E27FC236}">
                <a16:creationId xmlns:a16="http://schemas.microsoft.com/office/drawing/2014/main" id="{4551B389-8C30-482A-8499-E90DFC09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340080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.74</a:t>
            </a:r>
          </a:p>
        </p:txBody>
      </p:sp>
      <p:sp>
        <p:nvSpPr>
          <p:cNvPr id="93" name="Cell 10,2">
            <a:extLst xmlns:a="http://schemas.openxmlformats.org/drawingml/2006/main">
              <a:ext uri="{FF2B5EF4-FFF2-40B4-BE49-F238E27FC236}">
                <a16:creationId xmlns:a16="http://schemas.microsoft.com/office/drawing/2014/main" id="{33B6D14D-D188-4A5E-A6A0-54707B7F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634" y="340080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03D"/>
          </a:solidFill>
          <a:ln xmlns:a="http://schemas.openxmlformats.org/drawingml/2006/main" w="0">
            <a:noFill/>
          </a:ln>
        </p:spPr>
      </p:sp>
      <p:sp>
        <p:nvSpPr>
          <p:cNvPr id="94" name="Value 10,2">
            <a:extLst xmlns:a="http://schemas.openxmlformats.org/drawingml/2006/main">
              <a:ext uri="{FF2B5EF4-FFF2-40B4-BE49-F238E27FC236}">
                <a16:creationId xmlns:a16="http://schemas.microsoft.com/office/drawing/2014/main" id="{9C72F1ED-50CC-4A19-B515-48B6471C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634" y="340080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.74</a:t>
            </a:r>
          </a:p>
        </p:txBody>
      </p:sp>
      <p:sp>
        <p:nvSpPr>
          <p:cNvPr id="95" name="Cell 10,3">
            <a:extLst xmlns:a="http://schemas.openxmlformats.org/drawingml/2006/main">
              <a:ext uri="{FF2B5EF4-FFF2-40B4-BE49-F238E27FC236}">
                <a16:creationId xmlns:a16="http://schemas.microsoft.com/office/drawing/2014/main" id="{D5E20F9A-9B7F-45A8-B88F-0FE96102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918" y="340080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D43"/>
          </a:solidFill>
          <a:ln xmlns:a="http://schemas.openxmlformats.org/drawingml/2006/main" w="0">
            <a:noFill/>
          </a:ln>
        </p:spPr>
      </p:sp>
      <p:sp>
        <p:nvSpPr>
          <p:cNvPr id="96" name="Value 10,3">
            <a:extLst xmlns:a="http://schemas.openxmlformats.org/drawingml/2006/main">
              <a:ext uri="{FF2B5EF4-FFF2-40B4-BE49-F238E27FC236}">
                <a16:creationId xmlns:a16="http://schemas.microsoft.com/office/drawing/2014/main" id="{91850D21-B922-4581-9E5D-11C564A2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918" y="340080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.72</a:t>
            </a:r>
          </a:p>
        </p:txBody>
      </p:sp>
      <p:sp>
        <p:nvSpPr>
          <p:cNvPr id="97" name="Cell 10,4">
            <a:extLst xmlns:a="http://schemas.openxmlformats.org/drawingml/2006/main">
              <a:ext uri="{FF2B5EF4-FFF2-40B4-BE49-F238E27FC236}">
                <a16:creationId xmlns:a16="http://schemas.microsoft.com/office/drawing/2014/main" id="{337ACC1F-DB8B-41F8-8A21-5FC53665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1202" y="340080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941"/>
          </a:solidFill>
          <a:ln xmlns:a="http://schemas.openxmlformats.org/drawingml/2006/main" w="0">
            <a:noFill/>
          </a:ln>
        </p:spPr>
      </p:sp>
      <p:sp>
        <p:nvSpPr>
          <p:cNvPr id="98" name="Value 10,4">
            <a:extLst xmlns:a="http://schemas.openxmlformats.org/drawingml/2006/main">
              <a:ext uri="{FF2B5EF4-FFF2-40B4-BE49-F238E27FC236}">
                <a16:creationId xmlns:a16="http://schemas.microsoft.com/office/drawing/2014/main" id="{0EAE021E-1700-4DAB-8D5F-23AE4117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1202" y="340080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.73</a:t>
            </a:r>
          </a:p>
        </p:txBody>
      </p:sp>
      <p:sp>
        <p:nvSpPr>
          <p:cNvPr id="99" name="Cell 10,5">
            <a:extLst xmlns:a="http://schemas.openxmlformats.org/drawingml/2006/main">
              <a:ext uri="{FF2B5EF4-FFF2-40B4-BE49-F238E27FC236}">
                <a16:creationId xmlns:a16="http://schemas.microsoft.com/office/drawing/2014/main" id="{E7AA38E4-D6F0-4439-BDCC-5BE9CEC8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8486" y="340080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53F"/>
          </a:solidFill>
          <a:ln xmlns:a="http://schemas.openxmlformats.org/drawingml/2006/main" w="0">
            <a:noFill/>
          </a:ln>
        </p:spPr>
      </p:sp>
      <p:sp>
        <p:nvSpPr>
          <p:cNvPr id="100" name="Value 10,5">
            <a:extLst xmlns:a="http://schemas.openxmlformats.org/drawingml/2006/main">
              <a:ext uri="{FF2B5EF4-FFF2-40B4-BE49-F238E27FC236}">
                <a16:creationId xmlns:a16="http://schemas.microsoft.com/office/drawing/2014/main" id="{51373195-8216-486C-8C78-EADD568B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8486" y="340080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.74</a:t>
            </a:r>
          </a:p>
        </p:txBody>
      </p:sp>
      <p:sp>
        <p:nvSpPr>
          <p:cNvPr id="101" name="Cell 10,6">
            <a:extLst xmlns:a="http://schemas.openxmlformats.org/drawingml/2006/main">
              <a:ext uri="{FF2B5EF4-FFF2-40B4-BE49-F238E27FC236}">
                <a16:creationId xmlns:a16="http://schemas.microsoft.com/office/drawing/2014/main" id="{54071C8F-9625-43BE-B6B6-8E47934C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770" y="340080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23E"/>
          </a:solidFill>
          <a:ln xmlns:a="http://schemas.openxmlformats.org/drawingml/2006/main" w="0">
            <a:noFill/>
          </a:ln>
        </p:spPr>
      </p:sp>
      <p:sp>
        <p:nvSpPr>
          <p:cNvPr id="102" name="Value 10,6">
            <a:extLst xmlns:a="http://schemas.openxmlformats.org/drawingml/2006/main">
              <a:ext uri="{FF2B5EF4-FFF2-40B4-BE49-F238E27FC236}">
                <a16:creationId xmlns:a16="http://schemas.microsoft.com/office/drawing/2014/main" id="{3787CAD6-A021-4452-A7CE-E48AFA44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770" y="340080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.74</a:t>
            </a:r>
          </a:p>
        </p:txBody>
      </p:sp>
      <p:sp>
        <p:nvSpPr>
          <p:cNvPr id="103" name="Cell 10,7">
            <a:extLst xmlns:a="http://schemas.openxmlformats.org/drawingml/2006/main">
              <a:ext uri="{FF2B5EF4-FFF2-40B4-BE49-F238E27FC236}">
                <a16:creationId xmlns:a16="http://schemas.microsoft.com/office/drawing/2014/main" id="{F2CDCD85-B03E-455E-A080-52B1B096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3054" y="340080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941"/>
          </a:solidFill>
          <a:ln xmlns:a="http://schemas.openxmlformats.org/drawingml/2006/main" w="0">
            <a:noFill/>
          </a:ln>
        </p:spPr>
      </p:sp>
      <p:sp>
        <p:nvSpPr>
          <p:cNvPr id="104" name="Value 10,7">
            <a:extLst xmlns:a="http://schemas.openxmlformats.org/drawingml/2006/main">
              <a:ext uri="{FF2B5EF4-FFF2-40B4-BE49-F238E27FC236}">
                <a16:creationId xmlns:a16="http://schemas.microsoft.com/office/drawing/2014/main" id="{87D6BE3B-E8CA-4B4B-A93C-6B5CCAEB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3054" y="340080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.73</a:t>
            </a:r>
          </a:p>
        </p:txBody>
      </p:sp>
      <p:sp>
        <p:nvSpPr>
          <p:cNvPr id="105" name="Cell 10,8">
            <a:extLst xmlns:a="http://schemas.openxmlformats.org/drawingml/2006/main">
              <a:ext uri="{FF2B5EF4-FFF2-40B4-BE49-F238E27FC236}">
                <a16:creationId xmlns:a16="http://schemas.microsoft.com/office/drawing/2014/main" id="{13CF972F-21BE-4D07-BD90-85358AD5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0338" y="340080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23E"/>
          </a:solidFill>
          <a:ln xmlns:a="http://schemas.openxmlformats.org/drawingml/2006/main" w="0">
            <a:noFill/>
          </a:ln>
        </p:spPr>
      </p:sp>
      <p:sp>
        <p:nvSpPr>
          <p:cNvPr id="106" name="Value 10,8">
            <a:extLst xmlns:a="http://schemas.openxmlformats.org/drawingml/2006/main">
              <a:ext uri="{FF2B5EF4-FFF2-40B4-BE49-F238E27FC236}">
                <a16:creationId xmlns:a16="http://schemas.microsoft.com/office/drawing/2014/main" id="{A4C2B622-CE93-452D-9B63-736D474A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0338" y="340080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.74</a:t>
            </a:r>
          </a:p>
        </p:txBody>
      </p:sp>
      <p:sp>
        <p:nvSpPr>
          <p:cNvPr id="107" name="Cell 10,9">
            <a:extLst xmlns:a="http://schemas.openxmlformats.org/drawingml/2006/main">
              <a:ext uri="{FF2B5EF4-FFF2-40B4-BE49-F238E27FC236}">
                <a16:creationId xmlns:a16="http://schemas.microsoft.com/office/drawing/2014/main" id="{48F6716B-418D-4026-9F27-F8AD16E6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7622" y="340080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836"/>
          </a:solidFill>
          <a:ln xmlns:a="http://schemas.openxmlformats.org/drawingml/2006/main" w="0">
            <a:noFill/>
          </a:ln>
        </p:spPr>
      </p:sp>
      <p:sp>
        <p:nvSpPr>
          <p:cNvPr id="108" name="Value 10,9">
            <a:extLst xmlns:a="http://schemas.openxmlformats.org/drawingml/2006/main">
              <a:ext uri="{FF2B5EF4-FFF2-40B4-BE49-F238E27FC236}">
                <a16:creationId xmlns:a16="http://schemas.microsoft.com/office/drawing/2014/main" id="{613F60A0-8C05-4200-AD63-FD502BE0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7622" y="340080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109" name="Cell 10,10">
            <a:extLst xmlns:a="http://schemas.openxmlformats.org/drawingml/2006/main">
              <a:ext uri="{FF2B5EF4-FFF2-40B4-BE49-F238E27FC236}">
                <a16:creationId xmlns:a16="http://schemas.microsoft.com/office/drawing/2014/main" id="{56272F42-580C-4241-BF66-E6AAA569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4906" y="340080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2C21"/>
          </a:solidFill>
          <a:ln xmlns:a="http://schemas.openxmlformats.org/drawingml/2006/main" w="0">
            <a:noFill/>
          </a:ln>
        </p:spPr>
      </p:sp>
      <p:sp>
        <p:nvSpPr>
          <p:cNvPr id="110" name="Value 10,10">
            <a:extLst xmlns:a="http://schemas.openxmlformats.org/drawingml/2006/main">
              <a:ext uri="{FF2B5EF4-FFF2-40B4-BE49-F238E27FC236}">
                <a16:creationId xmlns:a16="http://schemas.microsoft.com/office/drawing/2014/main" id="{04276F2D-4636-44A7-972F-46F8FDEF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4906" y="340080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.85</a:t>
            </a:r>
          </a:p>
        </p:txBody>
      </p:sp>
      <p:sp>
        <p:nvSpPr>
          <p:cNvPr id="111" name="Cell 11,1">
            <a:extLst xmlns:a="http://schemas.openxmlformats.org/drawingml/2006/main">
              <a:ext uri="{FF2B5EF4-FFF2-40B4-BE49-F238E27FC236}">
                <a16:creationId xmlns:a16="http://schemas.microsoft.com/office/drawing/2014/main" id="{B8C87C05-2E53-46E1-A1C0-25F71447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376809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D43"/>
          </a:solidFill>
          <a:ln xmlns:a="http://schemas.openxmlformats.org/drawingml/2006/main" w="0">
            <a:noFill/>
          </a:ln>
        </p:spPr>
      </p:sp>
      <p:sp>
        <p:nvSpPr>
          <p:cNvPr id="112" name="Value 11,1">
            <a:extLst xmlns:a="http://schemas.openxmlformats.org/drawingml/2006/main">
              <a:ext uri="{FF2B5EF4-FFF2-40B4-BE49-F238E27FC236}">
                <a16:creationId xmlns:a16="http://schemas.microsoft.com/office/drawing/2014/main" id="{6B804434-5DDF-4FEA-8A66-1EF59F0B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376809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.72</a:t>
            </a:r>
          </a:p>
        </p:txBody>
      </p:sp>
      <p:sp>
        <p:nvSpPr>
          <p:cNvPr id="113" name="Cell 11,2">
            <a:extLst xmlns:a="http://schemas.openxmlformats.org/drawingml/2006/main">
              <a:ext uri="{FF2B5EF4-FFF2-40B4-BE49-F238E27FC236}">
                <a16:creationId xmlns:a16="http://schemas.microsoft.com/office/drawing/2014/main" id="{4A68B5BF-042C-483D-B68F-694B8995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634" y="376809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C42"/>
          </a:solidFill>
          <a:ln xmlns:a="http://schemas.openxmlformats.org/drawingml/2006/main" w="0">
            <a:noFill/>
          </a:ln>
        </p:spPr>
      </p:sp>
      <p:sp>
        <p:nvSpPr>
          <p:cNvPr id="114" name="Value 11,2">
            <a:extLst xmlns:a="http://schemas.openxmlformats.org/drawingml/2006/main">
              <a:ext uri="{FF2B5EF4-FFF2-40B4-BE49-F238E27FC236}">
                <a16:creationId xmlns:a16="http://schemas.microsoft.com/office/drawing/2014/main" id="{8E7EE9C2-A4C7-47B5-8ED3-B8B0EE07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634" y="376809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.73</a:t>
            </a:r>
          </a:p>
        </p:txBody>
      </p:sp>
      <p:sp>
        <p:nvSpPr>
          <p:cNvPr id="115" name="Cell 11,3">
            <a:extLst xmlns:a="http://schemas.openxmlformats.org/drawingml/2006/main">
              <a:ext uri="{FF2B5EF4-FFF2-40B4-BE49-F238E27FC236}">
                <a16:creationId xmlns:a16="http://schemas.microsoft.com/office/drawing/2014/main" id="{168004B0-9A7F-4D72-B1FB-593B81E7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918" y="376809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A245"/>
          </a:solidFill>
          <a:ln xmlns:a="http://schemas.openxmlformats.org/drawingml/2006/main" w="0">
            <a:noFill/>
          </a:ln>
        </p:spPr>
      </p:sp>
      <p:sp>
        <p:nvSpPr>
          <p:cNvPr id="116" name="Value 11,3">
            <a:extLst xmlns:a="http://schemas.openxmlformats.org/drawingml/2006/main">
              <a:ext uri="{FF2B5EF4-FFF2-40B4-BE49-F238E27FC236}">
                <a16:creationId xmlns:a16="http://schemas.microsoft.com/office/drawing/2014/main" id="{720DAD9B-5A99-445D-A7D2-FC0B98F5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918" y="376809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.71</a:t>
            </a:r>
          </a:p>
        </p:txBody>
      </p:sp>
      <p:sp>
        <p:nvSpPr>
          <p:cNvPr id="117" name="Cell 11,4">
            <a:extLst xmlns:a="http://schemas.openxmlformats.org/drawingml/2006/main">
              <a:ext uri="{FF2B5EF4-FFF2-40B4-BE49-F238E27FC236}">
                <a16:creationId xmlns:a16="http://schemas.microsoft.com/office/drawing/2014/main" id="{0327392A-5A34-4533-BE25-1ACC2B4E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1202" y="376809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E43"/>
          </a:solidFill>
          <a:ln xmlns:a="http://schemas.openxmlformats.org/drawingml/2006/main" w="0">
            <a:noFill/>
          </a:ln>
        </p:spPr>
      </p:sp>
      <p:sp>
        <p:nvSpPr>
          <p:cNvPr id="118" name="Value 11,4">
            <a:extLst xmlns:a="http://schemas.openxmlformats.org/drawingml/2006/main">
              <a:ext uri="{FF2B5EF4-FFF2-40B4-BE49-F238E27FC236}">
                <a16:creationId xmlns:a16="http://schemas.microsoft.com/office/drawing/2014/main" id="{ED5C226E-983A-47EB-8B63-EA57858F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1202" y="376809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.72</a:t>
            </a:r>
          </a:p>
        </p:txBody>
      </p:sp>
      <p:sp>
        <p:nvSpPr>
          <p:cNvPr id="119" name="Cell 11,5">
            <a:extLst xmlns:a="http://schemas.openxmlformats.org/drawingml/2006/main">
              <a:ext uri="{FF2B5EF4-FFF2-40B4-BE49-F238E27FC236}">
                <a16:creationId xmlns:a16="http://schemas.microsoft.com/office/drawing/2014/main" id="{82E9E924-C714-41D2-A34F-7E709B9C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8486" y="376809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D43"/>
          </a:solidFill>
          <a:ln xmlns:a="http://schemas.openxmlformats.org/drawingml/2006/main" w="0">
            <a:noFill/>
          </a:ln>
        </p:spPr>
      </p:sp>
      <p:sp>
        <p:nvSpPr>
          <p:cNvPr id="120" name="Value 11,5">
            <a:extLst xmlns:a="http://schemas.openxmlformats.org/drawingml/2006/main">
              <a:ext uri="{FF2B5EF4-FFF2-40B4-BE49-F238E27FC236}">
                <a16:creationId xmlns:a16="http://schemas.microsoft.com/office/drawing/2014/main" id="{079A20C8-E5D2-425F-82A6-22A50309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8486" y="376809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.72</a:t>
            </a:r>
          </a:p>
        </p:txBody>
      </p:sp>
      <p:sp>
        <p:nvSpPr>
          <p:cNvPr id="121" name="Cell 11,6">
            <a:extLst xmlns:a="http://schemas.openxmlformats.org/drawingml/2006/main">
              <a:ext uri="{FF2B5EF4-FFF2-40B4-BE49-F238E27FC236}">
                <a16:creationId xmlns:a16="http://schemas.microsoft.com/office/drawing/2014/main" id="{9C2A30DB-E3D0-432F-92AE-55595003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770" y="376809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D43"/>
          </a:solidFill>
          <a:ln xmlns:a="http://schemas.openxmlformats.org/drawingml/2006/main" w="0">
            <a:noFill/>
          </a:ln>
        </p:spPr>
      </p:sp>
      <p:sp>
        <p:nvSpPr>
          <p:cNvPr id="122" name="Value 11,6">
            <a:extLst xmlns:a="http://schemas.openxmlformats.org/drawingml/2006/main">
              <a:ext uri="{FF2B5EF4-FFF2-40B4-BE49-F238E27FC236}">
                <a16:creationId xmlns:a16="http://schemas.microsoft.com/office/drawing/2014/main" id="{ED07B2A2-E25E-44D9-8BB5-7A2A1F4E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770" y="376809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.72</a:t>
            </a:r>
          </a:p>
        </p:txBody>
      </p:sp>
      <p:sp>
        <p:nvSpPr>
          <p:cNvPr id="123" name="Cell 11,7">
            <a:extLst xmlns:a="http://schemas.openxmlformats.org/drawingml/2006/main">
              <a:ext uri="{FF2B5EF4-FFF2-40B4-BE49-F238E27FC236}">
                <a16:creationId xmlns:a16="http://schemas.microsoft.com/office/drawing/2014/main" id="{FB2C87E8-F475-43A2-82DD-42D15B2F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3054" y="376809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A145"/>
          </a:solidFill>
          <a:ln xmlns:a="http://schemas.openxmlformats.org/drawingml/2006/main" w="0">
            <a:noFill/>
          </a:ln>
        </p:spPr>
      </p:sp>
      <p:sp>
        <p:nvSpPr>
          <p:cNvPr id="124" name="Value 11,7">
            <a:extLst xmlns:a="http://schemas.openxmlformats.org/drawingml/2006/main">
              <a:ext uri="{FF2B5EF4-FFF2-40B4-BE49-F238E27FC236}">
                <a16:creationId xmlns:a16="http://schemas.microsoft.com/office/drawing/2014/main" id="{F5E362CC-CB56-4F1C-A004-228F4188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3054" y="376809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.72</a:t>
            </a:r>
          </a:p>
        </p:txBody>
      </p:sp>
      <p:sp>
        <p:nvSpPr>
          <p:cNvPr id="125" name="Cell 11,8">
            <a:extLst xmlns:a="http://schemas.openxmlformats.org/drawingml/2006/main">
              <a:ext uri="{FF2B5EF4-FFF2-40B4-BE49-F238E27FC236}">
                <a16:creationId xmlns:a16="http://schemas.microsoft.com/office/drawing/2014/main" id="{2CBF286F-9C61-4991-AAEF-2A80DDDD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0338" y="376809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E43"/>
          </a:solidFill>
          <a:ln xmlns:a="http://schemas.openxmlformats.org/drawingml/2006/main" w="0">
            <a:noFill/>
          </a:ln>
        </p:spPr>
      </p:sp>
      <p:sp>
        <p:nvSpPr>
          <p:cNvPr id="126" name="Value 11,8">
            <a:extLst xmlns:a="http://schemas.openxmlformats.org/drawingml/2006/main">
              <a:ext uri="{FF2B5EF4-FFF2-40B4-BE49-F238E27FC236}">
                <a16:creationId xmlns:a16="http://schemas.microsoft.com/office/drawing/2014/main" id="{D7573C37-DD7F-48AD-B765-0C4A53DF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0338" y="376809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.72</a:t>
            </a:r>
          </a:p>
        </p:txBody>
      </p:sp>
      <p:sp>
        <p:nvSpPr>
          <p:cNvPr id="127" name="Cell 11,9">
            <a:extLst xmlns:a="http://schemas.openxmlformats.org/drawingml/2006/main">
              <a:ext uri="{FF2B5EF4-FFF2-40B4-BE49-F238E27FC236}">
                <a16:creationId xmlns:a16="http://schemas.microsoft.com/office/drawing/2014/main" id="{0C650AD6-53AD-4265-935C-60036274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7622" y="376809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F3D"/>
          </a:solidFill>
          <a:ln xmlns:a="http://schemas.openxmlformats.org/drawingml/2006/main" w="0">
            <a:noFill/>
          </a:ln>
        </p:spPr>
      </p:sp>
      <p:sp>
        <p:nvSpPr>
          <p:cNvPr id="128" name="Value 11,9">
            <a:extLst xmlns:a="http://schemas.openxmlformats.org/drawingml/2006/main">
              <a:ext uri="{FF2B5EF4-FFF2-40B4-BE49-F238E27FC236}">
                <a16:creationId xmlns:a16="http://schemas.microsoft.com/office/drawing/2014/main" id="{239F6D1D-1602-4BEB-8571-174F3C3C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7622" y="376809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.75</a:t>
            </a:r>
          </a:p>
        </p:txBody>
      </p:sp>
      <p:sp>
        <p:nvSpPr>
          <p:cNvPr id="129" name="Cell 11,10">
            <a:extLst xmlns:a="http://schemas.openxmlformats.org/drawingml/2006/main">
              <a:ext uri="{FF2B5EF4-FFF2-40B4-BE49-F238E27FC236}">
                <a16:creationId xmlns:a16="http://schemas.microsoft.com/office/drawing/2014/main" id="{6D6C87E5-21E2-4748-BE0F-350F26AF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4906" y="376809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63A"/>
          </a:solidFill>
          <a:ln xmlns:a="http://schemas.openxmlformats.org/drawingml/2006/main" w="0">
            <a:noFill/>
          </a:ln>
        </p:spPr>
      </p:sp>
      <p:sp>
        <p:nvSpPr>
          <p:cNvPr id="130" name="Value 11,10">
            <a:extLst xmlns:a="http://schemas.openxmlformats.org/drawingml/2006/main">
              <a:ext uri="{FF2B5EF4-FFF2-40B4-BE49-F238E27FC236}">
                <a16:creationId xmlns:a16="http://schemas.microsoft.com/office/drawing/2014/main" id="{4B9BB467-5D8B-4B2F-9048-0586284D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4906" y="376809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.76</a:t>
            </a:r>
          </a:p>
        </p:txBody>
      </p:sp>
      <p:sp>
        <p:nvSpPr>
          <p:cNvPr id="131" name="Cell 11,11">
            <a:extLst xmlns:a="http://schemas.openxmlformats.org/drawingml/2006/main">
              <a:ext uri="{FF2B5EF4-FFF2-40B4-BE49-F238E27FC236}">
                <a16:creationId xmlns:a16="http://schemas.microsoft.com/office/drawing/2014/main" id="{63F03A11-5035-4152-A5E3-E36C30C4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2190" y="376809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171D"/>
          </a:solidFill>
          <a:ln xmlns:a="http://schemas.openxmlformats.org/drawingml/2006/main" w="0">
            <a:noFill/>
          </a:ln>
        </p:spPr>
      </p:sp>
      <p:sp>
        <p:nvSpPr>
          <p:cNvPr id="132" name="Value 11,11">
            <a:extLst xmlns:a="http://schemas.openxmlformats.org/drawingml/2006/main">
              <a:ext uri="{FF2B5EF4-FFF2-40B4-BE49-F238E27FC236}">
                <a16:creationId xmlns:a16="http://schemas.microsoft.com/office/drawing/2014/main" id="{F7B85F98-1E81-43FA-94FC-2D66FCB1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2190" y="376809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.88</a:t>
            </a:r>
          </a:p>
        </p:txBody>
      </p:sp>
      <p:sp>
        <p:nvSpPr>
          <p:cNvPr id="133" name="Cell 12,1">
            <a:extLst xmlns:a="http://schemas.openxmlformats.org/drawingml/2006/main">
              <a:ext uri="{FF2B5EF4-FFF2-40B4-BE49-F238E27FC236}">
                <a16:creationId xmlns:a16="http://schemas.microsoft.com/office/drawing/2014/main" id="{0A038C80-4B7C-4110-859A-29E00DB3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413537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532B"/>
          </a:solidFill>
          <a:ln xmlns:a="http://schemas.openxmlformats.org/drawingml/2006/main" w="0">
            <a:noFill/>
          </a:ln>
        </p:spPr>
      </p:sp>
      <p:sp>
        <p:nvSpPr>
          <p:cNvPr id="134" name="Value 12,1">
            <a:extLst xmlns:a="http://schemas.openxmlformats.org/drawingml/2006/main">
              <a:ext uri="{FF2B5EF4-FFF2-40B4-BE49-F238E27FC236}">
                <a16:creationId xmlns:a16="http://schemas.microsoft.com/office/drawing/2014/main" id="{E56CCCBB-BDA0-40DF-841D-620E7E68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413537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.81</a:t>
            </a:r>
          </a:p>
        </p:txBody>
      </p:sp>
      <p:sp>
        <p:nvSpPr>
          <p:cNvPr id="135" name="Cell 12,2">
            <a:extLst xmlns:a="http://schemas.openxmlformats.org/drawingml/2006/main">
              <a:ext uri="{FF2B5EF4-FFF2-40B4-BE49-F238E27FC236}">
                <a16:creationId xmlns:a16="http://schemas.microsoft.com/office/drawing/2014/main" id="{F881567C-1BCD-4AE2-B8A9-FC5F4E9E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634" y="413537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512B"/>
          </a:solidFill>
          <a:ln xmlns:a="http://schemas.openxmlformats.org/drawingml/2006/main" w="0">
            <a:noFill/>
          </a:ln>
        </p:spPr>
      </p:sp>
      <p:sp>
        <p:nvSpPr>
          <p:cNvPr id="136" name="Value 12,2">
            <a:extLst xmlns:a="http://schemas.openxmlformats.org/drawingml/2006/main">
              <a:ext uri="{FF2B5EF4-FFF2-40B4-BE49-F238E27FC236}">
                <a16:creationId xmlns:a16="http://schemas.microsoft.com/office/drawing/2014/main" id="{10D406BE-AAEA-4D17-B3E3-6014214D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634" y="413537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.81</a:t>
            </a:r>
          </a:p>
        </p:txBody>
      </p:sp>
      <p:sp>
        <p:nvSpPr>
          <p:cNvPr id="137" name="Cell 12,3">
            <a:extLst xmlns:a="http://schemas.openxmlformats.org/drawingml/2006/main">
              <a:ext uri="{FF2B5EF4-FFF2-40B4-BE49-F238E27FC236}">
                <a16:creationId xmlns:a16="http://schemas.microsoft.com/office/drawing/2014/main" id="{E3743081-15F3-49FD-A341-00FBCD8F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918" y="413537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E3C"/>
          </a:solidFill>
          <a:ln xmlns:a="http://schemas.openxmlformats.org/drawingml/2006/main" w="0">
            <a:noFill/>
          </a:ln>
        </p:spPr>
      </p:sp>
      <p:sp>
        <p:nvSpPr>
          <p:cNvPr id="138" name="Value 12,3">
            <a:extLst xmlns:a="http://schemas.openxmlformats.org/drawingml/2006/main">
              <a:ext uri="{FF2B5EF4-FFF2-40B4-BE49-F238E27FC236}">
                <a16:creationId xmlns:a16="http://schemas.microsoft.com/office/drawing/2014/main" id="{3FDCB127-03E7-4E8F-A7D0-928899A8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918" y="413537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.75</a:t>
            </a:r>
          </a:p>
        </p:txBody>
      </p:sp>
      <p:sp>
        <p:nvSpPr>
          <p:cNvPr id="139" name="Cell 12,4">
            <a:extLst xmlns:a="http://schemas.openxmlformats.org/drawingml/2006/main">
              <a:ext uri="{FF2B5EF4-FFF2-40B4-BE49-F238E27FC236}">
                <a16:creationId xmlns:a16="http://schemas.microsoft.com/office/drawing/2014/main" id="{CC9CCE73-3E56-4DCD-96D9-9AD05FC6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1202" y="413537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636"/>
          </a:solidFill>
          <a:ln xmlns:a="http://schemas.openxmlformats.org/drawingml/2006/main" w="0">
            <a:noFill/>
          </a:ln>
        </p:spPr>
      </p:sp>
      <p:sp>
        <p:nvSpPr>
          <p:cNvPr id="140" name="Value 12,4">
            <a:extLst xmlns:a="http://schemas.openxmlformats.org/drawingml/2006/main">
              <a:ext uri="{FF2B5EF4-FFF2-40B4-BE49-F238E27FC236}">
                <a16:creationId xmlns:a16="http://schemas.microsoft.com/office/drawing/2014/main" id="{EF18993A-9DC1-4D7E-B742-D2A080CC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1202" y="413537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141" name="Cell 12,5">
            <a:extLst xmlns:a="http://schemas.openxmlformats.org/drawingml/2006/main">
              <a:ext uri="{FF2B5EF4-FFF2-40B4-BE49-F238E27FC236}">
                <a16:creationId xmlns:a16="http://schemas.microsoft.com/office/drawing/2014/main" id="{304DC1FA-0A06-4CCA-9C75-B9F5EDA2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8486" y="413537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836"/>
          </a:solidFill>
          <a:ln xmlns:a="http://schemas.openxmlformats.org/drawingml/2006/main" w="0">
            <a:noFill/>
          </a:ln>
        </p:spPr>
      </p:sp>
      <p:sp>
        <p:nvSpPr>
          <p:cNvPr id="142" name="Value 12,5">
            <a:extLst xmlns:a="http://schemas.openxmlformats.org/drawingml/2006/main">
              <a:ext uri="{FF2B5EF4-FFF2-40B4-BE49-F238E27FC236}">
                <a16:creationId xmlns:a16="http://schemas.microsoft.com/office/drawing/2014/main" id="{87AB190F-87F9-4BAB-8EA1-FEF4CCFF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8486" y="413537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143" name="Cell 12,6">
            <a:extLst xmlns:a="http://schemas.openxmlformats.org/drawingml/2006/main">
              <a:ext uri="{FF2B5EF4-FFF2-40B4-BE49-F238E27FC236}">
                <a16:creationId xmlns:a16="http://schemas.microsoft.com/office/drawing/2014/main" id="{04E94DCB-04E6-4C52-B71B-2B1D9D08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770" y="413537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836"/>
          </a:solidFill>
          <a:ln xmlns:a="http://schemas.openxmlformats.org/drawingml/2006/main" w="0">
            <a:noFill/>
          </a:ln>
        </p:spPr>
      </p:sp>
      <p:sp>
        <p:nvSpPr>
          <p:cNvPr id="144" name="Value 12,6">
            <a:extLst xmlns:a="http://schemas.openxmlformats.org/drawingml/2006/main">
              <a:ext uri="{FF2B5EF4-FFF2-40B4-BE49-F238E27FC236}">
                <a16:creationId xmlns:a16="http://schemas.microsoft.com/office/drawing/2014/main" id="{E01BEB0E-2EA8-4379-8461-A5985E2E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770" y="413537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145" name="Cell 12,7">
            <a:extLst xmlns:a="http://schemas.openxmlformats.org/drawingml/2006/main">
              <a:ext uri="{FF2B5EF4-FFF2-40B4-BE49-F238E27FC236}">
                <a16:creationId xmlns:a16="http://schemas.microsoft.com/office/drawing/2014/main" id="{55E5D639-EE7B-4106-8B9B-C1DF2F3F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3054" y="413537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439"/>
          </a:solidFill>
          <a:ln xmlns:a="http://schemas.openxmlformats.org/drawingml/2006/main" w="0">
            <a:noFill/>
          </a:ln>
        </p:spPr>
      </p:sp>
      <p:sp>
        <p:nvSpPr>
          <p:cNvPr id="146" name="Value 12,7">
            <a:extLst xmlns:a="http://schemas.openxmlformats.org/drawingml/2006/main">
              <a:ext uri="{FF2B5EF4-FFF2-40B4-BE49-F238E27FC236}">
                <a16:creationId xmlns:a16="http://schemas.microsoft.com/office/drawing/2014/main" id="{8C264914-3589-41DD-AE2B-579AEDDB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3054" y="413537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.76</a:t>
            </a:r>
          </a:p>
        </p:txBody>
      </p:sp>
      <p:sp>
        <p:nvSpPr>
          <p:cNvPr id="147" name="Cell 12,8">
            <a:extLst xmlns:a="http://schemas.openxmlformats.org/drawingml/2006/main">
              <a:ext uri="{FF2B5EF4-FFF2-40B4-BE49-F238E27FC236}">
                <a16:creationId xmlns:a16="http://schemas.microsoft.com/office/drawing/2014/main" id="{92961AA4-03FE-4259-BB5E-7A359C59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0338" y="413537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A37"/>
          </a:solidFill>
          <a:ln xmlns:a="http://schemas.openxmlformats.org/drawingml/2006/main" w="0">
            <a:noFill/>
          </a:ln>
        </p:spPr>
      </p:sp>
      <p:sp>
        <p:nvSpPr>
          <p:cNvPr id="148" name="Value 12,8">
            <a:extLst xmlns:a="http://schemas.openxmlformats.org/drawingml/2006/main">
              <a:ext uri="{FF2B5EF4-FFF2-40B4-BE49-F238E27FC236}">
                <a16:creationId xmlns:a16="http://schemas.microsoft.com/office/drawing/2014/main" id="{6ADF5597-AD98-4C8A-BED2-892AC5D9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0338" y="413537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149" name="Cell 12,9">
            <a:extLst xmlns:a="http://schemas.openxmlformats.org/drawingml/2006/main">
              <a:ext uri="{FF2B5EF4-FFF2-40B4-BE49-F238E27FC236}">
                <a16:creationId xmlns:a16="http://schemas.microsoft.com/office/drawing/2014/main" id="{49176EB6-81FD-4F3E-B9D8-B6FEE267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7622" y="413537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23E"/>
          </a:solidFill>
          <a:ln xmlns:a="http://schemas.openxmlformats.org/drawingml/2006/main" w="0">
            <a:noFill/>
          </a:ln>
        </p:spPr>
      </p:sp>
      <p:sp>
        <p:nvSpPr>
          <p:cNvPr id="150" name="Value 12,9">
            <a:extLst xmlns:a="http://schemas.openxmlformats.org/drawingml/2006/main">
              <a:ext uri="{FF2B5EF4-FFF2-40B4-BE49-F238E27FC236}">
                <a16:creationId xmlns:a16="http://schemas.microsoft.com/office/drawing/2014/main" id="{BB4E4028-10F3-4192-ACE0-04EBED6D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7622" y="413537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.74</a:t>
            </a:r>
          </a:p>
        </p:txBody>
      </p:sp>
      <p:sp>
        <p:nvSpPr>
          <p:cNvPr id="151" name="Cell 12,10">
            <a:extLst xmlns:a="http://schemas.openxmlformats.org/drawingml/2006/main">
              <a:ext uri="{FF2B5EF4-FFF2-40B4-BE49-F238E27FC236}">
                <a16:creationId xmlns:a16="http://schemas.microsoft.com/office/drawing/2014/main" id="{BD5E0977-7B4C-43D8-B5ED-971492B1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4906" y="413537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13E"/>
          </a:solidFill>
          <a:ln xmlns:a="http://schemas.openxmlformats.org/drawingml/2006/main" w="0">
            <a:noFill/>
          </a:ln>
        </p:spPr>
      </p:sp>
      <p:sp>
        <p:nvSpPr>
          <p:cNvPr id="152" name="Value 12,10">
            <a:extLst xmlns:a="http://schemas.openxmlformats.org/drawingml/2006/main">
              <a:ext uri="{FF2B5EF4-FFF2-40B4-BE49-F238E27FC236}">
                <a16:creationId xmlns:a16="http://schemas.microsoft.com/office/drawing/2014/main" id="{AD024845-6AB1-4C15-A0FA-C1A16E63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4906" y="413537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.74</a:t>
            </a:r>
          </a:p>
        </p:txBody>
      </p:sp>
      <p:sp>
        <p:nvSpPr>
          <p:cNvPr id="153" name="Cell 12,11">
            <a:extLst xmlns:a="http://schemas.openxmlformats.org/drawingml/2006/main">
              <a:ext uri="{FF2B5EF4-FFF2-40B4-BE49-F238E27FC236}">
                <a16:creationId xmlns:a16="http://schemas.microsoft.com/office/drawing/2014/main" id="{9FFECE2B-8DD5-41C7-93DA-210DE265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2190" y="413537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D43"/>
          </a:solidFill>
          <a:ln xmlns:a="http://schemas.openxmlformats.org/drawingml/2006/main" w="0">
            <a:noFill/>
          </a:ln>
        </p:spPr>
      </p:sp>
      <p:sp>
        <p:nvSpPr>
          <p:cNvPr id="154" name="Value 12,11">
            <a:extLst xmlns:a="http://schemas.openxmlformats.org/drawingml/2006/main">
              <a:ext uri="{FF2B5EF4-FFF2-40B4-BE49-F238E27FC236}">
                <a16:creationId xmlns:a16="http://schemas.microsoft.com/office/drawing/2014/main" id="{B63AD3EB-34DD-478A-AFB8-54B33BE0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2190" y="413537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.72</a:t>
            </a:r>
          </a:p>
        </p:txBody>
      </p:sp>
      <p:sp>
        <p:nvSpPr>
          <p:cNvPr id="155" name="Cell 12,12">
            <a:extLst xmlns:a="http://schemas.openxmlformats.org/drawingml/2006/main">
              <a:ext uri="{FF2B5EF4-FFF2-40B4-BE49-F238E27FC236}">
                <a16:creationId xmlns:a16="http://schemas.microsoft.com/office/drawing/2014/main" id="{96F5FDCE-D517-422F-A933-CCE2FC7B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9474" y="413537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1020"/>
          </a:solidFill>
          <a:ln xmlns:a="http://schemas.openxmlformats.org/drawingml/2006/main" w="0">
            <a:noFill/>
          </a:ln>
        </p:spPr>
      </p:sp>
      <p:sp>
        <p:nvSpPr>
          <p:cNvPr id="156" name="Value 12,12">
            <a:extLst xmlns:a="http://schemas.openxmlformats.org/drawingml/2006/main">
              <a:ext uri="{FF2B5EF4-FFF2-40B4-BE49-F238E27FC236}">
                <a16:creationId xmlns:a16="http://schemas.microsoft.com/office/drawing/2014/main" id="{E1FCE4A6-BB4B-4E24-A987-D8A43CE2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9474" y="413537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.90</a:t>
            </a:r>
          </a:p>
        </p:txBody>
      </p:sp>
      <p:sp>
        <p:nvSpPr>
          <p:cNvPr id="157" name="Cell 13,1">
            <a:extLst xmlns:a="http://schemas.openxmlformats.org/drawingml/2006/main">
              <a:ext uri="{FF2B5EF4-FFF2-40B4-BE49-F238E27FC236}">
                <a16:creationId xmlns:a16="http://schemas.microsoft.com/office/drawing/2014/main" id="{2F519EE9-4CCF-4A92-BE6C-DA976705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450265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552C"/>
          </a:solidFill>
          <a:ln xmlns:a="http://schemas.openxmlformats.org/drawingml/2006/main" w="0">
            <a:noFill/>
          </a:ln>
        </p:spPr>
      </p:sp>
      <p:sp>
        <p:nvSpPr>
          <p:cNvPr id="158" name="Value 13,1">
            <a:extLst xmlns:a="http://schemas.openxmlformats.org/drawingml/2006/main">
              <a:ext uri="{FF2B5EF4-FFF2-40B4-BE49-F238E27FC236}">
                <a16:creationId xmlns:a16="http://schemas.microsoft.com/office/drawing/2014/main" id="{80DF950A-1A9F-4FBC-8ADA-86AD23D5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450265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.81</a:t>
            </a:r>
          </a:p>
        </p:txBody>
      </p:sp>
      <p:sp>
        <p:nvSpPr>
          <p:cNvPr id="159" name="Cell 13,2">
            <a:extLst xmlns:a="http://schemas.openxmlformats.org/drawingml/2006/main">
              <a:ext uri="{FF2B5EF4-FFF2-40B4-BE49-F238E27FC236}">
                <a16:creationId xmlns:a16="http://schemas.microsoft.com/office/drawing/2014/main" id="{0138ECF1-63E5-43D4-9883-597FCD68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634" y="450265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532B"/>
          </a:solidFill>
          <a:ln xmlns:a="http://schemas.openxmlformats.org/drawingml/2006/main" w="0">
            <a:noFill/>
          </a:ln>
        </p:spPr>
      </p:sp>
      <p:sp>
        <p:nvSpPr>
          <p:cNvPr id="160" name="Value 13,2">
            <a:extLst xmlns:a="http://schemas.openxmlformats.org/drawingml/2006/main">
              <a:ext uri="{FF2B5EF4-FFF2-40B4-BE49-F238E27FC236}">
                <a16:creationId xmlns:a16="http://schemas.microsoft.com/office/drawing/2014/main" id="{E3E40640-4628-4623-AFCC-A2E8EA22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634" y="450265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.81</a:t>
            </a:r>
          </a:p>
        </p:txBody>
      </p:sp>
      <p:sp>
        <p:nvSpPr>
          <p:cNvPr id="161" name="Cell 13,3">
            <a:extLst xmlns:a="http://schemas.openxmlformats.org/drawingml/2006/main">
              <a:ext uri="{FF2B5EF4-FFF2-40B4-BE49-F238E27FC236}">
                <a16:creationId xmlns:a16="http://schemas.microsoft.com/office/drawing/2014/main" id="{4764234E-EC5C-4EB7-9012-C601381A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918" y="450265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F3D"/>
          </a:solidFill>
          <a:ln xmlns:a="http://schemas.openxmlformats.org/drawingml/2006/main" w="0">
            <a:noFill/>
          </a:ln>
        </p:spPr>
      </p:sp>
      <p:sp>
        <p:nvSpPr>
          <p:cNvPr id="162" name="Value 13,3">
            <a:extLst xmlns:a="http://schemas.openxmlformats.org/drawingml/2006/main">
              <a:ext uri="{FF2B5EF4-FFF2-40B4-BE49-F238E27FC236}">
                <a16:creationId xmlns:a16="http://schemas.microsoft.com/office/drawing/2014/main" id="{FB0191CA-C93D-42E1-AB56-6B61B3F5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918" y="450265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.75</a:t>
            </a:r>
          </a:p>
        </p:txBody>
      </p:sp>
      <p:sp>
        <p:nvSpPr>
          <p:cNvPr id="163" name="Cell 13,4">
            <a:extLst xmlns:a="http://schemas.openxmlformats.org/drawingml/2006/main">
              <a:ext uri="{FF2B5EF4-FFF2-40B4-BE49-F238E27FC236}">
                <a16:creationId xmlns:a16="http://schemas.microsoft.com/office/drawing/2014/main" id="{48EE46B2-A276-4ED5-983E-DA461F78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1202" y="450265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A37"/>
          </a:solidFill>
          <a:ln xmlns:a="http://schemas.openxmlformats.org/drawingml/2006/main" w="0">
            <a:noFill/>
          </a:ln>
        </p:spPr>
      </p:sp>
      <p:sp>
        <p:nvSpPr>
          <p:cNvPr id="164" name="Value 13,4">
            <a:extLst xmlns:a="http://schemas.openxmlformats.org/drawingml/2006/main">
              <a:ext uri="{FF2B5EF4-FFF2-40B4-BE49-F238E27FC236}">
                <a16:creationId xmlns:a16="http://schemas.microsoft.com/office/drawing/2014/main" id="{D68BBB73-1C8E-4CF4-A85E-6181CFE9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1202" y="450265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165" name="Cell 13,5">
            <a:extLst xmlns:a="http://schemas.openxmlformats.org/drawingml/2006/main">
              <a:ext uri="{FF2B5EF4-FFF2-40B4-BE49-F238E27FC236}">
                <a16:creationId xmlns:a16="http://schemas.microsoft.com/office/drawing/2014/main" id="{BE194715-2AAD-4EB5-8991-04692C6E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8486" y="450265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A37"/>
          </a:solidFill>
          <a:ln xmlns:a="http://schemas.openxmlformats.org/drawingml/2006/main" w="0">
            <a:noFill/>
          </a:ln>
        </p:spPr>
      </p:sp>
      <p:sp>
        <p:nvSpPr>
          <p:cNvPr id="166" name="Value 13,5">
            <a:extLst xmlns:a="http://schemas.openxmlformats.org/drawingml/2006/main">
              <a:ext uri="{FF2B5EF4-FFF2-40B4-BE49-F238E27FC236}">
                <a16:creationId xmlns:a16="http://schemas.microsoft.com/office/drawing/2014/main" id="{DC252CA5-697E-436B-923D-CE83FED5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8486" y="450265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167" name="Cell 13,6">
            <a:extLst xmlns:a="http://schemas.openxmlformats.org/drawingml/2006/main">
              <a:ext uri="{FF2B5EF4-FFF2-40B4-BE49-F238E27FC236}">
                <a16:creationId xmlns:a16="http://schemas.microsoft.com/office/drawing/2014/main" id="{EA28E1D9-FBDC-4B43-847B-B737325B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770" y="450265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C37"/>
          </a:solidFill>
          <a:ln xmlns:a="http://schemas.openxmlformats.org/drawingml/2006/main" w="0">
            <a:noFill/>
          </a:ln>
        </p:spPr>
      </p:sp>
      <p:sp>
        <p:nvSpPr>
          <p:cNvPr id="168" name="Value 13,6">
            <a:extLst xmlns:a="http://schemas.openxmlformats.org/drawingml/2006/main">
              <a:ext uri="{FF2B5EF4-FFF2-40B4-BE49-F238E27FC236}">
                <a16:creationId xmlns:a16="http://schemas.microsoft.com/office/drawing/2014/main" id="{CC6F9CC1-D26C-4364-9943-608B0506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770" y="450265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169" name="Cell 13,7">
            <a:extLst xmlns:a="http://schemas.openxmlformats.org/drawingml/2006/main">
              <a:ext uri="{FF2B5EF4-FFF2-40B4-BE49-F238E27FC236}">
                <a16:creationId xmlns:a16="http://schemas.microsoft.com/office/drawing/2014/main" id="{63BC50BC-E3A3-4BFF-B64E-70064EBA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3054" y="450265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83B"/>
          </a:solidFill>
          <a:ln xmlns:a="http://schemas.openxmlformats.org/drawingml/2006/main" w="0">
            <a:noFill/>
          </a:ln>
        </p:spPr>
      </p:sp>
      <p:sp>
        <p:nvSpPr>
          <p:cNvPr id="170" name="Value 13,7">
            <a:extLst xmlns:a="http://schemas.openxmlformats.org/drawingml/2006/main">
              <a:ext uri="{FF2B5EF4-FFF2-40B4-BE49-F238E27FC236}">
                <a16:creationId xmlns:a16="http://schemas.microsoft.com/office/drawing/2014/main" id="{FFC1A832-4E89-4CFC-A872-47CE5AB7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3054" y="450265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.76</a:t>
            </a:r>
          </a:p>
        </p:txBody>
      </p:sp>
      <p:sp>
        <p:nvSpPr>
          <p:cNvPr id="171" name="Cell 13,8">
            <a:extLst xmlns:a="http://schemas.openxmlformats.org/drawingml/2006/main">
              <a:ext uri="{FF2B5EF4-FFF2-40B4-BE49-F238E27FC236}">
                <a16:creationId xmlns:a16="http://schemas.microsoft.com/office/drawing/2014/main" id="{EDF9A6DB-9968-4DA5-9750-9B0E0B52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0338" y="450265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C37"/>
          </a:solidFill>
          <a:ln xmlns:a="http://schemas.openxmlformats.org/drawingml/2006/main" w="0">
            <a:noFill/>
          </a:ln>
        </p:spPr>
      </p:sp>
      <p:sp>
        <p:nvSpPr>
          <p:cNvPr id="172" name="Value 13,8">
            <a:extLst xmlns:a="http://schemas.openxmlformats.org/drawingml/2006/main">
              <a:ext uri="{FF2B5EF4-FFF2-40B4-BE49-F238E27FC236}">
                <a16:creationId xmlns:a16="http://schemas.microsoft.com/office/drawing/2014/main" id="{7B519301-8528-4F83-A242-26625196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0338" y="450265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173" name="Cell 13,9">
            <a:extLst xmlns:a="http://schemas.openxmlformats.org/drawingml/2006/main">
              <a:ext uri="{FF2B5EF4-FFF2-40B4-BE49-F238E27FC236}">
                <a16:creationId xmlns:a16="http://schemas.microsoft.com/office/drawing/2014/main" id="{F5E5DA2A-43E9-476B-A785-6063A4CE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7622" y="450265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841"/>
          </a:solidFill>
          <a:ln xmlns:a="http://schemas.openxmlformats.org/drawingml/2006/main" w="0">
            <a:noFill/>
          </a:ln>
        </p:spPr>
      </p:sp>
      <p:sp>
        <p:nvSpPr>
          <p:cNvPr id="174" name="Value 13,9">
            <a:extLst xmlns:a="http://schemas.openxmlformats.org/drawingml/2006/main">
              <a:ext uri="{FF2B5EF4-FFF2-40B4-BE49-F238E27FC236}">
                <a16:creationId xmlns:a16="http://schemas.microsoft.com/office/drawing/2014/main" id="{73CAE609-532A-4BE8-B05A-27706E29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7622" y="450265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.73</a:t>
            </a:r>
          </a:p>
        </p:txBody>
      </p:sp>
      <p:sp>
        <p:nvSpPr>
          <p:cNvPr id="175" name="Cell 13,10">
            <a:extLst xmlns:a="http://schemas.openxmlformats.org/drawingml/2006/main">
              <a:ext uri="{FF2B5EF4-FFF2-40B4-BE49-F238E27FC236}">
                <a16:creationId xmlns:a16="http://schemas.microsoft.com/office/drawing/2014/main" id="{4C702913-B8C8-491F-BAD0-1C92EF32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4906" y="450265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53F"/>
          </a:solidFill>
          <a:ln xmlns:a="http://schemas.openxmlformats.org/drawingml/2006/main" w="0">
            <a:noFill/>
          </a:ln>
        </p:spPr>
      </p:sp>
      <p:sp>
        <p:nvSpPr>
          <p:cNvPr id="176" name="Value 13,10">
            <a:extLst xmlns:a="http://schemas.openxmlformats.org/drawingml/2006/main">
              <a:ext uri="{FF2B5EF4-FFF2-40B4-BE49-F238E27FC236}">
                <a16:creationId xmlns:a16="http://schemas.microsoft.com/office/drawing/2014/main" id="{BF6E9731-19C6-4C4B-B22D-DA9D02CD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4906" y="450265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.74</a:t>
            </a:r>
          </a:p>
        </p:txBody>
      </p:sp>
      <p:sp>
        <p:nvSpPr>
          <p:cNvPr id="177" name="Cell 13,11">
            <a:extLst xmlns:a="http://schemas.openxmlformats.org/drawingml/2006/main">
              <a:ext uri="{FF2B5EF4-FFF2-40B4-BE49-F238E27FC236}">
                <a16:creationId xmlns:a16="http://schemas.microsoft.com/office/drawing/2014/main" id="{5101875D-7DC7-4E88-83AC-A90A8EAB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2190" y="450265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A044"/>
          </a:solidFill>
          <a:ln xmlns:a="http://schemas.openxmlformats.org/drawingml/2006/main" w="0">
            <a:noFill/>
          </a:ln>
        </p:spPr>
      </p:sp>
      <p:sp>
        <p:nvSpPr>
          <p:cNvPr id="178" name="Value 13,11">
            <a:extLst xmlns:a="http://schemas.openxmlformats.org/drawingml/2006/main">
              <a:ext uri="{FF2B5EF4-FFF2-40B4-BE49-F238E27FC236}">
                <a16:creationId xmlns:a16="http://schemas.microsoft.com/office/drawing/2014/main" id="{41CE3D67-CB64-4883-9C20-34A71FC5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2190" y="450265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.72</a:t>
            </a:r>
          </a:p>
        </p:txBody>
      </p:sp>
      <p:sp>
        <p:nvSpPr>
          <p:cNvPr id="179" name="Cell 13,12">
            <a:extLst xmlns:a="http://schemas.openxmlformats.org/drawingml/2006/main">
              <a:ext uri="{FF2B5EF4-FFF2-40B4-BE49-F238E27FC236}">
                <a16:creationId xmlns:a16="http://schemas.microsoft.com/office/drawing/2014/main" id="{003435CA-2395-46E3-9D95-1D5A66A2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9474" y="450265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4628"/>
          </a:solidFill>
          <a:ln xmlns:a="http://schemas.openxmlformats.org/drawingml/2006/main" w="0">
            <a:noFill/>
          </a:ln>
        </p:spPr>
      </p:sp>
      <p:sp>
        <p:nvSpPr>
          <p:cNvPr id="180" name="Value 13,12">
            <a:extLst xmlns:a="http://schemas.openxmlformats.org/drawingml/2006/main">
              <a:ext uri="{FF2B5EF4-FFF2-40B4-BE49-F238E27FC236}">
                <a16:creationId xmlns:a16="http://schemas.microsoft.com/office/drawing/2014/main" id="{5B8EDE15-A790-4D05-9729-A9D22AB8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9474" y="450265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.82</a:t>
            </a:r>
          </a:p>
        </p:txBody>
      </p:sp>
      <p:sp>
        <p:nvSpPr>
          <p:cNvPr id="181" name="Cell 13,13">
            <a:extLst xmlns:a="http://schemas.openxmlformats.org/drawingml/2006/main">
              <a:ext uri="{FF2B5EF4-FFF2-40B4-BE49-F238E27FC236}">
                <a16:creationId xmlns:a16="http://schemas.microsoft.com/office/drawing/2014/main" id="{55066EC2-3AC1-4BAA-9A46-0D0A1807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6758" y="450265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161D"/>
          </a:solidFill>
          <a:ln xmlns:a="http://schemas.openxmlformats.org/drawingml/2006/main" w="0">
            <a:noFill/>
          </a:ln>
        </p:spPr>
      </p:sp>
      <p:sp>
        <p:nvSpPr>
          <p:cNvPr id="182" name="Value 13,13">
            <a:extLst xmlns:a="http://schemas.openxmlformats.org/drawingml/2006/main">
              <a:ext uri="{FF2B5EF4-FFF2-40B4-BE49-F238E27FC236}">
                <a16:creationId xmlns:a16="http://schemas.microsoft.com/office/drawing/2014/main" id="{EDFAE429-0AF4-4AA5-AA52-B2B09D4F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6758" y="450265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.88</a:t>
            </a:r>
          </a:p>
        </p:txBody>
      </p:sp>
      <p:sp>
        <p:nvSpPr>
          <p:cNvPr id="183" name="Cell 14,1">
            <a:extLst xmlns:a="http://schemas.openxmlformats.org/drawingml/2006/main">
              <a:ext uri="{FF2B5EF4-FFF2-40B4-BE49-F238E27FC236}">
                <a16:creationId xmlns:a16="http://schemas.microsoft.com/office/drawing/2014/main" id="{03951261-DF1A-4C2B-8A70-E4CB1E49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486994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6C33"/>
          </a:solidFill>
          <a:ln xmlns:a="http://schemas.openxmlformats.org/drawingml/2006/main" w="0">
            <a:noFill/>
          </a:ln>
        </p:spPr>
      </p:sp>
      <p:sp>
        <p:nvSpPr>
          <p:cNvPr id="184" name="Value 14,1">
            <a:extLst xmlns:a="http://schemas.openxmlformats.org/drawingml/2006/main">
              <a:ext uri="{FF2B5EF4-FFF2-40B4-BE49-F238E27FC236}">
                <a16:creationId xmlns:a16="http://schemas.microsoft.com/office/drawing/2014/main" id="{D41DDB23-719B-481F-874E-38711E9A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486994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.78</a:t>
            </a:r>
          </a:p>
        </p:txBody>
      </p:sp>
      <p:sp>
        <p:nvSpPr>
          <p:cNvPr id="185" name="Cell 14,2">
            <a:extLst xmlns:a="http://schemas.openxmlformats.org/drawingml/2006/main">
              <a:ext uri="{FF2B5EF4-FFF2-40B4-BE49-F238E27FC236}">
                <a16:creationId xmlns:a16="http://schemas.microsoft.com/office/drawing/2014/main" id="{FA3235EE-9C57-411C-9DF0-453ACBC8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634" y="486994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435"/>
          </a:solidFill>
          <a:ln xmlns:a="http://schemas.openxmlformats.org/drawingml/2006/main" w="0">
            <a:noFill/>
          </a:ln>
        </p:spPr>
      </p:sp>
      <p:sp>
        <p:nvSpPr>
          <p:cNvPr id="186" name="Value 14,2">
            <a:extLst xmlns:a="http://schemas.openxmlformats.org/drawingml/2006/main">
              <a:ext uri="{FF2B5EF4-FFF2-40B4-BE49-F238E27FC236}">
                <a16:creationId xmlns:a16="http://schemas.microsoft.com/office/drawing/2014/main" id="{C9D762B0-8F4F-4522-B743-BDD3DF4C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634" y="486994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187" name="Cell 14,3">
            <a:extLst xmlns:a="http://schemas.openxmlformats.org/drawingml/2006/main">
              <a:ext uri="{FF2B5EF4-FFF2-40B4-BE49-F238E27FC236}">
                <a16:creationId xmlns:a16="http://schemas.microsoft.com/office/drawing/2014/main" id="{38594C41-DF08-4ABA-A2FF-F4D7943A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918" y="486994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740"/>
          </a:solidFill>
          <a:ln xmlns:a="http://schemas.openxmlformats.org/drawingml/2006/main" w="0">
            <a:noFill/>
          </a:ln>
        </p:spPr>
      </p:sp>
      <p:sp>
        <p:nvSpPr>
          <p:cNvPr id="188" name="Value 14,3">
            <a:extLst xmlns:a="http://schemas.openxmlformats.org/drawingml/2006/main">
              <a:ext uri="{FF2B5EF4-FFF2-40B4-BE49-F238E27FC236}">
                <a16:creationId xmlns:a16="http://schemas.microsoft.com/office/drawing/2014/main" id="{56D41815-FA5F-4120-A8D4-8BBD3683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918" y="486994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.73</a:t>
            </a:r>
          </a:p>
        </p:txBody>
      </p:sp>
      <p:sp>
        <p:nvSpPr>
          <p:cNvPr id="189" name="Cell 14,4">
            <a:extLst xmlns:a="http://schemas.openxmlformats.org/drawingml/2006/main">
              <a:ext uri="{FF2B5EF4-FFF2-40B4-BE49-F238E27FC236}">
                <a16:creationId xmlns:a16="http://schemas.microsoft.com/office/drawing/2014/main" id="{4370E4D9-5BEF-4B1B-94AE-C9934EF6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1202" y="486994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03D"/>
          </a:solidFill>
          <a:ln xmlns:a="http://schemas.openxmlformats.org/drawingml/2006/main" w="0">
            <a:noFill/>
          </a:ln>
        </p:spPr>
      </p:sp>
      <p:sp>
        <p:nvSpPr>
          <p:cNvPr id="190" name="Value 14,4">
            <a:extLst xmlns:a="http://schemas.openxmlformats.org/drawingml/2006/main">
              <a:ext uri="{FF2B5EF4-FFF2-40B4-BE49-F238E27FC236}">
                <a16:creationId xmlns:a16="http://schemas.microsoft.com/office/drawing/2014/main" id="{FD8A575D-5F72-4695-A557-AEFC79E3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1202" y="486994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.75</a:t>
            </a:r>
          </a:p>
        </p:txBody>
      </p:sp>
      <p:sp>
        <p:nvSpPr>
          <p:cNvPr id="191" name="Cell 14,5">
            <a:extLst xmlns:a="http://schemas.openxmlformats.org/drawingml/2006/main">
              <a:ext uri="{FF2B5EF4-FFF2-40B4-BE49-F238E27FC236}">
                <a16:creationId xmlns:a16="http://schemas.microsoft.com/office/drawing/2014/main" id="{69DF6AAF-E6E6-4484-98C8-18A54754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8486" y="486994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C3C"/>
          </a:solidFill>
          <a:ln xmlns:a="http://schemas.openxmlformats.org/drawingml/2006/main" w="0">
            <a:noFill/>
          </a:ln>
        </p:spPr>
      </p:sp>
      <p:sp>
        <p:nvSpPr>
          <p:cNvPr id="192" name="Value 14,5">
            <a:extLst xmlns:a="http://schemas.openxmlformats.org/drawingml/2006/main">
              <a:ext uri="{FF2B5EF4-FFF2-40B4-BE49-F238E27FC236}">
                <a16:creationId xmlns:a16="http://schemas.microsoft.com/office/drawing/2014/main" id="{9011DAE0-DFA1-46D7-8992-36592F2A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8486" y="486994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.75</a:t>
            </a:r>
          </a:p>
        </p:txBody>
      </p:sp>
      <p:sp>
        <p:nvSpPr>
          <p:cNvPr id="193" name="Cell 14,6">
            <a:extLst xmlns:a="http://schemas.openxmlformats.org/drawingml/2006/main">
              <a:ext uri="{FF2B5EF4-FFF2-40B4-BE49-F238E27FC236}">
                <a16:creationId xmlns:a16="http://schemas.microsoft.com/office/drawing/2014/main" id="{154CDFD9-12F7-40E6-A4C5-B4440584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770" y="486994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83B"/>
          </a:solidFill>
          <a:ln xmlns:a="http://schemas.openxmlformats.org/drawingml/2006/main" w="0">
            <a:noFill/>
          </a:ln>
        </p:spPr>
      </p:sp>
      <p:sp>
        <p:nvSpPr>
          <p:cNvPr id="194" name="Value 14,6">
            <a:extLst xmlns:a="http://schemas.openxmlformats.org/drawingml/2006/main">
              <a:ext uri="{FF2B5EF4-FFF2-40B4-BE49-F238E27FC236}">
                <a16:creationId xmlns:a16="http://schemas.microsoft.com/office/drawing/2014/main" id="{919CC3EE-8A87-47FB-9CA8-2B3313AB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770" y="486994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.76</a:t>
            </a:r>
          </a:p>
        </p:txBody>
      </p:sp>
      <p:sp>
        <p:nvSpPr>
          <p:cNvPr id="195" name="Cell 14,7">
            <a:extLst xmlns:a="http://schemas.openxmlformats.org/drawingml/2006/main">
              <a:ext uri="{FF2B5EF4-FFF2-40B4-BE49-F238E27FC236}">
                <a16:creationId xmlns:a16="http://schemas.microsoft.com/office/drawing/2014/main" id="{E9423814-CB7F-40D6-9391-FEF738F8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3054" y="486994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23E"/>
          </a:solidFill>
          <a:ln xmlns:a="http://schemas.openxmlformats.org/drawingml/2006/main" w="0">
            <a:noFill/>
          </a:ln>
        </p:spPr>
      </p:sp>
      <p:sp>
        <p:nvSpPr>
          <p:cNvPr id="196" name="Value 14,7">
            <a:extLst xmlns:a="http://schemas.openxmlformats.org/drawingml/2006/main">
              <a:ext uri="{FF2B5EF4-FFF2-40B4-BE49-F238E27FC236}">
                <a16:creationId xmlns:a16="http://schemas.microsoft.com/office/drawing/2014/main" id="{2E1043C0-3008-48D8-8B5F-BAF6D0CC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3054" y="486994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.74</a:t>
            </a:r>
          </a:p>
        </p:txBody>
      </p:sp>
      <p:sp>
        <p:nvSpPr>
          <p:cNvPr id="197" name="Cell 14,8">
            <a:extLst xmlns:a="http://schemas.openxmlformats.org/drawingml/2006/main">
              <a:ext uri="{FF2B5EF4-FFF2-40B4-BE49-F238E27FC236}">
                <a16:creationId xmlns:a16="http://schemas.microsoft.com/office/drawing/2014/main" id="{1A39CDE8-2050-48E0-B697-18BD1920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0338" y="486994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F3D"/>
          </a:solidFill>
          <a:ln xmlns:a="http://schemas.openxmlformats.org/drawingml/2006/main" w="0">
            <a:noFill/>
          </a:ln>
        </p:spPr>
      </p:sp>
      <p:sp>
        <p:nvSpPr>
          <p:cNvPr id="198" name="Value 14,8">
            <a:extLst xmlns:a="http://schemas.openxmlformats.org/drawingml/2006/main">
              <a:ext uri="{FF2B5EF4-FFF2-40B4-BE49-F238E27FC236}">
                <a16:creationId xmlns:a16="http://schemas.microsoft.com/office/drawing/2014/main" id="{93539119-9F40-47F8-9C2C-3572A64C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0338" y="486994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.75</a:t>
            </a:r>
          </a:p>
        </p:txBody>
      </p:sp>
      <p:sp>
        <p:nvSpPr>
          <p:cNvPr id="199" name="Cell 14,9">
            <a:extLst xmlns:a="http://schemas.openxmlformats.org/drawingml/2006/main">
              <a:ext uri="{FF2B5EF4-FFF2-40B4-BE49-F238E27FC236}">
                <a16:creationId xmlns:a16="http://schemas.microsoft.com/office/drawing/2014/main" id="{8B59C96D-1F71-4121-BD8C-A8EC292C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7622" y="486994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841"/>
          </a:solidFill>
          <a:ln xmlns:a="http://schemas.openxmlformats.org/drawingml/2006/main" w="0">
            <a:noFill/>
          </a:ln>
        </p:spPr>
      </p:sp>
      <p:sp>
        <p:nvSpPr>
          <p:cNvPr id="200" name="Value 14,9">
            <a:extLst xmlns:a="http://schemas.openxmlformats.org/drawingml/2006/main">
              <a:ext uri="{FF2B5EF4-FFF2-40B4-BE49-F238E27FC236}">
                <a16:creationId xmlns:a16="http://schemas.microsoft.com/office/drawing/2014/main" id="{2F539C36-5FCC-4213-9CF1-9C262D4C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7622" y="486994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.73</a:t>
            </a:r>
          </a:p>
        </p:txBody>
      </p:sp>
      <p:sp>
        <p:nvSpPr>
          <p:cNvPr id="201" name="Cell 14,10">
            <a:extLst xmlns:a="http://schemas.openxmlformats.org/drawingml/2006/main">
              <a:ext uri="{FF2B5EF4-FFF2-40B4-BE49-F238E27FC236}">
                <a16:creationId xmlns:a16="http://schemas.microsoft.com/office/drawing/2014/main" id="{49607FE6-A491-48CF-A885-AE08E8F4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4906" y="486994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13E"/>
          </a:solidFill>
          <a:ln xmlns:a="http://schemas.openxmlformats.org/drawingml/2006/main" w="0">
            <a:noFill/>
          </a:ln>
        </p:spPr>
      </p:sp>
      <p:sp>
        <p:nvSpPr>
          <p:cNvPr id="202" name="Value 14,10">
            <a:extLst xmlns:a="http://schemas.openxmlformats.org/drawingml/2006/main">
              <a:ext uri="{FF2B5EF4-FFF2-40B4-BE49-F238E27FC236}">
                <a16:creationId xmlns:a16="http://schemas.microsoft.com/office/drawing/2014/main" id="{B6747D8C-9A49-4EB3-924D-858D1741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4906" y="486994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.74</a:t>
            </a:r>
          </a:p>
        </p:txBody>
      </p:sp>
      <p:sp>
        <p:nvSpPr>
          <p:cNvPr id="203" name="Cell 14,11">
            <a:extLst xmlns:a="http://schemas.openxmlformats.org/drawingml/2006/main">
              <a:ext uri="{FF2B5EF4-FFF2-40B4-BE49-F238E27FC236}">
                <a16:creationId xmlns:a16="http://schemas.microsoft.com/office/drawing/2014/main" id="{7B0EA4ED-55C4-4C84-83B3-C83D5D70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2190" y="486994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A546"/>
          </a:solidFill>
          <a:ln xmlns:a="http://schemas.openxmlformats.org/drawingml/2006/main" w="0">
            <a:noFill/>
          </a:ln>
        </p:spPr>
      </p:sp>
      <p:sp>
        <p:nvSpPr>
          <p:cNvPr id="204" name="Value 14,11">
            <a:extLst xmlns:a="http://schemas.openxmlformats.org/drawingml/2006/main">
              <a:ext uri="{FF2B5EF4-FFF2-40B4-BE49-F238E27FC236}">
                <a16:creationId xmlns:a16="http://schemas.microsoft.com/office/drawing/2014/main" id="{1BBB5DDC-AC03-4A58-B8CB-A5286427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2190" y="486994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.71</a:t>
            </a:r>
          </a:p>
        </p:txBody>
      </p:sp>
      <p:sp>
        <p:nvSpPr>
          <p:cNvPr id="205" name="Cell 14,12">
            <a:extLst xmlns:a="http://schemas.openxmlformats.org/drawingml/2006/main">
              <a:ext uri="{FF2B5EF4-FFF2-40B4-BE49-F238E27FC236}">
                <a16:creationId xmlns:a16="http://schemas.microsoft.com/office/drawing/2014/main" id="{4EA4084D-FF1F-446F-8552-0F09AECB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9474" y="486994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6631"/>
          </a:solidFill>
          <a:ln xmlns:a="http://schemas.openxmlformats.org/drawingml/2006/main" w="0">
            <a:noFill/>
          </a:ln>
        </p:spPr>
      </p:sp>
      <p:sp>
        <p:nvSpPr>
          <p:cNvPr id="206" name="Value 14,12">
            <a:extLst xmlns:a="http://schemas.openxmlformats.org/drawingml/2006/main">
              <a:ext uri="{FF2B5EF4-FFF2-40B4-BE49-F238E27FC236}">
                <a16:creationId xmlns:a16="http://schemas.microsoft.com/office/drawing/2014/main" id="{D79AACC5-3696-44B4-BDC3-CAD4B3E6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9474" y="486994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.79</a:t>
            </a:r>
          </a:p>
        </p:txBody>
      </p:sp>
      <p:sp>
        <p:nvSpPr>
          <p:cNvPr id="207" name="Cell 14,13">
            <a:extLst xmlns:a="http://schemas.openxmlformats.org/drawingml/2006/main">
              <a:ext uri="{FF2B5EF4-FFF2-40B4-BE49-F238E27FC236}">
                <a16:creationId xmlns:a16="http://schemas.microsoft.com/office/drawing/2014/main" id="{D34D3812-29A3-493A-9424-8784A4B7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6758" y="486994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6C33"/>
          </a:solidFill>
          <a:ln xmlns:a="http://schemas.openxmlformats.org/drawingml/2006/main" w="0">
            <a:noFill/>
          </a:ln>
        </p:spPr>
      </p:sp>
      <p:sp>
        <p:nvSpPr>
          <p:cNvPr id="208" name="Value 14,13">
            <a:extLst xmlns:a="http://schemas.openxmlformats.org/drawingml/2006/main">
              <a:ext uri="{FF2B5EF4-FFF2-40B4-BE49-F238E27FC236}">
                <a16:creationId xmlns:a16="http://schemas.microsoft.com/office/drawing/2014/main" id="{1B36325D-F00D-46A5-A69B-2E9AC34D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6758" y="486994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.78</a:t>
            </a:r>
          </a:p>
        </p:txBody>
      </p:sp>
      <p:sp>
        <p:nvSpPr>
          <p:cNvPr id="209" name="Cell 14,14">
            <a:extLst xmlns:a="http://schemas.openxmlformats.org/drawingml/2006/main">
              <a:ext uri="{FF2B5EF4-FFF2-40B4-BE49-F238E27FC236}">
                <a16:creationId xmlns:a16="http://schemas.microsoft.com/office/drawing/2014/main" id="{A575982C-59CF-49DC-BF3D-795D9D86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4042" y="486994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3022"/>
          </a:solidFill>
          <a:ln xmlns:a="http://schemas.openxmlformats.org/drawingml/2006/main" w="0">
            <a:noFill/>
          </a:ln>
        </p:spPr>
      </p:sp>
      <p:sp>
        <p:nvSpPr>
          <p:cNvPr id="210" name="Value 14,14">
            <a:extLst xmlns:a="http://schemas.openxmlformats.org/drawingml/2006/main">
              <a:ext uri="{FF2B5EF4-FFF2-40B4-BE49-F238E27FC236}">
                <a16:creationId xmlns:a16="http://schemas.microsoft.com/office/drawing/2014/main" id="{5ADB9EE8-AE8D-471C-A86E-D97D119F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4042" y="486994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.85</a:t>
            </a:r>
          </a:p>
        </p:txBody>
      </p:sp>
      <p:sp>
        <p:nvSpPr>
          <p:cNvPr id="211" name="Cell 15,1">
            <a:extLst xmlns:a="http://schemas.openxmlformats.org/drawingml/2006/main">
              <a:ext uri="{FF2B5EF4-FFF2-40B4-BE49-F238E27FC236}">
                <a16:creationId xmlns:a16="http://schemas.microsoft.com/office/drawing/2014/main" id="{E889F064-257C-490F-B721-AFD1C808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523722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6430"/>
          </a:solidFill>
          <a:ln xmlns:a="http://schemas.openxmlformats.org/drawingml/2006/main" w="0">
            <a:noFill/>
          </a:ln>
        </p:spPr>
      </p:sp>
      <p:sp>
        <p:nvSpPr>
          <p:cNvPr id="212" name="Value 15,1">
            <a:extLst xmlns:a="http://schemas.openxmlformats.org/drawingml/2006/main">
              <a:ext uri="{FF2B5EF4-FFF2-40B4-BE49-F238E27FC236}">
                <a16:creationId xmlns:a16="http://schemas.microsoft.com/office/drawing/2014/main" id="{22A318A4-BE76-454B-A894-80CF778B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523722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.79</a:t>
            </a:r>
          </a:p>
        </p:txBody>
      </p:sp>
      <p:sp>
        <p:nvSpPr>
          <p:cNvPr id="213" name="Cell 15,2">
            <a:extLst xmlns:a="http://schemas.openxmlformats.org/drawingml/2006/main">
              <a:ext uri="{FF2B5EF4-FFF2-40B4-BE49-F238E27FC236}">
                <a16:creationId xmlns:a16="http://schemas.microsoft.com/office/drawing/2014/main" id="{24231A4E-EC71-45B2-9131-CEC2E25B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634" y="523722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552C"/>
          </a:solidFill>
          <a:ln xmlns:a="http://schemas.openxmlformats.org/drawingml/2006/main" w="0">
            <a:noFill/>
          </a:ln>
        </p:spPr>
      </p:sp>
      <p:sp>
        <p:nvSpPr>
          <p:cNvPr id="214" name="Value 15,2">
            <a:extLst xmlns:a="http://schemas.openxmlformats.org/drawingml/2006/main">
              <a:ext uri="{FF2B5EF4-FFF2-40B4-BE49-F238E27FC236}">
                <a16:creationId xmlns:a16="http://schemas.microsoft.com/office/drawing/2014/main" id="{249F858F-D40F-4E93-85B6-EE19657C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634" y="523722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.81</a:t>
            </a:r>
          </a:p>
        </p:txBody>
      </p:sp>
      <p:sp>
        <p:nvSpPr>
          <p:cNvPr id="215" name="Cell 15,3">
            <a:extLst xmlns:a="http://schemas.openxmlformats.org/drawingml/2006/main">
              <a:ext uri="{FF2B5EF4-FFF2-40B4-BE49-F238E27FC236}">
                <a16:creationId xmlns:a16="http://schemas.microsoft.com/office/drawing/2014/main" id="{EB1466AB-476A-43C1-97B4-85E18ECB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918" y="523722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03D"/>
          </a:solidFill>
          <a:ln xmlns:a="http://schemas.openxmlformats.org/drawingml/2006/main" w="0">
            <a:noFill/>
          </a:ln>
        </p:spPr>
      </p:sp>
      <p:sp>
        <p:nvSpPr>
          <p:cNvPr id="216" name="Value 15,3">
            <a:extLst xmlns:a="http://schemas.openxmlformats.org/drawingml/2006/main">
              <a:ext uri="{FF2B5EF4-FFF2-40B4-BE49-F238E27FC236}">
                <a16:creationId xmlns:a16="http://schemas.microsoft.com/office/drawing/2014/main" id="{1F7EE128-30A3-42D9-BD3A-9C9EE2CC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918" y="523722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.74</a:t>
            </a:r>
          </a:p>
        </p:txBody>
      </p:sp>
      <p:sp>
        <p:nvSpPr>
          <p:cNvPr id="217" name="Cell 15,4">
            <a:extLst xmlns:a="http://schemas.openxmlformats.org/drawingml/2006/main">
              <a:ext uri="{FF2B5EF4-FFF2-40B4-BE49-F238E27FC236}">
                <a16:creationId xmlns:a16="http://schemas.microsoft.com/office/drawing/2014/main" id="{D8FF15B1-35DE-416E-9CC1-2B071349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1202" y="523722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A37"/>
          </a:solidFill>
          <a:ln xmlns:a="http://schemas.openxmlformats.org/drawingml/2006/main" w="0">
            <a:noFill/>
          </a:ln>
        </p:spPr>
      </p:sp>
      <p:sp>
        <p:nvSpPr>
          <p:cNvPr id="218" name="Value 15,4">
            <a:extLst xmlns:a="http://schemas.openxmlformats.org/drawingml/2006/main">
              <a:ext uri="{FF2B5EF4-FFF2-40B4-BE49-F238E27FC236}">
                <a16:creationId xmlns:a16="http://schemas.microsoft.com/office/drawing/2014/main" id="{6CBBA3B5-648F-4D49-A2AE-920E8614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1202" y="523722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219" name="Cell 15,5">
            <a:extLst xmlns:a="http://schemas.openxmlformats.org/drawingml/2006/main">
              <a:ext uri="{FF2B5EF4-FFF2-40B4-BE49-F238E27FC236}">
                <a16:creationId xmlns:a16="http://schemas.microsoft.com/office/drawing/2014/main" id="{E0E5DE8A-0E73-428D-8B87-9CA0983B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8486" y="523722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C37"/>
          </a:solidFill>
          <a:ln xmlns:a="http://schemas.openxmlformats.org/drawingml/2006/main" w="0">
            <a:noFill/>
          </a:ln>
        </p:spPr>
      </p:sp>
      <p:sp>
        <p:nvSpPr>
          <p:cNvPr id="220" name="Value 15,5">
            <a:extLst xmlns:a="http://schemas.openxmlformats.org/drawingml/2006/main">
              <a:ext uri="{FF2B5EF4-FFF2-40B4-BE49-F238E27FC236}">
                <a16:creationId xmlns:a16="http://schemas.microsoft.com/office/drawing/2014/main" id="{82EA0DE1-803A-4E71-9E7D-CFC50751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8486" y="523722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221" name="Cell 15,6">
            <a:extLst xmlns:a="http://schemas.openxmlformats.org/drawingml/2006/main">
              <a:ext uri="{FF2B5EF4-FFF2-40B4-BE49-F238E27FC236}">
                <a16:creationId xmlns:a16="http://schemas.microsoft.com/office/drawing/2014/main" id="{2498FA5D-3B32-4E9E-849F-15C03FD2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770" y="523722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038"/>
          </a:solidFill>
          <a:ln xmlns:a="http://schemas.openxmlformats.org/drawingml/2006/main" w="0">
            <a:noFill/>
          </a:ln>
        </p:spPr>
      </p:sp>
      <p:sp>
        <p:nvSpPr>
          <p:cNvPr id="222" name="Value 15,6">
            <a:extLst xmlns:a="http://schemas.openxmlformats.org/drawingml/2006/main">
              <a:ext uri="{FF2B5EF4-FFF2-40B4-BE49-F238E27FC236}">
                <a16:creationId xmlns:a16="http://schemas.microsoft.com/office/drawing/2014/main" id="{3DF67A44-3E5E-45FD-B325-23176741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770" y="523722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.76</a:t>
            </a:r>
          </a:p>
        </p:txBody>
      </p:sp>
      <p:sp>
        <p:nvSpPr>
          <p:cNvPr id="223" name="Cell 15,7">
            <a:extLst xmlns:a="http://schemas.openxmlformats.org/drawingml/2006/main">
              <a:ext uri="{FF2B5EF4-FFF2-40B4-BE49-F238E27FC236}">
                <a16:creationId xmlns:a16="http://schemas.microsoft.com/office/drawing/2014/main" id="{C4839C26-4C60-423A-8A08-D521CDBC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3054" y="523722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63A"/>
          </a:solidFill>
          <a:ln xmlns:a="http://schemas.openxmlformats.org/drawingml/2006/main" w="0">
            <a:noFill/>
          </a:ln>
        </p:spPr>
      </p:sp>
      <p:sp>
        <p:nvSpPr>
          <p:cNvPr id="224" name="Value 15,7">
            <a:extLst xmlns:a="http://schemas.openxmlformats.org/drawingml/2006/main">
              <a:ext uri="{FF2B5EF4-FFF2-40B4-BE49-F238E27FC236}">
                <a16:creationId xmlns:a16="http://schemas.microsoft.com/office/drawing/2014/main" id="{6E7903FD-0984-4007-B006-031A61D3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3054" y="523722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.76</a:t>
            </a:r>
          </a:p>
        </p:txBody>
      </p:sp>
      <p:sp>
        <p:nvSpPr>
          <p:cNvPr id="225" name="Cell 15,8">
            <a:extLst xmlns:a="http://schemas.openxmlformats.org/drawingml/2006/main">
              <a:ext uri="{FF2B5EF4-FFF2-40B4-BE49-F238E27FC236}">
                <a16:creationId xmlns:a16="http://schemas.microsoft.com/office/drawing/2014/main" id="{B358E79C-C48E-4BF8-8747-B0835F4E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0338" y="523722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A37"/>
          </a:solidFill>
          <a:ln xmlns:a="http://schemas.openxmlformats.org/drawingml/2006/main" w="0">
            <a:noFill/>
          </a:ln>
        </p:spPr>
      </p:sp>
      <p:sp>
        <p:nvSpPr>
          <p:cNvPr id="226" name="Value 15,8">
            <a:extLst xmlns:a="http://schemas.openxmlformats.org/drawingml/2006/main">
              <a:ext uri="{FF2B5EF4-FFF2-40B4-BE49-F238E27FC236}">
                <a16:creationId xmlns:a16="http://schemas.microsoft.com/office/drawing/2014/main" id="{040D1EB0-F5AD-4C6D-83A5-0A1467AF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0338" y="523722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227" name="Cell 15,9">
            <a:extLst xmlns:a="http://schemas.openxmlformats.org/drawingml/2006/main">
              <a:ext uri="{FF2B5EF4-FFF2-40B4-BE49-F238E27FC236}">
                <a16:creationId xmlns:a16="http://schemas.microsoft.com/office/drawing/2014/main" id="{694C2F86-9130-46DF-BCAC-2EA36582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7622" y="523722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C42"/>
          </a:solidFill>
          <a:ln xmlns:a="http://schemas.openxmlformats.org/drawingml/2006/main" w="0">
            <a:noFill/>
          </a:ln>
        </p:spPr>
      </p:sp>
      <p:sp>
        <p:nvSpPr>
          <p:cNvPr id="228" name="Value 15,9">
            <a:extLst xmlns:a="http://schemas.openxmlformats.org/drawingml/2006/main">
              <a:ext uri="{FF2B5EF4-FFF2-40B4-BE49-F238E27FC236}">
                <a16:creationId xmlns:a16="http://schemas.microsoft.com/office/drawing/2014/main" id="{EBD9CCE0-584E-4D37-8D36-CB13BE17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7622" y="523722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.72</a:t>
            </a:r>
          </a:p>
        </p:txBody>
      </p:sp>
      <p:sp>
        <p:nvSpPr>
          <p:cNvPr id="229" name="Cell 15,10">
            <a:extLst xmlns:a="http://schemas.openxmlformats.org/drawingml/2006/main">
              <a:ext uri="{FF2B5EF4-FFF2-40B4-BE49-F238E27FC236}">
                <a16:creationId xmlns:a16="http://schemas.microsoft.com/office/drawing/2014/main" id="{94E78B83-8A72-49A2-8F57-FE2CD1AA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4906" y="523722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A42"/>
          </a:solidFill>
          <a:ln xmlns:a="http://schemas.openxmlformats.org/drawingml/2006/main" w="0">
            <a:noFill/>
          </a:ln>
        </p:spPr>
      </p:sp>
      <p:sp>
        <p:nvSpPr>
          <p:cNvPr id="230" name="Value 15,10">
            <a:extLst xmlns:a="http://schemas.openxmlformats.org/drawingml/2006/main">
              <a:ext uri="{FF2B5EF4-FFF2-40B4-BE49-F238E27FC236}">
                <a16:creationId xmlns:a16="http://schemas.microsoft.com/office/drawing/2014/main" id="{6F851041-15F1-48C1-A7C9-462AAE5B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4906" y="523722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.73</a:t>
            </a:r>
          </a:p>
        </p:txBody>
      </p:sp>
      <p:sp>
        <p:nvSpPr>
          <p:cNvPr id="231" name="Cell 15,11">
            <a:extLst xmlns:a="http://schemas.openxmlformats.org/drawingml/2006/main">
              <a:ext uri="{FF2B5EF4-FFF2-40B4-BE49-F238E27FC236}">
                <a16:creationId xmlns:a16="http://schemas.microsoft.com/office/drawing/2014/main" id="{1047D0DD-2E63-412B-8CAF-296B1221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2190" y="523722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A446"/>
          </a:solidFill>
          <a:ln xmlns:a="http://schemas.openxmlformats.org/drawingml/2006/main" w="0">
            <a:noFill/>
          </a:ln>
        </p:spPr>
      </p:sp>
      <p:sp>
        <p:nvSpPr>
          <p:cNvPr id="232" name="Value 15,11">
            <a:extLst xmlns:a="http://schemas.openxmlformats.org/drawingml/2006/main">
              <a:ext uri="{FF2B5EF4-FFF2-40B4-BE49-F238E27FC236}">
                <a16:creationId xmlns:a16="http://schemas.microsoft.com/office/drawing/2014/main" id="{DF5168CC-1596-447D-B13F-18288DA8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2190" y="523722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.71</a:t>
            </a:r>
          </a:p>
        </p:txBody>
      </p:sp>
      <p:sp>
        <p:nvSpPr>
          <p:cNvPr id="233" name="Cell 15,12">
            <a:extLst xmlns:a="http://schemas.openxmlformats.org/drawingml/2006/main">
              <a:ext uri="{FF2B5EF4-FFF2-40B4-BE49-F238E27FC236}">
                <a16:creationId xmlns:a16="http://schemas.microsoft.com/office/drawing/2014/main" id="{32239C8C-6B51-44BD-B647-FA17AAFD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9474" y="523722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592D"/>
          </a:solidFill>
          <a:ln xmlns:a="http://schemas.openxmlformats.org/drawingml/2006/main" w="0">
            <a:noFill/>
          </a:ln>
        </p:spPr>
      </p:sp>
      <p:sp>
        <p:nvSpPr>
          <p:cNvPr id="234" name="Value 15,12">
            <a:extLst xmlns:a="http://schemas.openxmlformats.org/drawingml/2006/main">
              <a:ext uri="{FF2B5EF4-FFF2-40B4-BE49-F238E27FC236}">
                <a16:creationId xmlns:a16="http://schemas.microsoft.com/office/drawing/2014/main" id="{31223312-641C-41A3-8474-82240DE7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9474" y="523722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.80</a:t>
            </a:r>
          </a:p>
        </p:txBody>
      </p:sp>
      <p:sp>
        <p:nvSpPr>
          <p:cNvPr id="235" name="Cell 15,13">
            <a:extLst xmlns:a="http://schemas.openxmlformats.org/drawingml/2006/main">
              <a:ext uri="{FF2B5EF4-FFF2-40B4-BE49-F238E27FC236}">
                <a16:creationId xmlns:a16="http://schemas.microsoft.com/office/drawing/2014/main" id="{6B40D4EF-EB3D-4E2E-B89E-85DC563B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6758" y="523722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4F2A"/>
          </a:solidFill>
          <a:ln xmlns:a="http://schemas.openxmlformats.org/drawingml/2006/main" w="0">
            <a:noFill/>
          </a:ln>
        </p:spPr>
      </p:sp>
      <p:sp>
        <p:nvSpPr>
          <p:cNvPr id="236" name="Value 15,13">
            <a:extLst xmlns:a="http://schemas.openxmlformats.org/drawingml/2006/main">
              <a:ext uri="{FF2B5EF4-FFF2-40B4-BE49-F238E27FC236}">
                <a16:creationId xmlns:a16="http://schemas.microsoft.com/office/drawing/2014/main" id="{F1707CBC-359B-40C9-8835-EFF05CE2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6758" y="523722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.81</a:t>
            </a:r>
          </a:p>
        </p:txBody>
      </p:sp>
      <p:sp>
        <p:nvSpPr>
          <p:cNvPr id="237" name="Cell 15,14">
            <a:extLst xmlns:a="http://schemas.openxmlformats.org/drawingml/2006/main">
              <a:ext uri="{FF2B5EF4-FFF2-40B4-BE49-F238E27FC236}">
                <a16:creationId xmlns:a16="http://schemas.microsoft.com/office/drawing/2014/main" id="{E5355CF0-FEE6-4EFD-AA13-4686F68E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4042" y="523722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836"/>
          </a:solidFill>
          <a:ln xmlns:a="http://schemas.openxmlformats.org/drawingml/2006/main" w="0">
            <a:noFill/>
          </a:ln>
        </p:spPr>
      </p:sp>
      <p:sp>
        <p:nvSpPr>
          <p:cNvPr id="238" name="Value 15,14">
            <a:extLst xmlns:a="http://schemas.openxmlformats.org/drawingml/2006/main">
              <a:ext uri="{FF2B5EF4-FFF2-40B4-BE49-F238E27FC236}">
                <a16:creationId xmlns:a16="http://schemas.microsoft.com/office/drawing/2014/main" id="{F6A014B3-4491-47FD-9836-43CAC2E7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4042" y="523722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239" name="Cell 15,15">
            <a:extLst xmlns:a="http://schemas.openxmlformats.org/drawingml/2006/main">
              <a:ext uri="{FF2B5EF4-FFF2-40B4-BE49-F238E27FC236}">
                <a16:creationId xmlns:a16="http://schemas.microsoft.com/office/drawing/2014/main" id="{BC4F8D0C-B4EB-4490-BCB4-0E32B410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1326" y="523722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241F"/>
          </a:solidFill>
          <a:ln xmlns:a="http://schemas.openxmlformats.org/drawingml/2006/main" w="0">
            <a:noFill/>
          </a:ln>
        </p:spPr>
      </p:sp>
      <p:sp>
        <p:nvSpPr>
          <p:cNvPr id="240" name="Value 15,15">
            <a:extLst xmlns:a="http://schemas.openxmlformats.org/drawingml/2006/main">
              <a:ext uri="{FF2B5EF4-FFF2-40B4-BE49-F238E27FC236}">
                <a16:creationId xmlns:a16="http://schemas.microsoft.com/office/drawing/2014/main" id="{BF55E659-E776-48FB-A379-71AE8085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1326" y="523722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.86</a:t>
            </a:r>
          </a:p>
        </p:txBody>
      </p:sp>
      <p:sp>
        <p:nvSpPr>
          <p:cNvPr id="241" name="Cell 16,1">
            <a:extLst xmlns:a="http://schemas.openxmlformats.org/drawingml/2006/main">
              <a:ext uri="{FF2B5EF4-FFF2-40B4-BE49-F238E27FC236}">
                <a16:creationId xmlns:a16="http://schemas.microsoft.com/office/drawing/2014/main" id="{99DBCE50-FD1B-4B8E-B39C-6961D0B4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560451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636"/>
          </a:solidFill>
          <a:ln xmlns:a="http://schemas.openxmlformats.org/drawingml/2006/main" w="0">
            <a:noFill/>
          </a:ln>
        </p:spPr>
      </p:sp>
      <p:sp>
        <p:nvSpPr>
          <p:cNvPr id="242" name="Value 16,1">
            <a:extLst xmlns:a="http://schemas.openxmlformats.org/drawingml/2006/main">
              <a:ext uri="{FF2B5EF4-FFF2-40B4-BE49-F238E27FC236}">
                <a16:creationId xmlns:a16="http://schemas.microsoft.com/office/drawing/2014/main" id="{C575AA6F-8A20-44E6-A823-52851D07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560451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243" name="Cell 16,2">
            <a:extLst xmlns:a="http://schemas.openxmlformats.org/drawingml/2006/main">
              <a:ext uri="{FF2B5EF4-FFF2-40B4-BE49-F238E27FC236}">
                <a16:creationId xmlns:a16="http://schemas.microsoft.com/office/drawing/2014/main" id="{CBF44888-1460-4181-9DD2-61407485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634" y="560451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6C33"/>
          </a:solidFill>
          <a:ln xmlns:a="http://schemas.openxmlformats.org/drawingml/2006/main" w="0">
            <a:noFill/>
          </a:ln>
        </p:spPr>
      </p:sp>
      <p:sp>
        <p:nvSpPr>
          <p:cNvPr id="244" name="Value 16,2">
            <a:extLst xmlns:a="http://schemas.openxmlformats.org/drawingml/2006/main">
              <a:ext uri="{FF2B5EF4-FFF2-40B4-BE49-F238E27FC236}">
                <a16:creationId xmlns:a16="http://schemas.microsoft.com/office/drawing/2014/main" id="{51EC1A32-A7BA-4BEE-9BF6-94935AAC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634" y="560451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.78</a:t>
            </a:r>
          </a:p>
        </p:txBody>
      </p:sp>
      <p:sp>
        <p:nvSpPr>
          <p:cNvPr id="245" name="Cell 16,3">
            <a:extLst xmlns:a="http://schemas.openxmlformats.org/drawingml/2006/main">
              <a:ext uri="{FF2B5EF4-FFF2-40B4-BE49-F238E27FC236}">
                <a16:creationId xmlns:a16="http://schemas.microsoft.com/office/drawing/2014/main" id="{F917AA47-5F3D-4DC5-A38E-5F9EF57B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918" y="560451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53F"/>
          </a:solidFill>
          <a:ln xmlns:a="http://schemas.openxmlformats.org/drawingml/2006/main" w="0">
            <a:noFill/>
          </a:ln>
        </p:spPr>
      </p:sp>
      <p:sp>
        <p:nvSpPr>
          <p:cNvPr id="246" name="Value 16,3">
            <a:extLst xmlns:a="http://schemas.openxmlformats.org/drawingml/2006/main">
              <a:ext uri="{FF2B5EF4-FFF2-40B4-BE49-F238E27FC236}">
                <a16:creationId xmlns:a16="http://schemas.microsoft.com/office/drawing/2014/main" id="{E7E1EBB2-B913-42DD-851E-E287EB9C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918" y="560451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.74</a:t>
            </a:r>
          </a:p>
        </p:txBody>
      </p:sp>
      <p:sp>
        <p:nvSpPr>
          <p:cNvPr id="247" name="Cell 16,4">
            <a:extLst xmlns:a="http://schemas.openxmlformats.org/drawingml/2006/main">
              <a:ext uri="{FF2B5EF4-FFF2-40B4-BE49-F238E27FC236}">
                <a16:creationId xmlns:a16="http://schemas.microsoft.com/office/drawing/2014/main" id="{147B142A-C464-4F58-862E-3523BEDB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1202" y="560451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435"/>
          </a:solidFill>
          <a:ln xmlns:a="http://schemas.openxmlformats.org/drawingml/2006/main" w="0">
            <a:noFill/>
          </a:ln>
        </p:spPr>
      </p:sp>
      <p:sp>
        <p:nvSpPr>
          <p:cNvPr id="248" name="Value 16,4">
            <a:extLst xmlns:a="http://schemas.openxmlformats.org/drawingml/2006/main">
              <a:ext uri="{FF2B5EF4-FFF2-40B4-BE49-F238E27FC236}">
                <a16:creationId xmlns:a16="http://schemas.microsoft.com/office/drawing/2014/main" id="{298DC703-DA6B-407D-97E7-FE0C26E3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1202" y="560451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249" name="Cell 16,5">
            <a:extLst xmlns:a="http://schemas.openxmlformats.org/drawingml/2006/main">
              <a:ext uri="{FF2B5EF4-FFF2-40B4-BE49-F238E27FC236}">
                <a16:creationId xmlns:a16="http://schemas.microsoft.com/office/drawing/2014/main" id="{BC720ACB-6086-4C4F-A317-57A935CD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8486" y="560451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A37"/>
          </a:solidFill>
          <a:ln xmlns:a="http://schemas.openxmlformats.org/drawingml/2006/main" w="0">
            <a:noFill/>
          </a:ln>
        </p:spPr>
      </p:sp>
      <p:sp>
        <p:nvSpPr>
          <p:cNvPr id="250" name="Value 16,5">
            <a:extLst xmlns:a="http://schemas.openxmlformats.org/drawingml/2006/main">
              <a:ext uri="{FF2B5EF4-FFF2-40B4-BE49-F238E27FC236}">
                <a16:creationId xmlns:a16="http://schemas.microsoft.com/office/drawing/2014/main" id="{3D3FCB0C-7B63-4CDD-8BE0-AC417D34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8486" y="560451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251" name="Cell 16,6">
            <a:extLst xmlns:a="http://schemas.openxmlformats.org/drawingml/2006/main">
              <a:ext uri="{FF2B5EF4-FFF2-40B4-BE49-F238E27FC236}">
                <a16:creationId xmlns:a16="http://schemas.microsoft.com/office/drawing/2014/main" id="{73568CF1-E380-4657-865A-18DF8170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770" y="560451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C37"/>
          </a:solidFill>
          <a:ln xmlns:a="http://schemas.openxmlformats.org/drawingml/2006/main" w="0">
            <a:noFill/>
          </a:ln>
        </p:spPr>
      </p:sp>
      <p:sp>
        <p:nvSpPr>
          <p:cNvPr id="252" name="Value 16,6">
            <a:extLst xmlns:a="http://schemas.openxmlformats.org/drawingml/2006/main">
              <a:ext uri="{FF2B5EF4-FFF2-40B4-BE49-F238E27FC236}">
                <a16:creationId xmlns:a16="http://schemas.microsoft.com/office/drawing/2014/main" id="{C8496B46-0F1B-42A5-83F5-93A764BF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770" y="560451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253" name="Cell 16,7">
            <a:extLst xmlns:a="http://schemas.openxmlformats.org/drawingml/2006/main">
              <a:ext uri="{FF2B5EF4-FFF2-40B4-BE49-F238E27FC236}">
                <a16:creationId xmlns:a16="http://schemas.microsoft.com/office/drawing/2014/main" id="{FC4736B7-F46E-420B-B300-0B71F760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3054" y="560451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83B"/>
          </a:solidFill>
          <a:ln xmlns:a="http://schemas.openxmlformats.org/drawingml/2006/main" w="0">
            <a:noFill/>
          </a:ln>
        </p:spPr>
      </p:sp>
      <p:sp>
        <p:nvSpPr>
          <p:cNvPr id="254" name="Value 16,7">
            <a:extLst xmlns:a="http://schemas.openxmlformats.org/drawingml/2006/main">
              <a:ext uri="{FF2B5EF4-FFF2-40B4-BE49-F238E27FC236}">
                <a16:creationId xmlns:a16="http://schemas.microsoft.com/office/drawing/2014/main" id="{E6404C51-1CD2-4103-87C9-4741F57B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3054" y="560451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.76</a:t>
            </a:r>
          </a:p>
        </p:txBody>
      </p:sp>
      <p:sp>
        <p:nvSpPr>
          <p:cNvPr id="255" name="Cell 16,8">
            <a:extLst xmlns:a="http://schemas.openxmlformats.org/drawingml/2006/main">
              <a:ext uri="{FF2B5EF4-FFF2-40B4-BE49-F238E27FC236}">
                <a16:creationId xmlns:a16="http://schemas.microsoft.com/office/drawing/2014/main" id="{FA84B2F0-6649-4C5B-B9FB-58BF9E10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0338" y="560451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836"/>
          </a:solidFill>
          <a:ln xmlns:a="http://schemas.openxmlformats.org/drawingml/2006/main" w="0">
            <a:noFill/>
          </a:ln>
        </p:spPr>
      </p:sp>
      <p:sp>
        <p:nvSpPr>
          <p:cNvPr id="256" name="Value 16,8">
            <a:extLst xmlns:a="http://schemas.openxmlformats.org/drawingml/2006/main">
              <a:ext uri="{FF2B5EF4-FFF2-40B4-BE49-F238E27FC236}">
                <a16:creationId xmlns:a16="http://schemas.microsoft.com/office/drawing/2014/main" id="{4D4F95C6-A630-4306-AEAC-2876BBDE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0338" y="560451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257" name="Cell 16,9">
            <a:extLst xmlns:a="http://schemas.openxmlformats.org/drawingml/2006/main">
              <a:ext uri="{FF2B5EF4-FFF2-40B4-BE49-F238E27FC236}">
                <a16:creationId xmlns:a16="http://schemas.microsoft.com/office/drawing/2014/main" id="{88C44F15-9BD0-4009-A890-EB1BFCF4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7622" y="560451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941"/>
          </a:solidFill>
          <a:ln xmlns:a="http://schemas.openxmlformats.org/drawingml/2006/main" w="0">
            <a:noFill/>
          </a:ln>
        </p:spPr>
      </p:sp>
      <p:sp>
        <p:nvSpPr>
          <p:cNvPr id="258" name="Value 16,9">
            <a:extLst xmlns:a="http://schemas.openxmlformats.org/drawingml/2006/main">
              <a:ext uri="{FF2B5EF4-FFF2-40B4-BE49-F238E27FC236}">
                <a16:creationId xmlns:a16="http://schemas.microsoft.com/office/drawing/2014/main" id="{D1157B14-029E-48D4-B9AE-D6A3A66B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7622" y="560451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.73</a:t>
            </a:r>
          </a:p>
        </p:txBody>
      </p:sp>
      <p:sp>
        <p:nvSpPr>
          <p:cNvPr id="259" name="Cell 16,10">
            <a:extLst xmlns:a="http://schemas.openxmlformats.org/drawingml/2006/main">
              <a:ext uri="{FF2B5EF4-FFF2-40B4-BE49-F238E27FC236}">
                <a16:creationId xmlns:a16="http://schemas.microsoft.com/office/drawing/2014/main" id="{8D6F72C0-C2BE-49AB-96C3-CDC46E8B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4906" y="560451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841"/>
          </a:solidFill>
          <a:ln xmlns:a="http://schemas.openxmlformats.org/drawingml/2006/main" w="0">
            <a:noFill/>
          </a:ln>
        </p:spPr>
      </p:sp>
      <p:sp>
        <p:nvSpPr>
          <p:cNvPr id="260" name="Value 16,10">
            <a:extLst xmlns:a="http://schemas.openxmlformats.org/drawingml/2006/main">
              <a:ext uri="{FF2B5EF4-FFF2-40B4-BE49-F238E27FC236}">
                <a16:creationId xmlns:a16="http://schemas.microsoft.com/office/drawing/2014/main" id="{3453ED34-C5CB-42B7-A331-795F169D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4906" y="560451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.73</a:t>
            </a:r>
          </a:p>
        </p:txBody>
      </p:sp>
      <p:sp>
        <p:nvSpPr>
          <p:cNvPr id="261" name="Cell 16,11">
            <a:extLst xmlns:a="http://schemas.openxmlformats.org/drawingml/2006/main">
              <a:ext uri="{FF2B5EF4-FFF2-40B4-BE49-F238E27FC236}">
                <a16:creationId xmlns:a16="http://schemas.microsoft.com/office/drawing/2014/main" id="{633C7594-54B9-44D0-A143-3DDEF24B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2190" y="560451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A245"/>
          </a:solidFill>
          <a:ln xmlns:a="http://schemas.openxmlformats.org/drawingml/2006/main" w="0">
            <a:noFill/>
          </a:ln>
        </p:spPr>
      </p:sp>
      <p:sp>
        <p:nvSpPr>
          <p:cNvPr id="262" name="Value 16,11">
            <a:extLst xmlns:a="http://schemas.openxmlformats.org/drawingml/2006/main">
              <a:ext uri="{FF2B5EF4-FFF2-40B4-BE49-F238E27FC236}">
                <a16:creationId xmlns:a16="http://schemas.microsoft.com/office/drawing/2014/main" id="{057C9AD0-4F98-43C1-A5C0-1B32BC69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2190" y="560451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.71</a:t>
            </a:r>
          </a:p>
        </p:txBody>
      </p:sp>
      <p:sp>
        <p:nvSpPr>
          <p:cNvPr id="263" name="Cell 16,12">
            <a:extLst xmlns:a="http://schemas.openxmlformats.org/drawingml/2006/main">
              <a:ext uri="{FF2B5EF4-FFF2-40B4-BE49-F238E27FC236}">
                <a16:creationId xmlns:a16="http://schemas.microsoft.com/office/drawing/2014/main" id="{F8B1C0E1-535A-4385-A4D0-D955F6AA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9474" y="560451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435"/>
          </a:solidFill>
          <a:ln xmlns:a="http://schemas.openxmlformats.org/drawingml/2006/main" w="0">
            <a:noFill/>
          </a:ln>
        </p:spPr>
      </p:sp>
      <p:sp>
        <p:nvSpPr>
          <p:cNvPr id="264" name="Value 16,12">
            <a:extLst xmlns:a="http://schemas.openxmlformats.org/drawingml/2006/main">
              <a:ext uri="{FF2B5EF4-FFF2-40B4-BE49-F238E27FC236}">
                <a16:creationId xmlns:a16="http://schemas.microsoft.com/office/drawing/2014/main" id="{19A493E9-E52E-4A72-9B46-562FCE25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9474" y="560451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265" name="Cell 16,13">
            <a:extLst xmlns:a="http://schemas.openxmlformats.org/drawingml/2006/main">
              <a:ext uri="{FF2B5EF4-FFF2-40B4-BE49-F238E27FC236}">
                <a16:creationId xmlns:a16="http://schemas.microsoft.com/office/drawing/2014/main" id="{0B0DEB71-706F-4A03-AE90-D7696518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6758" y="560451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034"/>
          </a:solidFill>
          <a:ln xmlns:a="http://schemas.openxmlformats.org/drawingml/2006/main" w="0">
            <a:noFill/>
          </a:ln>
        </p:spPr>
      </p:sp>
      <p:sp>
        <p:nvSpPr>
          <p:cNvPr id="266" name="Value 16,13">
            <a:extLst xmlns:a="http://schemas.openxmlformats.org/drawingml/2006/main">
              <a:ext uri="{FF2B5EF4-FFF2-40B4-BE49-F238E27FC236}">
                <a16:creationId xmlns:a16="http://schemas.microsoft.com/office/drawing/2014/main" id="{BD4A36A2-8D3D-4FFD-9A8D-DEC238FE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6758" y="560451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.78</a:t>
            </a:r>
          </a:p>
        </p:txBody>
      </p:sp>
      <p:sp>
        <p:nvSpPr>
          <p:cNvPr id="267" name="Cell 16,14">
            <a:extLst xmlns:a="http://schemas.openxmlformats.org/drawingml/2006/main">
              <a:ext uri="{FF2B5EF4-FFF2-40B4-BE49-F238E27FC236}">
                <a16:creationId xmlns:a16="http://schemas.microsoft.com/office/drawing/2014/main" id="{20527F7E-DD85-4BD5-AF21-C981BDB8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4042" y="560451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F3D"/>
          </a:solidFill>
          <a:ln xmlns:a="http://schemas.openxmlformats.org/drawingml/2006/main" w="0">
            <a:noFill/>
          </a:ln>
        </p:spPr>
      </p:sp>
      <p:sp>
        <p:nvSpPr>
          <p:cNvPr id="268" name="Value 16,14">
            <a:extLst xmlns:a="http://schemas.openxmlformats.org/drawingml/2006/main">
              <a:ext uri="{FF2B5EF4-FFF2-40B4-BE49-F238E27FC236}">
                <a16:creationId xmlns:a16="http://schemas.microsoft.com/office/drawing/2014/main" id="{EB163C0D-431C-4C93-9FE7-9DF7A4AB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4042" y="560451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.75</a:t>
            </a:r>
          </a:p>
        </p:txBody>
      </p:sp>
      <p:sp>
        <p:nvSpPr>
          <p:cNvPr id="269" name="Cell 16,15">
            <a:extLst xmlns:a="http://schemas.openxmlformats.org/drawingml/2006/main">
              <a:ext uri="{FF2B5EF4-FFF2-40B4-BE49-F238E27FC236}">
                <a16:creationId xmlns:a16="http://schemas.microsoft.com/office/drawing/2014/main" id="{F02CB774-9729-4EB8-8A83-9AD37D50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1326" y="560451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6A32"/>
          </a:solidFill>
          <a:ln xmlns:a="http://schemas.openxmlformats.org/drawingml/2006/main" w="0">
            <a:noFill/>
          </a:ln>
        </p:spPr>
      </p:sp>
      <p:sp>
        <p:nvSpPr>
          <p:cNvPr id="270" name="Value 16,15">
            <a:extLst xmlns:a="http://schemas.openxmlformats.org/drawingml/2006/main">
              <a:ext uri="{FF2B5EF4-FFF2-40B4-BE49-F238E27FC236}">
                <a16:creationId xmlns:a16="http://schemas.microsoft.com/office/drawing/2014/main" id="{E4795D7F-6876-445D-800D-F8F9EFD5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1326" y="560451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.78</a:t>
            </a:r>
          </a:p>
        </p:txBody>
      </p:sp>
      <p:sp>
        <p:nvSpPr>
          <p:cNvPr id="271" name="Cell 16,16">
            <a:extLst xmlns:a="http://schemas.openxmlformats.org/drawingml/2006/main">
              <a:ext uri="{FF2B5EF4-FFF2-40B4-BE49-F238E27FC236}">
                <a16:creationId xmlns:a16="http://schemas.microsoft.com/office/drawing/2014/main" id="{94D166E5-6E0A-4D6E-AFA1-10527FAA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8610" y="560451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3022"/>
          </a:solidFill>
          <a:ln xmlns:a="http://schemas.openxmlformats.org/drawingml/2006/main" w="0">
            <a:noFill/>
          </a:ln>
        </p:spPr>
      </p:sp>
      <p:sp>
        <p:nvSpPr>
          <p:cNvPr id="272" name="Value 16,16">
            <a:extLst xmlns:a="http://schemas.openxmlformats.org/drawingml/2006/main">
              <a:ext uri="{FF2B5EF4-FFF2-40B4-BE49-F238E27FC236}">
                <a16:creationId xmlns:a16="http://schemas.microsoft.com/office/drawing/2014/main" id="{67E54B34-A5E1-4C89-BF28-22F809E1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8610" y="560451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.85</a:t>
            </a:r>
          </a:p>
        </p:txBody>
      </p:sp>
      <p:sp>
        <p:nvSpPr>
          <p:cNvPr id="273" name="Cell 17,1">
            <a:extLst xmlns:a="http://schemas.openxmlformats.org/drawingml/2006/main">
              <a:ext uri="{FF2B5EF4-FFF2-40B4-BE49-F238E27FC236}">
                <a16:creationId xmlns:a16="http://schemas.microsoft.com/office/drawing/2014/main" id="{EA3C36EA-2D82-4C18-A094-94B55412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597179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6E33"/>
          </a:solidFill>
          <a:ln xmlns:a="http://schemas.openxmlformats.org/drawingml/2006/main" w="0">
            <a:noFill/>
          </a:ln>
        </p:spPr>
      </p:sp>
      <p:sp>
        <p:nvSpPr>
          <p:cNvPr id="274" name="Value 17,1">
            <a:extLst xmlns:a="http://schemas.openxmlformats.org/drawingml/2006/main">
              <a:ext uri="{FF2B5EF4-FFF2-40B4-BE49-F238E27FC236}">
                <a16:creationId xmlns:a16="http://schemas.microsoft.com/office/drawing/2014/main" id="{A0AB6696-CC38-4C45-B6D2-FDA7FC55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597179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.78</a:t>
            </a:r>
          </a:p>
        </p:txBody>
      </p:sp>
      <p:sp>
        <p:nvSpPr>
          <p:cNvPr id="275" name="Cell 17,2">
            <a:extLst xmlns:a="http://schemas.openxmlformats.org/drawingml/2006/main">
              <a:ext uri="{FF2B5EF4-FFF2-40B4-BE49-F238E27FC236}">
                <a16:creationId xmlns:a16="http://schemas.microsoft.com/office/drawing/2014/main" id="{C7A91FAA-84AB-4785-80CF-474C7E0D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634" y="597179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612F"/>
          </a:solidFill>
          <a:ln xmlns:a="http://schemas.openxmlformats.org/drawingml/2006/main" w="0">
            <a:noFill/>
          </a:ln>
        </p:spPr>
      </p:sp>
      <p:sp>
        <p:nvSpPr>
          <p:cNvPr id="276" name="Value 17,2">
            <a:extLst xmlns:a="http://schemas.openxmlformats.org/drawingml/2006/main">
              <a:ext uri="{FF2B5EF4-FFF2-40B4-BE49-F238E27FC236}">
                <a16:creationId xmlns:a16="http://schemas.microsoft.com/office/drawing/2014/main" id="{B0A4EFA8-509A-4016-8BD4-A84E5F14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634" y="597179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.79</a:t>
            </a:r>
          </a:p>
        </p:txBody>
      </p:sp>
      <p:sp>
        <p:nvSpPr>
          <p:cNvPr id="277" name="Cell 17,3">
            <a:extLst xmlns:a="http://schemas.openxmlformats.org/drawingml/2006/main">
              <a:ext uri="{FF2B5EF4-FFF2-40B4-BE49-F238E27FC236}">
                <a16:creationId xmlns:a16="http://schemas.microsoft.com/office/drawing/2014/main" id="{80303E9E-3E16-407D-889B-0A3038B5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918" y="597179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33F"/>
          </a:solidFill>
          <a:ln xmlns:a="http://schemas.openxmlformats.org/drawingml/2006/main" w="0">
            <a:noFill/>
          </a:ln>
        </p:spPr>
      </p:sp>
      <p:sp>
        <p:nvSpPr>
          <p:cNvPr id="278" name="Value 17,3">
            <a:extLst xmlns:a="http://schemas.openxmlformats.org/drawingml/2006/main">
              <a:ext uri="{FF2B5EF4-FFF2-40B4-BE49-F238E27FC236}">
                <a16:creationId xmlns:a16="http://schemas.microsoft.com/office/drawing/2014/main" id="{88985F34-11D5-46E2-AEDD-90414A6E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918" y="597179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.74</a:t>
            </a:r>
          </a:p>
        </p:txBody>
      </p:sp>
      <p:sp>
        <p:nvSpPr>
          <p:cNvPr id="279" name="Cell 17,4">
            <a:extLst xmlns:a="http://schemas.openxmlformats.org/drawingml/2006/main">
              <a:ext uri="{FF2B5EF4-FFF2-40B4-BE49-F238E27FC236}">
                <a16:creationId xmlns:a16="http://schemas.microsoft.com/office/drawing/2014/main" id="{3BD4B1E0-25D1-4D62-B762-6F6CDBDB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1202" y="597179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234"/>
          </a:solidFill>
          <a:ln xmlns:a="http://schemas.openxmlformats.org/drawingml/2006/main" w="0">
            <a:noFill/>
          </a:ln>
        </p:spPr>
      </p:sp>
      <p:sp>
        <p:nvSpPr>
          <p:cNvPr id="280" name="Value 17,4">
            <a:extLst xmlns:a="http://schemas.openxmlformats.org/drawingml/2006/main">
              <a:ext uri="{FF2B5EF4-FFF2-40B4-BE49-F238E27FC236}">
                <a16:creationId xmlns:a16="http://schemas.microsoft.com/office/drawing/2014/main" id="{1351A3B6-5E9B-4C16-92A8-68422C25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1202" y="597179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.78</a:t>
            </a:r>
          </a:p>
        </p:txBody>
      </p:sp>
      <p:sp>
        <p:nvSpPr>
          <p:cNvPr id="281" name="Cell 17,5">
            <a:extLst xmlns:a="http://schemas.openxmlformats.org/drawingml/2006/main">
              <a:ext uri="{FF2B5EF4-FFF2-40B4-BE49-F238E27FC236}">
                <a16:creationId xmlns:a16="http://schemas.microsoft.com/office/drawing/2014/main" id="{075A75E0-BA3D-47CF-BF75-4186FB63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8486" y="597179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A37"/>
          </a:solidFill>
          <a:ln xmlns:a="http://schemas.openxmlformats.org/drawingml/2006/main" w="0">
            <a:noFill/>
          </a:ln>
        </p:spPr>
      </p:sp>
      <p:sp>
        <p:nvSpPr>
          <p:cNvPr id="282" name="Value 17,5">
            <a:extLst xmlns:a="http://schemas.openxmlformats.org/drawingml/2006/main">
              <a:ext uri="{FF2B5EF4-FFF2-40B4-BE49-F238E27FC236}">
                <a16:creationId xmlns:a16="http://schemas.microsoft.com/office/drawing/2014/main" id="{0F8D96F3-3165-4D1F-9187-A7E32AEC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8486" y="597179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283" name="Cell 17,6">
            <a:extLst xmlns:a="http://schemas.openxmlformats.org/drawingml/2006/main">
              <a:ext uri="{FF2B5EF4-FFF2-40B4-BE49-F238E27FC236}">
                <a16:creationId xmlns:a16="http://schemas.microsoft.com/office/drawing/2014/main" id="{E96D3B00-5D9D-408D-997E-5F570FEB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770" y="597179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038"/>
          </a:solidFill>
          <a:ln xmlns:a="http://schemas.openxmlformats.org/drawingml/2006/main" w="0">
            <a:noFill/>
          </a:ln>
        </p:spPr>
      </p:sp>
      <p:sp>
        <p:nvSpPr>
          <p:cNvPr id="284" name="Value 17,6">
            <a:extLst xmlns:a="http://schemas.openxmlformats.org/drawingml/2006/main">
              <a:ext uri="{FF2B5EF4-FFF2-40B4-BE49-F238E27FC236}">
                <a16:creationId xmlns:a16="http://schemas.microsoft.com/office/drawing/2014/main" id="{0233011B-0646-4075-9C0A-74E68AFF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770" y="597179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.76</a:t>
            </a:r>
          </a:p>
        </p:txBody>
      </p:sp>
      <p:sp>
        <p:nvSpPr>
          <p:cNvPr id="285" name="Cell 17,7">
            <a:extLst xmlns:a="http://schemas.openxmlformats.org/drawingml/2006/main">
              <a:ext uri="{FF2B5EF4-FFF2-40B4-BE49-F238E27FC236}">
                <a16:creationId xmlns:a16="http://schemas.microsoft.com/office/drawing/2014/main" id="{1E3B6319-D5AF-4F8A-AD8E-EB706EA7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3054" y="597179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63A"/>
          </a:solidFill>
          <a:ln xmlns:a="http://schemas.openxmlformats.org/drawingml/2006/main" w="0">
            <a:noFill/>
          </a:ln>
        </p:spPr>
      </p:sp>
      <p:sp>
        <p:nvSpPr>
          <p:cNvPr id="286" name="Value 17,7">
            <a:extLst xmlns:a="http://schemas.openxmlformats.org/drawingml/2006/main">
              <a:ext uri="{FF2B5EF4-FFF2-40B4-BE49-F238E27FC236}">
                <a16:creationId xmlns:a16="http://schemas.microsoft.com/office/drawing/2014/main" id="{CA0E32D5-F9E8-42B1-AEFA-3360BC8C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3054" y="597179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.76</a:t>
            </a:r>
          </a:p>
        </p:txBody>
      </p:sp>
      <p:sp>
        <p:nvSpPr>
          <p:cNvPr id="287" name="Cell 17,8">
            <a:extLst xmlns:a="http://schemas.openxmlformats.org/drawingml/2006/main">
              <a:ext uri="{FF2B5EF4-FFF2-40B4-BE49-F238E27FC236}">
                <a16:creationId xmlns:a16="http://schemas.microsoft.com/office/drawing/2014/main" id="{2637C0A7-BA5D-4755-9C06-A30C2E62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0338" y="597179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A37"/>
          </a:solidFill>
          <a:ln xmlns:a="http://schemas.openxmlformats.org/drawingml/2006/main" w="0">
            <a:noFill/>
          </a:ln>
        </p:spPr>
      </p:sp>
      <p:sp>
        <p:nvSpPr>
          <p:cNvPr id="288" name="Value 17,8">
            <a:extLst xmlns:a="http://schemas.openxmlformats.org/drawingml/2006/main">
              <a:ext uri="{FF2B5EF4-FFF2-40B4-BE49-F238E27FC236}">
                <a16:creationId xmlns:a16="http://schemas.microsoft.com/office/drawing/2014/main" id="{2CB2A787-9D7B-4B26-9BD2-6095CE3A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0338" y="597179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289" name="Cell 17,9">
            <a:extLst xmlns:a="http://schemas.openxmlformats.org/drawingml/2006/main">
              <a:ext uri="{FF2B5EF4-FFF2-40B4-BE49-F238E27FC236}">
                <a16:creationId xmlns:a16="http://schemas.microsoft.com/office/drawing/2014/main" id="{683E5BB0-3564-4FED-B998-4AF93A4D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7622" y="597179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D43"/>
          </a:solidFill>
          <a:ln xmlns:a="http://schemas.openxmlformats.org/drawingml/2006/main" w="0">
            <a:noFill/>
          </a:ln>
        </p:spPr>
      </p:sp>
      <p:sp>
        <p:nvSpPr>
          <p:cNvPr id="290" name="Value 17,9">
            <a:extLst xmlns:a="http://schemas.openxmlformats.org/drawingml/2006/main">
              <a:ext uri="{FF2B5EF4-FFF2-40B4-BE49-F238E27FC236}">
                <a16:creationId xmlns:a16="http://schemas.microsoft.com/office/drawing/2014/main" id="{39E6E5FE-30C4-4457-8BF6-0174953A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7622" y="597179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.72</a:t>
            </a:r>
          </a:p>
        </p:txBody>
      </p:sp>
      <p:sp>
        <p:nvSpPr>
          <p:cNvPr id="291" name="Cell 17,10">
            <a:extLst xmlns:a="http://schemas.openxmlformats.org/drawingml/2006/main">
              <a:ext uri="{FF2B5EF4-FFF2-40B4-BE49-F238E27FC236}">
                <a16:creationId xmlns:a16="http://schemas.microsoft.com/office/drawing/2014/main" id="{F3C9CFF8-34A9-4CC7-8D8E-1717106C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4906" y="597179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D43"/>
          </a:solidFill>
          <a:ln xmlns:a="http://schemas.openxmlformats.org/drawingml/2006/main" w="0">
            <a:noFill/>
          </a:ln>
        </p:spPr>
      </p:sp>
      <p:sp>
        <p:nvSpPr>
          <p:cNvPr id="292" name="Value 17,10">
            <a:extLst xmlns:a="http://schemas.openxmlformats.org/drawingml/2006/main">
              <a:ext uri="{FF2B5EF4-FFF2-40B4-BE49-F238E27FC236}">
                <a16:creationId xmlns:a16="http://schemas.microsoft.com/office/drawing/2014/main" id="{7733D6DF-AE12-4680-B155-AC674893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4906" y="597179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.72</a:t>
            </a:r>
          </a:p>
        </p:txBody>
      </p:sp>
      <p:sp>
        <p:nvSpPr>
          <p:cNvPr id="293" name="Cell 17,11">
            <a:extLst xmlns:a="http://schemas.openxmlformats.org/drawingml/2006/main">
              <a:ext uri="{FF2B5EF4-FFF2-40B4-BE49-F238E27FC236}">
                <a16:creationId xmlns:a16="http://schemas.microsoft.com/office/drawing/2014/main" id="{B04317C5-2BE2-41C3-843D-220BC883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2190" y="597179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A647"/>
          </a:solidFill>
          <a:ln xmlns:a="http://schemas.openxmlformats.org/drawingml/2006/main" w="0">
            <a:noFill/>
          </a:ln>
        </p:spPr>
      </p:sp>
      <p:sp>
        <p:nvSpPr>
          <p:cNvPr id="294" name="Value 17,11">
            <a:extLst xmlns:a="http://schemas.openxmlformats.org/drawingml/2006/main">
              <a:ext uri="{FF2B5EF4-FFF2-40B4-BE49-F238E27FC236}">
                <a16:creationId xmlns:a16="http://schemas.microsoft.com/office/drawing/2014/main" id="{895C5549-A7DC-4DEB-8F16-CCFAF216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2190" y="597179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.71</a:t>
            </a:r>
          </a:p>
        </p:txBody>
      </p:sp>
      <p:sp>
        <p:nvSpPr>
          <p:cNvPr id="295" name="Cell 17,12">
            <a:extLst xmlns:a="http://schemas.openxmlformats.org/drawingml/2006/main">
              <a:ext uri="{FF2B5EF4-FFF2-40B4-BE49-F238E27FC236}">
                <a16:creationId xmlns:a16="http://schemas.microsoft.com/office/drawing/2014/main" id="{171D8F82-24BD-43EA-AAA0-41AABC44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9474" y="597179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6A32"/>
          </a:solidFill>
          <a:ln xmlns:a="http://schemas.openxmlformats.org/drawingml/2006/main" w="0">
            <a:noFill/>
          </a:ln>
        </p:spPr>
      </p:sp>
      <p:sp>
        <p:nvSpPr>
          <p:cNvPr id="296" name="Value 17,12">
            <a:extLst xmlns:a="http://schemas.openxmlformats.org/drawingml/2006/main">
              <a:ext uri="{FF2B5EF4-FFF2-40B4-BE49-F238E27FC236}">
                <a16:creationId xmlns:a16="http://schemas.microsoft.com/office/drawing/2014/main" id="{EF3F04B6-20DB-4252-A4A2-18304325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9474" y="597179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.78</a:t>
            </a:r>
          </a:p>
        </p:txBody>
      </p:sp>
      <p:sp>
        <p:nvSpPr>
          <p:cNvPr id="297" name="Cell 17,13">
            <a:extLst xmlns:a="http://schemas.openxmlformats.org/drawingml/2006/main">
              <a:ext uri="{FF2B5EF4-FFF2-40B4-BE49-F238E27FC236}">
                <a16:creationId xmlns:a16="http://schemas.microsoft.com/office/drawing/2014/main" id="{69314535-E85E-42A8-95BC-C2AD3B55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6758" y="597179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6A32"/>
          </a:solidFill>
          <a:ln xmlns:a="http://schemas.openxmlformats.org/drawingml/2006/main" w="0">
            <a:noFill/>
          </a:ln>
        </p:spPr>
      </p:sp>
      <p:sp>
        <p:nvSpPr>
          <p:cNvPr id="298" name="Value 17,13">
            <a:extLst xmlns:a="http://schemas.openxmlformats.org/drawingml/2006/main">
              <a:ext uri="{FF2B5EF4-FFF2-40B4-BE49-F238E27FC236}">
                <a16:creationId xmlns:a16="http://schemas.microsoft.com/office/drawing/2014/main" id="{DF4E0BA2-5FD3-4FAC-A882-5B181B3F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6758" y="597179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.78</a:t>
            </a:r>
          </a:p>
        </p:txBody>
      </p:sp>
      <p:sp>
        <p:nvSpPr>
          <p:cNvPr id="299" name="Cell 17,14">
            <a:extLst xmlns:a="http://schemas.openxmlformats.org/drawingml/2006/main">
              <a:ext uri="{FF2B5EF4-FFF2-40B4-BE49-F238E27FC236}">
                <a16:creationId xmlns:a16="http://schemas.microsoft.com/office/drawing/2014/main" id="{29AB502C-1278-470E-8E78-07643C3F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4042" y="597179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E3C"/>
          </a:solidFill>
          <a:ln xmlns:a="http://schemas.openxmlformats.org/drawingml/2006/main" w="0">
            <a:noFill/>
          </a:ln>
        </p:spPr>
      </p:sp>
      <p:sp>
        <p:nvSpPr>
          <p:cNvPr id="300" name="Value 17,14">
            <a:extLst xmlns:a="http://schemas.openxmlformats.org/drawingml/2006/main">
              <a:ext uri="{FF2B5EF4-FFF2-40B4-BE49-F238E27FC236}">
                <a16:creationId xmlns:a16="http://schemas.microsoft.com/office/drawing/2014/main" id="{107B7120-4771-4A50-AA9E-173E3BB7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4042" y="597179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.75</a:t>
            </a:r>
          </a:p>
        </p:txBody>
      </p:sp>
      <p:sp>
        <p:nvSpPr>
          <p:cNvPr id="301" name="Cell 17,15">
            <a:extLst xmlns:a="http://schemas.openxmlformats.org/drawingml/2006/main">
              <a:ext uri="{FF2B5EF4-FFF2-40B4-BE49-F238E27FC236}">
                <a16:creationId xmlns:a16="http://schemas.microsoft.com/office/drawing/2014/main" id="{4D82390D-5969-45D2-A6EE-28D0563B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1326" y="597179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6631"/>
          </a:solidFill>
          <a:ln xmlns:a="http://schemas.openxmlformats.org/drawingml/2006/main" w="0">
            <a:noFill/>
          </a:ln>
        </p:spPr>
      </p:sp>
      <p:sp>
        <p:nvSpPr>
          <p:cNvPr id="302" name="Value 17,15">
            <a:extLst xmlns:a="http://schemas.openxmlformats.org/drawingml/2006/main">
              <a:ext uri="{FF2B5EF4-FFF2-40B4-BE49-F238E27FC236}">
                <a16:creationId xmlns:a16="http://schemas.microsoft.com/office/drawing/2014/main" id="{CB495233-3E73-4DBD-BB44-38E93BA7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1326" y="597179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.79</a:t>
            </a:r>
          </a:p>
        </p:txBody>
      </p:sp>
      <p:sp>
        <p:nvSpPr>
          <p:cNvPr id="303" name="Cell 17,16">
            <a:extLst xmlns:a="http://schemas.openxmlformats.org/drawingml/2006/main">
              <a:ext uri="{FF2B5EF4-FFF2-40B4-BE49-F238E27FC236}">
                <a16:creationId xmlns:a16="http://schemas.microsoft.com/office/drawing/2014/main" id="{4A8E04A9-9178-4A43-AA56-3B24C032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8610" y="597179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5B2E"/>
          </a:solidFill>
          <a:ln xmlns:a="http://schemas.openxmlformats.org/drawingml/2006/main" w="0">
            <a:noFill/>
          </a:ln>
        </p:spPr>
      </p:sp>
      <p:sp>
        <p:nvSpPr>
          <p:cNvPr id="304" name="Value 17,16">
            <a:extLst xmlns:a="http://schemas.openxmlformats.org/drawingml/2006/main">
              <a:ext uri="{FF2B5EF4-FFF2-40B4-BE49-F238E27FC236}">
                <a16:creationId xmlns:a16="http://schemas.microsoft.com/office/drawing/2014/main" id="{FE4A42F8-7281-4E68-BD5B-CD3C5B98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8610" y="597179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.80</a:t>
            </a:r>
          </a:p>
        </p:txBody>
      </p:sp>
      <p:sp>
        <p:nvSpPr>
          <p:cNvPr id="305" name="Cell 17,17">
            <a:extLst xmlns:a="http://schemas.openxmlformats.org/drawingml/2006/main">
              <a:ext uri="{FF2B5EF4-FFF2-40B4-BE49-F238E27FC236}">
                <a16:creationId xmlns:a16="http://schemas.microsoft.com/office/drawing/2014/main" id="{687CA215-AD0F-47CD-A9B4-83F7C65F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5894" y="597179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F1D"/>
          </a:solidFill>
          <a:ln xmlns:a="http://schemas.openxmlformats.org/drawingml/2006/main" w="0">
            <a:noFill/>
          </a:ln>
        </p:spPr>
      </p:sp>
      <p:sp>
        <p:nvSpPr>
          <p:cNvPr id="306" name="Value 17,17">
            <a:extLst xmlns:a="http://schemas.openxmlformats.org/drawingml/2006/main">
              <a:ext uri="{FF2B5EF4-FFF2-40B4-BE49-F238E27FC236}">
                <a16:creationId xmlns:a16="http://schemas.microsoft.com/office/drawing/2014/main" id="{7EEE5F65-75D9-4AF5-8B67-D44B385A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5894" y="597179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.87</a:t>
            </a:r>
          </a:p>
        </p:txBody>
      </p:sp>
      <p:sp>
        <p:nvSpPr>
          <p:cNvPr id="307" name="Cell 18,1">
            <a:extLst xmlns:a="http://schemas.openxmlformats.org/drawingml/2006/main">
              <a:ext uri="{FF2B5EF4-FFF2-40B4-BE49-F238E27FC236}">
                <a16:creationId xmlns:a16="http://schemas.microsoft.com/office/drawing/2014/main" id="{549256D5-2A56-4A80-8429-1A55E164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633907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C37"/>
          </a:solidFill>
          <a:ln xmlns:a="http://schemas.openxmlformats.org/drawingml/2006/main" w="0">
            <a:noFill/>
          </a:ln>
        </p:spPr>
      </p:sp>
      <p:sp>
        <p:nvSpPr>
          <p:cNvPr id="308" name="Value 18,1">
            <a:extLst xmlns:a="http://schemas.openxmlformats.org/drawingml/2006/main">
              <a:ext uri="{FF2B5EF4-FFF2-40B4-BE49-F238E27FC236}">
                <a16:creationId xmlns:a16="http://schemas.microsoft.com/office/drawing/2014/main" id="{B2C1755E-C791-49B0-A985-248560C0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633907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309" name="Cell 18,2">
            <a:extLst xmlns:a="http://schemas.openxmlformats.org/drawingml/2006/main">
              <a:ext uri="{FF2B5EF4-FFF2-40B4-BE49-F238E27FC236}">
                <a16:creationId xmlns:a16="http://schemas.microsoft.com/office/drawing/2014/main" id="{4B604151-14FE-4B8E-BE76-88ABA5B6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634" y="633907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239"/>
          </a:solidFill>
          <a:ln xmlns:a="http://schemas.openxmlformats.org/drawingml/2006/main" w="0">
            <a:noFill/>
          </a:ln>
        </p:spPr>
      </p:sp>
      <p:sp>
        <p:nvSpPr>
          <p:cNvPr id="310" name="Value 18,2">
            <a:extLst xmlns:a="http://schemas.openxmlformats.org/drawingml/2006/main">
              <a:ext uri="{FF2B5EF4-FFF2-40B4-BE49-F238E27FC236}">
                <a16:creationId xmlns:a16="http://schemas.microsoft.com/office/drawing/2014/main" id="{94F00A82-1089-42FE-B636-8069F834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634" y="633907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.76</a:t>
            </a:r>
          </a:p>
        </p:txBody>
      </p:sp>
      <p:sp>
        <p:nvSpPr>
          <p:cNvPr id="311" name="Cell 18,3">
            <a:extLst xmlns:a="http://schemas.openxmlformats.org/drawingml/2006/main">
              <a:ext uri="{FF2B5EF4-FFF2-40B4-BE49-F238E27FC236}">
                <a16:creationId xmlns:a16="http://schemas.microsoft.com/office/drawing/2014/main" id="{E63085FD-3287-4063-9A6E-7061053A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918" y="633907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33F"/>
          </a:solidFill>
          <a:ln xmlns:a="http://schemas.openxmlformats.org/drawingml/2006/main" w="0">
            <a:noFill/>
          </a:ln>
        </p:spPr>
      </p:sp>
      <p:sp>
        <p:nvSpPr>
          <p:cNvPr id="312" name="Value 18,3">
            <a:extLst xmlns:a="http://schemas.openxmlformats.org/drawingml/2006/main">
              <a:ext uri="{FF2B5EF4-FFF2-40B4-BE49-F238E27FC236}">
                <a16:creationId xmlns:a16="http://schemas.microsoft.com/office/drawing/2014/main" id="{4166699C-000D-4EF1-ACE2-DCFE5BA4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918" y="633907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.74</a:t>
            </a:r>
          </a:p>
        </p:txBody>
      </p:sp>
      <p:sp>
        <p:nvSpPr>
          <p:cNvPr id="313" name="Cell 18,4">
            <a:extLst xmlns:a="http://schemas.openxmlformats.org/drawingml/2006/main">
              <a:ext uri="{FF2B5EF4-FFF2-40B4-BE49-F238E27FC236}">
                <a16:creationId xmlns:a16="http://schemas.microsoft.com/office/drawing/2014/main" id="{F5A5FA43-56EF-4979-9EDD-70DAEAF2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1202" y="633907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83B"/>
          </a:solidFill>
          <a:ln xmlns:a="http://schemas.openxmlformats.org/drawingml/2006/main" w="0">
            <a:noFill/>
          </a:ln>
        </p:spPr>
      </p:sp>
      <p:sp>
        <p:nvSpPr>
          <p:cNvPr id="314" name="Value 18,4">
            <a:extLst xmlns:a="http://schemas.openxmlformats.org/drawingml/2006/main">
              <a:ext uri="{FF2B5EF4-FFF2-40B4-BE49-F238E27FC236}">
                <a16:creationId xmlns:a16="http://schemas.microsoft.com/office/drawing/2014/main" id="{6E4855AB-E801-4001-942F-B962922B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1202" y="633907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.75</a:t>
            </a:r>
          </a:p>
        </p:txBody>
      </p:sp>
      <p:sp>
        <p:nvSpPr>
          <p:cNvPr id="315" name="Cell 18,5">
            <a:extLst xmlns:a="http://schemas.openxmlformats.org/drawingml/2006/main">
              <a:ext uri="{FF2B5EF4-FFF2-40B4-BE49-F238E27FC236}">
                <a16:creationId xmlns:a16="http://schemas.microsoft.com/office/drawing/2014/main" id="{611E9265-A6D4-46F4-B761-54C4308C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8486" y="633907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439"/>
          </a:solidFill>
          <a:ln xmlns:a="http://schemas.openxmlformats.org/drawingml/2006/main" w="0">
            <a:noFill/>
          </a:ln>
        </p:spPr>
      </p:sp>
      <p:sp>
        <p:nvSpPr>
          <p:cNvPr id="316" name="Value 18,5">
            <a:extLst xmlns:a="http://schemas.openxmlformats.org/drawingml/2006/main">
              <a:ext uri="{FF2B5EF4-FFF2-40B4-BE49-F238E27FC236}">
                <a16:creationId xmlns:a16="http://schemas.microsoft.com/office/drawing/2014/main" id="{3E082287-989A-4880-BF0D-C2D08BD6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8486" y="633907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.76</a:t>
            </a:r>
          </a:p>
        </p:txBody>
      </p:sp>
      <p:sp>
        <p:nvSpPr>
          <p:cNvPr id="317" name="Cell 18,6">
            <a:extLst xmlns:a="http://schemas.openxmlformats.org/drawingml/2006/main">
              <a:ext uri="{FF2B5EF4-FFF2-40B4-BE49-F238E27FC236}">
                <a16:creationId xmlns:a16="http://schemas.microsoft.com/office/drawing/2014/main" id="{EADD3296-4D95-4273-A714-A824C743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770" y="633907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83B"/>
          </a:solidFill>
          <a:ln xmlns:a="http://schemas.openxmlformats.org/drawingml/2006/main" w="0">
            <a:noFill/>
          </a:ln>
        </p:spPr>
      </p:sp>
      <p:sp>
        <p:nvSpPr>
          <p:cNvPr id="318" name="Value 18,6">
            <a:extLst xmlns:a="http://schemas.openxmlformats.org/drawingml/2006/main">
              <a:ext uri="{FF2B5EF4-FFF2-40B4-BE49-F238E27FC236}">
                <a16:creationId xmlns:a16="http://schemas.microsoft.com/office/drawing/2014/main" id="{B5961F40-FAAC-43E6-9D68-97566028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770" y="633907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.75</a:t>
            </a:r>
          </a:p>
        </p:txBody>
      </p:sp>
      <p:sp>
        <p:nvSpPr>
          <p:cNvPr id="319" name="Cell 18,7">
            <a:extLst xmlns:a="http://schemas.openxmlformats.org/drawingml/2006/main">
              <a:ext uri="{FF2B5EF4-FFF2-40B4-BE49-F238E27FC236}">
                <a16:creationId xmlns:a16="http://schemas.microsoft.com/office/drawing/2014/main" id="{9F0110CF-14DF-469B-B8CC-81A16096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3054" y="633907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F3D"/>
          </a:solidFill>
          <a:ln xmlns:a="http://schemas.openxmlformats.org/drawingml/2006/main" w="0">
            <a:noFill/>
          </a:ln>
        </p:spPr>
      </p:sp>
      <p:sp>
        <p:nvSpPr>
          <p:cNvPr id="320" name="Value 18,7">
            <a:extLst xmlns:a="http://schemas.openxmlformats.org/drawingml/2006/main">
              <a:ext uri="{FF2B5EF4-FFF2-40B4-BE49-F238E27FC236}">
                <a16:creationId xmlns:a16="http://schemas.microsoft.com/office/drawing/2014/main" id="{9EAC8B70-6027-4727-B03B-1A8491C4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3054" y="633907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.75</a:t>
            </a:r>
          </a:p>
        </p:txBody>
      </p:sp>
      <p:sp>
        <p:nvSpPr>
          <p:cNvPr id="321" name="Cell 18,8">
            <a:extLst xmlns:a="http://schemas.openxmlformats.org/drawingml/2006/main">
              <a:ext uri="{FF2B5EF4-FFF2-40B4-BE49-F238E27FC236}">
                <a16:creationId xmlns:a16="http://schemas.microsoft.com/office/drawing/2014/main" id="{0A7AB109-F322-4B96-AB29-2353B6AD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0338" y="633907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63A"/>
          </a:solidFill>
          <a:ln xmlns:a="http://schemas.openxmlformats.org/drawingml/2006/main" w="0">
            <a:noFill/>
          </a:ln>
        </p:spPr>
      </p:sp>
      <p:sp>
        <p:nvSpPr>
          <p:cNvPr id="322" name="Value 18,8">
            <a:extLst xmlns:a="http://schemas.openxmlformats.org/drawingml/2006/main">
              <a:ext uri="{FF2B5EF4-FFF2-40B4-BE49-F238E27FC236}">
                <a16:creationId xmlns:a16="http://schemas.microsoft.com/office/drawing/2014/main" id="{366E6C7D-238D-4534-B202-11100968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0338" y="633907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.76</a:t>
            </a:r>
          </a:p>
        </p:txBody>
      </p:sp>
      <p:sp>
        <p:nvSpPr>
          <p:cNvPr id="323" name="Cell 18,9">
            <a:extLst xmlns:a="http://schemas.openxmlformats.org/drawingml/2006/main">
              <a:ext uri="{FF2B5EF4-FFF2-40B4-BE49-F238E27FC236}">
                <a16:creationId xmlns:a16="http://schemas.microsoft.com/office/drawing/2014/main" id="{5545B7DB-AE41-417F-88C3-70BE472C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7622" y="633907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E3C"/>
          </a:solidFill>
          <a:ln xmlns:a="http://schemas.openxmlformats.org/drawingml/2006/main" w="0">
            <a:noFill/>
          </a:ln>
        </p:spPr>
      </p:sp>
      <p:sp>
        <p:nvSpPr>
          <p:cNvPr id="324" name="Value 18,9">
            <a:extLst xmlns:a="http://schemas.openxmlformats.org/drawingml/2006/main">
              <a:ext uri="{FF2B5EF4-FFF2-40B4-BE49-F238E27FC236}">
                <a16:creationId xmlns:a16="http://schemas.microsoft.com/office/drawing/2014/main" id="{23CF3EA1-2DAA-4D97-BAB4-78943AA5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7622" y="633907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.75</a:t>
            </a:r>
          </a:p>
        </p:txBody>
      </p:sp>
      <p:sp>
        <p:nvSpPr>
          <p:cNvPr id="325" name="Cell 18,10">
            <a:extLst xmlns:a="http://schemas.openxmlformats.org/drawingml/2006/main">
              <a:ext uri="{FF2B5EF4-FFF2-40B4-BE49-F238E27FC236}">
                <a16:creationId xmlns:a16="http://schemas.microsoft.com/office/drawing/2014/main" id="{71A12214-CDBB-4B24-978D-8E35795F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4906" y="633907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63A"/>
          </a:solidFill>
          <a:ln xmlns:a="http://schemas.openxmlformats.org/drawingml/2006/main" w="0">
            <a:noFill/>
          </a:ln>
        </p:spPr>
      </p:sp>
      <p:sp>
        <p:nvSpPr>
          <p:cNvPr id="326" name="Value 18,10">
            <a:extLst xmlns:a="http://schemas.openxmlformats.org/drawingml/2006/main">
              <a:ext uri="{FF2B5EF4-FFF2-40B4-BE49-F238E27FC236}">
                <a16:creationId xmlns:a16="http://schemas.microsoft.com/office/drawing/2014/main" id="{1D214B85-C704-4B27-8639-541CD1BF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4906" y="633907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.76</a:t>
            </a:r>
          </a:p>
        </p:txBody>
      </p:sp>
      <p:sp>
        <p:nvSpPr>
          <p:cNvPr id="327" name="Cell 18,11">
            <a:extLst xmlns:a="http://schemas.openxmlformats.org/drawingml/2006/main">
              <a:ext uri="{FF2B5EF4-FFF2-40B4-BE49-F238E27FC236}">
                <a16:creationId xmlns:a16="http://schemas.microsoft.com/office/drawing/2014/main" id="{129F2AB4-2C2A-4D3C-AA4C-4E57DF04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2190" y="633907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A245"/>
          </a:solidFill>
          <a:ln xmlns:a="http://schemas.openxmlformats.org/drawingml/2006/main" w="0">
            <a:noFill/>
          </a:ln>
        </p:spPr>
      </p:sp>
      <p:sp>
        <p:nvSpPr>
          <p:cNvPr id="328" name="Value 18,11">
            <a:extLst xmlns:a="http://schemas.openxmlformats.org/drawingml/2006/main">
              <a:ext uri="{FF2B5EF4-FFF2-40B4-BE49-F238E27FC236}">
                <a16:creationId xmlns:a16="http://schemas.microsoft.com/office/drawing/2014/main" id="{A5686C07-CD55-444F-B995-2395D284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2190" y="633907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.71</a:t>
            </a:r>
          </a:p>
        </p:txBody>
      </p:sp>
      <p:sp>
        <p:nvSpPr>
          <p:cNvPr id="329" name="Cell 18,12">
            <a:extLst xmlns:a="http://schemas.openxmlformats.org/drawingml/2006/main">
              <a:ext uri="{FF2B5EF4-FFF2-40B4-BE49-F238E27FC236}">
                <a16:creationId xmlns:a16="http://schemas.microsoft.com/office/drawing/2014/main" id="{EEAFD610-7909-4801-959E-E5258DD1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9474" y="633907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E38"/>
          </a:solidFill>
          <a:ln xmlns:a="http://schemas.openxmlformats.org/drawingml/2006/main" w="0">
            <a:noFill/>
          </a:ln>
        </p:spPr>
      </p:sp>
      <p:sp>
        <p:nvSpPr>
          <p:cNvPr id="330" name="Value 18,12">
            <a:extLst xmlns:a="http://schemas.openxmlformats.org/drawingml/2006/main">
              <a:ext uri="{FF2B5EF4-FFF2-40B4-BE49-F238E27FC236}">
                <a16:creationId xmlns:a16="http://schemas.microsoft.com/office/drawing/2014/main" id="{271EDE09-B668-4363-80C8-7949685F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9474" y="633907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.76</a:t>
            </a:r>
          </a:p>
        </p:txBody>
      </p:sp>
      <p:sp>
        <p:nvSpPr>
          <p:cNvPr id="331" name="Cell 18,13">
            <a:extLst xmlns:a="http://schemas.openxmlformats.org/drawingml/2006/main">
              <a:ext uri="{FF2B5EF4-FFF2-40B4-BE49-F238E27FC236}">
                <a16:creationId xmlns:a16="http://schemas.microsoft.com/office/drawing/2014/main" id="{B073C8A8-7B55-42CC-986E-CBF62999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6758" y="633907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038"/>
          </a:solidFill>
          <a:ln xmlns:a="http://schemas.openxmlformats.org/drawingml/2006/main" w="0">
            <a:noFill/>
          </a:ln>
        </p:spPr>
      </p:sp>
      <p:sp>
        <p:nvSpPr>
          <p:cNvPr id="332" name="Value 18,13">
            <a:extLst xmlns:a="http://schemas.openxmlformats.org/drawingml/2006/main">
              <a:ext uri="{FF2B5EF4-FFF2-40B4-BE49-F238E27FC236}">
                <a16:creationId xmlns:a16="http://schemas.microsoft.com/office/drawing/2014/main" id="{DC02D787-8D73-4265-94A5-3BD06DB9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6758" y="633907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.76</a:t>
            </a:r>
          </a:p>
        </p:txBody>
      </p:sp>
      <p:sp>
        <p:nvSpPr>
          <p:cNvPr id="333" name="Cell 18,14">
            <a:extLst xmlns:a="http://schemas.openxmlformats.org/drawingml/2006/main">
              <a:ext uri="{FF2B5EF4-FFF2-40B4-BE49-F238E27FC236}">
                <a16:creationId xmlns:a16="http://schemas.microsoft.com/office/drawing/2014/main" id="{10B4E5BE-F81F-4303-9CF2-79999EDC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4042" y="633907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C3C"/>
          </a:solidFill>
          <a:ln xmlns:a="http://schemas.openxmlformats.org/drawingml/2006/main" w="0">
            <a:noFill/>
          </a:ln>
        </p:spPr>
      </p:sp>
      <p:sp>
        <p:nvSpPr>
          <p:cNvPr id="334" name="Value 18,14">
            <a:extLst xmlns:a="http://schemas.openxmlformats.org/drawingml/2006/main">
              <a:ext uri="{FF2B5EF4-FFF2-40B4-BE49-F238E27FC236}">
                <a16:creationId xmlns:a16="http://schemas.microsoft.com/office/drawing/2014/main" id="{B4F6D1FF-831E-47AE-A94B-5D2CC7CB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4042" y="633907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.75</a:t>
            </a:r>
          </a:p>
        </p:txBody>
      </p:sp>
      <p:sp>
        <p:nvSpPr>
          <p:cNvPr id="335" name="Cell 18,15">
            <a:extLst xmlns:a="http://schemas.openxmlformats.org/drawingml/2006/main">
              <a:ext uri="{FF2B5EF4-FFF2-40B4-BE49-F238E27FC236}">
                <a16:creationId xmlns:a16="http://schemas.microsoft.com/office/drawing/2014/main" id="{E9645124-C85A-4FBD-A4D8-E068B3A0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1326" y="633907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C3C"/>
          </a:solidFill>
          <a:ln xmlns:a="http://schemas.openxmlformats.org/drawingml/2006/main" w="0">
            <a:noFill/>
          </a:ln>
        </p:spPr>
      </p:sp>
      <p:sp>
        <p:nvSpPr>
          <p:cNvPr id="336" name="Value 18,15">
            <a:extLst xmlns:a="http://schemas.openxmlformats.org/drawingml/2006/main">
              <a:ext uri="{FF2B5EF4-FFF2-40B4-BE49-F238E27FC236}">
                <a16:creationId xmlns:a16="http://schemas.microsoft.com/office/drawing/2014/main" id="{54FABD39-8B73-4E23-AAE9-84BDB79C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1326" y="633907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.75</a:t>
            </a:r>
          </a:p>
        </p:txBody>
      </p:sp>
      <p:sp>
        <p:nvSpPr>
          <p:cNvPr id="337" name="Cell 18,16">
            <a:extLst xmlns:a="http://schemas.openxmlformats.org/drawingml/2006/main">
              <a:ext uri="{FF2B5EF4-FFF2-40B4-BE49-F238E27FC236}">
                <a16:creationId xmlns:a16="http://schemas.microsoft.com/office/drawing/2014/main" id="{640B5107-2955-4153-BDBA-3CDFF878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8610" y="633907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439"/>
          </a:solidFill>
          <a:ln xmlns:a="http://schemas.openxmlformats.org/drawingml/2006/main" w="0">
            <a:noFill/>
          </a:ln>
        </p:spPr>
      </p:sp>
      <p:sp>
        <p:nvSpPr>
          <p:cNvPr id="338" name="Value 18,16">
            <a:extLst xmlns:a="http://schemas.openxmlformats.org/drawingml/2006/main">
              <a:ext uri="{FF2B5EF4-FFF2-40B4-BE49-F238E27FC236}">
                <a16:creationId xmlns:a16="http://schemas.microsoft.com/office/drawing/2014/main" id="{C1ACCF08-D85D-44F3-9B6A-892EA521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8610" y="633907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.76</a:t>
            </a:r>
          </a:p>
        </p:txBody>
      </p:sp>
      <p:sp>
        <p:nvSpPr>
          <p:cNvPr id="339" name="Cell 18,17">
            <a:extLst xmlns:a="http://schemas.openxmlformats.org/drawingml/2006/main">
              <a:ext uri="{FF2B5EF4-FFF2-40B4-BE49-F238E27FC236}">
                <a16:creationId xmlns:a16="http://schemas.microsoft.com/office/drawing/2014/main" id="{4E85E49A-35F6-4656-8E2D-DA534D5D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5894" y="633907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83B"/>
          </a:solidFill>
          <a:ln xmlns:a="http://schemas.openxmlformats.org/drawingml/2006/main" w="0">
            <a:noFill/>
          </a:ln>
        </p:spPr>
      </p:sp>
      <p:sp>
        <p:nvSpPr>
          <p:cNvPr id="340" name="Value 18,17">
            <a:extLst xmlns:a="http://schemas.openxmlformats.org/drawingml/2006/main">
              <a:ext uri="{FF2B5EF4-FFF2-40B4-BE49-F238E27FC236}">
                <a16:creationId xmlns:a16="http://schemas.microsoft.com/office/drawing/2014/main" id="{717A5D8C-3854-4A1E-9812-4859C98C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5894" y="633907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.75</a:t>
            </a:r>
          </a:p>
        </p:txBody>
      </p:sp>
      <p:sp>
        <p:nvSpPr>
          <p:cNvPr id="341" name="Cell 18,18">
            <a:extLst xmlns:a="http://schemas.openxmlformats.org/drawingml/2006/main">
              <a:ext uri="{FF2B5EF4-FFF2-40B4-BE49-F238E27FC236}">
                <a16:creationId xmlns:a16="http://schemas.microsoft.com/office/drawing/2014/main" id="{0281D543-ABE4-4589-806C-63A10CEA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3178" y="633907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2920"/>
          </a:solidFill>
          <a:ln xmlns:a="http://schemas.openxmlformats.org/drawingml/2006/main" w="0">
            <a:noFill/>
          </a:ln>
        </p:spPr>
      </p:sp>
      <p:sp>
        <p:nvSpPr>
          <p:cNvPr id="342" name="Value 18,18">
            <a:extLst xmlns:a="http://schemas.openxmlformats.org/drawingml/2006/main">
              <a:ext uri="{FF2B5EF4-FFF2-40B4-BE49-F238E27FC236}">
                <a16:creationId xmlns:a16="http://schemas.microsoft.com/office/drawing/2014/main" id="{54CF46E8-D27A-48DB-B877-B28B65D1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3178" y="633907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.86</a:t>
            </a:r>
          </a:p>
        </p:txBody>
      </p:sp>
      <p:sp>
        <p:nvSpPr>
          <p:cNvPr id="343" name="Cell 19,1">
            <a:extLst xmlns:a="http://schemas.openxmlformats.org/drawingml/2006/main">
              <a:ext uri="{FF2B5EF4-FFF2-40B4-BE49-F238E27FC236}">
                <a16:creationId xmlns:a16="http://schemas.microsoft.com/office/drawing/2014/main" id="{1081F46E-4EBA-4DDD-BC1F-08C99B66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670636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239"/>
          </a:solidFill>
          <a:ln xmlns:a="http://schemas.openxmlformats.org/drawingml/2006/main" w="0">
            <a:noFill/>
          </a:ln>
        </p:spPr>
      </p:sp>
      <p:sp>
        <p:nvSpPr>
          <p:cNvPr id="344" name="Value 19,1">
            <a:extLst xmlns:a="http://schemas.openxmlformats.org/drawingml/2006/main">
              <a:ext uri="{FF2B5EF4-FFF2-40B4-BE49-F238E27FC236}">
                <a16:creationId xmlns:a16="http://schemas.microsoft.com/office/drawing/2014/main" id="{779A6766-36A9-4F20-85D7-EC1EC0CB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670636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.76</a:t>
            </a:r>
          </a:p>
        </p:txBody>
      </p:sp>
      <p:sp>
        <p:nvSpPr>
          <p:cNvPr id="345" name="Cell 19,2">
            <a:extLst xmlns:a="http://schemas.openxmlformats.org/drawingml/2006/main">
              <a:ext uri="{FF2B5EF4-FFF2-40B4-BE49-F238E27FC236}">
                <a16:creationId xmlns:a16="http://schemas.microsoft.com/office/drawing/2014/main" id="{600286C9-5BDF-4DBE-BC76-1E799120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634" y="670636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038"/>
          </a:solidFill>
          <a:ln xmlns:a="http://schemas.openxmlformats.org/drawingml/2006/main" w="0">
            <a:noFill/>
          </a:ln>
        </p:spPr>
      </p:sp>
      <p:sp>
        <p:nvSpPr>
          <p:cNvPr id="346" name="Value 19,2">
            <a:extLst xmlns:a="http://schemas.openxmlformats.org/drawingml/2006/main">
              <a:ext uri="{FF2B5EF4-FFF2-40B4-BE49-F238E27FC236}">
                <a16:creationId xmlns:a16="http://schemas.microsoft.com/office/drawing/2014/main" id="{A831B176-8AB2-4424-88C9-D9FFD776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634" y="670636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.76</a:t>
            </a:r>
          </a:p>
        </p:txBody>
      </p:sp>
      <p:sp>
        <p:nvSpPr>
          <p:cNvPr id="347" name="Cell 19,3">
            <a:extLst xmlns:a="http://schemas.openxmlformats.org/drawingml/2006/main">
              <a:ext uri="{FF2B5EF4-FFF2-40B4-BE49-F238E27FC236}">
                <a16:creationId xmlns:a16="http://schemas.microsoft.com/office/drawing/2014/main" id="{05FE64EB-0B85-4C5D-973B-1D71DA34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918" y="670636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740"/>
          </a:solidFill>
          <a:ln xmlns:a="http://schemas.openxmlformats.org/drawingml/2006/main" w="0">
            <a:noFill/>
          </a:ln>
        </p:spPr>
      </p:sp>
      <p:sp>
        <p:nvSpPr>
          <p:cNvPr id="348" name="Value 19,3">
            <a:extLst xmlns:a="http://schemas.openxmlformats.org/drawingml/2006/main">
              <a:ext uri="{FF2B5EF4-FFF2-40B4-BE49-F238E27FC236}">
                <a16:creationId xmlns:a16="http://schemas.microsoft.com/office/drawing/2014/main" id="{E2049015-5266-47A4-AF3B-C8CC245B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918" y="670636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.73</a:t>
            </a:r>
          </a:p>
        </p:txBody>
      </p:sp>
      <p:sp>
        <p:nvSpPr>
          <p:cNvPr id="349" name="Cell 19,4">
            <a:extLst xmlns:a="http://schemas.openxmlformats.org/drawingml/2006/main">
              <a:ext uri="{FF2B5EF4-FFF2-40B4-BE49-F238E27FC236}">
                <a16:creationId xmlns:a16="http://schemas.microsoft.com/office/drawing/2014/main" id="{F9FD500E-1F7D-4A3B-B681-9371760D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1202" y="670636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038"/>
          </a:solidFill>
          <a:ln xmlns:a="http://schemas.openxmlformats.org/drawingml/2006/main" w="0">
            <a:noFill/>
          </a:ln>
        </p:spPr>
      </p:sp>
      <p:sp>
        <p:nvSpPr>
          <p:cNvPr id="350" name="Value 19,4">
            <a:extLst xmlns:a="http://schemas.openxmlformats.org/drawingml/2006/main">
              <a:ext uri="{FF2B5EF4-FFF2-40B4-BE49-F238E27FC236}">
                <a16:creationId xmlns:a16="http://schemas.microsoft.com/office/drawing/2014/main" id="{345B4BFA-DCAD-4580-8DA3-06FE162B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1202" y="670636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.76</a:t>
            </a:r>
          </a:p>
        </p:txBody>
      </p:sp>
      <p:sp>
        <p:nvSpPr>
          <p:cNvPr id="351" name="Cell 19,5">
            <a:extLst xmlns:a="http://schemas.openxmlformats.org/drawingml/2006/main">
              <a:ext uri="{FF2B5EF4-FFF2-40B4-BE49-F238E27FC236}">
                <a16:creationId xmlns:a16="http://schemas.microsoft.com/office/drawing/2014/main" id="{7D98B62F-7035-40F8-9B36-C11761A9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8486" y="670636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A37"/>
          </a:solidFill>
          <a:ln xmlns:a="http://schemas.openxmlformats.org/drawingml/2006/main" w="0">
            <a:noFill/>
          </a:ln>
        </p:spPr>
      </p:sp>
      <p:sp>
        <p:nvSpPr>
          <p:cNvPr id="352" name="Value 19,5">
            <a:extLst xmlns:a="http://schemas.openxmlformats.org/drawingml/2006/main">
              <a:ext uri="{FF2B5EF4-FFF2-40B4-BE49-F238E27FC236}">
                <a16:creationId xmlns:a16="http://schemas.microsoft.com/office/drawing/2014/main" id="{5987522F-64E0-433A-9A25-8B02D8EF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8486" y="670636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353" name="Cell 19,6">
            <a:extLst xmlns:a="http://schemas.openxmlformats.org/drawingml/2006/main">
              <a:ext uri="{FF2B5EF4-FFF2-40B4-BE49-F238E27FC236}">
                <a16:creationId xmlns:a16="http://schemas.microsoft.com/office/drawing/2014/main" id="{CAD408CA-8ECC-4539-885A-201E92B5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770" y="670636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83B"/>
          </a:solidFill>
          <a:ln xmlns:a="http://schemas.openxmlformats.org/drawingml/2006/main" w="0">
            <a:noFill/>
          </a:ln>
        </p:spPr>
      </p:sp>
      <p:sp>
        <p:nvSpPr>
          <p:cNvPr id="354" name="Value 19,6">
            <a:extLst xmlns:a="http://schemas.openxmlformats.org/drawingml/2006/main">
              <a:ext uri="{FF2B5EF4-FFF2-40B4-BE49-F238E27FC236}">
                <a16:creationId xmlns:a16="http://schemas.microsoft.com/office/drawing/2014/main" id="{0B2A11DE-0946-4C04-A9D7-D27C885F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770" y="670636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.75</a:t>
            </a:r>
          </a:p>
        </p:txBody>
      </p:sp>
      <p:sp>
        <p:nvSpPr>
          <p:cNvPr id="355" name="Cell 19,7">
            <a:extLst xmlns:a="http://schemas.openxmlformats.org/drawingml/2006/main">
              <a:ext uri="{FF2B5EF4-FFF2-40B4-BE49-F238E27FC236}">
                <a16:creationId xmlns:a16="http://schemas.microsoft.com/office/drawing/2014/main" id="{7F59A77D-ECB1-4D14-A79F-7759BE53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3054" y="670636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03D"/>
          </a:solidFill>
          <a:ln xmlns:a="http://schemas.openxmlformats.org/drawingml/2006/main" w="0">
            <a:noFill/>
          </a:ln>
        </p:spPr>
      </p:sp>
      <p:sp>
        <p:nvSpPr>
          <p:cNvPr id="356" name="Value 19,7">
            <a:extLst xmlns:a="http://schemas.openxmlformats.org/drawingml/2006/main">
              <a:ext uri="{FF2B5EF4-FFF2-40B4-BE49-F238E27FC236}">
                <a16:creationId xmlns:a16="http://schemas.microsoft.com/office/drawing/2014/main" id="{2EA18F9F-5210-482D-8C64-DB87FF79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3054" y="670636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.75</a:t>
            </a:r>
          </a:p>
        </p:txBody>
      </p:sp>
      <p:sp>
        <p:nvSpPr>
          <p:cNvPr id="357" name="Cell 19,8">
            <a:extLst xmlns:a="http://schemas.openxmlformats.org/drawingml/2006/main">
              <a:ext uri="{FF2B5EF4-FFF2-40B4-BE49-F238E27FC236}">
                <a16:creationId xmlns:a16="http://schemas.microsoft.com/office/drawing/2014/main" id="{FBF03D1C-0AEB-490B-A105-6D7D7C34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0338" y="670636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A3B"/>
          </a:solidFill>
          <a:ln xmlns:a="http://schemas.openxmlformats.org/drawingml/2006/main" w="0">
            <a:noFill/>
          </a:ln>
        </p:spPr>
      </p:sp>
      <p:sp>
        <p:nvSpPr>
          <p:cNvPr id="358" name="Value 19,8">
            <a:extLst xmlns:a="http://schemas.openxmlformats.org/drawingml/2006/main">
              <a:ext uri="{FF2B5EF4-FFF2-40B4-BE49-F238E27FC236}">
                <a16:creationId xmlns:a16="http://schemas.microsoft.com/office/drawing/2014/main" id="{3D58ADD1-62EB-4E3E-B83E-896A8E44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0338" y="670636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.75</a:t>
            </a:r>
          </a:p>
        </p:txBody>
      </p:sp>
      <p:sp>
        <p:nvSpPr>
          <p:cNvPr id="359" name="Cell 19,9">
            <a:extLst xmlns:a="http://schemas.openxmlformats.org/drawingml/2006/main">
              <a:ext uri="{FF2B5EF4-FFF2-40B4-BE49-F238E27FC236}">
                <a16:creationId xmlns:a16="http://schemas.microsoft.com/office/drawing/2014/main" id="{D9969D6A-A6B6-43EF-9954-2C5EC18A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7622" y="670636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E43"/>
          </a:solidFill>
          <a:ln xmlns:a="http://schemas.openxmlformats.org/drawingml/2006/main" w="0">
            <a:noFill/>
          </a:ln>
        </p:spPr>
      </p:sp>
      <p:sp>
        <p:nvSpPr>
          <p:cNvPr id="360" name="Value 19,9">
            <a:extLst xmlns:a="http://schemas.openxmlformats.org/drawingml/2006/main">
              <a:ext uri="{FF2B5EF4-FFF2-40B4-BE49-F238E27FC236}">
                <a16:creationId xmlns:a16="http://schemas.microsoft.com/office/drawing/2014/main" id="{D2CAF57B-EBD8-4298-98DF-59D69D34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7622" y="670636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.72</a:t>
            </a:r>
          </a:p>
        </p:txBody>
      </p:sp>
      <p:sp>
        <p:nvSpPr>
          <p:cNvPr id="361" name="Cell 19,10">
            <a:extLst xmlns:a="http://schemas.openxmlformats.org/drawingml/2006/main">
              <a:ext uri="{FF2B5EF4-FFF2-40B4-BE49-F238E27FC236}">
                <a16:creationId xmlns:a16="http://schemas.microsoft.com/office/drawing/2014/main" id="{62F30F11-6120-49BA-8ECD-9105B783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4906" y="670636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C42"/>
          </a:solidFill>
          <a:ln xmlns:a="http://schemas.openxmlformats.org/drawingml/2006/main" w="0">
            <a:noFill/>
          </a:ln>
        </p:spPr>
      </p:sp>
      <p:sp>
        <p:nvSpPr>
          <p:cNvPr id="362" name="Value 19,10">
            <a:extLst xmlns:a="http://schemas.openxmlformats.org/drawingml/2006/main">
              <a:ext uri="{FF2B5EF4-FFF2-40B4-BE49-F238E27FC236}">
                <a16:creationId xmlns:a16="http://schemas.microsoft.com/office/drawing/2014/main" id="{9BC4C641-1784-4997-B68E-80A05C49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4906" y="670636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.73</a:t>
            </a:r>
          </a:p>
        </p:txBody>
      </p:sp>
      <p:sp>
        <p:nvSpPr>
          <p:cNvPr id="363" name="Cell 19,11">
            <a:extLst xmlns:a="http://schemas.openxmlformats.org/drawingml/2006/main">
              <a:ext uri="{FF2B5EF4-FFF2-40B4-BE49-F238E27FC236}">
                <a16:creationId xmlns:a16="http://schemas.microsoft.com/office/drawing/2014/main" id="{9686759E-A125-40C5-8F89-2A731CAA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2190" y="670636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A948"/>
          </a:solidFill>
          <a:ln xmlns:a="http://schemas.openxmlformats.org/drawingml/2006/main" w="0">
            <a:noFill/>
          </a:ln>
        </p:spPr>
      </p:sp>
      <p:sp>
        <p:nvSpPr>
          <p:cNvPr id="364" name="Value 19,11">
            <a:extLst xmlns:a="http://schemas.openxmlformats.org/drawingml/2006/main">
              <a:ext uri="{FF2B5EF4-FFF2-40B4-BE49-F238E27FC236}">
                <a16:creationId xmlns:a16="http://schemas.microsoft.com/office/drawing/2014/main" id="{9F9C362F-C9F9-4AEB-A600-DE82A251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2190" y="670636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.70</a:t>
            </a:r>
          </a:p>
        </p:txBody>
      </p:sp>
      <p:sp>
        <p:nvSpPr>
          <p:cNvPr id="365" name="Cell 19,12">
            <a:extLst xmlns:a="http://schemas.openxmlformats.org/drawingml/2006/main">
              <a:ext uri="{FF2B5EF4-FFF2-40B4-BE49-F238E27FC236}">
                <a16:creationId xmlns:a16="http://schemas.microsoft.com/office/drawing/2014/main" id="{D4A691D2-7CB1-4FC1-AFB5-ADAA6032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9474" y="670636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63A"/>
          </a:solidFill>
          <a:ln xmlns:a="http://schemas.openxmlformats.org/drawingml/2006/main" w="0">
            <a:noFill/>
          </a:ln>
        </p:spPr>
      </p:sp>
      <p:sp>
        <p:nvSpPr>
          <p:cNvPr id="366" name="Value 19,12">
            <a:extLst xmlns:a="http://schemas.openxmlformats.org/drawingml/2006/main">
              <a:ext uri="{FF2B5EF4-FFF2-40B4-BE49-F238E27FC236}">
                <a16:creationId xmlns:a16="http://schemas.microsoft.com/office/drawing/2014/main" id="{4FEBF4C0-EE59-40BD-93DA-A65C33E6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9474" y="670636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.76</a:t>
            </a:r>
          </a:p>
        </p:txBody>
      </p:sp>
      <p:sp>
        <p:nvSpPr>
          <p:cNvPr id="367" name="Cell 19,13">
            <a:extLst xmlns:a="http://schemas.openxmlformats.org/drawingml/2006/main">
              <a:ext uri="{FF2B5EF4-FFF2-40B4-BE49-F238E27FC236}">
                <a16:creationId xmlns:a16="http://schemas.microsoft.com/office/drawing/2014/main" id="{321BB6C6-11D7-47B9-8FC0-391B2DF2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6758" y="670636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439"/>
          </a:solidFill>
          <a:ln xmlns:a="http://schemas.openxmlformats.org/drawingml/2006/main" w="0">
            <a:noFill/>
          </a:ln>
        </p:spPr>
      </p:sp>
      <p:sp>
        <p:nvSpPr>
          <p:cNvPr id="368" name="Value 19,13">
            <a:extLst xmlns:a="http://schemas.openxmlformats.org/drawingml/2006/main">
              <a:ext uri="{FF2B5EF4-FFF2-40B4-BE49-F238E27FC236}">
                <a16:creationId xmlns:a16="http://schemas.microsoft.com/office/drawing/2014/main" id="{AB1E183E-C3AB-49CF-BCDC-3910AC10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6758" y="670636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.76</a:t>
            </a:r>
          </a:p>
        </p:txBody>
      </p:sp>
      <p:sp>
        <p:nvSpPr>
          <p:cNvPr id="369" name="Cell 19,14">
            <a:extLst xmlns:a="http://schemas.openxmlformats.org/drawingml/2006/main">
              <a:ext uri="{FF2B5EF4-FFF2-40B4-BE49-F238E27FC236}">
                <a16:creationId xmlns:a16="http://schemas.microsoft.com/office/drawing/2014/main" id="{AF67FD3C-6A84-46B8-8ED8-84B8BE3B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4042" y="670636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53F"/>
          </a:solidFill>
          <a:ln xmlns:a="http://schemas.openxmlformats.org/drawingml/2006/main" w="0">
            <a:noFill/>
          </a:ln>
        </p:spPr>
      </p:sp>
      <p:sp>
        <p:nvSpPr>
          <p:cNvPr id="370" name="Value 19,14">
            <a:extLst xmlns:a="http://schemas.openxmlformats.org/drawingml/2006/main">
              <a:ext uri="{FF2B5EF4-FFF2-40B4-BE49-F238E27FC236}">
                <a16:creationId xmlns:a16="http://schemas.microsoft.com/office/drawing/2014/main" id="{A89F5C68-812E-4813-B11F-C2ECCAEA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4042" y="670636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.74</a:t>
            </a:r>
          </a:p>
        </p:txBody>
      </p:sp>
      <p:sp>
        <p:nvSpPr>
          <p:cNvPr id="371" name="Cell 19,15">
            <a:extLst xmlns:a="http://schemas.openxmlformats.org/drawingml/2006/main">
              <a:ext uri="{FF2B5EF4-FFF2-40B4-BE49-F238E27FC236}">
                <a16:creationId xmlns:a16="http://schemas.microsoft.com/office/drawing/2014/main" id="{0CB36051-7DF2-4783-8730-2BFD2F91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1326" y="670636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E3C"/>
          </a:solidFill>
          <a:ln xmlns:a="http://schemas.openxmlformats.org/drawingml/2006/main" w="0">
            <a:noFill/>
          </a:ln>
        </p:spPr>
      </p:sp>
      <p:sp>
        <p:nvSpPr>
          <p:cNvPr id="372" name="Value 19,15">
            <a:extLst xmlns:a="http://schemas.openxmlformats.org/drawingml/2006/main">
              <a:ext uri="{FF2B5EF4-FFF2-40B4-BE49-F238E27FC236}">
                <a16:creationId xmlns:a16="http://schemas.microsoft.com/office/drawing/2014/main" id="{420EEAE4-5403-49B7-B9F8-3150E576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1326" y="670636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.75</a:t>
            </a:r>
          </a:p>
        </p:txBody>
      </p:sp>
      <p:sp>
        <p:nvSpPr>
          <p:cNvPr id="373" name="Cell 19,16">
            <a:extLst xmlns:a="http://schemas.openxmlformats.org/drawingml/2006/main">
              <a:ext uri="{FF2B5EF4-FFF2-40B4-BE49-F238E27FC236}">
                <a16:creationId xmlns:a16="http://schemas.microsoft.com/office/drawing/2014/main" id="{53604472-6471-49CF-A340-B63CA3AA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8610" y="670636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435"/>
          </a:solidFill>
          <a:ln xmlns:a="http://schemas.openxmlformats.org/drawingml/2006/main" w="0">
            <a:noFill/>
          </a:ln>
        </p:spPr>
      </p:sp>
      <p:sp>
        <p:nvSpPr>
          <p:cNvPr id="374" name="Value 19,16">
            <a:extLst xmlns:a="http://schemas.openxmlformats.org/drawingml/2006/main">
              <a:ext uri="{FF2B5EF4-FFF2-40B4-BE49-F238E27FC236}">
                <a16:creationId xmlns:a16="http://schemas.microsoft.com/office/drawing/2014/main" id="{EE0E4181-1936-4E57-914C-01749F2C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8610" y="670636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.78</a:t>
            </a:r>
          </a:p>
        </p:txBody>
      </p:sp>
      <p:sp>
        <p:nvSpPr>
          <p:cNvPr id="375" name="Cell 19,17">
            <a:extLst xmlns:a="http://schemas.openxmlformats.org/drawingml/2006/main">
              <a:ext uri="{FF2B5EF4-FFF2-40B4-BE49-F238E27FC236}">
                <a16:creationId xmlns:a16="http://schemas.microsoft.com/office/drawing/2014/main" id="{768224B5-3A64-4B0C-A1DD-956C4021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5894" y="670636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636"/>
          </a:solidFill>
          <a:ln xmlns:a="http://schemas.openxmlformats.org/drawingml/2006/main" w="0">
            <a:noFill/>
          </a:ln>
        </p:spPr>
      </p:sp>
      <p:sp>
        <p:nvSpPr>
          <p:cNvPr id="376" name="Value 19,17">
            <a:extLst xmlns:a="http://schemas.openxmlformats.org/drawingml/2006/main">
              <a:ext uri="{FF2B5EF4-FFF2-40B4-BE49-F238E27FC236}">
                <a16:creationId xmlns:a16="http://schemas.microsoft.com/office/drawing/2014/main" id="{E7301019-1E8E-4B34-9D80-6AE14005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5894" y="670636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377" name="Cell 19,18">
            <a:extLst xmlns:a="http://schemas.openxmlformats.org/drawingml/2006/main">
              <a:ext uri="{FF2B5EF4-FFF2-40B4-BE49-F238E27FC236}">
                <a16:creationId xmlns:a16="http://schemas.microsoft.com/office/drawing/2014/main" id="{0DAE10E4-A4A8-4C17-95FA-53C8CE30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3178" y="670636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A37"/>
          </a:solidFill>
          <a:ln xmlns:a="http://schemas.openxmlformats.org/drawingml/2006/main" w="0">
            <a:noFill/>
          </a:ln>
        </p:spPr>
      </p:sp>
      <p:sp>
        <p:nvSpPr>
          <p:cNvPr id="378" name="Value 19,18">
            <a:extLst xmlns:a="http://schemas.openxmlformats.org/drawingml/2006/main">
              <a:ext uri="{FF2B5EF4-FFF2-40B4-BE49-F238E27FC236}">
                <a16:creationId xmlns:a16="http://schemas.microsoft.com/office/drawing/2014/main" id="{8D1F7E6F-0A58-4AFA-AA5E-DCE47491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3178" y="670636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379" name="Cell 19,19">
            <a:extLst xmlns:a="http://schemas.openxmlformats.org/drawingml/2006/main">
              <a:ext uri="{FF2B5EF4-FFF2-40B4-BE49-F238E27FC236}">
                <a16:creationId xmlns:a16="http://schemas.microsoft.com/office/drawing/2014/main" id="{FBA6D0E1-18FD-4A19-9EA3-39C72650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0462" y="670636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1C1D"/>
          </a:solidFill>
          <a:ln xmlns:a="http://schemas.openxmlformats.org/drawingml/2006/main" w="0">
            <a:noFill/>
          </a:ln>
        </p:spPr>
      </p:sp>
      <p:sp>
        <p:nvSpPr>
          <p:cNvPr id="380" name="Value 19,19">
            <a:extLst xmlns:a="http://schemas.openxmlformats.org/drawingml/2006/main">
              <a:ext uri="{FF2B5EF4-FFF2-40B4-BE49-F238E27FC236}">
                <a16:creationId xmlns:a16="http://schemas.microsoft.com/office/drawing/2014/main" id="{FB758F09-70F9-463A-9BA2-A0222B56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0462" y="670636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.87</a:t>
            </a:r>
          </a:p>
        </p:txBody>
      </p:sp>
      <p:sp>
        <p:nvSpPr>
          <p:cNvPr id="381" name="Cell 20,1">
            <a:extLst xmlns:a="http://schemas.openxmlformats.org/drawingml/2006/main">
              <a:ext uri="{FF2B5EF4-FFF2-40B4-BE49-F238E27FC236}">
                <a16:creationId xmlns:a16="http://schemas.microsoft.com/office/drawing/2014/main" id="{CE21E1BE-3EFC-4531-B6E2-6D5EADDB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707364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A37"/>
          </a:solidFill>
          <a:ln xmlns:a="http://schemas.openxmlformats.org/drawingml/2006/main" w="0">
            <a:noFill/>
          </a:ln>
        </p:spPr>
      </p:sp>
      <p:sp>
        <p:nvSpPr>
          <p:cNvPr id="382" name="Value 20,1">
            <a:extLst xmlns:a="http://schemas.openxmlformats.org/drawingml/2006/main">
              <a:ext uri="{FF2B5EF4-FFF2-40B4-BE49-F238E27FC236}">
                <a16:creationId xmlns:a16="http://schemas.microsoft.com/office/drawing/2014/main" id="{C34712B0-EBC4-4445-A1BC-ED75855C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707364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383" name="Cell 20,2">
            <a:extLst xmlns:a="http://schemas.openxmlformats.org/drawingml/2006/main">
              <a:ext uri="{FF2B5EF4-FFF2-40B4-BE49-F238E27FC236}">
                <a16:creationId xmlns:a16="http://schemas.microsoft.com/office/drawing/2014/main" id="{DF00CE67-F067-4646-9B8A-B2982F5B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634" y="707364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6E33"/>
          </a:solidFill>
          <a:ln xmlns:a="http://schemas.openxmlformats.org/drawingml/2006/main" w="0">
            <a:noFill/>
          </a:ln>
        </p:spPr>
      </p:sp>
      <p:sp>
        <p:nvSpPr>
          <p:cNvPr id="384" name="Value 20,2">
            <a:extLst xmlns:a="http://schemas.openxmlformats.org/drawingml/2006/main">
              <a:ext uri="{FF2B5EF4-FFF2-40B4-BE49-F238E27FC236}">
                <a16:creationId xmlns:a16="http://schemas.microsoft.com/office/drawing/2014/main" id="{E7FA339F-8E89-42FD-90B1-1ABAFB97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634" y="707364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.78</a:t>
            </a:r>
          </a:p>
        </p:txBody>
      </p:sp>
      <p:sp>
        <p:nvSpPr>
          <p:cNvPr id="385" name="Cell 20,3">
            <a:extLst xmlns:a="http://schemas.openxmlformats.org/drawingml/2006/main">
              <a:ext uri="{FF2B5EF4-FFF2-40B4-BE49-F238E27FC236}">
                <a16:creationId xmlns:a16="http://schemas.microsoft.com/office/drawing/2014/main" id="{8F7BA798-1EDC-4C08-B20E-2FEFC8E1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918" y="707364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841"/>
          </a:solidFill>
          <a:ln xmlns:a="http://schemas.openxmlformats.org/drawingml/2006/main" w="0">
            <a:noFill/>
          </a:ln>
        </p:spPr>
      </p:sp>
      <p:sp>
        <p:nvSpPr>
          <p:cNvPr id="386" name="Value 20,3">
            <a:extLst xmlns:a="http://schemas.openxmlformats.org/drawingml/2006/main">
              <a:ext uri="{FF2B5EF4-FFF2-40B4-BE49-F238E27FC236}">
                <a16:creationId xmlns:a16="http://schemas.microsoft.com/office/drawing/2014/main" id="{6995738D-961A-4D5E-8D43-F7DB0905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918" y="707364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.73</a:t>
            </a:r>
          </a:p>
        </p:txBody>
      </p:sp>
      <p:sp>
        <p:nvSpPr>
          <p:cNvPr id="387" name="Cell 20,4">
            <a:extLst xmlns:a="http://schemas.openxmlformats.org/drawingml/2006/main">
              <a:ext uri="{FF2B5EF4-FFF2-40B4-BE49-F238E27FC236}">
                <a16:creationId xmlns:a16="http://schemas.microsoft.com/office/drawing/2014/main" id="{A0B34FFD-106D-457F-A89E-59AD5F5D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1202" y="707364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E38"/>
          </a:solidFill>
          <a:ln xmlns:a="http://schemas.openxmlformats.org/drawingml/2006/main" w="0">
            <a:noFill/>
          </a:ln>
        </p:spPr>
      </p:sp>
      <p:sp>
        <p:nvSpPr>
          <p:cNvPr id="388" name="Value 20,4">
            <a:extLst xmlns:a="http://schemas.openxmlformats.org/drawingml/2006/main">
              <a:ext uri="{FF2B5EF4-FFF2-40B4-BE49-F238E27FC236}">
                <a16:creationId xmlns:a16="http://schemas.microsoft.com/office/drawing/2014/main" id="{864DBD48-14E2-4F7D-98DE-FF1F729A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1202" y="707364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.76</a:t>
            </a:r>
          </a:p>
        </p:txBody>
      </p:sp>
      <p:sp>
        <p:nvSpPr>
          <p:cNvPr id="389" name="Cell 20,5">
            <a:extLst xmlns:a="http://schemas.openxmlformats.org/drawingml/2006/main">
              <a:ext uri="{FF2B5EF4-FFF2-40B4-BE49-F238E27FC236}">
                <a16:creationId xmlns:a16="http://schemas.microsoft.com/office/drawing/2014/main" id="{6AD50CAC-9544-4851-99E8-6F185FC1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8486" y="707364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E38"/>
          </a:solidFill>
          <a:ln xmlns:a="http://schemas.openxmlformats.org/drawingml/2006/main" w="0">
            <a:noFill/>
          </a:ln>
        </p:spPr>
      </p:sp>
      <p:sp>
        <p:nvSpPr>
          <p:cNvPr id="390" name="Value 20,5">
            <a:extLst xmlns:a="http://schemas.openxmlformats.org/drawingml/2006/main">
              <a:ext uri="{FF2B5EF4-FFF2-40B4-BE49-F238E27FC236}">
                <a16:creationId xmlns:a16="http://schemas.microsoft.com/office/drawing/2014/main" id="{777CFC37-3486-46BC-B852-1782FE01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8486" y="707364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.76</a:t>
            </a:r>
          </a:p>
        </p:txBody>
      </p:sp>
      <p:sp>
        <p:nvSpPr>
          <p:cNvPr id="391" name="Cell 20,6">
            <a:extLst xmlns:a="http://schemas.openxmlformats.org/drawingml/2006/main">
              <a:ext uri="{FF2B5EF4-FFF2-40B4-BE49-F238E27FC236}">
                <a16:creationId xmlns:a16="http://schemas.microsoft.com/office/drawing/2014/main" id="{61943FFC-97CF-459D-B659-9093587C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770" y="707364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83B"/>
          </a:solidFill>
          <a:ln xmlns:a="http://schemas.openxmlformats.org/drawingml/2006/main" w="0">
            <a:noFill/>
          </a:ln>
        </p:spPr>
      </p:sp>
      <p:sp>
        <p:nvSpPr>
          <p:cNvPr id="392" name="Value 20,6">
            <a:extLst xmlns:a="http://schemas.openxmlformats.org/drawingml/2006/main">
              <a:ext uri="{FF2B5EF4-FFF2-40B4-BE49-F238E27FC236}">
                <a16:creationId xmlns:a16="http://schemas.microsoft.com/office/drawing/2014/main" id="{E1273CAF-2A61-45D5-AFA7-E1B17BCB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770" y="707364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.75</a:t>
            </a:r>
          </a:p>
        </p:txBody>
      </p:sp>
      <p:sp>
        <p:nvSpPr>
          <p:cNvPr id="393" name="Cell 20,7">
            <a:extLst xmlns:a="http://schemas.openxmlformats.org/drawingml/2006/main">
              <a:ext uri="{FF2B5EF4-FFF2-40B4-BE49-F238E27FC236}">
                <a16:creationId xmlns:a16="http://schemas.microsoft.com/office/drawing/2014/main" id="{02A49E72-1429-4957-AACF-6AE0166A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3054" y="707364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E3C"/>
          </a:solidFill>
          <a:ln xmlns:a="http://schemas.openxmlformats.org/drawingml/2006/main" w="0">
            <a:noFill/>
          </a:ln>
        </p:spPr>
      </p:sp>
      <p:sp>
        <p:nvSpPr>
          <p:cNvPr id="394" name="Value 20,7">
            <a:extLst xmlns:a="http://schemas.openxmlformats.org/drawingml/2006/main">
              <a:ext uri="{FF2B5EF4-FFF2-40B4-BE49-F238E27FC236}">
                <a16:creationId xmlns:a16="http://schemas.microsoft.com/office/drawing/2014/main" id="{26C5DFF2-77DA-43BC-B109-2EA35F03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3054" y="707364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.75</a:t>
            </a:r>
          </a:p>
        </p:txBody>
      </p:sp>
      <p:sp>
        <p:nvSpPr>
          <p:cNvPr id="395" name="Cell 20,8">
            <a:extLst xmlns:a="http://schemas.openxmlformats.org/drawingml/2006/main">
              <a:ext uri="{FF2B5EF4-FFF2-40B4-BE49-F238E27FC236}">
                <a16:creationId xmlns:a16="http://schemas.microsoft.com/office/drawing/2014/main" id="{33181AC5-E0F2-42AD-B39A-E41882FB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0338" y="707364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63A"/>
          </a:solidFill>
          <a:ln xmlns:a="http://schemas.openxmlformats.org/drawingml/2006/main" w="0">
            <a:noFill/>
          </a:ln>
        </p:spPr>
      </p:sp>
      <p:sp>
        <p:nvSpPr>
          <p:cNvPr id="396" name="Value 20,8">
            <a:extLst xmlns:a="http://schemas.openxmlformats.org/drawingml/2006/main">
              <a:ext uri="{FF2B5EF4-FFF2-40B4-BE49-F238E27FC236}">
                <a16:creationId xmlns:a16="http://schemas.microsoft.com/office/drawing/2014/main" id="{29BA2A14-8C18-4DEB-ACFB-FF126F7B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0338" y="707364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.76</a:t>
            </a:r>
          </a:p>
        </p:txBody>
      </p:sp>
      <p:sp>
        <p:nvSpPr>
          <p:cNvPr id="397" name="Cell 20,9">
            <a:extLst xmlns:a="http://schemas.openxmlformats.org/drawingml/2006/main">
              <a:ext uri="{FF2B5EF4-FFF2-40B4-BE49-F238E27FC236}">
                <a16:creationId xmlns:a16="http://schemas.microsoft.com/office/drawing/2014/main" id="{EB7BE9D7-57A0-49A4-93CB-161A0FBC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7622" y="707364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A42"/>
          </a:solidFill>
          <a:ln xmlns:a="http://schemas.openxmlformats.org/drawingml/2006/main" w="0">
            <a:noFill/>
          </a:ln>
        </p:spPr>
      </p:sp>
      <p:sp>
        <p:nvSpPr>
          <p:cNvPr id="398" name="Value 20,9">
            <a:extLst xmlns:a="http://schemas.openxmlformats.org/drawingml/2006/main">
              <a:ext uri="{FF2B5EF4-FFF2-40B4-BE49-F238E27FC236}">
                <a16:creationId xmlns:a16="http://schemas.microsoft.com/office/drawing/2014/main" id="{8CF9AB56-1727-4BC5-9D5A-6F283DF1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7622" y="707364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.73</a:t>
            </a:r>
          </a:p>
        </p:txBody>
      </p:sp>
      <p:sp>
        <p:nvSpPr>
          <p:cNvPr id="399" name="Cell 20,10">
            <a:extLst xmlns:a="http://schemas.openxmlformats.org/drawingml/2006/main">
              <a:ext uri="{FF2B5EF4-FFF2-40B4-BE49-F238E27FC236}">
                <a16:creationId xmlns:a16="http://schemas.microsoft.com/office/drawing/2014/main" id="{01A5E308-B463-43AD-BA80-D4B2900E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4906" y="707364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A42"/>
          </a:solidFill>
          <a:ln xmlns:a="http://schemas.openxmlformats.org/drawingml/2006/main" w="0">
            <a:noFill/>
          </a:ln>
        </p:spPr>
      </p:sp>
      <p:sp>
        <p:nvSpPr>
          <p:cNvPr id="400" name="Value 20,10">
            <a:extLst xmlns:a="http://schemas.openxmlformats.org/drawingml/2006/main">
              <a:ext uri="{FF2B5EF4-FFF2-40B4-BE49-F238E27FC236}">
                <a16:creationId xmlns:a16="http://schemas.microsoft.com/office/drawing/2014/main" id="{7644C3ED-81E0-46C6-81EB-9E47DDE4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4906" y="707364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.73</a:t>
            </a:r>
          </a:p>
        </p:txBody>
      </p:sp>
      <p:sp>
        <p:nvSpPr>
          <p:cNvPr id="401" name="Cell 20,11">
            <a:extLst xmlns:a="http://schemas.openxmlformats.org/drawingml/2006/main">
              <a:ext uri="{FF2B5EF4-FFF2-40B4-BE49-F238E27FC236}">
                <a16:creationId xmlns:a16="http://schemas.microsoft.com/office/drawing/2014/main" id="{6A65448A-35FE-4539-A909-8DA78CB4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2190" y="707364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A647"/>
          </a:solidFill>
          <a:ln xmlns:a="http://schemas.openxmlformats.org/drawingml/2006/main" w="0">
            <a:noFill/>
          </a:ln>
        </p:spPr>
      </p:sp>
      <p:sp>
        <p:nvSpPr>
          <p:cNvPr id="402" name="Value 20,11">
            <a:extLst xmlns:a="http://schemas.openxmlformats.org/drawingml/2006/main">
              <a:ext uri="{FF2B5EF4-FFF2-40B4-BE49-F238E27FC236}">
                <a16:creationId xmlns:a16="http://schemas.microsoft.com/office/drawing/2014/main" id="{BD77BF6F-275D-45F7-AAE1-B47D7B2F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2190" y="707364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.71</a:t>
            </a:r>
          </a:p>
        </p:txBody>
      </p:sp>
      <p:sp>
        <p:nvSpPr>
          <p:cNvPr id="403" name="Cell 20,12">
            <a:extLst xmlns:a="http://schemas.openxmlformats.org/drawingml/2006/main">
              <a:ext uri="{FF2B5EF4-FFF2-40B4-BE49-F238E27FC236}">
                <a16:creationId xmlns:a16="http://schemas.microsoft.com/office/drawing/2014/main" id="{41DB53E3-0C99-4AC3-8116-6C6E8990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9474" y="707364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234"/>
          </a:solidFill>
          <a:ln xmlns:a="http://schemas.openxmlformats.org/drawingml/2006/main" w="0">
            <a:noFill/>
          </a:ln>
        </p:spPr>
      </p:sp>
      <p:sp>
        <p:nvSpPr>
          <p:cNvPr id="404" name="Value 20,12">
            <a:extLst xmlns:a="http://schemas.openxmlformats.org/drawingml/2006/main">
              <a:ext uri="{FF2B5EF4-FFF2-40B4-BE49-F238E27FC236}">
                <a16:creationId xmlns:a16="http://schemas.microsoft.com/office/drawing/2014/main" id="{612B6A48-B094-4269-9AFD-A20E3C32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9474" y="707364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.78</a:t>
            </a:r>
          </a:p>
        </p:txBody>
      </p:sp>
      <p:sp>
        <p:nvSpPr>
          <p:cNvPr id="405" name="Cell 20,13">
            <a:extLst xmlns:a="http://schemas.openxmlformats.org/drawingml/2006/main">
              <a:ext uri="{FF2B5EF4-FFF2-40B4-BE49-F238E27FC236}">
                <a16:creationId xmlns:a16="http://schemas.microsoft.com/office/drawing/2014/main" id="{908E0F84-E893-4B02-B158-D75E199D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6758" y="707364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435"/>
          </a:solidFill>
          <a:ln xmlns:a="http://schemas.openxmlformats.org/drawingml/2006/main" w="0">
            <a:noFill/>
          </a:ln>
        </p:spPr>
      </p:sp>
      <p:sp>
        <p:nvSpPr>
          <p:cNvPr id="406" name="Value 20,13">
            <a:extLst xmlns:a="http://schemas.openxmlformats.org/drawingml/2006/main">
              <a:ext uri="{FF2B5EF4-FFF2-40B4-BE49-F238E27FC236}">
                <a16:creationId xmlns:a16="http://schemas.microsoft.com/office/drawing/2014/main" id="{56F2F5D9-092B-465A-A19B-EBA66969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6758" y="707364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407" name="Cell 20,14">
            <a:extLst xmlns:a="http://schemas.openxmlformats.org/drawingml/2006/main">
              <a:ext uri="{FF2B5EF4-FFF2-40B4-BE49-F238E27FC236}">
                <a16:creationId xmlns:a16="http://schemas.microsoft.com/office/drawing/2014/main" id="{79E872AE-5E08-4D48-9E55-12E10C00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4042" y="707364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C3C"/>
          </a:solidFill>
          <a:ln xmlns:a="http://schemas.openxmlformats.org/drawingml/2006/main" w="0">
            <a:noFill/>
          </a:ln>
        </p:spPr>
      </p:sp>
      <p:sp>
        <p:nvSpPr>
          <p:cNvPr id="408" name="Value 20,14">
            <a:extLst xmlns:a="http://schemas.openxmlformats.org/drawingml/2006/main">
              <a:ext uri="{FF2B5EF4-FFF2-40B4-BE49-F238E27FC236}">
                <a16:creationId xmlns:a16="http://schemas.microsoft.com/office/drawing/2014/main" id="{658E08D1-94A4-478E-B139-4BE1C20C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4042" y="707364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.75</a:t>
            </a:r>
          </a:p>
        </p:txBody>
      </p:sp>
      <p:sp>
        <p:nvSpPr>
          <p:cNvPr id="409" name="Cell 20,15">
            <a:extLst xmlns:a="http://schemas.openxmlformats.org/drawingml/2006/main">
              <a:ext uri="{FF2B5EF4-FFF2-40B4-BE49-F238E27FC236}">
                <a16:creationId xmlns:a16="http://schemas.microsoft.com/office/drawing/2014/main" id="{7CABF04E-0E9D-484D-8970-69E87C0D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1326" y="707364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435"/>
          </a:solidFill>
          <a:ln xmlns:a="http://schemas.openxmlformats.org/drawingml/2006/main" w="0">
            <a:noFill/>
          </a:ln>
        </p:spPr>
      </p:sp>
      <p:sp>
        <p:nvSpPr>
          <p:cNvPr id="410" name="Value 20,15">
            <a:extLst xmlns:a="http://schemas.openxmlformats.org/drawingml/2006/main">
              <a:ext uri="{FF2B5EF4-FFF2-40B4-BE49-F238E27FC236}">
                <a16:creationId xmlns:a16="http://schemas.microsoft.com/office/drawing/2014/main" id="{7E621853-E4B6-4579-8BA4-D7CC56E2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1326" y="707364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411" name="Cell 20,16">
            <a:extLst xmlns:a="http://schemas.openxmlformats.org/drawingml/2006/main">
              <a:ext uri="{FF2B5EF4-FFF2-40B4-BE49-F238E27FC236}">
                <a16:creationId xmlns:a16="http://schemas.microsoft.com/office/drawing/2014/main" id="{D23A2D33-0587-4BCF-84A8-3C818AA4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8610" y="707364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038"/>
          </a:solidFill>
          <a:ln xmlns:a="http://schemas.openxmlformats.org/drawingml/2006/main" w="0">
            <a:noFill/>
          </a:ln>
        </p:spPr>
      </p:sp>
      <p:sp>
        <p:nvSpPr>
          <p:cNvPr id="412" name="Value 20,16">
            <a:extLst xmlns:a="http://schemas.openxmlformats.org/drawingml/2006/main">
              <a:ext uri="{FF2B5EF4-FFF2-40B4-BE49-F238E27FC236}">
                <a16:creationId xmlns:a16="http://schemas.microsoft.com/office/drawing/2014/main" id="{B9CA878D-7629-43EC-9A08-1F953F10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8610" y="707364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.76</a:t>
            </a:r>
          </a:p>
        </p:txBody>
      </p:sp>
      <p:sp>
        <p:nvSpPr>
          <p:cNvPr id="413" name="Cell 20,17">
            <a:extLst xmlns:a="http://schemas.openxmlformats.org/drawingml/2006/main">
              <a:ext uri="{FF2B5EF4-FFF2-40B4-BE49-F238E27FC236}">
                <a16:creationId xmlns:a16="http://schemas.microsoft.com/office/drawing/2014/main" id="{C70A6947-3857-4F02-9BF9-8CCA485C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5894" y="707364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636"/>
          </a:solidFill>
          <a:ln xmlns:a="http://schemas.openxmlformats.org/drawingml/2006/main" w="0">
            <a:noFill/>
          </a:ln>
        </p:spPr>
      </p:sp>
      <p:sp>
        <p:nvSpPr>
          <p:cNvPr id="414" name="Value 20,17">
            <a:extLst xmlns:a="http://schemas.openxmlformats.org/drawingml/2006/main">
              <a:ext uri="{FF2B5EF4-FFF2-40B4-BE49-F238E27FC236}">
                <a16:creationId xmlns:a16="http://schemas.microsoft.com/office/drawing/2014/main" id="{9A5CF726-DBFF-4B21-8251-CC93355E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5894" y="707364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415" name="Cell 20,18">
            <a:extLst xmlns:a="http://schemas.openxmlformats.org/drawingml/2006/main">
              <a:ext uri="{FF2B5EF4-FFF2-40B4-BE49-F238E27FC236}">
                <a16:creationId xmlns:a16="http://schemas.microsoft.com/office/drawing/2014/main" id="{48F72DFD-1342-48E1-95B5-6F08B855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3178" y="707364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A3B"/>
          </a:solidFill>
          <a:ln xmlns:a="http://schemas.openxmlformats.org/drawingml/2006/main" w="0">
            <a:noFill/>
          </a:ln>
        </p:spPr>
      </p:sp>
      <p:sp>
        <p:nvSpPr>
          <p:cNvPr id="416" name="Value 20,18">
            <a:extLst xmlns:a="http://schemas.openxmlformats.org/drawingml/2006/main">
              <a:ext uri="{FF2B5EF4-FFF2-40B4-BE49-F238E27FC236}">
                <a16:creationId xmlns:a16="http://schemas.microsoft.com/office/drawing/2014/main" id="{1529188D-8281-4CAB-A810-DBD78470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3178" y="707364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.75</a:t>
            </a:r>
          </a:p>
        </p:txBody>
      </p:sp>
      <p:sp>
        <p:nvSpPr>
          <p:cNvPr id="417" name="Cell 20,19">
            <a:extLst xmlns:a="http://schemas.openxmlformats.org/drawingml/2006/main">
              <a:ext uri="{FF2B5EF4-FFF2-40B4-BE49-F238E27FC236}">
                <a16:creationId xmlns:a16="http://schemas.microsoft.com/office/drawing/2014/main" id="{7D544985-6A37-4448-9743-3B715902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0462" y="707364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83B"/>
          </a:solidFill>
          <a:ln xmlns:a="http://schemas.openxmlformats.org/drawingml/2006/main" w="0">
            <a:noFill/>
          </a:ln>
        </p:spPr>
      </p:sp>
      <p:sp>
        <p:nvSpPr>
          <p:cNvPr id="418" name="Value 20,19">
            <a:extLst xmlns:a="http://schemas.openxmlformats.org/drawingml/2006/main">
              <a:ext uri="{FF2B5EF4-FFF2-40B4-BE49-F238E27FC236}">
                <a16:creationId xmlns:a16="http://schemas.microsoft.com/office/drawing/2014/main" id="{27C85737-7146-4E76-A39B-16F406DF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0462" y="707364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.75</a:t>
            </a:r>
          </a:p>
        </p:txBody>
      </p:sp>
      <p:sp>
        <p:nvSpPr>
          <p:cNvPr id="419" name="Cell 20,20">
            <a:extLst xmlns:a="http://schemas.openxmlformats.org/drawingml/2006/main">
              <a:ext uri="{FF2B5EF4-FFF2-40B4-BE49-F238E27FC236}">
                <a16:creationId xmlns:a16="http://schemas.microsoft.com/office/drawing/2014/main" id="{A999F0A5-076B-4422-BA8F-055823F8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7746" y="707364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512B"/>
          </a:solidFill>
          <a:ln xmlns:a="http://schemas.openxmlformats.org/drawingml/2006/main" w="0">
            <a:noFill/>
          </a:ln>
        </p:spPr>
      </p:sp>
      <p:sp>
        <p:nvSpPr>
          <p:cNvPr id="420" name="Value 20,20">
            <a:extLst xmlns:a="http://schemas.openxmlformats.org/drawingml/2006/main">
              <a:ext uri="{FF2B5EF4-FFF2-40B4-BE49-F238E27FC236}">
                <a16:creationId xmlns:a16="http://schemas.microsoft.com/office/drawing/2014/main" id="{C20D2DED-E8A2-4BBC-AAB4-3BE2D8FA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7746" y="707364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.81</a:t>
            </a:r>
          </a:p>
        </p:txBody>
      </p:sp>
      <p:sp>
        <p:nvSpPr>
          <p:cNvPr id="421" name="Cell 21,1">
            <a:extLst xmlns:a="http://schemas.openxmlformats.org/drawingml/2006/main">
              <a:ext uri="{FF2B5EF4-FFF2-40B4-BE49-F238E27FC236}">
                <a16:creationId xmlns:a16="http://schemas.microsoft.com/office/drawing/2014/main" id="{1E5C285F-21E7-42C8-9919-A353CA6D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744093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6E33"/>
          </a:solidFill>
          <a:ln xmlns:a="http://schemas.openxmlformats.org/drawingml/2006/main" w="0">
            <a:noFill/>
          </a:ln>
        </p:spPr>
      </p:sp>
      <p:sp>
        <p:nvSpPr>
          <p:cNvPr id="422" name="Value 21,1">
            <a:extLst xmlns:a="http://schemas.openxmlformats.org/drawingml/2006/main">
              <a:ext uri="{FF2B5EF4-FFF2-40B4-BE49-F238E27FC236}">
                <a16:creationId xmlns:a16="http://schemas.microsoft.com/office/drawing/2014/main" id="{4812A165-05AF-496B-8382-B820EF47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744093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.78</a:t>
            </a:r>
          </a:p>
        </p:txBody>
      </p:sp>
      <p:sp>
        <p:nvSpPr>
          <p:cNvPr id="423" name="Cell 21,2">
            <a:extLst xmlns:a="http://schemas.openxmlformats.org/drawingml/2006/main">
              <a:ext uri="{FF2B5EF4-FFF2-40B4-BE49-F238E27FC236}">
                <a16:creationId xmlns:a16="http://schemas.microsoft.com/office/drawing/2014/main" id="{0CA0AECF-6AC3-43BB-861A-AB38A0D9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634" y="744093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612F"/>
          </a:solidFill>
          <a:ln xmlns:a="http://schemas.openxmlformats.org/drawingml/2006/main" w="0">
            <a:noFill/>
          </a:ln>
        </p:spPr>
      </p:sp>
      <p:sp>
        <p:nvSpPr>
          <p:cNvPr id="424" name="Value 21,2">
            <a:extLst xmlns:a="http://schemas.openxmlformats.org/drawingml/2006/main">
              <a:ext uri="{FF2B5EF4-FFF2-40B4-BE49-F238E27FC236}">
                <a16:creationId xmlns:a16="http://schemas.microsoft.com/office/drawing/2014/main" id="{91301602-B813-4D7F-9C9C-3E4B274A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634" y="744093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.79</a:t>
            </a:r>
          </a:p>
        </p:txBody>
      </p:sp>
      <p:sp>
        <p:nvSpPr>
          <p:cNvPr id="425" name="Cell 21,3">
            <a:extLst xmlns:a="http://schemas.openxmlformats.org/drawingml/2006/main">
              <a:ext uri="{FF2B5EF4-FFF2-40B4-BE49-F238E27FC236}">
                <a16:creationId xmlns:a16="http://schemas.microsoft.com/office/drawing/2014/main" id="{68E83A6C-B9DB-4B70-A32A-88D7DDA1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918" y="744093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23E"/>
          </a:solidFill>
          <a:ln xmlns:a="http://schemas.openxmlformats.org/drawingml/2006/main" w="0">
            <a:noFill/>
          </a:ln>
        </p:spPr>
      </p:sp>
      <p:sp>
        <p:nvSpPr>
          <p:cNvPr id="426" name="Value 21,3">
            <a:extLst xmlns:a="http://schemas.openxmlformats.org/drawingml/2006/main">
              <a:ext uri="{FF2B5EF4-FFF2-40B4-BE49-F238E27FC236}">
                <a16:creationId xmlns:a16="http://schemas.microsoft.com/office/drawing/2014/main" id="{092FD149-24B2-45AD-AD8F-E6E46207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918" y="744093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.74</a:t>
            </a:r>
          </a:p>
        </p:txBody>
      </p:sp>
      <p:sp>
        <p:nvSpPr>
          <p:cNvPr id="427" name="Cell 21,4">
            <a:extLst xmlns:a="http://schemas.openxmlformats.org/drawingml/2006/main">
              <a:ext uri="{FF2B5EF4-FFF2-40B4-BE49-F238E27FC236}">
                <a16:creationId xmlns:a16="http://schemas.microsoft.com/office/drawing/2014/main" id="{E7B2CD92-005F-4CBB-9417-13AFFFF1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1202" y="744093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A37"/>
          </a:solidFill>
          <a:ln xmlns:a="http://schemas.openxmlformats.org/drawingml/2006/main" w="0">
            <a:noFill/>
          </a:ln>
        </p:spPr>
      </p:sp>
      <p:sp>
        <p:nvSpPr>
          <p:cNvPr id="428" name="Value 21,4">
            <a:extLst xmlns:a="http://schemas.openxmlformats.org/drawingml/2006/main">
              <a:ext uri="{FF2B5EF4-FFF2-40B4-BE49-F238E27FC236}">
                <a16:creationId xmlns:a16="http://schemas.microsoft.com/office/drawing/2014/main" id="{2AACF670-7C91-45B5-A7CC-ED2044A9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1202" y="744093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429" name="Cell 21,5">
            <a:extLst xmlns:a="http://schemas.openxmlformats.org/drawingml/2006/main">
              <a:ext uri="{FF2B5EF4-FFF2-40B4-BE49-F238E27FC236}">
                <a16:creationId xmlns:a16="http://schemas.microsoft.com/office/drawing/2014/main" id="{82EF624C-C078-435A-BFF2-BEA734E8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8486" y="744093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636"/>
          </a:solidFill>
          <a:ln xmlns:a="http://schemas.openxmlformats.org/drawingml/2006/main" w="0">
            <a:noFill/>
          </a:ln>
        </p:spPr>
      </p:sp>
      <p:sp>
        <p:nvSpPr>
          <p:cNvPr id="430" name="Value 21,5">
            <a:extLst xmlns:a="http://schemas.openxmlformats.org/drawingml/2006/main">
              <a:ext uri="{FF2B5EF4-FFF2-40B4-BE49-F238E27FC236}">
                <a16:creationId xmlns:a16="http://schemas.microsoft.com/office/drawing/2014/main" id="{13C6E35E-14FD-4DBD-A52B-67CF958D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8486" y="744093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431" name="Cell 21,6">
            <a:extLst xmlns:a="http://schemas.openxmlformats.org/drawingml/2006/main">
              <a:ext uri="{FF2B5EF4-FFF2-40B4-BE49-F238E27FC236}">
                <a16:creationId xmlns:a16="http://schemas.microsoft.com/office/drawing/2014/main" id="{29BF0572-2806-4219-AD2B-DB964CA8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770" y="744093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C37"/>
          </a:solidFill>
          <a:ln xmlns:a="http://schemas.openxmlformats.org/drawingml/2006/main" w="0">
            <a:noFill/>
          </a:ln>
        </p:spPr>
      </p:sp>
      <p:sp>
        <p:nvSpPr>
          <p:cNvPr id="432" name="Value 21,6">
            <a:extLst xmlns:a="http://schemas.openxmlformats.org/drawingml/2006/main">
              <a:ext uri="{FF2B5EF4-FFF2-40B4-BE49-F238E27FC236}">
                <a16:creationId xmlns:a16="http://schemas.microsoft.com/office/drawing/2014/main" id="{EF0B83E7-8A47-4B00-8FBF-28592596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770" y="744093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433" name="Cell 21,7">
            <a:extLst xmlns:a="http://schemas.openxmlformats.org/drawingml/2006/main">
              <a:ext uri="{FF2B5EF4-FFF2-40B4-BE49-F238E27FC236}">
                <a16:creationId xmlns:a16="http://schemas.microsoft.com/office/drawing/2014/main" id="{7607DF57-D621-4328-B3E0-2E2B4072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3054" y="744093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239"/>
          </a:solidFill>
          <a:ln xmlns:a="http://schemas.openxmlformats.org/drawingml/2006/main" w="0">
            <a:noFill/>
          </a:ln>
        </p:spPr>
      </p:sp>
      <p:sp>
        <p:nvSpPr>
          <p:cNvPr id="434" name="Value 21,7">
            <a:extLst xmlns:a="http://schemas.openxmlformats.org/drawingml/2006/main">
              <a:ext uri="{FF2B5EF4-FFF2-40B4-BE49-F238E27FC236}">
                <a16:creationId xmlns:a16="http://schemas.microsoft.com/office/drawing/2014/main" id="{DDFE1E2E-222E-4F15-AFFA-AC14F52F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3054" y="744093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.76</a:t>
            </a:r>
          </a:p>
        </p:txBody>
      </p:sp>
      <p:sp>
        <p:nvSpPr>
          <p:cNvPr id="435" name="Cell 21,8">
            <a:extLst xmlns:a="http://schemas.openxmlformats.org/drawingml/2006/main">
              <a:ext uri="{FF2B5EF4-FFF2-40B4-BE49-F238E27FC236}">
                <a16:creationId xmlns:a16="http://schemas.microsoft.com/office/drawing/2014/main" id="{DA0333A4-BAB3-4171-99B1-CEE34ECE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0338" y="744093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C37"/>
          </a:solidFill>
          <a:ln xmlns:a="http://schemas.openxmlformats.org/drawingml/2006/main" w="0">
            <a:noFill/>
          </a:ln>
        </p:spPr>
      </p:sp>
      <p:sp>
        <p:nvSpPr>
          <p:cNvPr id="436" name="Value 21,8">
            <a:extLst xmlns:a="http://schemas.openxmlformats.org/drawingml/2006/main">
              <a:ext uri="{FF2B5EF4-FFF2-40B4-BE49-F238E27FC236}">
                <a16:creationId xmlns:a16="http://schemas.microsoft.com/office/drawing/2014/main" id="{7E1E1C42-F71F-4774-9D86-B4499DDF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0338" y="744093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437" name="Cell 21,9">
            <a:extLst xmlns:a="http://schemas.openxmlformats.org/drawingml/2006/main">
              <a:ext uri="{FF2B5EF4-FFF2-40B4-BE49-F238E27FC236}">
                <a16:creationId xmlns:a16="http://schemas.microsoft.com/office/drawing/2014/main" id="{58CAFDDB-7924-46F2-A294-7D4AC115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7622" y="744093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841"/>
          </a:solidFill>
          <a:ln xmlns:a="http://schemas.openxmlformats.org/drawingml/2006/main" w="0">
            <a:noFill/>
          </a:ln>
        </p:spPr>
      </p:sp>
      <p:sp>
        <p:nvSpPr>
          <p:cNvPr id="438" name="Value 21,9">
            <a:extLst xmlns:a="http://schemas.openxmlformats.org/drawingml/2006/main">
              <a:ext uri="{FF2B5EF4-FFF2-40B4-BE49-F238E27FC236}">
                <a16:creationId xmlns:a16="http://schemas.microsoft.com/office/drawing/2014/main" id="{AAEF3B09-24F9-4CD8-8C01-941CE9C6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7622" y="744093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.73</a:t>
            </a:r>
          </a:p>
        </p:txBody>
      </p:sp>
      <p:sp>
        <p:nvSpPr>
          <p:cNvPr id="439" name="Cell 21,10">
            <a:extLst xmlns:a="http://schemas.openxmlformats.org/drawingml/2006/main">
              <a:ext uri="{FF2B5EF4-FFF2-40B4-BE49-F238E27FC236}">
                <a16:creationId xmlns:a16="http://schemas.microsoft.com/office/drawing/2014/main" id="{545C4FF7-C3B9-46BF-A456-4F97C841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4906" y="744093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841"/>
          </a:solidFill>
          <a:ln xmlns:a="http://schemas.openxmlformats.org/drawingml/2006/main" w="0">
            <a:noFill/>
          </a:ln>
        </p:spPr>
      </p:sp>
      <p:sp>
        <p:nvSpPr>
          <p:cNvPr id="440" name="Value 21,10">
            <a:extLst xmlns:a="http://schemas.openxmlformats.org/drawingml/2006/main">
              <a:ext uri="{FF2B5EF4-FFF2-40B4-BE49-F238E27FC236}">
                <a16:creationId xmlns:a16="http://schemas.microsoft.com/office/drawing/2014/main" id="{4E45AE4C-1863-4C88-9DFA-E40F5DA5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4906" y="744093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.73</a:t>
            </a:r>
          </a:p>
        </p:txBody>
      </p:sp>
      <p:sp>
        <p:nvSpPr>
          <p:cNvPr id="441" name="Cell 21,11">
            <a:extLst xmlns:a="http://schemas.openxmlformats.org/drawingml/2006/main">
              <a:ext uri="{FF2B5EF4-FFF2-40B4-BE49-F238E27FC236}">
                <a16:creationId xmlns:a16="http://schemas.microsoft.com/office/drawing/2014/main" id="{F66BABAC-4DEA-4415-BC38-5D28D6A3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2190" y="744093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A245"/>
          </a:solidFill>
          <a:ln xmlns:a="http://schemas.openxmlformats.org/drawingml/2006/main" w="0">
            <a:noFill/>
          </a:ln>
        </p:spPr>
      </p:sp>
      <p:sp>
        <p:nvSpPr>
          <p:cNvPr id="442" name="Value 21,11">
            <a:extLst xmlns:a="http://schemas.openxmlformats.org/drawingml/2006/main">
              <a:ext uri="{FF2B5EF4-FFF2-40B4-BE49-F238E27FC236}">
                <a16:creationId xmlns:a16="http://schemas.microsoft.com/office/drawing/2014/main" id="{ED0F2BEA-945B-49D5-9FA7-38A3557D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2190" y="744093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.71</a:t>
            </a:r>
          </a:p>
        </p:txBody>
      </p:sp>
      <p:sp>
        <p:nvSpPr>
          <p:cNvPr id="443" name="Cell 21,12">
            <a:extLst xmlns:a="http://schemas.openxmlformats.org/drawingml/2006/main">
              <a:ext uri="{FF2B5EF4-FFF2-40B4-BE49-F238E27FC236}">
                <a16:creationId xmlns:a16="http://schemas.microsoft.com/office/drawing/2014/main" id="{4C7CE189-1FC6-417E-ACB9-7DB3502B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9474" y="744093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6832"/>
          </a:solidFill>
          <a:ln xmlns:a="http://schemas.openxmlformats.org/drawingml/2006/main" w="0">
            <a:noFill/>
          </a:ln>
        </p:spPr>
      </p:sp>
      <p:sp>
        <p:nvSpPr>
          <p:cNvPr id="444" name="Value 21,12">
            <a:extLst xmlns:a="http://schemas.openxmlformats.org/drawingml/2006/main">
              <a:ext uri="{FF2B5EF4-FFF2-40B4-BE49-F238E27FC236}">
                <a16:creationId xmlns:a16="http://schemas.microsoft.com/office/drawing/2014/main" id="{D962D5B0-3BE1-44EB-BC78-BAC1B8F6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9474" y="744093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.79</a:t>
            </a:r>
          </a:p>
        </p:txBody>
      </p:sp>
      <p:sp>
        <p:nvSpPr>
          <p:cNvPr id="445" name="Cell 21,13">
            <a:extLst xmlns:a="http://schemas.openxmlformats.org/drawingml/2006/main">
              <a:ext uri="{FF2B5EF4-FFF2-40B4-BE49-F238E27FC236}">
                <a16:creationId xmlns:a16="http://schemas.microsoft.com/office/drawing/2014/main" id="{14AA44F7-063E-4A4D-A202-529825AC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6758" y="744093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6A32"/>
          </a:solidFill>
          <a:ln xmlns:a="http://schemas.openxmlformats.org/drawingml/2006/main" w="0">
            <a:noFill/>
          </a:ln>
        </p:spPr>
      </p:sp>
      <p:sp>
        <p:nvSpPr>
          <p:cNvPr id="446" name="Value 21,13">
            <a:extLst xmlns:a="http://schemas.openxmlformats.org/drawingml/2006/main">
              <a:ext uri="{FF2B5EF4-FFF2-40B4-BE49-F238E27FC236}">
                <a16:creationId xmlns:a16="http://schemas.microsoft.com/office/drawing/2014/main" id="{A26740CA-8572-4EC1-8C6F-67E15513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6758" y="744093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.78</a:t>
            </a:r>
          </a:p>
        </p:txBody>
      </p:sp>
      <p:sp>
        <p:nvSpPr>
          <p:cNvPr id="447" name="Cell 21,14">
            <a:extLst xmlns:a="http://schemas.openxmlformats.org/drawingml/2006/main">
              <a:ext uri="{FF2B5EF4-FFF2-40B4-BE49-F238E27FC236}">
                <a16:creationId xmlns:a16="http://schemas.microsoft.com/office/drawing/2014/main" id="{A4372A6E-802B-400F-8324-BD30681B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4042" y="744093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239"/>
          </a:solidFill>
          <a:ln xmlns:a="http://schemas.openxmlformats.org/drawingml/2006/main" w="0">
            <a:noFill/>
          </a:ln>
        </p:spPr>
      </p:sp>
      <p:sp>
        <p:nvSpPr>
          <p:cNvPr id="448" name="Value 21,14">
            <a:extLst xmlns:a="http://schemas.openxmlformats.org/drawingml/2006/main">
              <a:ext uri="{FF2B5EF4-FFF2-40B4-BE49-F238E27FC236}">
                <a16:creationId xmlns:a16="http://schemas.microsoft.com/office/drawing/2014/main" id="{EF5FC0DD-1FD1-4504-9491-291198BA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4042" y="744093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.76</a:t>
            </a:r>
          </a:p>
        </p:txBody>
      </p:sp>
      <p:sp>
        <p:nvSpPr>
          <p:cNvPr id="449" name="Cell 21,15">
            <a:extLst xmlns:a="http://schemas.openxmlformats.org/drawingml/2006/main">
              <a:ext uri="{FF2B5EF4-FFF2-40B4-BE49-F238E27FC236}">
                <a16:creationId xmlns:a16="http://schemas.microsoft.com/office/drawing/2014/main" id="{E19F77C9-ECF5-498B-A62C-6679F2CF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1326" y="744093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6832"/>
          </a:solidFill>
          <a:ln xmlns:a="http://schemas.openxmlformats.org/drawingml/2006/main" w="0">
            <a:noFill/>
          </a:ln>
        </p:spPr>
      </p:sp>
      <p:sp>
        <p:nvSpPr>
          <p:cNvPr id="450" name="Value 21,15">
            <a:extLst xmlns:a="http://schemas.openxmlformats.org/drawingml/2006/main">
              <a:ext uri="{FF2B5EF4-FFF2-40B4-BE49-F238E27FC236}">
                <a16:creationId xmlns:a16="http://schemas.microsoft.com/office/drawing/2014/main" id="{F8E0D861-4FB1-40DD-B70A-66D15B9E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1326" y="744093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.79</a:t>
            </a:r>
          </a:p>
        </p:txBody>
      </p:sp>
      <p:sp>
        <p:nvSpPr>
          <p:cNvPr id="451" name="Cell 21,16">
            <a:extLst xmlns:a="http://schemas.openxmlformats.org/drawingml/2006/main">
              <a:ext uri="{FF2B5EF4-FFF2-40B4-BE49-F238E27FC236}">
                <a16:creationId xmlns:a16="http://schemas.microsoft.com/office/drawing/2014/main" id="{89B2215E-8F58-4E27-81C2-C7F29D5D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8610" y="744093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636"/>
          </a:solidFill>
          <a:ln xmlns:a="http://schemas.openxmlformats.org/drawingml/2006/main" w="0">
            <a:noFill/>
          </a:ln>
        </p:spPr>
      </p:sp>
      <p:sp>
        <p:nvSpPr>
          <p:cNvPr id="452" name="Value 21,16">
            <a:extLst xmlns:a="http://schemas.openxmlformats.org/drawingml/2006/main">
              <a:ext uri="{FF2B5EF4-FFF2-40B4-BE49-F238E27FC236}">
                <a16:creationId xmlns:a16="http://schemas.microsoft.com/office/drawing/2014/main" id="{BEC61C29-50B6-43B1-A605-16C80EF1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8610" y="744093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453" name="Cell 21,17">
            <a:extLst xmlns:a="http://schemas.openxmlformats.org/drawingml/2006/main">
              <a:ext uri="{FF2B5EF4-FFF2-40B4-BE49-F238E27FC236}">
                <a16:creationId xmlns:a16="http://schemas.microsoft.com/office/drawing/2014/main" id="{559DEA16-DAFF-47FC-9639-963246D0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5894" y="744093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6E33"/>
          </a:solidFill>
          <a:ln xmlns:a="http://schemas.openxmlformats.org/drawingml/2006/main" w="0">
            <a:noFill/>
          </a:ln>
        </p:spPr>
      </p:sp>
      <p:sp>
        <p:nvSpPr>
          <p:cNvPr id="454" name="Value 21,17">
            <a:extLst xmlns:a="http://schemas.openxmlformats.org/drawingml/2006/main">
              <a:ext uri="{FF2B5EF4-FFF2-40B4-BE49-F238E27FC236}">
                <a16:creationId xmlns:a16="http://schemas.microsoft.com/office/drawing/2014/main" id="{91A5E1CF-6695-4406-AD5C-CC61B822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5894" y="744093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.78</a:t>
            </a:r>
          </a:p>
        </p:txBody>
      </p:sp>
      <p:sp>
        <p:nvSpPr>
          <p:cNvPr id="455" name="Cell 21,18">
            <a:extLst xmlns:a="http://schemas.openxmlformats.org/drawingml/2006/main">
              <a:ext uri="{FF2B5EF4-FFF2-40B4-BE49-F238E27FC236}">
                <a16:creationId xmlns:a16="http://schemas.microsoft.com/office/drawing/2014/main" id="{D5BDC7E8-3207-42CB-86EA-34B6503D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3178" y="744093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63A"/>
          </a:solidFill>
          <a:ln xmlns:a="http://schemas.openxmlformats.org/drawingml/2006/main" w="0">
            <a:noFill/>
          </a:ln>
        </p:spPr>
      </p:sp>
      <p:sp>
        <p:nvSpPr>
          <p:cNvPr id="456" name="Value 21,18">
            <a:extLst xmlns:a="http://schemas.openxmlformats.org/drawingml/2006/main">
              <a:ext uri="{FF2B5EF4-FFF2-40B4-BE49-F238E27FC236}">
                <a16:creationId xmlns:a16="http://schemas.microsoft.com/office/drawing/2014/main" id="{20500429-97C1-4C09-B5C7-95051E2E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3178" y="744093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.76</a:t>
            </a:r>
          </a:p>
        </p:txBody>
      </p:sp>
      <p:sp>
        <p:nvSpPr>
          <p:cNvPr id="457" name="Cell 21,19">
            <a:extLst xmlns:a="http://schemas.openxmlformats.org/drawingml/2006/main">
              <a:ext uri="{FF2B5EF4-FFF2-40B4-BE49-F238E27FC236}">
                <a16:creationId xmlns:a16="http://schemas.microsoft.com/office/drawing/2014/main" id="{1CFEF906-1B88-4913-9D1E-76D421F9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0462" y="744093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439"/>
          </a:solidFill>
          <a:ln xmlns:a="http://schemas.openxmlformats.org/drawingml/2006/main" w="0">
            <a:noFill/>
          </a:ln>
        </p:spPr>
      </p:sp>
      <p:sp>
        <p:nvSpPr>
          <p:cNvPr id="458" name="Value 21,19">
            <a:extLst xmlns:a="http://schemas.openxmlformats.org/drawingml/2006/main">
              <a:ext uri="{FF2B5EF4-FFF2-40B4-BE49-F238E27FC236}">
                <a16:creationId xmlns:a16="http://schemas.microsoft.com/office/drawing/2014/main" id="{7DA068A7-B3C8-46A3-B465-0DAD8364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0462" y="744093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.76</a:t>
            </a:r>
          </a:p>
        </p:txBody>
      </p:sp>
      <p:sp>
        <p:nvSpPr>
          <p:cNvPr id="459" name="Cell 21,20">
            <a:extLst xmlns:a="http://schemas.openxmlformats.org/drawingml/2006/main">
              <a:ext uri="{FF2B5EF4-FFF2-40B4-BE49-F238E27FC236}">
                <a16:creationId xmlns:a16="http://schemas.microsoft.com/office/drawing/2014/main" id="{C3B7D0F3-31F8-4CCE-A52D-5124F3EF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7746" y="744093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6C33"/>
          </a:solidFill>
          <a:ln xmlns:a="http://schemas.openxmlformats.org/drawingml/2006/main" w="0">
            <a:noFill/>
          </a:ln>
        </p:spPr>
      </p:sp>
      <p:sp>
        <p:nvSpPr>
          <p:cNvPr id="460" name="Value 21,20">
            <a:extLst xmlns:a="http://schemas.openxmlformats.org/drawingml/2006/main">
              <a:ext uri="{FF2B5EF4-FFF2-40B4-BE49-F238E27FC236}">
                <a16:creationId xmlns:a16="http://schemas.microsoft.com/office/drawing/2014/main" id="{5B471B1D-0DCE-4EF1-8831-72395447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7746" y="744093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.78</a:t>
            </a:r>
          </a:p>
        </p:txBody>
      </p:sp>
      <p:sp>
        <p:nvSpPr>
          <p:cNvPr id="461" name="Cell 21,21">
            <a:extLst xmlns:a="http://schemas.openxmlformats.org/drawingml/2006/main">
              <a:ext uri="{FF2B5EF4-FFF2-40B4-BE49-F238E27FC236}">
                <a16:creationId xmlns:a16="http://schemas.microsoft.com/office/drawing/2014/main" id="{31F5B0D4-BF7F-4E0A-8427-8A6F4ACB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5030" y="7440930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4828"/>
          </a:solidFill>
          <a:ln xmlns:a="http://schemas.openxmlformats.org/drawingml/2006/main" w="0">
            <a:noFill/>
          </a:ln>
        </p:spPr>
      </p:sp>
      <p:sp>
        <p:nvSpPr>
          <p:cNvPr id="462" name="Value 21,21">
            <a:extLst xmlns:a="http://schemas.openxmlformats.org/drawingml/2006/main">
              <a:ext uri="{FF2B5EF4-FFF2-40B4-BE49-F238E27FC236}">
                <a16:creationId xmlns:a16="http://schemas.microsoft.com/office/drawing/2014/main" id="{14D2EBCC-D93D-4284-B907-57A8E9B8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5030" y="7440930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.82</a:t>
            </a:r>
          </a:p>
        </p:txBody>
      </p:sp>
      <p:sp>
        <p:nvSpPr>
          <p:cNvPr id="463" name="Cell 22,1">
            <a:extLst xmlns:a="http://schemas.openxmlformats.org/drawingml/2006/main">
              <a:ext uri="{FF2B5EF4-FFF2-40B4-BE49-F238E27FC236}">
                <a16:creationId xmlns:a16="http://schemas.microsoft.com/office/drawing/2014/main" id="{58BCCDD8-22E4-4425-A041-DE0F1B2C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780821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E3C"/>
          </a:solidFill>
          <a:ln xmlns:a="http://schemas.openxmlformats.org/drawingml/2006/main" w="0">
            <a:noFill/>
          </a:ln>
        </p:spPr>
      </p:sp>
      <p:sp>
        <p:nvSpPr>
          <p:cNvPr id="464" name="Value 22,1">
            <a:extLst xmlns:a="http://schemas.openxmlformats.org/drawingml/2006/main">
              <a:ext uri="{FF2B5EF4-FFF2-40B4-BE49-F238E27FC236}">
                <a16:creationId xmlns:a16="http://schemas.microsoft.com/office/drawing/2014/main" id="{9FD00548-E558-41F6-B6B7-03332995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780821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.75</a:t>
            </a:r>
          </a:p>
        </p:txBody>
      </p:sp>
      <p:sp>
        <p:nvSpPr>
          <p:cNvPr id="465" name="Cell 22,2">
            <a:extLst xmlns:a="http://schemas.openxmlformats.org/drawingml/2006/main">
              <a:ext uri="{FF2B5EF4-FFF2-40B4-BE49-F238E27FC236}">
                <a16:creationId xmlns:a16="http://schemas.microsoft.com/office/drawing/2014/main" id="{FF0E9D22-73DE-46C4-9F4E-7E4EB970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634" y="780821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63A"/>
          </a:solidFill>
          <a:ln xmlns:a="http://schemas.openxmlformats.org/drawingml/2006/main" w="0">
            <a:noFill/>
          </a:ln>
        </p:spPr>
      </p:sp>
      <p:sp>
        <p:nvSpPr>
          <p:cNvPr id="466" name="Value 22,2">
            <a:extLst xmlns:a="http://schemas.openxmlformats.org/drawingml/2006/main">
              <a:ext uri="{FF2B5EF4-FFF2-40B4-BE49-F238E27FC236}">
                <a16:creationId xmlns:a16="http://schemas.microsoft.com/office/drawing/2014/main" id="{749F8963-1AA5-4341-8472-B149DC14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634" y="780821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.76</a:t>
            </a:r>
          </a:p>
        </p:txBody>
      </p:sp>
      <p:sp>
        <p:nvSpPr>
          <p:cNvPr id="467" name="Cell 22,3">
            <a:extLst xmlns:a="http://schemas.openxmlformats.org/drawingml/2006/main">
              <a:ext uri="{FF2B5EF4-FFF2-40B4-BE49-F238E27FC236}">
                <a16:creationId xmlns:a16="http://schemas.microsoft.com/office/drawing/2014/main" id="{8F7FB84B-1281-416F-9A8B-C0D3213D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918" y="780821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D43"/>
          </a:solidFill>
          <a:ln xmlns:a="http://schemas.openxmlformats.org/drawingml/2006/main" w="0">
            <a:noFill/>
          </a:ln>
        </p:spPr>
      </p:sp>
      <p:sp>
        <p:nvSpPr>
          <p:cNvPr id="468" name="Value 22,3">
            <a:extLst xmlns:a="http://schemas.openxmlformats.org/drawingml/2006/main">
              <a:ext uri="{FF2B5EF4-FFF2-40B4-BE49-F238E27FC236}">
                <a16:creationId xmlns:a16="http://schemas.microsoft.com/office/drawing/2014/main" id="{0BA0F0A7-1F2F-4786-BB0E-6BD08C62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918" y="780821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.72</a:t>
            </a:r>
          </a:p>
        </p:txBody>
      </p:sp>
      <p:sp>
        <p:nvSpPr>
          <p:cNvPr id="469" name="Cell 22,4">
            <a:extLst xmlns:a="http://schemas.openxmlformats.org/drawingml/2006/main">
              <a:ext uri="{FF2B5EF4-FFF2-40B4-BE49-F238E27FC236}">
                <a16:creationId xmlns:a16="http://schemas.microsoft.com/office/drawing/2014/main" id="{D9C65F3E-BCDA-4191-BC4A-BA7BF522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1202" y="780821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A3B"/>
          </a:solidFill>
          <a:ln xmlns:a="http://schemas.openxmlformats.org/drawingml/2006/main" w="0">
            <a:noFill/>
          </a:ln>
        </p:spPr>
      </p:sp>
      <p:sp>
        <p:nvSpPr>
          <p:cNvPr id="470" name="Value 22,4">
            <a:extLst xmlns:a="http://schemas.openxmlformats.org/drawingml/2006/main">
              <a:ext uri="{FF2B5EF4-FFF2-40B4-BE49-F238E27FC236}">
                <a16:creationId xmlns:a16="http://schemas.microsoft.com/office/drawing/2014/main" id="{8A69D8C1-4887-4813-B959-3F0B06EB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1202" y="780821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.75</a:t>
            </a:r>
          </a:p>
        </p:txBody>
      </p:sp>
      <p:sp>
        <p:nvSpPr>
          <p:cNvPr id="471" name="Cell 22,5">
            <a:extLst xmlns:a="http://schemas.openxmlformats.org/drawingml/2006/main">
              <a:ext uri="{FF2B5EF4-FFF2-40B4-BE49-F238E27FC236}">
                <a16:creationId xmlns:a16="http://schemas.microsoft.com/office/drawing/2014/main" id="{C4F39792-ED0A-4D97-A142-33E134FA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8486" y="780821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A3B"/>
          </a:solidFill>
          <a:ln xmlns:a="http://schemas.openxmlformats.org/drawingml/2006/main" w="0">
            <a:noFill/>
          </a:ln>
        </p:spPr>
      </p:sp>
      <p:sp>
        <p:nvSpPr>
          <p:cNvPr id="472" name="Value 22,5">
            <a:extLst xmlns:a="http://schemas.openxmlformats.org/drawingml/2006/main">
              <a:ext uri="{FF2B5EF4-FFF2-40B4-BE49-F238E27FC236}">
                <a16:creationId xmlns:a16="http://schemas.microsoft.com/office/drawing/2014/main" id="{64354834-FA8C-40D3-8E9D-79D0E820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8486" y="780821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.75</a:t>
            </a:r>
          </a:p>
        </p:txBody>
      </p:sp>
      <p:sp>
        <p:nvSpPr>
          <p:cNvPr id="473" name="Cell 22,6">
            <a:extLst xmlns:a="http://schemas.openxmlformats.org/drawingml/2006/main">
              <a:ext uri="{FF2B5EF4-FFF2-40B4-BE49-F238E27FC236}">
                <a16:creationId xmlns:a16="http://schemas.microsoft.com/office/drawing/2014/main" id="{CEEC556A-73D3-4DE0-AC20-A3CB0ECE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770" y="780821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03D"/>
          </a:solidFill>
          <a:ln xmlns:a="http://schemas.openxmlformats.org/drawingml/2006/main" w="0">
            <a:noFill/>
          </a:ln>
        </p:spPr>
      </p:sp>
      <p:sp>
        <p:nvSpPr>
          <p:cNvPr id="474" name="Value 22,6">
            <a:extLst xmlns:a="http://schemas.openxmlformats.org/drawingml/2006/main">
              <a:ext uri="{FF2B5EF4-FFF2-40B4-BE49-F238E27FC236}">
                <a16:creationId xmlns:a16="http://schemas.microsoft.com/office/drawing/2014/main" id="{AD0A2DA1-F990-4EFA-B6CB-C4A88BDF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770" y="780821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.74</a:t>
            </a:r>
          </a:p>
        </p:txBody>
      </p:sp>
      <p:sp>
        <p:nvSpPr>
          <p:cNvPr id="475" name="Cell 22,7">
            <a:extLst xmlns:a="http://schemas.openxmlformats.org/drawingml/2006/main">
              <a:ext uri="{FF2B5EF4-FFF2-40B4-BE49-F238E27FC236}">
                <a16:creationId xmlns:a16="http://schemas.microsoft.com/office/drawing/2014/main" id="{4752E064-0B97-4975-9805-DE32453E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3054" y="780821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53F"/>
          </a:solidFill>
          <a:ln xmlns:a="http://schemas.openxmlformats.org/drawingml/2006/main" w="0">
            <a:noFill/>
          </a:ln>
        </p:spPr>
      </p:sp>
      <p:sp>
        <p:nvSpPr>
          <p:cNvPr id="476" name="Value 22,7">
            <a:extLst xmlns:a="http://schemas.openxmlformats.org/drawingml/2006/main">
              <a:ext uri="{FF2B5EF4-FFF2-40B4-BE49-F238E27FC236}">
                <a16:creationId xmlns:a16="http://schemas.microsoft.com/office/drawing/2014/main" id="{9F9C21F9-7286-4467-8EF6-ADC09765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3054" y="780821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.74</a:t>
            </a:r>
          </a:p>
        </p:txBody>
      </p:sp>
      <p:sp>
        <p:nvSpPr>
          <p:cNvPr id="477" name="Cell 22,8">
            <a:extLst xmlns:a="http://schemas.openxmlformats.org/drawingml/2006/main">
              <a:ext uri="{FF2B5EF4-FFF2-40B4-BE49-F238E27FC236}">
                <a16:creationId xmlns:a16="http://schemas.microsoft.com/office/drawing/2014/main" id="{CFB677FC-5C50-4186-AF9B-3CE4223F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0338" y="780821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03D"/>
          </a:solidFill>
          <a:ln xmlns:a="http://schemas.openxmlformats.org/drawingml/2006/main" w="0">
            <a:noFill/>
          </a:ln>
        </p:spPr>
      </p:sp>
      <p:sp>
        <p:nvSpPr>
          <p:cNvPr id="478" name="Value 22,8">
            <a:extLst xmlns:a="http://schemas.openxmlformats.org/drawingml/2006/main">
              <a:ext uri="{FF2B5EF4-FFF2-40B4-BE49-F238E27FC236}">
                <a16:creationId xmlns:a16="http://schemas.microsoft.com/office/drawing/2014/main" id="{FDB33CEE-DEDD-49DE-998D-C686B551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0338" y="780821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.75</a:t>
            </a:r>
          </a:p>
        </p:txBody>
      </p:sp>
      <p:sp>
        <p:nvSpPr>
          <p:cNvPr id="479" name="Cell 22,9">
            <a:extLst xmlns:a="http://schemas.openxmlformats.org/drawingml/2006/main">
              <a:ext uri="{FF2B5EF4-FFF2-40B4-BE49-F238E27FC236}">
                <a16:creationId xmlns:a16="http://schemas.microsoft.com/office/drawing/2014/main" id="{441EE2E4-C13B-4715-8C0A-7290F58C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7622" y="780821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A747"/>
          </a:solidFill>
          <a:ln xmlns:a="http://schemas.openxmlformats.org/drawingml/2006/main" w="0">
            <a:noFill/>
          </a:ln>
        </p:spPr>
      </p:sp>
      <p:sp>
        <p:nvSpPr>
          <p:cNvPr id="480" name="Value 22,9">
            <a:extLst xmlns:a="http://schemas.openxmlformats.org/drawingml/2006/main">
              <a:ext uri="{FF2B5EF4-FFF2-40B4-BE49-F238E27FC236}">
                <a16:creationId xmlns:a16="http://schemas.microsoft.com/office/drawing/2014/main" id="{97812B5B-683E-4432-80AA-16FA0B4A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7622" y="780821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.71</a:t>
            </a:r>
          </a:p>
        </p:txBody>
      </p:sp>
      <p:sp>
        <p:nvSpPr>
          <p:cNvPr id="481" name="Cell 22,10">
            <a:extLst xmlns:a="http://schemas.openxmlformats.org/drawingml/2006/main">
              <a:ext uri="{FF2B5EF4-FFF2-40B4-BE49-F238E27FC236}">
                <a16:creationId xmlns:a16="http://schemas.microsoft.com/office/drawing/2014/main" id="{2BE73CDE-3349-4F29-8F9B-6F605757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4906" y="780821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A848"/>
          </a:solidFill>
          <a:ln xmlns:a="http://schemas.openxmlformats.org/drawingml/2006/main" w="0">
            <a:noFill/>
          </a:ln>
        </p:spPr>
      </p:sp>
      <p:sp>
        <p:nvSpPr>
          <p:cNvPr id="482" name="Value 22,10">
            <a:extLst xmlns:a="http://schemas.openxmlformats.org/drawingml/2006/main">
              <a:ext uri="{FF2B5EF4-FFF2-40B4-BE49-F238E27FC236}">
                <a16:creationId xmlns:a16="http://schemas.microsoft.com/office/drawing/2014/main" id="{A9CE9EFB-18AC-45FD-8A2F-0E48BD27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4906" y="780821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.70</a:t>
            </a:r>
          </a:p>
        </p:txBody>
      </p:sp>
      <p:sp>
        <p:nvSpPr>
          <p:cNvPr id="483" name="Cell 22,11">
            <a:extLst xmlns:a="http://schemas.openxmlformats.org/drawingml/2006/main">
              <a:ext uri="{FF2B5EF4-FFF2-40B4-BE49-F238E27FC236}">
                <a16:creationId xmlns:a16="http://schemas.microsoft.com/office/drawing/2014/main" id="{A52A9577-2D3B-4A2B-8485-1FB87248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2190" y="780821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AE4A"/>
          </a:solidFill>
          <a:ln xmlns:a="http://schemas.openxmlformats.org/drawingml/2006/main" w="0">
            <a:noFill/>
          </a:ln>
        </p:spPr>
      </p:sp>
      <p:sp>
        <p:nvSpPr>
          <p:cNvPr id="484" name="Value 22,11">
            <a:extLst xmlns:a="http://schemas.openxmlformats.org/drawingml/2006/main">
              <a:ext uri="{FF2B5EF4-FFF2-40B4-BE49-F238E27FC236}">
                <a16:creationId xmlns:a16="http://schemas.microsoft.com/office/drawing/2014/main" id="{90892D7C-50F1-44C6-A3E0-04AE39C9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2190" y="780821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.69</a:t>
            </a:r>
          </a:p>
        </p:txBody>
      </p:sp>
      <p:sp>
        <p:nvSpPr>
          <p:cNvPr id="485" name="Cell 22,12">
            <a:extLst xmlns:a="http://schemas.openxmlformats.org/drawingml/2006/main">
              <a:ext uri="{FF2B5EF4-FFF2-40B4-BE49-F238E27FC236}">
                <a16:creationId xmlns:a16="http://schemas.microsoft.com/office/drawing/2014/main" id="{A52A7142-CE85-4748-ADB8-37AF67E3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9474" y="780821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E3C"/>
          </a:solidFill>
          <a:ln xmlns:a="http://schemas.openxmlformats.org/drawingml/2006/main" w="0">
            <a:noFill/>
          </a:ln>
        </p:spPr>
      </p:sp>
      <p:sp>
        <p:nvSpPr>
          <p:cNvPr id="486" name="Value 22,12">
            <a:extLst xmlns:a="http://schemas.openxmlformats.org/drawingml/2006/main">
              <a:ext uri="{FF2B5EF4-FFF2-40B4-BE49-F238E27FC236}">
                <a16:creationId xmlns:a16="http://schemas.microsoft.com/office/drawing/2014/main" id="{F9DC7281-C2B2-4416-8373-F12F3ED6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9474" y="780821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.75</a:t>
            </a:r>
          </a:p>
        </p:txBody>
      </p:sp>
      <p:sp>
        <p:nvSpPr>
          <p:cNvPr id="487" name="Cell 22,13">
            <a:extLst xmlns:a="http://schemas.openxmlformats.org/drawingml/2006/main">
              <a:ext uri="{FF2B5EF4-FFF2-40B4-BE49-F238E27FC236}">
                <a16:creationId xmlns:a16="http://schemas.microsoft.com/office/drawing/2014/main" id="{ECDB9B0F-9AE8-468F-B570-4CD1F143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6758" y="780821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E3C"/>
          </a:solidFill>
          <a:ln xmlns:a="http://schemas.openxmlformats.org/drawingml/2006/main" w="0">
            <a:noFill/>
          </a:ln>
        </p:spPr>
      </p:sp>
      <p:sp>
        <p:nvSpPr>
          <p:cNvPr id="488" name="Value 22,13">
            <a:extLst xmlns:a="http://schemas.openxmlformats.org/drawingml/2006/main">
              <a:ext uri="{FF2B5EF4-FFF2-40B4-BE49-F238E27FC236}">
                <a16:creationId xmlns:a16="http://schemas.microsoft.com/office/drawing/2014/main" id="{0F0A655B-6347-42EB-A4FF-D0B6E3D6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6758" y="780821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.75</a:t>
            </a:r>
          </a:p>
        </p:txBody>
      </p:sp>
      <p:sp>
        <p:nvSpPr>
          <p:cNvPr id="489" name="Cell 22,14">
            <a:extLst xmlns:a="http://schemas.openxmlformats.org/drawingml/2006/main">
              <a:ext uri="{FF2B5EF4-FFF2-40B4-BE49-F238E27FC236}">
                <a16:creationId xmlns:a16="http://schemas.microsoft.com/office/drawing/2014/main" id="{8F9656CE-106F-49B8-BC6D-669C41CF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4042" y="780821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C42"/>
          </a:solidFill>
          <a:ln xmlns:a="http://schemas.openxmlformats.org/drawingml/2006/main" w="0">
            <a:noFill/>
          </a:ln>
        </p:spPr>
      </p:sp>
      <p:sp>
        <p:nvSpPr>
          <p:cNvPr id="490" name="Value 22,14">
            <a:extLst xmlns:a="http://schemas.openxmlformats.org/drawingml/2006/main">
              <a:ext uri="{FF2B5EF4-FFF2-40B4-BE49-F238E27FC236}">
                <a16:creationId xmlns:a16="http://schemas.microsoft.com/office/drawing/2014/main" id="{CC1A5916-969A-47BE-B03A-B77AD0F1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4042" y="780821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.73</a:t>
            </a:r>
          </a:p>
        </p:txBody>
      </p:sp>
      <p:sp>
        <p:nvSpPr>
          <p:cNvPr id="491" name="Cell 22,15">
            <a:extLst xmlns:a="http://schemas.openxmlformats.org/drawingml/2006/main">
              <a:ext uri="{FF2B5EF4-FFF2-40B4-BE49-F238E27FC236}">
                <a16:creationId xmlns:a16="http://schemas.microsoft.com/office/drawing/2014/main" id="{FF029E08-EBCE-4B40-A466-E4768CBA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1326" y="780821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C3C"/>
          </a:solidFill>
          <a:ln xmlns:a="http://schemas.openxmlformats.org/drawingml/2006/main" w="0">
            <a:noFill/>
          </a:ln>
        </p:spPr>
      </p:sp>
      <p:sp>
        <p:nvSpPr>
          <p:cNvPr id="492" name="Value 22,15">
            <a:extLst xmlns:a="http://schemas.openxmlformats.org/drawingml/2006/main">
              <a:ext uri="{FF2B5EF4-FFF2-40B4-BE49-F238E27FC236}">
                <a16:creationId xmlns:a16="http://schemas.microsoft.com/office/drawing/2014/main" id="{A5D466BA-0465-4B6C-A931-A0EB00AD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1326" y="780821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.75</a:t>
            </a:r>
          </a:p>
        </p:txBody>
      </p:sp>
      <p:sp>
        <p:nvSpPr>
          <p:cNvPr id="493" name="Cell 22,16">
            <a:extLst xmlns:a="http://schemas.openxmlformats.org/drawingml/2006/main">
              <a:ext uri="{FF2B5EF4-FFF2-40B4-BE49-F238E27FC236}">
                <a16:creationId xmlns:a16="http://schemas.microsoft.com/office/drawing/2014/main" id="{6BF86084-18D6-4BE8-9596-E4E08AD6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8610" y="780821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A3B"/>
          </a:solidFill>
          <a:ln xmlns:a="http://schemas.openxmlformats.org/drawingml/2006/main" w="0">
            <a:noFill/>
          </a:ln>
        </p:spPr>
      </p:sp>
      <p:sp>
        <p:nvSpPr>
          <p:cNvPr id="494" name="Value 22,16">
            <a:extLst xmlns:a="http://schemas.openxmlformats.org/drawingml/2006/main">
              <a:ext uri="{FF2B5EF4-FFF2-40B4-BE49-F238E27FC236}">
                <a16:creationId xmlns:a16="http://schemas.microsoft.com/office/drawing/2014/main" id="{12877A42-55CC-4B9D-9794-B7ECD444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8610" y="780821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.75</a:t>
            </a:r>
          </a:p>
        </p:txBody>
      </p:sp>
      <p:sp>
        <p:nvSpPr>
          <p:cNvPr id="495" name="Cell 22,17">
            <a:extLst xmlns:a="http://schemas.openxmlformats.org/drawingml/2006/main">
              <a:ext uri="{FF2B5EF4-FFF2-40B4-BE49-F238E27FC236}">
                <a16:creationId xmlns:a16="http://schemas.microsoft.com/office/drawing/2014/main" id="{A3062676-ED59-430D-89CF-B71282B5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5894" y="780821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239"/>
          </a:solidFill>
          <a:ln xmlns:a="http://schemas.openxmlformats.org/drawingml/2006/main" w="0">
            <a:noFill/>
          </a:ln>
        </p:spPr>
      </p:sp>
      <p:sp>
        <p:nvSpPr>
          <p:cNvPr id="496" name="Value 22,17">
            <a:extLst xmlns:a="http://schemas.openxmlformats.org/drawingml/2006/main">
              <a:ext uri="{FF2B5EF4-FFF2-40B4-BE49-F238E27FC236}">
                <a16:creationId xmlns:a16="http://schemas.microsoft.com/office/drawing/2014/main" id="{6E8A7CCD-C1D9-49BA-ACAA-AC9001E6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5894" y="780821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.76</a:t>
            </a:r>
          </a:p>
        </p:txBody>
      </p:sp>
      <p:sp>
        <p:nvSpPr>
          <p:cNvPr id="497" name="Cell 22,18">
            <a:extLst xmlns:a="http://schemas.openxmlformats.org/drawingml/2006/main">
              <a:ext uri="{FF2B5EF4-FFF2-40B4-BE49-F238E27FC236}">
                <a16:creationId xmlns:a16="http://schemas.microsoft.com/office/drawing/2014/main" id="{F3BD0D25-6701-40A2-9998-60BA41BD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3178" y="780821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841"/>
          </a:solidFill>
          <a:ln xmlns:a="http://schemas.openxmlformats.org/drawingml/2006/main" w="0">
            <a:noFill/>
          </a:ln>
        </p:spPr>
      </p:sp>
      <p:sp>
        <p:nvSpPr>
          <p:cNvPr id="498" name="Value 22,18">
            <a:extLst xmlns:a="http://schemas.openxmlformats.org/drawingml/2006/main">
              <a:ext uri="{FF2B5EF4-FFF2-40B4-BE49-F238E27FC236}">
                <a16:creationId xmlns:a16="http://schemas.microsoft.com/office/drawing/2014/main" id="{0A185802-1B77-4A98-85DA-EF733ACA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3178" y="780821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.73</a:t>
            </a:r>
          </a:p>
        </p:txBody>
      </p:sp>
      <p:sp>
        <p:nvSpPr>
          <p:cNvPr id="499" name="Cell 22,19">
            <a:extLst xmlns:a="http://schemas.openxmlformats.org/drawingml/2006/main">
              <a:ext uri="{FF2B5EF4-FFF2-40B4-BE49-F238E27FC236}">
                <a16:creationId xmlns:a16="http://schemas.microsoft.com/office/drawing/2014/main" id="{54DEC0F1-DBE1-47AD-98DB-53D053D9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0462" y="780821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03D"/>
          </a:solidFill>
          <a:ln xmlns:a="http://schemas.openxmlformats.org/drawingml/2006/main" w="0">
            <a:noFill/>
          </a:ln>
        </p:spPr>
      </p:sp>
      <p:sp>
        <p:nvSpPr>
          <p:cNvPr id="500" name="Value 22,19">
            <a:extLst xmlns:a="http://schemas.openxmlformats.org/drawingml/2006/main">
              <a:ext uri="{FF2B5EF4-FFF2-40B4-BE49-F238E27FC236}">
                <a16:creationId xmlns:a16="http://schemas.microsoft.com/office/drawing/2014/main" id="{122B05D7-2A1B-4127-A8B7-01A6001A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0462" y="780821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.75</a:t>
            </a:r>
          </a:p>
        </p:txBody>
      </p:sp>
      <p:sp>
        <p:nvSpPr>
          <p:cNvPr id="501" name="Cell 22,20">
            <a:extLst xmlns:a="http://schemas.openxmlformats.org/drawingml/2006/main">
              <a:ext uri="{FF2B5EF4-FFF2-40B4-BE49-F238E27FC236}">
                <a16:creationId xmlns:a16="http://schemas.microsoft.com/office/drawing/2014/main" id="{4CE3282C-7265-4E85-A371-AC1DA488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7746" y="780821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03D"/>
          </a:solidFill>
          <a:ln xmlns:a="http://schemas.openxmlformats.org/drawingml/2006/main" w="0">
            <a:noFill/>
          </a:ln>
        </p:spPr>
      </p:sp>
      <p:sp>
        <p:nvSpPr>
          <p:cNvPr id="502" name="Value 22,20">
            <a:extLst xmlns:a="http://schemas.openxmlformats.org/drawingml/2006/main">
              <a:ext uri="{FF2B5EF4-FFF2-40B4-BE49-F238E27FC236}">
                <a16:creationId xmlns:a16="http://schemas.microsoft.com/office/drawing/2014/main" id="{D3442D2E-7A0D-4325-9939-27F83936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7746" y="780821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.75</a:t>
            </a:r>
          </a:p>
        </p:txBody>
      </p:sp>
      <p:sp>
        <p:nvSpPr>
          <p:cNvPr id="503" name="Cell 22,21">
            <a:extLst xmlns:a="http://schemas.openxmlformats.org/drawingml/2006/main">
              <a:ext uri="{FF2B5EF4-FFF2-40B4-BE49-F238E27FC236}">
                <a16:creationId xmlns:a16="http://schemas.microsoft.com/office/drawing/2014/main" id="{318CB6F6-1017-4965-B804-55B1400D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5030" y="780821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A3B"/>
          </a:solidFill>
          <a:ln xmlns:a="http://schemas.openxmlformats.org/drawingml/2006/main" w="0">
            <a:noFill/>
          </a:ln>
        </p:spPr>
      </p:sp>
      <p:sp>
        <p:nvSpPr>
          <p:cNvPr id="504" name="Value 22,21">
            <a:extLst xmlns:a="http://schemas.openxmlformats.org/drawingml/2006/main">
              <a:ext uri="{FF2B5EF4-FFF2-40B4-BE49-F238E27FC236}">
                <a16:creationId xmlns:a16="http://schemas.microsoft.com/office/drawing/2014/main" id="{C393C4ED-A577-4EBC-9084-2BCFEF3B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5030" y="780821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.75</a:t>
            </a:r>
          </a:p>
        </p:txBody>
      </p:sp>
      <p:sp>
        <p:nvSpPr>
          <p:cNvPr id="505" name="Cell 22,22">
            <a:extLst xmlns:a="http://schemas.openxmlformats.org/drawingml/2006/main">
              <a:ext uri="{FF2B5EF4-FFF2-40B4-BE49-F238E27FC236}">
                <a16:creationId xmlns:a16="http://schemas.microsoft.com/office/drawing/2014/main" id="{7B2AD255-E13B-47EC-8FEF-1777FDBC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32314" y="7808214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234"/>
          </a:solidFill>
          <a:ln xmlns:a="http://schemas.openxmlformats.org/drawingml/2006/main" w="0">
            <a:noFill/>
          </a:ln>
        </p:spPr>
      </p:sp>
      <p:sp>
        <p:nvSpPr>
          <p:cNvPr id="506" name="Value 22,22">
            <a:extLst xmlns:a="http://schemas.openxmlformats.org/drawingml/2006/main">
              <a:ext uri="{FF2B5EF4-FFF2-40B4-BE49-F238E27FC236}">
                <a16:creationId xmlns:a16="http://schemas.microsoft.com/office/drawing/2014/main" id="{14D28C06-7366-490E-962D-CA90FDAB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32314" y="7808214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.78</a:t>
            </a:r>
          </a:p>
        </p:txBody>
      </p:sp>
      <p:sp>
        <p:nvSpPr>
          <p:cNvPr id="507" name="Cell 23,1">
            <a:extLst xmlns:a="http://schemas.openxmlformats.org/drawingml/2006/main">
              <a:ext uri="{FF2B5EF4-FFF2-40B4-BE49-F238E27FC236}">
                <a16:creationId xmlns:a16="http://schemas.microsoft.com/office/drawing/2014/main" id="{B3033223-6D5C-4B39-8D3B-FDE65537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817549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E38"/>
          </a:solidFill>
          <a:ln xmlns:a="http://schemas.openxmlformats.org/drawingml/2006/main" w="0">
            <a:noFill/>
          </a:ln>
        </p:spPr>
      </p:sp>
      <p:sp>
        <p:nvSpPr>
          <p:cNvPr id="508" name="Value 23,1">
            <a:extLst xmlns:a="http://schemas.openxmlformats.org/drawingml/2006/main">
              <a:ext uri="{FF2B5EF4-FFF2-40B4-BE49-F238E27FC236}">
                <a16:creationId xmlns:a16="http://schemas.microsoft.com/office/drawing/2014/main" id="{B30EE89F-A6C8-4055-9C96-3529C5FA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817549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.76</a:t>
            </a:r>
          </a:p>
        </p:txBody>
      </p:sp>
      <p:sp>
        <p:nvSpPr>
          <p:cNvPr id="509" name="Cell 23,2">
            <a:extLst xmlns:a="http://schemas.openxmlformats.org/drawingml/2006/main">
              <a:ext uri="{FF2B5EF4-FFF2-40B4-BE49-F238E27FC236}">
                <a16:creationId xmlns:a16="http://schemas.microsoft.com/office/drawing/2014/main" id="{C5EC0739-5509-41AD-8672-178A6837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634" y="817549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234"/>
          </a:solidFill>
          <a:ln xmlns:a="http://schemas.openxmlformats.org/drawingml/2006/main" w="0">
            <a:noFill/>
          </a:ln>
        </p:spPr>
      </p:sp>
      <p:sp>
        <p:nvSpPr>
          <p:cNvPr id="510" name="Value 23,2">
            <a:extLst xmlns:a="http://schemas.openxmlformats.org/drawingml/2006/main">
              <a:ext uri="{FF2B5EF4-FFF2-40B4-BE49-F238E27FC236}">
                <a16:creationId xmlns:a16="http://schemas.microsoft.com/office/drawing/2014/main" id="{73D6C8F0-8257-4DF3-A540-41EF9C4C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634" y="817549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.78</a:t>
            </a:r>
          </a:p>
        </p:txBody>
      </p:sp>
      <p:sp>
        <p:nvSpPr>
          <p:cNvPr id="511" name="Cell 23,3">
            <a:extLst xmlns:a="http://schemas.openxmlformats.org/drawingml/2006/main">
              <a:ext uri="{FF2B5EF4-FFF2-40B4-BE49-F238E27FC236}">
                <a16:creationId xmlns:a16="http://schemas.microsoft.com/office/drawing/2014/main" id="{DE2AECFC-1AAB-42E5-888C-5457D9FC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918" y="817549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23E"/>
          </a:solidFill>
          <a:ln xmlns:a="http://schemas.openxmlformats.org/drawingml/2006/main" w="0">
            <a:noFill/>
          </a:ln>
        </p:spPr>
      </p:sp>
      <p:sp>
        <p:nvSpPr>
          <p:cNvPr id="512" name="Value 23,3">
            <a:extLst xmlns:a="http://schemas.openxmlformats.org/drawingml/2006/main">
              <a:ext uri="{FF2B5EF4-FFF2-40B4-BE49-F238E27FC236}">
                <a16:creationId xmlns:a16="http://schemas.microsoft.com/office/drawing/2014/main" id="{FF6719E3-A28D-4961-AE2E-32077EE3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918" y="817549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.74</a:t>
            </a:r>
          </a:p>
        </p:txBody>
      </p:sp>
      <p:sp>
        <p:nvSpPr>
          <p:cNvPr id="513" name="Cell 23,4">
            <a:extLst xmlns:a="http://schemas.openxmlformats.org/drawingml/2006/main">
              <a:ext uri="{FF2B5EF4-FFF2-40B4-BE49-F238E27FC236}">
                <a16:creationId xmlns:a16="http://schemas.microsoft.com/office/drawing/2014/main" id="{5D908D23-1322-4797-A962-3697F13B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1202" y="817549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435"/>
          </a:solidFill>
          <a:ln xmlns:a="http://schemas.openxmlformats.org/drawingml/2006/main" w="0">
            <a:noFill/>
          </a:ln>
        </p:spPr>
      </p:sp>
      <p:sp>
        <p:nvSpPr>
          <p:cNvPr id="514" name="Value 23,4">
            <a:extLst xmlns:a="http://schemas.openxmlformats.org/drawingml/2006/main">
              <a:ext uri="{FF2B5EF4-FFF2-40B4-BE49-F238E27FC236}">
                <a16:creationId xmlns:a16="http://schemas.microsoft.com/office/drawing/2014/main" id="{2F471CFC-461B-483C-B318-7229C3A8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1202" y="817549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515" name="Cell 23,5">
            <a:extLst xmlns:a="http://schemas.openxmlformats.org/drawingml/2006/main">
              <a:ext uri="{FF2B5EF4-FFF2-40B4-BE49-F238E27FC236}">
                <a16:creationId xmlns:a16="http://schemas.microsoft.com/office/drawing/2014/main" id="{F41333CF-C8DF-44DF-A8DE-125F45FD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8486" y="817549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636"/>
          </a:solidFill>
          <a:ln xmlns:a="http://schemas.openxmlformats.org/drawingml/2006/main" w="0">
            <a:noFill/>
          </a:ln>
        </p:spPr>
      </p:sp>
      <p:sp>
        <p:nvSpPr>
          <p:cNvPr id="516" name="Value 23,5">
            <a:extLst xmlns:a="http://schemas.openxmlformats.org/drawingml/2006/main">
              <a:ext uri="{FF2B5EF4-FFF2-40B4-BE49-F238E27FC236}">
                <a16:creationId xmlns:a16="http://schemas.microsoft.com/office/drawing/2014/main" id="{4D387224-8C7E-4F1C-B081-287F892B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8486" y="817549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517" name="Cell 23,6">
            <a:extLst xmlns:a="http://schemas.openxmlformats.org/drawingml/2006/main">
              <a:ext uri="{FF2B5EF4-FFF2-40B4-BE49-F238E27FC236}">
                <a16:creationId xmlns:a16="http://schemas.microsoft.com/office/drawing/2014/main" id="{E603D6BD-C64B-4486-9C76-13846F00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770" y="817549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435"/>
          </a:solidFill>
          <a:ln xmlns:a="http://schemas.openxmlformats.org/drawingml/2006/main" w="0">
            <a:noFill/>
          </a:ln>
        </p:spPr>
      </p:sp>
      <p:sp>
        <p:nvSpPr>
          <p:cNvPr id="518" name="Value 23,6">
            <a:extLst xmlns:a="http://schemas.openxmlformats.org/drawingml/2006/main">
              <a:ext uri="{FF2B5EF4-FFF2-40B4-BE49-F238E27FC236}">
                <a16:creationId xmlns:a16="http://schemas.microsoft.com/office/drawing/2014/main" id="{11CCA701-F6A8-4B03-9E65-F8A409BC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770" y="817549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.78</a:t>
            </a:r>
          </a:p>
        </p:txBody>
      </p:sp>
      <p:sp>
        <p:nvSpPr>
          <p:cNvPr id="519" name="Cell 23,7">
            <a:extLst xmlns:a="http://schemas.openxmlformats.org/drawingml/2006/main">
              <a:ext uri="{FF2B5EF4-FFF2-40B4-BE49-F238E27FC236}">
                <a16:creationId xmlns:a16="http://schemas.microsoft.com/office/drawing/2014/main" id="{A1DA91AF-CACD-486E-87EA-C445FCED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3054" y="817549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C37"/>
          </a:solidFill>
          <a:ln xmlns:a="http://schemas.openxmlformats.org/drawingml/2006/main" w="0">
            <a:noFill/>
          </a:ln>
        </p:spPr>
      </p:sp>
      <p:sp>
        <p:nvSpPr>
          <p:cNvPr id="520" name="Value 23,7">
            <a:extLst xmlns:a="http://schemas.openxmlformats.org/drawingml/2006/main">
              <a:ext uri="{FF2B5EF4-FFF2-40B4-BE49-F238E27FC236}">
                <a16:creationId xmlns:a16="http://schemas.microsoft.com/office/drawing/2014/main" id="{7D83AAA7-EAC6-49B1-AD43-4FC743EF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3054" y="817549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521" name="Cell 23,8">
            <a:extLst xmlns:a="http://schemas.openxmlformats.org/drawingml/2006/main">
              <a:ext uri="{FF2B5EF4-FFF2-40B4-BE49-F238E27FC236}">
                <a16:creationId xmlns:a16="http://schemas.microsoft.com/office/drawing/2014/main" id="{EADEF25B-B3F4-49BD-8396-65551785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0338" y="817549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034"/>
          </a:solidFill>
          <a:ln xmlns:a="http://schemas.openxmlformats.org/drawingml/2006/main" w="0">
            <a:noFill/>
          </a:ln>
        </p:spPr>
      </p:sp>
      <p:sp>
        <p:nvSpPr>
          <p:cNvPr id="522" name="Value 23,8">
            <a:extLst xmlns:a="http://schemas.openxmlformats.org/drawingml/2006/main">
              <a:ext uri="{FF2B5EF4-FFF2-40B4-BE49-F238E27FC236}">
                <a16:creationId xmlns:a16="http://schemas.microsoft.com/office/drawing/2014/main" id="{D867F557-8D79-4218-8A1E-1599B748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0338" y="817549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.78</a:t>
            </a:r>
          </a:p>
        </p:txBody>
      </p:sp>
      <p:sp>
        <p:nvSpPr>
          <p:cNvPr id="523" name="Cell 23,9">
            <a:extLst xmlns:a="http://schemas.openxmlformats.org/drawingml/2006/main">
              <a:ext uri="{FF2B5EF4-FFF2-40B4-BE49-F238E27FC236}">
                <a16:creationId xmlns:a16="http://schemas.microsoft.com/office/drawing/2014/main" id="{99C61E83-90AD-45FD-966B-31841617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7622" y="817549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C3C"/>
          </a:solidFill>
          <a:ln xmlns:a="http://schemas.openxmlformats.org/drawingml/2006/main" w="0">
            <a:noFill/>
          </a:ln>
        </p:spPr>
      </p:sp>
      <p:sp>
        <p:nvSpPr>
          <p:cNvPr id="524" name="Value 23,9">
            <a:extLst xmlns:a="http://schemas.openxmlformats.org/drawingml/2006/main">
              <a:ext uri="{FF2B5EF4-FFF2-40B4-BE49-F238E27FC236}">
                <a16:creationId xmlns:a16="http://schemas.microsoft.com/office/drawing/2014/main" id="{3DB42561-D71C-414A-A1CE-90A84F8E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7622" y="817549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.75</a:t>
            </a:r>
          </a:p>
        </p:txBody>
      </p:sp>
      <p:sp>
        <p:nvSpPr>
          <p:cNvPr id="525" name="Cell 23,10">
            <a:extLst xmlns:a="http://schemas.openxmlformats.org/drawingml/2006/main">
              <a:ext uri="{FF2B5EF4-FFF2-40B4-BE49-F238E27FC236}">
                <a16:creationId xmlns:a16="http://schemas.microsoft.com/office/drawing/2014/main" id="{3D5903FE-2A7D-41BA-B1F7-D11F7FC1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4906" y="817549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C3C"/>
          </a:solidFill>
          <a:ln xmlns:a="http://schemas.openxmlformats.org/drawingml/2006/main" w="0">
            <a:noFill/>
          </a:ln>
        </p:spPr>
      </p:sp>
      <p:sp>
        <p:nvSpPr>
          <p:cNvPr id="526" name="Value 23,10">
            <a:extLst xmlns:a="http://schemas.openxmlformats.org/drawingml/2006/main">
              <a:ext uri="{FF2B5EF4-FFF2-40B4-BE49-F238E27FC236}">
                <a16:creationId xmlns:a16="http://schemas.microsoft.com/office/drawing/2014/main" id="{A4658895-BBD0-4BE9-A886-03BB7E5E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4906" y="817549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.75</a:t>
            </a:r>
          </a:p>
        </p:txBody>
      </p:sp>
      <p:sp>
        <p:nvSpPr>
          <p:cNvPr id="527" name="Cell 23,11">
            <a:extLst xmlns:a="http://schemas.openxmlformats.org/drawingml/2006/main">
              <a:ext uri="{FF2B5EF4-FFF2-40B4-BE49-F238E27FC236}">
                <a16:creationId xmlns:a16="http://schemas.microsoft.com/office/drawing/2014/main" id="{59C0BEC8-FA94-4324-87FA-539BC305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2190" y="817549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A044"/>
          </a:solidFill>
          <a:ln xmlns:a="http://schemas.openxmlformats.org/drawingml/2006/main" w="0">
            <a:noFill/>
          </a:ln>
        </p:spPr>
      </p:sp>
      <p:sp>
        <p:nvSpPr>
          <p:cNvPr id="528" name="Value 23,11">
            <a:extLst xmlns:a="http://schemas.openxmlformats.org/drawingml/2006/main">
              <a:ext uri="{FF2B5EF4-FFF2-40B4-BE49-F238E27FC236}">
                <a16:creationId xmlns:a16="http://schemas.microsoft.com/office/drawing/2014/main" id="{BD409361-032A-4CFB-B570-177BF4A9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2190" y="817549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.72</a:t>
            </a:r>
          </a:p>
        </p:txBody>
      </p:sp>
      <p:sp>
        <p:nvSpPr>
          <p:cNvPr id="529" name="Cell 23,12">
            <a:extLst xmlns:a="http://schemas.openxmlformats.org/drawingml/2006/main">
              <a:ext uri="{FF2B5EF4-FFF2-40B4-BE49-F238E27FC236}">
                <a16:creationId xmlns:a16="http://schemas.microsoft.com/office/drawing/2014/main" id="{1814BB2C-C55D-49C4-B1F8-D6BE1654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9474" y="817549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435"/>
          </a:solidFill>
          <a:ln xmlns:a="http://schemas.openxmlformats.org/drawingml/2006/main" w="0">
            <a:noFill/>
          </a:ln>
        </p:spPr>
      </p:sp>
      <p:sp>
        <p:nvSpPr>
          <p:cNvPr id="530" name="Value 23,12">
            <a:extLst xmlns:a="http://schemas.openxmlformats.org/drawingml/2006/main">
              <a:ext uri="{FF2B5EF4-FFF2-40B4-BE49-F238E27FC236}">
                <a16:creationId xmlns:a16="http://schemas.microsoft.com/office/drawing/2014/main" id="{04539B14-109D-4D78-8AFA-CAF7C9F1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9474" y="817549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531" name="Cell 23,13">
            <a:extLst xmlns:a="http://schemas.openxmlformats.org/drawingml/2006/main">
              <a:ext uri="{FF2B5EF4-FFF2-40B4-BE49-F238E27FC236}">
                <a16:creationId xmlns:a16="http://schemas.microsoft.com/office/drawing/2014/main" id="{62C373A1-CB76-436F-AE87-5A7E6930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6758" y="817549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234"/>
          </a:solidFill>
          <a:ln xmlns:a="http://schemas.openxmlformats.org/drawingml/2006/main" w="0">
            <a:noFill/>
          </a:ln>
        </p:spPr>
      </p:sp>
      <p:sp>
        <p:nvSpPr>
          <p:cNvPr id="532" name="Value 23,13">
            <a:extLst xmlns:a="http://schemas.openxmlformats.org/drawingml/2006/main">
              <a:ext uri="{FF2B5EF4-FFF2-40B4-BE49-F238E27FC236}">
                <a16:creationId xmlns:a16="http://schemas.microsoft.com/office/drawing/2014/main" id="{72F50ABF-31ED-49CC-B7AA-0A893326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6758" y="817549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.78</a:t>
            </a:r>
          </a:p>
        </p:txBody>
      </p:sp>
      <p:sp>
        <p:nvSpPr>
          <p:cNvPr id="533" name="Cell 23,14">
            <a:extLst xmlns:a="http://schemas.openxmlformats.org/drawingml/2006/main">
              <a:ext uri="{FF2B5EF4-FFF2-40B4-BE49-F238E27FC236}">
                <a16:creationId xmlns:a16="http://schemas.microsoft.com/office/drawing/2014/main" id="{EE6242B4-A442-4E48-80B9-E5A754B3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4042" y="817549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A3B"/>
          </a:solidFill>
          <a:ln xmlns:a="http://schemas.openxmlformats.org/drawingml/2006/main" w="0">
            <a:noFill/>
          </a:ln>
        </p:spPr>
      </p:sp>
      <p:sp>
        <p:nvSpPr>
          <p:cNvPr id="534" name="Value 23,14">
            <a:extLst xmlns:a="http://schemas.openxmlformats.org/drawingml/2006/main">
              <a:ext uri="{FF2B5EF4-FFF2-40B4-BE49-F238E27FC236}">
                <a16:creationId xmlns:a16="http://schemas.microsoft.com/office/drawing/2014/main" id="{18457717-597F-4ED5-B590-65F55152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4042" y="817549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.75</a:t>
            </a:r>
          </a:p>
        </p:txBody>
      </p:sp>
      <p:sp>
        <p:nvSpPr>
          <p:cNvPr id="535" name="Cell 23,15">
            <a:extLst xmlns:a="http://schemas.openxmlformats.org/drawingml/2006/main">
              <a:ext uri="{FF2B5EF4-FFF2-40B4-BE49-F238E27FC236}">
                <a16:creationId xmlns:a16="http://schemas.microsoft.com/office/drawing/2014/main" id="{03756623-0F96-4B05-92A2-1A824A34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1326" y="817549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A37"/>
          </a:solidFill>
          <a:ln xmlns:a="http://schemas.openxmlformats.org/drawingml/2006/main" w="0">
            <a:noFill/>
          </a:ln>
        </p:spPr>
      </p:sp>
      <p:sp>
        <p:nvSpPr>
          <p:cNvPr id="536" name="Value 23,15">
            <a:extLst xmlns:a="http://schemas.openxmlformats.org/drawingml/2006/main">
              <a:ext uri="{FF2B5EF4-FFF2-40B4-BE49-F238E27FC236}">
                <a16:creationId xmlns:a16="http://schemas.microsoft.com/office/drawing/2014/main" id="{E880D7A2-A780-4828-AF8B-AD18357C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1326" y="817549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537" name="Cell 23,16">
            <a:extLst xmlns:a="http://schemas.openxmlformats.org/drawingml/2006/main">
              <a:ext uri="{FF2B5EF4-FFF2-40B4-BE49-F238E27FC236}">
                <a16:creationId xmlns:a16="http://schemas.microsoft.com/office/drawing/2014/main" id="{A7838420-5106-4F81-B8FB-47CFE1C3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8610" y="817549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234"/>
          </a:solidFill>
          <a:ln xmlns:a="http://schemas.openxmlformats.org/drawingml/2006/main" w="0">
            <a:noFill/>
          </a:ln>
        </p:spPr>
      </p:sp>
      <p:sp>
        <p:nvSpPr>
          <p:cNvPr id="538" name="Value 23,16">
            <a:extLst xmlns:a="http://schemas.openxmlformats.org/drawingml/2006/main">
              <a:ext uri="{FF2B5EF4-FFF2-40B4-BE49-F238E27FC236}">
                <a16:creationId xmlns:a16="http://schemas.microsoft.com/office/drawing/2014/main" id="{E0A08F6C-76D3-4CB3-AE8D-EB85EAAD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8610" y="817549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.78</a:t>
            </a:r>
          </a:p>
        </p:txBody>
      </p:sp>
      <p:sp>
        <p:nvSpPr>
          <p:cNvPr id="539" name="Cell 23,17">
            <a:extLst xmlns:a="http://schemas.openxmlformats.org/drawingml/2006/main">
              <a:ext uri="{FF2B5EF4-FFF2-40B4-BE49-F238E27FC236}">
                <a16:creationId xmlns:a16="http://schemas.microsoft.com/office/drawing/2014/main" id="{2571189A-F8E8-4A5C-8BA8-64034428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5894" y="817549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435"/>
          </a:solidFill>
          <a:ln xmlns:a="http://schemas.openxmlformats.org/drawingml/2006/main" w="0">
            <a:noFill/>
          </a:ln>
        </p:spPr>
      </p:sp>
      <p:sp>
        <p:nvSpPr>
          <p:cNvPr id="540" name="Value 23,17">
            <a:extLst xmlns:a="http://schemas.openxmlformats.org/drawingml/2006/main">
              <a:ext uri="{FF2B5EF4-FFF2-40B4-BE49-F238E27FC236}">
                <a16:creationId xmlns:a16="http://schemas.microsoft.com/office/drawing/2014/main" id="{FDF13EA4-F755-4FD5-9295-0F65F99F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5894" y="817549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541" name="Cell 23,18">
            <a:extLst xmlns:a="http://schemas.openxmlformats.org/drawingml/2006/main">
              <a:ext uri="{FF2B5EF4-FFF2-40B4-BE49-F238E27FC236}">
                <a16:creationId xmlns:a16="http://schemas.microsoft.com/office/drawing/2014/main" id="{4CE7DEA0-6BA7-47F1-A667-D0CECAC5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3178" y="817549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6E33"/>
          </a:solidFill>
          <a:ln xmlns:a="http://schemas.openxmlformats.org/drawingml/2006/main" w="0">
            <a:noFill/>
          </a:ln>
        </p:spPr>
      </p:sp>
      <p:sp>
        <p:nvSpPr>
          <p:cNvPr id="542" name="Value 23,18">
            <a:extLst xmlns:a="http://schemas.openxmlformats.org/drawingml/2006/main">
              <a:ext uri="{FF2B5EF4-FFF2-40B4-BE49-F238E27FC236}">
                <a16:creationId xmlns:a16="http://schemas.microsoft.com/office/drawing/2014/main" id="{AC1D6D7B-3696-4C11-ADF6-02E93B13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3178" y="817549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.78</a:t>
            </a:r>
          </a:p>
        </p:txBody>
      </p:sp>
      <p:sp>
        <p:nvSpPr>
          <p:cNvPr id="543" name="Cell 23,19">
            <a:extLst xmlns:a="http://schemas.openxmlformats.org/drawingml/2006/main">
              <a:ext uri="{FF2B5EF4-FFF2-40B4-BE49-F238E27FC236}">
                <a16:creationId xmlns:a16="http://schemas.microsoft.com/office/drawing/2014/main" id="{6586FD12-E118-497E-9F97-0B7124DC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0462" y="817549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836"/>
          </a:solidFill>
          <a:ln xmlns:a="http://schemas.openxmlformats.org/drawingml/2006/main" w="0">
            <a:noFill/>
          </a:ln>
        </p:spPr>
      </p:sp>
      <p:sp>
        <p:nvSpPr>
          <p:cNvPr id="544" name="Value 23,19">
            <a:extLst xmlns:a="http://schemas.openxmlformats.org/drawingml/2006/main">
              <a:ext uri="{FF2B5EF4-FFF2-40B4-BE49-F238E27FC236}">
                <a16:creationId xmlns:a16="http://schemas.microsoft.com/office/drawing/2014/main" id="{1B57A629-3BBA-4CBE-AD35-523F0DE1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0462" y="817549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545" name="Cell 23,20">
            <a:extLst xmlns:a="http://schemas.openxmlformats.org/drawingml/2006/main">
              <a:ext uri="{FF2B5EF4-FFF2-40B4-BE49-F238E27FC236}">
                <a16:creationId xmlns:a16="http://schemas.microsoft.com/office/drawing/2014/main" id="{69BA49BF-8670-4BE5-8F0F-1A7E24D7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7746" y="817549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636"/>
          </a:solidFill>
          <a:ln xmlns:a="http://schemas.openxmlformats.org/drawingml/2006/main" w="0">
            <a:noFill/>
          </a:ln>
        </p:spPr>
      </p:sp>
      <p:sp>
        <p:nvSpPr>
          <p:cNvPr id="546" name="Value 23,20">
            <a:extLst xmlns:a="http://schemas.openxmlformats.org/drawingml/2006/main">
              <a:ext uri="{FF2B5EF4-FFF2-40B4-BE49-F238E27FC236}">
                <a16:creationId xmlns:a16="http://schemas.microsoft.com/office/drawing/2014/main" id="{4A9FB1FA-CCB8-4919-835D-6066E21D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7746" y="817549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547" name="Cell 23,21">
            <a:extLst xmlns:a="http://schemas.openxmlformats.org/drawingml/2006/main">
              <a:ext uri="{FF2B5EF4-FFF2-40B4-BE49-F238E27FC236}">
                <a16:creationId xmlns:a16="http://schemas.microsoft.com/office/drawing/2014/main" id="{587F3145-6DD9-4A51-A504-D46CE4B4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5030" y="817549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234"/>
          </a:solidFill>
          <a:ln xmlns:a="http://schemas.openxmlformats.org/drawingml/2006/main" w="0">
            <a:noFill/>
          </a:ln>
        </p:spPr>
      </p:sp>
      <p:sp>
        <p:nvSpPr>
          <p:cNvPr id="548" name="Value 23,21">
            <a:extLst xmlns:a="http://schemas.openxmlformats.org/drawingml/2006/main">
              <a:ext uri="{FF2B5EF4-FFF2-40B4-BE49-F238E27FC236}">
                <a16:creationId xmlns:a16="http://schemas.microsoft.com/office/drawing/2014/main" id="{C3BB7D97-1C5D-4D8D-82A3-5C9A7CE2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5030" y="817549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.78</a:t>
            </a:r>
          </a:p>
        </p:txBody>
      </p:sp>
      <p:sp>
        <p:nvSpPr>
          <p:cNvPr id="549" name="Cell 23,22">
            <a:extLst xmlns:a="http://schemas.openxmlformats.org/drawingml/2006/main">
              <a:ext uri="{FF2B5EF4-FFF2-40B4-BE49-F238E27FC236}">
                <a16:creationId xmlns:a16="http://schemas.microsoft.com/office/drawing/2014/main" id="{F7631737-5814-48B1-BBDB-12950473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32314" y="817549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E3C"/>
          </a:solidFill>
          <a:ln xmlns:a="http://schemas.openxmlformats.org/drawingml/2006/main" w="0">
            <a:noFill/>
          </a:ln>
        </p:spPr>
      </p:sp>
      <p:sp>
        <p:nvSpPr>
          <p:cNvPr id="550" name="Value 23,22">
            <a:extLst xmlns:a="http://schemas.openxmlformats.org/drawingml/2006/main">
              <a:ext uri="{FF2B5EF4-FFF2-40B4-BE49-F238E27FC236}">
                <a16:creationId xmlns:a16="http://schemas.microsoft.com/office/drawing/2014/main" id="{57DD3095-1C15-40BD-8C25-0C7ADEE0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32314" y="817549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.75</a:t>
            </a:r>
          </a:p>
        </p:txBody>
      </p:sp>
      <p:sp>
        <p:nvSpPr>
          <p:cNvPr id="551" name="Cell 23,23">
            <a:extLst xmlns:a="http://schemas.openxmlformats.org/drawingml/2006/main">
              <a:ext uri="{FF2B5EF4-FFF2-40B4-BE49-F238E27FC236}">
                <a16:creationId xmlns:a16="http://schemas.microsoft.com/office/drawing/2014/main" id="{6E93906F-7F35-45BC-B2FB-C47325F6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9598" y="8175498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181D"/>
          </a:solidFill>
          <a:ln xmlns:a="http://schemas.openxmlformats.org/drawingml/2006/main" w="0">
            <a:noFill/>
          </a:ln>
        </p:spPr>
      </p:sp>
      <p:sp>
        <p:nvSpPr>
          <p:cNvPr id="552" name="Value 23,23">
            <a:extLst xmlns:a="http://schemas.openxmlformats.org/drawingml/2006/main">
              <a:ext uri="{FF2B5EF4-FFF2-40B4-BE49-F238E27FC236}">
                <a16:creationId xmlns:a16="http://schemas.microsoft.com/office/drawing/2014/main" id="{E7421003-D94B-47ED-9214-ABC3CF84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9598" y="8175498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.88</a:t>
            </a:r>
          </a:p>
        </p:txBody>
      </p:sp>
      <p:sp>
        <p:nvSpPr>
          <p:cNvPr id="553" name="Cell 24,1">
            <a:extLst xmlns:a="http://schemas.openxmlformats.org/drawingml/2006/main">
              <a:ext uri="{FF2B5EF4-FFF2-40B4-BE49-F238E27FC236}">
                <a16:creationId xmlns:a16="http://schemas.microsoft.com/office/drawing/2014/main" id="{713E1660-BFB0-4BB9-9838-E41C6B52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854278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4D2A"/>
          </a:solidFill>
          <a:ln xmlns:a="http://schemas.openxmlformats.org/drawingml/2006/main" w="0">
            <a:noFill/>
          </a:ln>
        </p:spPr>
      </p:sp>
      <p:sp>
        <p:nvSpPr>
          <p:cNvPr id="554" name="Value 24,1">
            <a:extLst xmlns:a="http://schemas.openxmlformats.org/drawingml/2006/main">
              <a:ext uri="{FF2B5EF4-FFF2-40B4-BE49-F238E27FC236}">
                <a16:creationId xmlns:a16="http://schemas.microsoft.com/office/drawing/2014/main" id="{38749735-79FF-4EC0-95E3-6DF06B41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854278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.81</a:t>
            </a:r>
          </a:p>
        </p:txBody>
      </p:sp>
      <p:sp>
        <p:nvSpPr>
          <p:cNvPr id="555" name="Cell 24,2">
            <a:extLst xmlns:a="http://schemas.openxmlformats.org/drawingml/2006/main">
              <a:ext uri="{FF2B5EF4-FFF2-40B4-BE49-F238E27FC236}">
                <a16:creationId xmlns:a16="http://schemas.microsoft.com/office/drawing/2014/main" id="{909C7A25-8227-4C54-AC7F-4A8C0F62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634" y="854278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4B29"/>
          </a:solidFill>
          <a:ln xmlns:a="http://schemas.openxmlformats.org/drawingml/2006/main" w="0">
            <a:noFill/>
          </a:ln>
        </p:spPr>
      </p:sp>
      <p:sp>
        <p:nvSpPr>
          <p:cNvPr id="556" name="Value 24,2">
            <a:extLst xmlns:a="http://schemas.openxmlformats.org/drawingml/2006/main">
              <a:ext uri="{FF2B5EF4-FFF2-40B4-BE49-F238E27FC236}">
                <a16:creationId xmlns:a16="http://schemas.microsoft.com/office/drawing/2014/main" id="{A80B8785-D458-4D9E-BE50-750A17FC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634" y="854278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.81</a:t>
            </a:r>
          </a:p>
        </p:txBody>
      </p:sp>
      <p:sp>
        <p:nvSpPr>
          <p:cNvPr id="557" name="Cell 24,3">
            <a:extLst xmlns:a="http://schemas.openxmlformats.org/drawingml/2006/main">
              <a:ext uri="{FF2B5EF4-FFF2-40B4-BE49-F238E27FC236}">
                <a16:creationId xmlns:a16="http://schemas.microsoft.com/office/drawing/2014/main" id="{0353AE44-7252-4667-B766-4E3302EA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918" y="854278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239"/>
          </a:solidFill>
          <a:ln xmlns:a="http://schemas.openxmlformats.org/drawingml/2006/main" w="0">
            <a:noFill/>
          </a:ln>
        </p:spPr>
      </p:sp>
      <p:sp>
        <p:nvSpPr>
          <p:cNvPr id="558" name="Value 24,3">
            <a:extLst xmlns:a="http://schemas.openxmlformats.org/drawingml/2006/main">
              <a:ext uri="{FF2B5EF4-FFF2-40B4-BE49-F238E27FC236}">
                <a16:creationId xmlns:a16="http://schemas.microsoft.com/office/drawing/2014/main" id="{7595F631-982B-4154-91EC-A22F5804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918" y="854278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.76</a:t>
            </a:r>
          </a:p>
        </p:txBody>
      </p:sp>
      <p:sp>
        <p:nvSpPr>
          <p:cNvPr id="559" name="Cell 24,4">
            <a:extLst xmlns:a="http://schemas.openxmlformats.org/drawingml/2006/main">
              <a:ext uri="{FF2B5EF4-FFF2-40B4-BE49-F238E27FC236}">
                <a16:creationId xmlns:a16="http://schemas.microsoft.com/office/drawing/2014/main" id="{BC17F695-790E-420E-B89B-FA5881FB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1202" y="854278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234"/>
          </a:solidFill>
          <a:ln xmlns:a="http://schemas.openxmlformats.org/drawingml/2006/main" w="0">
            <a:noFill/>
          </a:ln>
        </p:spPr>
      </p:sp>
      <p:sp>
        <p:nvSpPr>
          <p:cNvPr id="560" name="Value 24,4">
            <a:extLst xmlns:a="http://schemas.openxmlformats.org/drawingml/2006/main">
              <a:ext uri="{FF2B5EF4-FFF2-40B4-BE49-F238E27FC236}">
                <a16:creationId xmlns:a16="http://schemas.microsoft.com/office/drawing/2014/main" id="{2D9D619B-51B5-43C6-9F3E-CD2B1C15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1202" y="854278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.78</a:t>
            </a:r>
          </a:p>
        </p:txBody>
      </p:sp>
      <p:sp>
        <p:nvSpPr>
          <p:cNvPr id="561" name="Cell 24,5">
            <a:extLst xmlns:a="http://schemas.openxmlformats.org/drawingml/2006/main">
              <a:ext uri="{FF2B5EF4-FFF2-40B4-BE49-F238E27FC236}">
                <a16:creationId xmlns:a16="http://schemas.microsoft.com/office/drawing/2014/main" id="{FBF0A443-AD84-4F51-B040-C0026871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8486" y="854278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034"/>
          </a:solidFill>
          <a:ln xmlns:a="http://schemas.openxmlformats.org/drawingml/2006/main" w="0">
            <a:noFill/>
          </a:ln>
        </p:spPr>
      </p:sp>
      <p:sp>
        <p:nvSpPr>
          <p:cNvPr id="562" name="Value 24,5">
            <a:extLst xmlns:a="http://schemas.openxmlformats.org/drawingml/2006/main">
              <a:ext uri="{FF2B5EF4-FFF2-40B4-BE49-F238E27FC236}">
                <a16:creationId xmlns:a16="http://schemas.microsoft.com/office/drawing/2014/main" id="{6C073396-29BD-4E2D-8DBB-B2C843CE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8486" y="854278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.78</a:t>
            </a:r>
          </a:p>
        </p:txBody>
      </p:sp>
      <p:sp>
        <p:nvSpPr>
          <p:cNvPr id="563" name="Cell 24,6">
            <a:extLst xmlns:a="http://schemas.openxmlformats.org/drawingml/2006/main">
              <a:ext uri="{FF2B5EF4-FFF2-40B4-BE49-F238E27FC236}">
                <a16:creationId xmlns:a16="http://schemas.microsoft.com/office/drawing/2014/main" id="{CD08705E-1F5A-4EC5-9DE6-BCB1F7AA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770" y="854278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234"/>
          </a:solidFill>
          <a:ln xmlns:a="http://schemas.openxmlformats.org/drawingml/2006/main" w="0">
            <a:noFill/>
          </a:ln>
        </p:spPr>
      </p:sp>
      <p:sp>
        <p:nvSpPr>
          <p:cNvPr id="564" name="Value 24,6">
            <a:extLst xmlns:a="http://schemas.openxmlformats.org/drawingml/2006/main">
              <a:ext uri="{FF2B5EF4-FFF2-40B4-BE49-F238E27FC236}">
                <a16:creationId xmlns:a16="http://schemas.microsoft.com/office/drawing/2014/main" id="{374C7817-2864-46C8-B2FC-00637AD1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770" y="854278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.78</a:t>
            </a:r>
          </a:p>
        </p:txBody>
      </p:sp>
      <p:sp>
        <p:nvSpPr>
          <p:cNvPr id="565" name="Cell 24,7">
            <a:extLst xmlns:a="http://schemas.openxmlformats.org/drawingml/2006/main">
              <a:ext uri="{FF2B5EF4-FFF2-40B4-BE49-F238E27FC236}">
                <a16:creationId xmlns:a16="http://schemas.microsoft.com/office/drawing/2014/main" id="{E1487273-8B46-419F-B17D-846D1A8E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3054" y="854278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C37"/>
          </a:solidFill>
          <a:ln xmlns:a="http://schemas.openxmlformats.org/drawingml/2006/main" w="0">
            <a:noFill/>
          </a:ln>
        </p:spPr>
      </p:sp>
      <p:sp>
        <p:nvSpPr>
          <p:cNvPr id="566" name="Value 24,7">
            <a:extLst xmlns:a="http://schemas.openxmlformats.org/drawingml/2006/main">
              <a:ext uri="{FF2B5EF4-FFF2-40B4-BE49-F238E27FC236}">
                <a16:creationId xmlns:a16="http://schemas.microsoft.com/office/drawing/2014/main" id="{71CC5D59-93B5-4663-AD73-7D63495E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3054" y="854278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567" name="Cell 24,8">
            <a:extLst xmlns:a="http://schemas.openxmlformats.org/drawingml/2006/main">
              <a:ext uri="{FF2B5EF4-FFF2-40B4-BE49-F238E27FC236}">
                <a16:creationId xmlns:a16="http://schemas.microsoft.com/office/drawing/2014/main" id="{D0457D7E-6C31-4F50-A74A-10A3EA41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0338" y="854278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234"/>
          </a:solidFill>
          <a:ln xmlns:a="http://schemas.openxmlformats.org/drawingml/2006/main" w="0">
            <a:noFill/>
          </a:ln>
        </p:spPr>
      </p:sp>
      <p:sp>
        <p:nvSpPr>
          <p:cNvPr id="568" name="Value 24,8">
            <a:extLst xmlns:a="http://schemas.openxmlformats.org/drawingml/2006/main">
              <a:ext uri="{FF2B5EF4-FFF2-40B4-BE49-F238E27FC236}">
                <a16:creationId xmlns:a16="http://schemas.microsoft.com/office/drawing/2014/main" id="{46C5FD9E-422D-4E12-8520-CF6A39D8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0338" y="854278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.78</a:t>
            </a:r>
          </a:p>
        </p:txBody>
      </p:sp>
      <p:sp>
        <p:nvSpPr>
          <p:cNvPr id="569" name="Cell 24,9">
            <a:extLst xmlns:a="http://schemas.openxmlformats.org/drawingml/2006/main">
              <a:ext uri="{FF2B5EF4-FFF2-40B4-BE49-F238E27FC236}">
                <a16:creationId xmlns:a16="http://schemas.microsoft.com/office/drawing/2014/main" id="{5918ACFB-A2EE-4569-BFE3-F187A469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7622" y="854278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C3C"/>
          </a:solidFill>
          <a:ln xmlns:a="http://schemas.openxmlformats.org/drawingml/2006/main" w="0">
            <a:noFill/>
          </a:ln>
        </p:spPr>
      </p:sp>
      <p:sp>
        <p:nvSpPr>
          <p:cNvPr id="570" name="Value 24,9">
            <a:extLst xmlns:a="http://schemas.openxmlformats.org/drawingml/2006/main">
              <a:ext uri="{FF2B5EF4-FFF2-40B4-BE49-F238E27FC236}">
                <a16:creationId xmlns:a16="http://schemas.microsoft.com/office/drawing/2014/main" id="{95C5163B-75D3-4FEF-B838-5B3BB03B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7622" y="854278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.75</a:t>
            </a:r>
          </a:p>
        </p:txBody>
      </p:sp>
      <p:sp>
        <p:nvSpPr>
          <p:cNvPr id="571" name="Cell 24,10">
            <a:extLst xmlns:a="http://schemas.openxmlformats.org/drawingml/2006/main">
              <a:ext uri="{FF2B5EF4-FFF2-40B4-BE49-F238E27FC236}">
                <a16:creationId xmlns:a16="http://schemas.microsoft.com/office/drawing/2014/main" id="{9F65E26D-F426-43C9-886A-BABFC811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4906" y="854278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83B"/>
          </a:solidFill>
          <a:ln xmlns:a="http://schemas.openxmlformats.org/drawingml/2006/main" w="0">
            <a:noFill/>
          </a:ln>
        </p:spPr>
      </p:sp>
      <p:sp>
        <p:nvSpPr>
          <p:cNvPr id="572" name="Value 24,10">
            <a:extLst xmlns:a="http://schemas.openxmlformats.org/drawingml/2006/main">
              <a:ext uri="{FF2B5EF4-FFF2-40B4-BE49-F238E27FC236}">
                <a16:creationId xmlns:a16="http://schemas.microsoft.com/office/drawing/2014/main" id="{55CAB48F-C92D-443D-8B95-EBD67DA9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4906" y="854278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.75</a:t>
            </a:r>
          </a:p>
        </p:txBody>
      </p:sp>
      <p:sp>
        <p:nvSpPr>
          <p:cNvPr id="573" name="Cell 24,11">
            <a:extLst xmlns:a="http://schemas.openxmlformats.org/drawingml/2006/main">
              <a:ext uri="{FF2B5EF4-FFF2-40B4-BE49-F238E27FC236}">
                <a16:creationId xmlns:a16="http://schemas.microsoft.com/office/drawing/2014/main" id="{6804C8AC-80F9-455E-97FF-1C294AB9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2190" y="854278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740"/>
          </a:solidFill>
          <a:ln xmlns:a="http://schemas.openxmlformats.org/drawingml/2006/main" w="0">
            <a:noFill/>
          </a:ln>
        </p:spPr>
      </p:sp>
      <p:sp>
        <p:nvSpPr>
          <p:cNvPr id="574" name="Value 24,11">
            <a:extLst xmlns:a="http://schemas.openxmlformats.org/drawingml/2006/main">
              <a:ext uri="{FF2B5EF4-FFF2-40B4-BE49-F238E27FC236}">
                <a16:creationId xmlns:a16="http://schemas.microsoft.com/office/drawing/2014/main" id="{BC586C8E-D1EA-4CA1-8C9F-BFFB745D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2190" y="854278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.73</a:t>
            </a:r>
          </a:p>
        </p:txBody>
      </p:sp>
      <p:sp>
        <p:nvSpPr>
          <p:cNvPr id="575" name="Cell 24,12">
            <a:extLst xmlns:a="http://schemas.openxmlformats.org/drawingml/2006/main">
              <a:ext uri="{FF2B5EF4-FFF2-40B4-BE49-F238E27FC236}">
                <a16:creationId xmlns:a16="http://schemas.microsoft.com/office/drawing/2014/main" id="{A1BCAE9F-3FD1-4E67-B2FA-5C05A355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9474" y="854278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4B29"/>
          </a:solidFill>
          <a:ln xmlns:a="http://schemas.openxmlformats.org/drawingml/2006/main" w="0">
            <a:noFill/>
          </a:ln>
        </p:spPr>
      </p:sp>
      <p:sp>
        <p:nvSpPr>
          <p:cNvPr id="576" name="Value 24,12">
            <a:extLst xmlns:a="http://schemas.openxmlformats.org/drawingml/2006/main">
              <a:ext uri="{FF2B5EF4-FFF2-40B4-BE49-F238E27FC236}">
                <a16:creationId xmlns:a16="http://schemas.microsoft.com/office/drawing/2014/main" id="{E1A4CD54-36EA-4576-8595-A6D20396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9474" y="854278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.82</a:t>
            </a:r>
          </a:p>
        </p:txBody>
      </p:sp>
      <p:sp>
        <p:nvSpPr>
          <p:cNvPr id="577" name="Cell 24,13">
            <a:extLst xmlns:a="http://schemas.openxmlformats.org/drawingml/2006/main">
              <a:ext uri="{FF2B5EF4-FFF2-40B4-BE49-F238E27FC236}">
                <a16:creationId xmlns:a16="http://schemas.microsoft.com/office/drawing/2014/main" id="{574D493E-3EF6-4B81-BD37-7471CF08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6758" y="854278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532B"/>
          </a:solidFill>
          <a:ln xmlns:a="http://schemas.openxmlformats.org/drawingml/2006/main" w="0">
            <a:noFill/>
          </a:ln>
        </p:spPr>
      </p:sp>
      <p:sp>
        <p:nvSpPr>
          <p:cNvPr id="578" name="Value 24,13">
            <a:extLst xmlns:a="http://schemas.openxmlformats.org/drawingml/2006/main">
              <a:ext uri="{FF2B5EF4-FFF2-40B4-BE49-F238E27FC236}">
                <a16:creationId xmlns:a16="http://schemas.microsoft.com/office/drawing/2014/main" id="{BBBCCD34-8E69-437C-85CA-C1C4C0CF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6758" y="854278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.81</a:t>
            </a:r>
          </a:p>
        </p:txBody>
      </p:sp>
      <p:sp>
        <p:nvSpPr>
          <p:cNvPr id="579" name="Cell 24,14">
            <a:extLst xmlns:a="http://schemas.openxmlformats.org/drawingml/2006/main">
              <a:ext uri="{FF2B5EF4-FFF2-40B4-BE49-F238E27FC236}">
                <a16:creationId xmlns:a16="http://schemas.microsoft.com/office/drawing/2014/main" id="{9A0ADA5F-D173-4E0D-A116-F517E956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4042" y="854278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6832"/>
          </a:solidFill>
          <a:ln xmlns:a="http://schemas.openxmlformats.org/drawingml/2006/main" w="0">
            <a:noFill/>
          </a:ln>
        </p:spPr>
      </p:sp>
      <p:sp>
        <p:nvSpPr>
          <p:cNvPr id="580" name="Value 24,14">
            <a:extLst xmlns:a="http://schemas.openxmlformats.org/drawingml/2006/main">
              <a:ext uri="{FF2B5EF4-FFF2-40B4-BE49-F238E27FC236}">
                <a16:creationId xmlns:a16="http://schemas.microsoft.com/office/drawing/2014/main" id="{4BB8E1F6-AE74-425F-84F5-D9D354EB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4042" y="854278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.79</a:t>
            </a:r>
          </a:p>
        </p:txBody>
      </p:sp>
      <p:sp>
        <p:nvSpPr>
          <p:cNvPr id="581" name="Cell 24,15">
            <a:extLst xmlns:a="http://schemas.openxmlformats.org/drawingml/2006/main">
              <a:ext uri="{FF2B5EF4-FFF2-40B4-BE49-F238E27FC236}">
                <a16:creationId xmlns:a16="http://schemas.microsoft.com/office/drawing/2014/main" id="{46FDEC9E-ABE9-429D-A10A-0B0CDBBA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1326" y="854278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5F2F"/>
          </a:solidFill>
          <a:ln xmlns:a="http://schemas.openxmlformats.org/drawingml/2006/main" w="0">
            <a:noFill/>
          </a:ln>
        </p:spPr>
      </p:sp>
      <p:sp>
        <p:nvSpPr>
          <p:cNvPr id="582" name="Value 24,15">
            <a:extLst xmlns:a="http://schemas.openxmlformats.org/drawingml/2006/main">
              <a:ext uri="{FF2B5EF4-FFF2-40B4-BE49-F238E27FC236}">
                <a16:creationId xmlns:a16="http://schemas.microsoft.com/office/drawing/2014/main" id="{63F80D34-48E7-470F-BD68-720628BB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1326" y="854278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.80</a:t>
            </a:r>
          </a:p>
        </p:txBody>
      </p:sp>
      <p:sp>
        <p:nvSpPr>
          <p:cNvPr id="583" name="Cell 24,16">
            <a:extLst xmlns:a="http://schemas.openxmlformats.org/drawingml/2006/main">
              <a:ext uri="{FF2B5EF4-FFF2-40B4-BE49-F238E27FC236}">
                <a16:creationId xmlns:a16="http://schemas.microsoft.com/office/drawing/2014/main" id="{4BBAC11F-139B-49E6-A818-DE5947EE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8610" y="854278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6E33"/>
          </a:solidFill>
          <a:ln xmlns:a="http://schemas.openxmlformats.org/drawingml/2006/main" w="0">
            <a:noFill/>
          </a:ln>
        </p:spPr>
      </p:sp>
      <p:sp>
        <p:nvSpPr>
          <p:cNvPr id="584" name="Value 24,16">
            <a:extLst xmlns:a="http://schemas.openxmlformats.org/drawingml/2006/main">
              <a:ext uri="{FF2B5EF4-FFF2-40B4-BE49-F238E27FC236}">
                <a16:creationId xmlns:a16="http://schemas.microsoft.com/office/drawing/2014/main" id="{34BABA77-393F-4E58-9A5C-1AF9841C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8610" y="854278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.78</a:t>
            </a:r>
          </a:p>
        </p:txBody>
      </p:sp>
      <p:sp>
        <p:nvSpPr>
          <p:cNvPr id="585" name="Cell 24,17">
            <a:extLst xmlns:a="http://schemas.openxmlformats.org/drawingml/2006/main">
              <a:ext uri="{FF2B5EF4-FFF2-40B4-BE49-F238E27FC236}">
                <a16:creationId xmlns:a16="http://schemas.microsoft.com/office/drawing/2014/main" id="{A45FFF67-80FB-4FF2-951C-CC5467D5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5894" y="854278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6E33"/>
          </a:solidFill>
          <a:ln xmlns:a="http://schemas.openxmlformats.org/drawingml/2006/main" w="0">
            <a:noFill/>
          </a:ln>
        </p:spPr>
      </p:sp>
      <p:sp>
        <p:nvSpPr>
          <p:cNvPr id="586" name="Value 24,17">
            <a:extLst xmlns:a="http://schemas.openxmlformats.org/drawingml/2006/main">
              <a:ext uri="{FF2B5EF4-FFF2-40B4-BE49-F238E27FC236}">
                <a16:creationId xmlns:a16="http://schemas.microsoft.com/office/drawing/2014/main" id="{264A6F29-5ABF-4B07-9F6D-2BF0C258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5894" y="854278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.78</a:t>
            </a:r>
          </a:p>
        </p:txBody>
      </p:sp>
      <p:sp>
        <p:nvSpPr>
          <p:cNvPr id="587" name="Cell 24,18">
            <a:extLst xmlns:a="http://schemas.openxmlformats.org/drawingml/2006/main">
              <a:ext uri="{FF2B5EF4-FFF2-40B4-BE49-F238E27FC236}">
                <a16:creationId xmlns:a16="http://schemas.microsoft.com/office/drawing/2014/main" id="{79E25332-6D40-4D8B-A680-E24C1443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3178" y="854278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636"/>
          </a:solidFill>
          <a:ln xmlns:a="http://schemas.openxmlformats.org/drawingml/2006/main" w="0">
            <a:noFill/>
          </a:ln>
        </p:spPr>
      </p:sp>
      <p:sp>
        <p:nvSpPr>
          <p:cNvPr id="588" name="Value 24,18">
            <a:extLst xmlns:a="http://schemas.openxmlformats.org/drawingml/2006/main">
              <a:ext uri="{FF2B5EF4-FFF2-40B4-BE49-F238E27FC236}">
                <a16:creationId xmlns:a16="http://schemas.microsoft.com/office/drawing/2014/main" id="{F1E9BB19-22AE-4700-8FD3-B50820A9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3178" y="854278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589" name="Cell 24,19">
            <a:extLst xmlns:a="http://schemas.openxmlformats.org/drawingml/2006/main">
              <a:ext uri="{FF2B5EF4-FFF2-40B4-BE49-F238E27FC236}">
                <a16:creationId xmlns:a16="http://schemas.microsoft.com/office/drawing/2014/main" id="{0D61DE25-F215-4828-B4BD-0D508E4C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0462" y="854278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E38"/>
          </a:solidFill>
          <a:ln xmlns:a="http://schemas.openxmlformats.org/drawingml/2006/main" w="0">
            <a:noFill/>
          </a:ln>
        </p:spPr>
      </p:sp>
      <p:sp>
        <p:nvSpPr>
          <p:cNvPr id="590" name="Value 24,19">
            <a:extLst xmlns:a="http://schemas.openxmlformats.org/drawingml/2006/main">
              <a:ext uri="{FF2B5EF4-FFF2-40B4-BE49-F238E27FC236}">
                <a16:creationId xmlns:a16="http://schemas.microsoft.com/office/drawing/2014/main" id="{A36B0EC9-CB1D-4A26-BD15-3177CA29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0462" y="854278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.76</a:t>
            </a:r>
          </a:p>
        </p:txBody>
      </p:sp>
      <p:sp>
        <p:nvSpPr>
          <p:cNvPr id="591" name="Cell 24,20">
            <a:extLst xmlns:a="http://schemas.openxmlformats.org/drawingml/2006/main">
              <a:ext uri="{FF2B5EF4-FFF2-40B4-BE49-F238E27FC236}">
                <a16:creationId xmlns:a16="http://schemas.microsoft.com/office/drawing/2014/main" id="{655AEACA-B386-4E80-93F5-8B3B2C9A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7746" y="854278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234"/>
          </a:solidFill>
          <a:ln xmlns:a="http://schemas.openxmlformats.org/drawingml/2006/main" w="0">
            <a:noFill/>
          </a:ln>
        </p:spPr>
      </p:sp>
      <p:sp>
        <p:nvSpPr>
          <p:cNvPr id="592" name="Value 24,20">
            <a:extLst xmlns:a="http://schemas.openxmlformats.org/drawingml/2006/main">
              <a:ext uri="{FF2B5EF4-FFF2-40B4-BE49-F238E27FC236}">
                <a16:creationId xmlns:a16="http://schemas.microsoft.com/office/drawing/2014/main" id="{F690BAE8-2980-4C3B-8561-2376B87F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7746" y="854278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.78</a:t>
            </a:r>
          </a:p>
        </p:txBody>
      </p:sp>
      <p:sp>
        <p:nvSpPr>
          <p:cNvPr id="593" name="Cell 24,21">
            <a:extLst xmlns:a="http://schemas.openxmlformats.org/drawingml/2006/main">
              <a:ext uri="{FF2B5EF4-FFF2-40B4-BE49-F238E27FC236}">
                <a16:creationId xmlns:a16="http://schemas.microsoft.com/office/drawing/2014/main" id="{93B4F4DA-2A24-4F51-B3C7-E89ECDBB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5030" y="854278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6832"/>
          </a:solidFill>
          <a:ln xmlns:a="http://schemas.openxmlformats.org/drawingml/2006/main" w="0">
            <a:noFill/>
          </a:ln>
        </p:spPr>
      </p:sp>
      <p:sp>
        <p:nvSpPr>
          <p:cNvPr id="594" name="Value 24,21">
            <a:extLst xmlns:a="http://schemas.openxmlformats.org/drawingml/2006/main">
              <a:ext uri="{FF2B5EF4-FFF2-40B4-BE49-F238E27FC236}">
                <a16:creationId xmlns:a16="http://schemas.microsoft.com/office/drawing/2014/main" id="{75D30F61-55F0-4092-ACA0-23433E42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5030" y="854278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.79</a:t>
            </a:r>
          </a:p>
        </p:txBody>
      </p:sp>
      <p:sp>
        <p:nvSpPr>
          <p:cNvPr id="595" name="Cell 24,22">
            <a:extLst xmlns:a="http://schemas.openxmlformats.org/drawingml/2006/main">
              <a:ext uri="{FF2B5EF4-FFF2-40B4-BE49-F238E27FC236}">
                <a16:creationId xmlns:a16="http://schemas.microsoft.com/office/drawing/2014/main" id="{38E3B878-1D0F-42A7-A0AF-DDE549F0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32314" y="854278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C3C"/>
          </a:solidFill>
          <a:ln xmlns:a="http://schemas.openxmlformats.org/drawingml/2006/main" w="0">
            <a:noFill/>
          </a:ln>
        </p:spPr>
      </p:sp>
      <p:sp>
        <p:nvSpPr>
          <p:cNvPr id="596" name="Value 24,22">
            <a:extLst xmlns:a="http://schemas.openxmlformats.org/drawingml/2006/main">
              <a:ext uri="{FF2B5EF4-FFF2-40B4-BE49-F238E27FC236}">
                <a16:creationId xmlns:a16="http://schemas.microsoft.com/office/drawing/2014/main" id="{14E579D4-BC31-463A-BFE3-E29582C0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32314" y="854278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.75</a:t>
            </a:r>
          </a:p>
        </p:txBody>
      </p:sp>
      <p:sp>
        <p:nvSpPr>
          <p:cNvPr id="597" name="Cell 24,23">
            <a:extLst xmlns:a="http://schemas.openxmlformats.org/drawingml/2006/main">
              <a:ext uri="{FF2B5EF4-FFF2-40B4-BE49-F238E27FC236}">
                <a16:creationId xmlns:a16="http://schemas.microsoft.com/office/drawing/2014/main" id="{9F512021-91AA-4174-921E-4378B2C3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9598" y="854278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6A32"/>
          </a:solidFill>
          <a:ln xmlns:a="http://schemas.openxmlformats.org/drawingml/2006/main" w="0">
            <a:noFill/>
          </a:ln>
        </p:spPr>
      </p:sp>
      <p:sp>
        <p:nvSpPr>
          <p:cNvPr id="598" name="Value 24,23">
            <a:extLst xmlns:a="http://schemas.openxmlformats.org/drawingml/2006/main">
              <a:ext uri="{FF2B5EF4-FFF2-40B4-BE49-F238E27FC236}">
                <a16:creationId xmlns:a16="http://schemas.microsoft.com/office/drawing/2014/main" id="{51449C58-543D-4FD0-BA59-D56E8C54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9598" y="854278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.78</a:t>
            </a:r>
          </a:p>
        </p:txBody>
      </p:sp>
      <p:sp>
        <p:nvSpPr>
          <p:cNvPr id="599" name="Cell 24,24">
            <a:extLst xmlns:a="http://schemas.openxmlformats.org/drawingml/2006/main">
              <a:ext uri="{FF2B5EF4-FFF2-40B4-BE49-F238E27FC236}">
                <a16:creationId xmlns:a16="http://schemas.microsoft.com/office/drawing/2014/main" id="{9DFBB381-F70F-4C63-9434-84DB1E8E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66882" y="8542782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241F"/>
          </a:solidFill>
          <a:ln xmlns:a="http://schemas.openxmlformats.org/drawingml/2006/main" w="0">
            <a:noFill/>
          </a:ln>
        </p:spPr>
      </p:sp>
      <p:sp>
        <p:nvSpPr>
          <p:cNvPr id="600" name="Value 24,24">
            <a:extLst xmlns:a="http://schemas.openxmlformats.org/drawingml/2006/main">
              <a:ext uri="{FF2B5EF4-FFF2-40B4-BE49-F238E27FC236}">
                <a16:creationId xmlns:a16="http://schemas.microsoft.com/office/drawing/2014/main" id="{33632197-034F-401D-94E3-7994BE10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66882" y="8542782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.86</a:t>
            </a:r>
          </a:p>
        </p:txBody>
      </p:sp>
      <p:sp>
        <p:nvSpPr>
          <p:cNvPr id="601" name="Cell 25,1">
            <a:extLst xmlns:a="http://schemas.openxmlformats.org/drawingml/2006/main">
              <a:ext uri="{FF2B5EF4-FFF2-40B4-BE49-F238E27FC236}">
                <a16:creationId xmlns:a16="http://schemas.microsoft.com/office/drawing/2014/main" id="{E24DB597-75AB-4764-9C4D-D76FEE75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891006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6A32"/>
          </a:solidFill>
          <a:ln xmlns:a="http://schemas.openxmlformats.org/drawingml/2006/main" w="0">
            <a:noFill/>
          </a:ln>
        </p:spPr>
      </p:sp>
      <p:sp>
        <p:nvSpPr>
          <p:cNvPr id="602" name="Value 25,1">
            <a:extLst xmlns:a="http://schemas.openxmlformats.org/drawingml/2006/main">
              <a:ext uri="{FF2B5EF4-FFF2-40B4-BE49-F238E27FC236}">
                <a16:creationId xmlns:a16="http://schemas.microsoft.com/office/drawing/2014/main" id="{520E3ADC-4B11-4239-84FA-D36DBC96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891006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.78</a:t>
            </a:r>
          </a:p>
        </p:txBody>
      </p:sp>
      <p:sp>
        <p:nvSpPr>
          <p:cNvPr id="603" name="Cell 25,2">
            <a:extLst xmlns:a="http://schemas.openxmlformats.org/drawingml/2006/main">
              <a:ext uri="{FF2B5EF4-FFF2-40B4-BE49-F238E27FC236}">
                <a16:creationId xmlns:a16="http://schemas.microsoft.com/office/drawing/2014/main" id="{DBD0442F-77F8-4A98-81F1-4F597AF5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634" y="891006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552C"/>
          </a:solidFill>
          <a:ln xmlns:a="http://schemas.openxmlformats.org/drawingml/2006/main" w="0">
            <a:noFill/>
          </a:ln>
        </p:spPr>
      </p:sp>
      <p:sp>
        <p:nvSpPr>
          <p:cNvPr id="604" name="Value 25,2">
            <a:extLst xmlns:a="http://schemas.openxmlformats.org/drawingml/2006/main">
              <a:ext uri="{FF2B5EF4-FFF2-40B4-BE49-F238E27FC236}">
                <a16:creationId xmlns:a16="http://schemas.microsoft.com/office/drawing/2014/main" id="{A724C8DF-4D98-40AC-867F-62792473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6634" y="891006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.81</a:t>
            </a:r>
          </a:p>
        </p:txBody>
      </p:sp>
      <p:sp>
        <p:nvSpPr>
          <p:cNvPr id="605" name="Cell 25,3">
            <a:extLst xmlns:a="http://schemas.openxmlformats.org/drawingml/2006/main">
              <a:ext uri="{FF2B5EF4-FFF2-40B4-BE49-F238E27FC236}">
                <a16:creationId xmlns:a16="http://schemas.microsoft.com/office/drawing/2014/main" id="{580F7F5F-8E26-422D-8400-199631EB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918" y="891006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23E"/>
          </a:solidFill>
          <a:ln xmlns:a="http://schemas.openxmlformats.org/drawingml/2006/main" w="0">
            <a:noFill/>
          </a:ln>
        </p:spPr>
      </p:sp>
      <p:sp>
        <p:nvSpPr>
          <p:cNvPr id="606" name="Value 25,3">
            <a:extLst xmlns:a="http://schemas.openxmlformats.org/drawingml/2006/main">
              <a:ext uri="{FF2B5EF4-FFF2-40B4-BE49-F238E27FC236}">
                <a16:creationId xmlns:a16="http://schemas.microsoft.com/office/drawing/2014/main" id="{C47E6B51-E296-4B96-93B2-C12E48A5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3918" y="891006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.74</a:t>
            </a:r>
          </a:p>
        </p:txBody>
      </p:sp>
      <p:sp>
        <p:nvSpPr>
          <p:cNvPr id="607" name="Cell 25,4">
            <a:extLst xmlns:a="http://schemas.openxmlformats.org/drawingml/2006/main">
              <a:ext uri="{FF2B5EF4-FFF2-40B4-BE49-F238E27FC236}">
                <a16:creationId xmlns:a16="http://schemas.microsoft.com/office/drawing/2014/main" id="{C93167ED-F902-4ADA-8AE1-EFB011BC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1202" y="891006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C37"/>
          </a:solidFill>
          <a:ln xmlns:a="http://schemas.openxmlformats.org/drawingml/2006/main" w="0">
            <a:noFill/>
          </a:ln>
        </p:spPr>
      </p:sp>
      <p:sp>
        <p:nvSpPr>
          <p:cNvPr id="608" name="Value 25,4">
            <a:extLst xmlns:a="http://schemas.openxmlformats.org/drawingml/2006/main">
              <a:ext uri="{FF2B5EF4-FFF2-40B4-BE49-F238E27FC236}">
                <a16:creationId xmlns:a16="http://schemas.microsoft.com/office/drawing/2014/main" id="{91D6DC17-0A5E-47A8-BA95-EA252274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1202" y="891006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609" name="Cell 25,5">
            <a:extLst xmlns:a="http://schemas.openxmlformats.org/drawingml/2006/main">
              <a:ext uri="{FF2B5EF4-FFF2-40B4-BE49-F238E27FC236}">
                <a16:creationId xmlns:a16="http://schemas.microsoft.com/office/drawing/2014/main" id="{51B1DA7E-9CB0-487A-9671-70E2711A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8486" y="891006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636"/>
          </a:solidFill>
          <a:ln xmlns:a="http://schemas.openxmlformats.org/drawingml/2006/main" w="0">
            <a:noFill/>
          </a:ln>
        </p:spPr>
      </p:sp>
      <p:sp>
        <p:nvSpPr>
          <p:cNvPr id="610" name="Value 25,5">
            <a:extLst xmlns:a="http://schemas.openxmlformats.org/drawingml/2006/main">
              <a:ext uri="{FF2B5EF4-FFF2-40B4-BE49-F238E27FC236}">
                <a16:creationId xmlns:a16="http://schemas.microsoft.com/office/drawing/2014/main" id="{BA593D84-0353-4F2F-96AC-78205975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8486" y="891006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611" name="Cell 25,6">
            <a:extLst xmlns:a="http://schemas.openxmlformats.org/drawingml/2006/main">
              <a:ext uri="{FF2B5EF4-FFF2-40B4-BE49-F238E27FC236}">
                <a16:creationId xmlns:a16="http://schemas.microsoft.com/office/drawing/2014/main" id="{F0461B15-28D8-4DEA-A39B-C659D978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770" y="891006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C37"/>
          </a:solidFill>
          <a:ln xmlns:a="http://schemas.openxmlformats.org/drawingml/2006/main" w="0">
            <a:noFill/>
          </a:ln>
        </p:spPr>
      </p:sp>
      <p:sp>
        <p:nvSpPr>
          <p:cNvPr id="612" name="Value 25,6">
            <a:extLst xmlns:a="http://schemas.openxmlformats.org/drawingml/2006/main">
              <a:ext uri="{FF2B5EF4-FFF2-40B4-BE49-F238E27FC236}">
                <a16:creationId xmlns:a16="http://schemas.microsoft.com/office/drawing/2014/main" id="{2D86E52A-A04E-4525-9CE3-167451FA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5770" y="891006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613" name="Cell 25,7">
            <a:extLst xmlns:a="http://schemas.openxmlformats.org/drawingml/2006/main">
              <a:ext uri="{FF2B5EF4-FFF2-40B4-BE49-F238E27FC236}">
                <a16:creationId xmlns:a16="http://schemas.microsoft.com/office/drawing/2014/main" id="{A8CFA761-0967-497F-9B20-C1F846D4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3054" y="891006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038"/>
          </a:solidFill>
          <a:ln xmlns:a="http://schemas.openxmlformats.org/drawingml/2006/main" w="0">
            <a:noFill/>
          </a:ln>
        </p:spPr>
      </p:sp>
      <p:sp>
        <p:nvSpPr>
          <p:cNvPr id="614" name="Value 25,7">
            <a:extLst xmlns:a="http://schemas.openxmlformats.org/drawingml/2006/main">
              <a:ext uri="{FF2B5EF4-FFF2-40B4-BE49-F238E27FC236}">
                <a16:creationId xmlns:a16="http://schemas.microsoft.com/office/drawing/2014/main" id="{2E9F1D1C-65DF-400D-8253-0AAB3A0F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3054" y="891006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.76</a:t>
            </a:r>
          </a:p>
        </p:txBody>
      </p:sp>
      <p:sp>
        <p:nvSpPr>
          <p:cNvPr id="615" name="Cell 25,8">
            <a:extLst xmlns:a="http://schemas.openxmlformats.org/drawingml/2006/main">
              <a:ext uri="{FF2B5EF4-FFF2-40B4-BE49-F238E27FC236}">
                <a16:creationId xmlns:a16="http://schemas.microsoft.com/office/drawing/2014/main" id="{B6231620-60E2-4850-B673-275895FB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0338" y="891006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A37"/>
          </a:solidFill>
          <a:ln xmlns:a="http://schemas.openxmlformats.org/drawingml/2006/main" w="0">
            <a:noFill/>
          </a:ln>
        </p:spPr>
      </p:sp>
      <p:sp>
        <p:nvSpPr>
          <p:cNvPr id="616" name="Value 25,8">
            <a:extLst xmlns:a="http://schemas.openxmlformats.org/drawingml/2006/main">
              <a:ext uri="{FF2B5EF4-FFF2-40B4-BE49-F238E27FC236}">
                <a16:creationId xmlns:a16="http://schemas.microsoft.com/office/drawing/2014/main" id="{1332AAD4-BFA4-4C47-B699-087AE5DE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0338" y="891006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617" name="Cell 25,9">
            <a:extLst xmlns:a="http://schemas.openxmlformats.org/drawingml/2006/main">
              <a:ext uri="{FF2B5EF4-FFF2-40B4-BE49-F238E27FC236}">
                <a16:creationId xmlns:a16="http://schemas.microsoft.com/office/drawing/2014/main" id="{2F719537-F263-42F5-9679-369F3EE1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7622" y="891006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53F"/>
          </a:solidFill>
          <a:ln xmlns:a="http://schemas.openxmlformats.org/drawingml/2006/main" w="0">
            <a:noFill/>
          </a:ln>
        </p:spPr>
      </p:sp>
      <p:sp>
        <p:nvSpPr>
          <p:cNvPr id="618" name="Value 25,9">
            <a:extLst xmlns:a="http://schemas.openxmlformats.org/drawingml/2006/main">
              <a:ext uri="{FF2B5EF4-FFF2-40B4-BE49-F238E27FC236}">
                <a16:creationId xmlns:a16="http://schemas.microsoft.com/office/drawing/2014/main" id="{FE101B7C-1BBD-47A4-8C10-168FC59D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7622" y="891006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.74</a:t>
            </a:r>
          </a:p>
        </p:txBody>
      </p:sp>
      <p:sp>
        <p:nvSpPr>
          <p:cNvPr id="619" name="Cell 25,10">
            <a:extLst xmlns:a="http://schemas.openxmlformats.org/drawingml/2006/main">
              <a:ext uri="{FF2B5EF4-FFF2-40B4-BE49-F238E27FC236}">
                <a16:creationId xmlns:a16="http://schemas.microsoft.com/office/drawing/2014/main" id="{B7DC9EE5-2D24-487F-BDDF-D5E3B744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4906" y="891006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23E"/>
          </a:solidFill>
          <a:ln xmlns:a="http://schemas.openxmlformats.org/drawingml/2006/main" w="0">
            <a:noFill/>
          </a:ln>
        </p:spPr>
      </p:sp>
      <p:sp>
        <p:nvSpPr>
          <p:cNvPr id="620" name="Value 25,10">
            <a:extLst xmlns:a="http://schemas.openxmlformats.org/drawingml/2006/main">
              <a:ext uri="{FF2B5EF4-FFF2-40B4-BE49-F238E27FC236}">
                <a16:creationId xmlns:a16="http://schemas.microsoft.com/office/drawing/2014/main" id="{D4BAFC53-6BDD-42D5-9540-A93613DB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4906" y="891006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.74</a:t>
            </a:r>
          </a:p>
        </p:txBody>
      </p:sp>
      <p:sp>
        <p:nvSpPr>
          <p:cNvPr id="621" name="Cell 25,11">
            <a:extLst xmlns:a="http://schemas.openxmlformats.org/drawingml/2006/main">
              <a:ext uri="{FF2B5EF4-FFF2-40B4-BE49-F238E27FC236}">
                <a16:creationId xmlns:a16="http://schemas.microsoft.com/office/drawing/2014/main" id="{349697DF-4A58-4806-BB94-B6780516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2190" y="891006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A145"/>
          </a:solidFill>
          <a:ln xmlns:a="http://schemas.openxmlformats.org/drawingml/2006/main" w="0">
            <a:noFill/>
          </a:ln>
        </p:spPr>
      </p:sp>
      <p:sp>
        <p:nvSpPr>
          <p:cNvPr id="622" name="Value 25,11">
            <a:extLst xmlns:a="http://schemas.openxmlformats.org/drawingml/2006/main">
              <a:ext uri="{FF2B5EF4-FFF2-40B4-BE49-F238E27FC236}">
                <a16:creationId xmlns:a16="http://schemas.microsoft.com/office/drawing/2014/main" id="{2E4F3ECC-C46C-4131-965E-4BEA3D12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2190" y="891006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493322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493322"/>
                </a:solidFill>
                <a:latin typeface="Arial"/>
                <a:ea typeface="Arial"/>
                <a:cs typeface="Arial"/>
              </a:rPr>
              <a:t>.72</a:t>
            </a:r>
          </a:p>
        </p:txBody>
      </p:sp>
      <p:sp>
        <p:nvSpPr>
          <p:cNvPr id="623" name="Cell 25,12">
            <a:extLst xmlns:a="http://schemas.openxmlformats.org/drawingml/2006/main">
              <a:ext uri="{FF2B5EF4-FFF2-40B4-BE49-F238E27FC236}">
                <a16:creationId xmlns:a16="http://schemas.microsoft.com/office/drawing/2014/main" id="{AE6DDE36-60F3-4FDE-83DE-4BDFEDF9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9474" y="891006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612F"/>
          </a:solidFill>
          <a:ln xmlns:a="http://schemas.openxmlformats.org/drawingml/2006/main" w="0">
            <a:noFill/>
          </a:ln>
        </p:spPr>
      </p:sp>
      <p:sp>
        <p:nvSpPr>
          <p:cNvPr id="624" name="Value 25,12">
            <a:extLst xmlns:a="http://schemas.openxmlformats.org/drawingml/2006/main">
              <a:ext uri="{FF2B5EF4-FFF2-40B4-BE49-F238E27FC236}">
                <a16:creationId xmlns:a16="http://schemas.microsoft.com/office/drawing/2014/main" id="{1BDFF18F-ED21-42EE-8D2B-B181B129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9474" y="891006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.79</a:t>
            </a:r>
          </a:p>
        </p:txBody>
      </p:sp>
      <p:sp>
        <p:nvSpPr>
          <p:cNvPr id="625" name="Cell 25,13">
            <a:extLst xmlns:a="http://schemas.openxmlformats.org/drawingml/2006/main">
              <a:ext uri="{FF2B5EF4-FFF2-40B4-BE49-F238E27FC236}">
                <a16:creationId xmlns:a16="http://schemas.microsoft.com/office/drawing/2014/main" id="{81B175F8-C5DD-4491-960A-D568191E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6758" y="891006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6330"/>
          </a:solidFill>
          <a:ln xmlns:a="http://schemas.openxmlformats.org/drawingml/2006/main" w="0">
            <a:noFill/>
          </a:ln>
        </p:spPr>
      </p:sp>
      <p:sp>
        <p:nvSpPr>
          <p:cNvPr id="626" name="Value 25,13">
            <a:extLst xmlns:a="http://schemas.openxmlformats.org/drawingml/2006/main">
              <a:ext uri="{FF2B5EF4-FFF2-40B4-BE49-F238E27FC236}">
                <a16:creationId xmlns:a16="http://schemas.microsoft.com/office/drawing/2014/main" id="{AF256D1F-7DB8-4934-8B65-809169E4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6758" y="891006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.79</a:t>
            </a:r>
          </a:p>
        </p:txBody>
      </p:sp>
      <p:sp>
        <p:nvSpPr>
          <p:cNvPr id="627" name="Cell 25,14">
            <a:extLst xmlns:a="http://schemas.openxmlformats.org/drawingml/2006/main">
              <a:ext uri="{FF2B5EF4-FFF2-40B4-BE49-F238E27FC236}">
                <a16:creationId xmlns:a16="http://schemas.microsoft.com/office/drawing/2014/main" id="{B7FF24AE-1CFC-439B-91CB-81A88EC5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4042" y="891006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C37"/>
          </a:solidFill>
          <a:ln xmlns:a="http://schemas.openxmlformats.org/drawingml/2006/main" w="0">
            <a:noFill/>
          </a:ln>
        </p:spPr>
      </p:sp>
      <p:sp>
        <p:nvSpPr>
          <p:cNvPr id="628" name="Value 25,14">
            <a:extLst xmlns:a="http://schemas.openxmlformats.org/drawingml/2006/main">
              <a:ext uri="{FF2B5EF4-FFF2-40B4-BE49-F238E27FC236}">
                <a16:creationId xmlns:a16="http://schemas.microsoft.com/office/drawing/2014/main" id="{60D784FF-664F-47E2-ACB5-56C7EB76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4042" y="891006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629" name="Cell 25,15">
            <a:extLst xmlns:a="http://schemas.openxmlformats.org/drawingml/2006/main">
              <a:ext uri="{FF2B5EF4-FFF2-40B4-BE49-F238E27FC236}">
                <a16:creationId xmlns:a16="http://schemas.microsoft.com/office/drawing/2014/main" id="{347C5AEB-FD76-44E9-BB9D-EE6471F7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1326" y="891006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6330"/>
          </a:solidFill>
          <a:ln xmlns:a="http://schemas.openxmlformats.org/drawingml/2006/main" w="0">
            <a:noFill/>
          </a:ln>
        </p:spPr>
      </p:sp>
      <p:sp>
        <p:nvSpPr>
          <p:cNvPr id="630" name="Value 25,15">
            <a:extLst xmlns:a="http://schemas.openxmlformats.org/drawingml/2006/main">
              <a:ext uri="{FF2B5EF4-FFF2-40B4-BE49-F238E27FC236}">
                <a16:creationId xmlns:a16="http://schemas.microsoft.com/office/drawing/2014/main" id="{C033DC30-C939-4083-B3F0-10AE91EB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1326" y="891006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.79</a:t>
            </a:r>
          </a:p>
        </p:txBody>
      </p:sp>
      <p:sp>
        <p:nvSpPr>
          <p:cNvPr id="631" name="Cell 25,16">
            <a:extLst xmlns:a="http://schemas.openxmlformats.org/drawingml/2006/main">
              <a:ext uri="{FF2B5EF4-FFF2-40B4-BE49-F238E27FC236}">
                <a16:creationId xmlns:a16="http://schemas.microsoft.com/office/drawing/2014/main" id="{75497976-166F-4FB0-B58B-F50E38A8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8610" y="891006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6E33"/>
          </a:solidFill>
          <a:ln xmlns:a="http://schemas.openxmlformats.org/drawingml/2006/main" w="0">
            <a:noFill/>
          </a:ln>
        </p:spPr>
      </p:sp>
      <p:sp>
        <p:nvSpPr>
          <p:cNvPr id="632" name="Value 25,16">
            <a:extLst xmlns:a="http://schemas.openxmlformats.org/drawingml/2006/main">
              <a:ext uri="{FF2B5EF4-FFF2-40B4-BE49-F238E27FC236}">
                <a16:creationId xmlns:a16="http://schemas.microsoft.com/office/drawing/2014/main" id="{1B8B36AD-48DE-4B87-930E-A3946A28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8610" y="891006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.78</a:t>
            </a:r>
          </a:p>
        </p:txBody>
      </p:sp>
      <p:sp>
        <p:nvSpPr>
          <p:cNvPr id="633" name="Cell 25,17">
            <a:extLst xmlns:a="http://schemas.openxmlformats.org/drawingml/2006/main">
              <a:ext uri="{FF2B5EF4-FFF2-40B4-BE49-F238E27FC236}">
                <a16:creationId xmlns:a16="http://schemas.microsoft.com/office/drawing/2014/main" id="{EC445FF1-DDDD-4991-98C7-B7B15C2E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5894" y="891006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6A32"/>
          </a:solidFill>
          <a:ln xmlns:a="http://schemas.openxmlformats.org/drawingml/2006/main" w="0">
            <a:noFill/>
          </a:ln>
        </p:spPr>
      </p:sp>
      <p:sp>
        <p:nvSpPr>
          <p:cNvPr id="634" name="Value 25,17">
            <a:extLst xmlns:a="http://schemas.openxmlformats.org/drawingml/2006/main">
              <a:ext uri="{FF2B5EF4-FFF2-40B4-BE49-F238E27FC236}">
                <a16:creationId xmlns:a16="http://schemas.microsoft.com/office/drawing/2014/main" id="{2B992BCC-55A5-476F-8502-91D3015E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5894" y="891006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.78</a:t>
            </a:r>
          </a:p>
        </p:txBody>
      </p:sp>
      <p:sp>
        <p:nvSpPr>
          <p:cNvPr id="635" name="Cell 25,18">
            <a:extLst xmlns:a="http://schemas.openxmlformats.org/drawingml/2006/main">
              <a:ext uri="{FF2B5EF4-FFF2-40B4-BE49-F238E27FC236}">
                <a16:creationId xmlns:a16="http://schemas.microsoft.com/office/drawing/2014/main" id="{420BE101-4543-4400-9B56-E81DB519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3178" y="891006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836"/>
          </a:solidFill>
          <a:ln xmlns:a="http://schemas.openxmlformats.org/drawingml/2006/main" w="0">
            <a:noFill/>
          </a:ln>
        </p:spPr>
      </p:sp>
      <p:sp>
        <p:nvSpPr>
          <p:cNvPr id="636" name="Value 25,18">
            <a:extLst xmlns:a="http://schemas.openxmlformats.org/drawingml/2006/main">
              <a:ext uri="{FF2B5EF4-FFF2-40B4-BE49-F238E27FC236}">
                <a16:creationId xmlns:a16="http://schemas.microsoft.com/office/drawing/2014/main" id="{28723AF3-2316-40BF-BFC8-AD2F6E5B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3178" y="891006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637" name="Cell 25,19">
            <a:extLst xmlns:a="http://schemas.openxmlformats.org/drawingml/2006/main">
              <a:ext uri="{FF2B5EF4-FFF2-40B4-BE49-F238E27FC236}">
                <a16:creationId xmlns:a16="http://schemas.microsoft.com/office/drawing/2014/main" id="{B9B13505-5D7A-4FCB-8D18-598C196B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0462" y="891006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7836"/>
          </a:solidFill>
          <a:ln xmlns:a="http://schemas.openxmlformats.org/drawingml/2006/main" w="0">
            <a:noFill/>
          </a:ln>
        </p:spPr>
      </p:sp>
      <p:sp>
        <p:nvSpPr>
          <p:cNvPr id="638" name="Value 25,19">
            <a:extLst xmlns:a="http://schemas.openxmlformats.org/drawingml/2006/main">
              <a:ext uri="{FF2B5EF4-FFF2-40B4-BE49-F238E27FC236}">
                <a16:creationId xmlns:a16="http://schemas.microsoft.com/office/drawing/2014/main" id="{9C646369-7CFB-4470-A59F-D1F66F67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0462" y="891006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.77</a:t>
            </a:r>
          </a:p>
        </p:txBody>
      </p:sp>
      <p:sp>
        <p:nvSpPr>
          <p:cNvPr id="639" name="Cell 25,20">
            <a:extLst xmlns:a="http://schemas.openxmlformats.org/drawingml/2006/main">
              <a:ext uri="{FF2B5EF4-FFF2-40B4-BE49-F238E27FC236}">
                <a16:creationId xmlns:a16="http://schemas.microsoft.com/office/drawing/2014/main" id="{A4055FDC-9637-49BA-8BA4-B8EE755B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7746" y="891006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6A32"/>
          </a:solidFill>
          <a:ln xmlns:a="http://schemas.openxmlformats.org/drawingml/2006/main" w="0">
            <a:noFill/>
          </a:ln>
        </p:spPr>
      </p:sp>
      <p:sp>
        <p:nvSpPr>
          <p:cNvPr id="640" name="Value 25,20">
            <a:extLst xmlns:a="http://schemas.openxmlformats.org/drawingml/2006/main">
              <a:ext uri="{FF2B5EF4-FFF2-40B4-BE49-F238E27FC236}">
                <a16:creationId xmlns:a16="http://schemas.microsoft.com/office/drawing/2014/main" id="{73D1EF75-0CA2-46D6-AAFA-CD6378B6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7746" y="891006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.78</a:t>
            </a:r>
          </a:p>
        </p:txBody>
      </p:sp>
      <p:sp>
        <p:nvSpPr>
          <p:cNvPr id="641" name="Cell 25,21">
            <a:extLst xmlns:a="http://schemas.openxmlformats.org/drawingml/2006/main">
              <a:ext uri="{FF2B5EF4-FFF2-40B4-BE49-F238E27FC236}">
                <a16:creationId xmlns:a16="http://schemas.microsoft.com/office/drawing/2014/main" id="{5E1BAE64-00DF-46AB-9B44-B4166D8E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5030" y="891006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6631"/>
          </a:solidFill>
          <a:ln xmlns:a="http://schemas.openxmlformats.org/drawingml/2006/main" w="0">
            <a:noFill/>
          </a:ln>
        </p:spPr>
      </p:sp>
      <p:sp>
        <p:nvSpPr>
          <p:cNvPr id="642" name="Value 25,21">
            <a:extLst xmlns:a="http://schemas.openxmlformats.org/drawingml/2006/main">
              <a:ext uri="{FF2B5EF4-FFF2-40B4-BE49-F238E27FC236}">
                <a16:creationId xmlns:a16="http://schemas.microsoft.com/office/drawing/2014/main" id="{1305C821-7386-479A-BD25-4EF371E2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5030" y="891006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.79</a:t>
            </a:r>
          </a:p>
        </p:txBody>
      </p:sp>
      <p:sp>
        <p:nvSpPr>
          <p:cNvPr id="643" name="Cell 25,22">
            <a:extLst xmlns:a="http://schemas.openxmlformats.org/drawingml/2006/main">
              <a:ext uri="{FF2B5EF4-FFF2-40B4-BE49-F238E27FC236}">
                <a16:creationId xmlns:a16="http://schemas.microsoft.com/office/drawing/2014/main" id="{EEDF0CCD-2F10-408A-9215-EB1E315D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32314" y="891006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8C3C"/>
          </a:solidFill>
          <a:ln xmlns:a="http://schemas.openxmlformats.org/drawingml/2006/main" w="0">
            <a:noFill/>
          </a:ln>
        </p:spPr>
      </p:sp>
      <p:sp>
        <p:nvSpPr>
          <p:cNvPr id="644" name="Value 25,22">
            <a:extLst xmlns:a="http://schemas.openxmlformats.org/drawingml/2006/main">
              <a:ext uri="{FF2B5EF4-FFF2-40B4-BE49-F238E27FC236}">
                <a16:creationId xmlns:a16="http://schemas.microsoft.com/office/drawing/2014/main" id="{0024C9EA-B229-47FF-9C1F-5167053D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32314" y="891006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.75</a:t>
            </a:r>
          </a:p>
        </p:txBody>
      </p:sp>
      <p:sp>
        <p:nvSpPr>
          <p:cNvPr id="645" name="Cell 25,23">
            <a:extLst xmlns:a="http://schemas.openxmlformats.org/drawingml/2006/main">
              <a:ext uri="{FF2B5EF4-FFF2-40B4-BE49-F238E27FC236}">
                <a16:creationId xmlns:a16="http://schemas.microsoft.com/office/drawing/2014/main" id="{E103854E-240F-499B-81F1-7CD016B8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9598" y="891006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6631"/>
          </a:solidFill>
          <a:ln xmlns:a="http://schemas.openxmlformats.org/drawingml/2006/main" w="0">
            <a:noFill/>
          </a:ln>
        </p:spPr>
      </p:sp>
      <p:sp>
        <p:nvSpPr>
          <p:cNvPr id="646" name="Value 25,23">
            <a:extLst xmlns:a="http://schemas.openxmlformats.org/drawingml/2006/main">
              <a:ext uri="{FF2B5EF4-FFF2-40B4-BE49-F238E27FC236}">
                <a16:creationId xmlns:a16="http://schemas.microsoft.com/office/drawing/2014/main" id="{43E91AD0-E154-4526-A250-6D7EE8ED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9598" y="891006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.79</a:t>
            </a:r>
          </a:p>
        </p:txBody>
      </p:sp>
      <p:sp>
        <p:nvSpPr>
          <p:cNvPr id="647" name="Cell 25,24">
            <a:extLst xmlns:a="http://schemas.openxmlformats.org/drawingml/2006/main">
              <a:ext uri="{FF2B5EF4-FFF2-40B4-BE49-F238E27FC236}">
                <a16:creationId xmlns:a16="http://schemas.microsoft.com/office/drawing/2014/main" id="{85E2B51D-AB48-4E81-A4DF-B809E78F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66882" y="891006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592D"/>
          </a:solidFill>
          <a:ln xmlns:a="http://schemas.openxmlformats.org/drawingml/2006/main" w="0">
            <a:noFill/>
          </a:ln>
        </p:spPr>
      </p:sp>
      <p:sp>
        <p:nvSpPr>
          <p:cNvPr id="648" name="Value 25,24">
            <a:extLst xmlns:a="http://schemas.openxmlformats.org/drawingml/2006/main">
              <a:ext uri="{FF2B5EF4-FFF2-40B4-BE49-F238E27FC236}">
                <a16:creationId xmlns:a16="http://schemas.microsoft.com/office/drawing/2014/main" id="{1971B443-5A43-4B0E-93D5-E4900960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66882" y="891006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.80</a:t>
            </a:r>
          </a:p>
        </p:txBody>
      </p:sp>
      <p:sp>
        <p:nvSpPr>
          <p:cNvPr id="649" name="Cell 25,25">
            <a:extLst xmlns:a="http://schemas.openxmlformats.org/drawingml/2006/main">
              <a:ext uri="{FF2B5EF4-FFF2-40B4-BE49-F238E27FC236}">
                <a16:creationId xmlns:a16="http://schemas.microsoft.com/office/drawing/2014/main" id="{EAAB3CE6-A0A6-4991-A9FD-B14B9F83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4166" y="8910066"/>
            <a:ext cx="367856" cy="367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323"/>
          </a:solidFill>
          <a:ln xmlns:a="http://schemas.openxmlformats.org/drawingml/2006/main" w="0">
            <a:noFill/>
          </a:ln>
        </p:spPr>
      </p:sp>
      <p:sp>
        <p:nvSpPr>
          <p:cNvPr id="650" name="Value 25,25">
            <a:extLst xmlns:a="http://schemas.openxmlformats.org/drawingml/2006/main">
              <a:ext uri="{FF2B5EF4-FFF2-40B4-BE49-F238E27FC236}">
                <a16:creationId xmlns:a16="http://schemas.microsoft.com/office/drawing/2014/main" id="{4393D7B7-EA18-4256-A497-971FB929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4166" y="8910066"/>
            <a:ext cx="367284" cy="367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2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2">
                <a:solidFill>
                  <a:srgbClr val="FFFFFF"/>
                </a:solidFill>
                <a:latin typeface="Arial"/>
                <a:ea typeface="Arial"/>
                <a:cs typeface="Arial"/>
              </a:rPr>
              <a:t>.84</a:t>
            </a:r>
          </a:p>
        </p:txBody>
      </p:sp>
      <p:sp>
        <p:nvSpPr>
          <p:cNvPr id="651" name="Row model 1">
            <a:extLst xmlns:a="http://schemas.openxmlformats.org/drawingml/2006/main">
              <a:ext uri="{FF2B5EF4-FFF2-40B4-BE49-F238E27FC236}">
                <a16:creationId xmlns:a16="http://schemas.microsoft.com/office/drawing/2014/main" id="{F7635788-13CA-4D73-B366-5AD043A0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164592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gpt-4o-2024-11-20</a:t>
            </a:r>
          </a:p>
        </p:txBody>
      </p:sp>
      <p:sp>
        <p:nvSpPr>
          <p:cNvPr id="652" name="Y tick 1">
            <a:extLst xmlns:a="http://schemas.openxmlformats.org/drawingml/2006/main">
              <a:ext uri="{FF2B5EF4-FFF2-40B4-BE49-F238E27FC236}">
                <a16:creationId xmlns:a16="http://schemas.microsoft.com/office/drawing/2014/main" id="{AE1F0032-E605-4392-A72A-35C97102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725" y="275082"/>
            <a:ext cx="47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653" name="X tick 1">
            <a:extLst xmlns:a="http://schemas.openxmlformats.org/drawingml/2006/main">
              <a:ext uri="{FF2B5EF4-FFF2-40B4-BE49-F238E27FC236}">
                <a16:creationId xmlns:a16="http://schemas.microsoft.com/office/drawing/2014/main" id="{86067C4E-317B-46D7-A0B1-C90AED17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9182" y="9277350"/>
            <a:ext cx="762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654" name="Column model 1">
            <a:extLst xmlns:a="http://schemas.openxmlformats.org/drawingml/2006/main">
              <a:ext uri="{FF2B5EF4-FFF2-40B4-BE49-F238E27FC236}">
                <a16:creationId xmlns:a16="http://schemas.microsoft.com/office/drawing/2014/main" id="{B1D7F574-0A19-4780-B123-58A03E38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863151" y="10055166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gpt-4o-2024-11-20</a:t>
            </a:r>
          </a:p>
        </p:txBody>
      </p:sp>
      <p:sp>
        <p:nvSpPr>
          <p:cNvPr id="655" name="Row model 2">
            <a:extLst xmlns:a="http://schemas.openxmlformats.org/drawingml/2006/main">
              <a:ext uri="{FF2B5EF4-FFF2-40B4-BE49-F238E27FC236}">
                <a16:creationId xmlns:a16="http://schemas.microsoft.com/office/drawing/2014/main" id="{75E02A03-7FC9-45BB-967A-5941574B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531876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gpt-4o-mini-2024-07-18</a:t>
            </a:r>
          </a:p>
        </p:txBody>
      </p:sp>
      <p:sp>
        <p:nvSpPr>
          <p:cNvPr id="656" name="Y tick 2">
            <a:extLst xmlns:a="http://schemas.openxmlformats.org/drawingml/2006/main">
              <a:ext uri="{FF2B5EF4-FFF2-40B4-BE49-F238E27FC236}">
                <a16:creationId xmlns:a16="http://schemas.microsoft.com/office/drawing/2014/main" id="{49F6EBE5-8330-40F8-8E5B-FB4EC63E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725" y="642366"/>
            <a:ext cx="47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657" name="X tick 2">
            <a:extLst xmlns:a="http://schemas.openxmlformats.org/drawingml/2006/main">
              <a:ext uri="{FF2B5EF4-FFF2-40B4-BE49-F238E27FC236}">
                <a16:creationId xmlns:a16="http://schemas.microsoft.com/office/drawing/2014/main" id="{EEC51D38-5C56-4197-A466-E2CFB1C7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66466" y="9277350"/>
            <a:ext cx="762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658" name="Column model 2">
            <a:extLst xmlns:a="http://schemas.openxmlformats.org/drawingml/2006/main">
              <a:ext uri="{FF2B5EF4-FFF2-40B4-BE49-F238E27FC236}">
                <a16:creationId xmlns:a16="http://schemas.microsoft.com/office/drawing/2014/main" id="{0661763C-FE40-4216-AB23-5EED64A8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1230435" y="10055166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gpt-4o-mini-2024-07-18</a:t>
            </a:r>
          </a:p>
        </p:txBody>
      </p:sp>
      <p:sp>
        <p:nvSpPr>
          <p:cNvPr id="659" name="Row model 3">
            <a:extLst xmlns:a="http://schemas.openxmlformats.org/drawingml/2006/main">
              <a:ext uri="{FF2B5EF4-FFF2-40B4-BE49-F238E27FC236}">
                <a16:creationId xmlns:a16="http://schemas.microsoft.com/office/drawing/2014/main" id="{4607A70D-C0AE-44BE-BFC4-3030736B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89916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claude-3-5-sonnet-20241022</a:t>
            </a:r>
          </a:p>
        </p:txBody>
      </p:sp>
      <p:sp>
        <p:nvSpPr>
          <p:cNvPr id="660" name="Y tick 3">
            <a:extLst xmlns:a="http://schemas.openxmlformats.org/drawingml/2006/main">
              <a:ext uri="{FF2B5EF4-FFF2-40B4-BE49-F238E27FC236}">
                <a16:creationId xmlns:a16="http://schemas.microsoft.com/office/drawing/2014/main" id="{8FA74F25-4A5E-4354-82DB-7FDB0FAD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725" y="1009650"/>
            <a:ext cx="47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661" name="X tick 3">
            <a:extLst xmlns:a="http://schemas.openxmlformats.org/drawingml/2006/main">
              <a:ext uri="{FF2B5EF4-FFF2-40B4-BE49-F238E27FC236}">
                <a16:creationId xmlns:a16="http://schemas.microsoft.com/office/drawing/2014/main" id="{C20E2FE4-C59A-4981-AFC9-7590E7FF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9277350"/>
            <a:ext cx="762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662" name="Column model 3">
            <a:extLst xmlns:a="http://schemas.openxmlformats.org/drawingml/2006/main">
              <a:ext uri="{FF2B5EF4-FFF2-40B4-BE49-F238E27FC236}">
                <a16:creationId xmlns:a16="http://schemas.microsoft.com/office/drawing/2014/main" id="{E69166F1-A6B7-4400-BEA9-1C9BDE49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1597719" y="10055166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claude-3-5-sonnet-20241022</a:t>
            </a:r>
          </a:p>
        </p:txBody>
      </p:sp>
      <p:sp>
        <p:nvSpPr>
          <p:cNvPr id="663" name="Row model 4">
            <a:extLst xmlns:a="http://schemas.openxmlformats.org/drawingml/2006/main">
              <a:ext uri="{FF2B5EF4-FFF2-40B4-BE49-F238E27FC236}">
                <a16:creationId xmlns:a16="http://schemas.microsoft.com/office/drawing/2014/main" id="{6D89F499-56AF-4F81-8E47-DDA768E4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1266444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claude-3-sonnet-20240229</a:t>
            </a:r>
          </a:p>
        </p:txBody>
      </p:sp>
      <p:sp>
        <p:nvSpPr>
          <p:cNvPr id="664" name="Y tick 4">
            <a:extLst xmlns:a="http://schemas.openxmlformats.org/drawingml/2006/main">
              <a:ext uri="{FF2B5EF4-FFF2-40B4-BE49-F238E27FC236}">
                <a16:creationId xmlns:a16="http://schemas.microsoft.com/office/drawing/2014/main" id="{88512FAD-DCD0-4C82-AD3B-664CA5DA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725" y="1376934"/>
            <a:ext cx="47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665" name="X tick 4">
            <a:extLst xmlns:a="http://schemas.openxmlformats.org/drawingml/2006/main">
              <a:ext uri="{FF2B5EF4-FFF2-40B4-BE49-F238E27FC236}">
                <a16:creationId xmlns:a16="http://schemas.microsoft.com/office/drawing/2014/main" id="{70016170-6B83-4DB4-8DD6-199FB63B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1034" y="9277350"/>
            <a:ext cx="762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666" name="Column model 4">
            <a:extLst xmlns:a="http://schemas.openxmlformats.org/drawingml/2006/main">
              <a:ext uri="{FF2B5EF4-FFF2-40B4-BE49-F238E27FC236}">
                <a16:creationId xmlns:a16="http://schemas.microsoft.com/office/drawing/2014/main" id="{46ACA884-9E49-43DE-9F44-4E600630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1965003" y="10055166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claude-3-sonnet-20240229</a:t>
            </a:r>
          </a:p>
        </p:txBody>
      </p:sp>
      <p:sp>
        <p:nvSpPr>
          <p:cNvPr id="667" name="Row model 5">
            <a:extLst xmlns:a="http://schemas.openxmlformats.org/drawingml/2006/main">
              <a:ext uri="{FF2B5EF4-FFF2-40B4-BE49-F238E27FC236}">
                <a16:creationId xmlns:a16="http://schemas.microsoft.com/office/drawing/2014/main" id="{2B0DD9A1-9CEF-4420-9297-6D973A11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1633728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claude-3-opus-20240229</a:t>
            </a:r>
          </a:p>
        </p:txBody>
      </p:sp>
      <p:sp>
        <p:nvSpPr>
          <p:cNvPr id="668" name="Y tick 5">
            <a:extLst xmlns:a="http://schemas.openxmlformats.org/drawingml/2006/main">
              <a:ext uri="{FF2B5EF4-FFF2-40B4-BE49-F238E27FC236}">
                <a16:creationId xmlns:a16="http://schemas.microsoft.com/office/drawing/2014/main" id="{EB17DF79-9B7C-4B72-BEAE-9DA8D60F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725" y="1744218"/>
            <a:ext cx="47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669" name="X tick 5">
            <a:extLst xmlns:a="http://schemas.openxmlformats.org/drawingml/2006/main">
              <a:ext uri="{FF2B5EF4-FFF2-40B4-BE49-F238E27FC236}">
                <a16:creationId xmlns:a16="http://schemas.microsoft.com/office/drawing/2014/main" id="{32831713-77F2-40B4-BE97-52FA74C5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8318" y="9277350"/>
            <a:ext cx="762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670" name="Column model 5">
            <a:extLst xmlns:a="http://schemas.openxmlformats.org/drawingml/2006/main">
              <a:ext uri="{FF2B5EF4-FFF2-40B4-BE49-F238E27FC236}">
                <a16:creationId xmlns:a16="http://schemas.microsoft.com/office/drawing/2014/main" id="{EEBEC2E3-D55F-49F3-96BC-23E6FCB1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2332287" y="10055166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claude-3-opus-20240229</a:t>
            </a:r>
          </a:p>
        </p:txBody>
      </p:sp>
      <p:sp>
        <p:nvSpPr>
          <p:cNvPr id="671" name="Row model 6">
            <a:extLst xmlns:a="http://schemas.openxmlformats.org/drawingml/2006/main">
              <a:ext uri="{FF2B5EF4-FFF2-40B4-BE49-F238E27FC236}">
                <a16:creationId xmlns:a16="http://schemas.microsoft.com/office/drawing/2014/main" id="{9FAD1595-0737-4589-8DDE-F969B093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2001012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Llama-3.3-70B-Instruct</a:t>
            </a:r>
          </a:p>
        </p:txBody>
      </p:sp>
      <p:sp>
        <p:nvSpPr>
          <p:cNvPr id="672" name="Y tick 6">
            <a:extLst xmlns:a="http://schemas.openxmlformats.org/drawingml/2006/main">
              <a:ext uri="{FF2B5EF4-FFF2-40B4-BE49-F238E27FC236}">
                <a16:creationId xmlns:a16="http://schemas.microsoft.com/office/drawing/2014/main" id="{3C2C7D81-0883-452D-AD03-2D07CBFF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725" y="2111502"/>
            <a:ext cx="47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673" name="X tick 6">
            <a:extLst xmlns:a="http://schemas.openxmlformats.org/drawingml/2006/main">
              <a:ext uri="{FF2B5EF4-FFF2-40B4-BE49-F238E27FC236}">
                <a16:creationId xmlns:a16="http://schemas.microsoft.com/office/drawing/2014/main" id="{B0F22A22-04CB-42F1-AD1E-F31B8752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5602" y="9277350"/>
            <a:ext cx="762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674" name="Column model 6">
            <a:extLst xmlns:a="http://schemas.openxmlformats.org/drawingml/2006/main">
              <a:ext uri="{FF2B5EF4-FFF2-40B4-BE49-F238E27FC236}">
                <a16:creationId xmlns:a16="http://schemas.microsoft.com/office/drawing/2014/main" id="{CA4C774D-7397-4FC3-BD96-7C8627B6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2699571" y="10055166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Llama-3.3-70B-Instruct</a:t>
            </a:r>
          </a:p>
        </p:txBody>
      </p:sp>
      <p:sp>
        <p:nvSpPr>
          <p:cNvPr id="675" name="Row model 7">
            <a:extLst xmlns:a="http://schemas.openxmlformats.org/drawingml/2006/main">
              <a:ext uri="{FF2B5EF4-FFF2-40B4-BE49-F238E27FC236}">
                <a16:creationId xmlns:a16="http://schemas.microsoft.com/office/drawing/2014/main" id="{31DEC350-A7F2-43A8-84C9-8E15EDBD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2368296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Llama-3.1-70B-Instruct</a:t>
            </a:r>
          </a:p>
        </p:txBody>
      </p:sp>
      <p:sp>
        <p:nvSpPr>
          <p:cNvPr id="676" name="Y tick 7">
            <a:extLst xmlns:a="http://schemas.openxmlformats.org/drawingml/2006/main">
              <a:ext uri="{FF2B5EF4-FFF2-40B4-BE49-F238E27FC236}">
                <a16:creationId xmlns:a16="http://schemas.microsoft.com/office/drawing/2014/main" id="{EE207506-33D6-4ABA-B1EE-A28F52B9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725" y="2478786"/>
            <a:ext cx="47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677" name="X tick 7">
            <a:extLst xmlns:a="http://schemas.openxmlformats.org/drawingml/2006/main">
              <a:ext uri="{FF2B5EF4-FFF2-40B4-BE49-F238E27FC236}">
                <a16:creationId xmlns:a16="http://schemas.microsoft.com/office/drawing/2014/main" id="{4F746031-AC19-46B4-8738-019860C0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2886" y="9277350"/>
            <a:ext cx="762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678" name="Column model 7">
            <a:extLst xmlns:a="http://schemas.openxmlformats.org/drawingml/2006/main">
              <a:ext uri="{FF2B5EF4-FFF2-40B4-BE49-F238E27FC236}">
                <a16:creationId xmlns:a16="http://schemas.microsoft.com/office/drawing/2014/main" id="{98DC2C44-00C2-4EF0-9645-1FABB9A8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3066855" y="10055166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Llama-3.1-70B-Instruct</a:t>
            </a:r>
          </a:p>
        </p:txBody>
      </p:sp>
      <p:sp>
        <p:nvSpPr>
          <p:cNvPr id="679" name="Row model 8">
            <a:extLst xmlns:a="http://schemas.openxmlformats.org/drawingml/2006/main">
              <a:ext uri="{FF2B5EF4-FFF2-40B4-BE49-F238E27FC236}">
                <a16:creationId xmlns:a16="http://schemas.microsoft.com/office/drawing/2014/main" id="{2552FDFD-F401-47AB-BD24-39AC379F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273558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Llama-3.1-405B-Instruct-Turbo</a:t>
            </a:r>
          </a:p>
        </p:txBody>
      </p:sp>
      <p:sp>
        <p:nvSpPr>
          <p:cNvPr id="680" name="Y tick 8">
            <a:extLst xmlns:a="http://schemas.openxmlformats.org/drawingml/2006/main">
              <a:ext uri="{FF2B5EF4-FFF2-40B4-BE49-F238E27FC236}">
                <a16:creationId xmlns:a16="http://schemas.microsoft.com/office/drawing/2014/main" id="{36BBB70F-40EE-4F22-B3B4-0A8E1AE9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725" y="2846070"/>
            <a:ext cx="47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681" name="X tick 8">
            <a:extLst xmlns:a="http://schemas.openxmlformats.org/drawingml/2006/main">
              <a:ext uri="{FF2B5EF4-FFF2-40B4-BE49-F238E27FC236}">
                <a16:creationId xmlns:a16="http://schemas.microsoft.com/office/drawing/2014/main" id="{BA93FD8D-E939-40C0-98A8-324CE311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0170" y="9277350"/>
            <a:ext cx="762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682" name="Column model 8">
            <a:extLst xmlns:a="http://schemas.openxmlformats.org/drawingml/2006/main">
              <a:ext uri="{FF2B5EF4-FFF2-40B4-BE49-F238E27FC236}">
                <a16:creationId xmlns:a16="http://schemas.microsoft.com/office/drawing/2014/main" id="{3CC6F169-C970-4358-B57B-5694FFEE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3434139" y="10055166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Llama-3.1-405B-Instruct-Turbo</a:t>
            </a:r>
          </a:p>
        </p:txBody>
      </p:sp>
      <p:sp>
        <p:nvSpPr>
          <p:cNvPr id="683" name="Row model 9">
            <a:extLst xmlns:a="http://schemas.openxmlformats.org/drawingml/2006/main">
              <a:ext uri="{FF2B5EF4-FFF2-40B4-BE49-F238E27FC236}">
                <a16:creationId xmlns:a16="http://schemas.microsoft.com/office/drawing/2014/main" id="{816A220B-B839-44DA-AC38-88860022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3102864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gemma-2-27b-it</a:t>
            </a:r>
          </a:p>
        </p:txBody>
      </p:sp>
      <p:sp>
        <p:nvSpPr>
          <p:cNvPr id="684" name="Y tick 9">
            <a:extLst xmlns:a="http://schemas.openxmlformats.org/drawingml/2006/main">
              <a:ext uri="{FF2B5EF4-FFF2-40B4-BE49-F238E27FC236}">
                <a16:creationId xmlns:a16="http://schemas.microsoft.com/office/drawing/2014/main" id="{3046CE60-6C83-4863-B972-637FAB48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725" y="3213354"/>
            <a:ext cx="47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685" name="X tick 9">
            <a:extLst xmlns:a="http://schemas.openxmlformats.org/drawingml/2006/main">
              <a:ext uri="{FF2B5EF4-FFF2-40B4-BE49-F238E27FC236}">
                <a16:creationId xmlns:a16="http://schemas.microsoft.com/office/drawing/2014/main" id="{0C5F4A7F-1A4E-4651-AF75-E58DA32B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7454" y="9277350"/>
            <a:ext cx="762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686" name="Column model 9">
            <a:extLst xmlns:a="http://schemas.openxmlformats.org/drawingml/2006/main">
              <a:ext uri="{FF2B5EF4-FFF2-40B4-BE49-F238E27FC236}">
                <a16:creationId xmlns:a16="http://schemas.microsoft.com/office/drawing/2014/main" id="{854FF3D9-A3CC-4763-A01D-062537AA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3801423" y="10055166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gemma-2-27b-it</a:t>
            </a:r>
          </a:p>
        </p:txBody>
      </p:sp>
      <p:sp>
        <p:nvSpPr>
          <p:cNvPr id="687" name="Row model 10">
            <a:extLst xmlns:a="http://schemas.openxmlformats.org/drawingml/2006/main">
              <a:ext uri="{FF2B5EF4-FFF2-40B4-BE49-F238E27FC236}">
                <a16:creationId xmlns:a16="http://schemas.microsoft.com/office/drawing/2014/main" id="{0FB94567-ACD4-4642-B2C6-9AA1935A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3470148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gemini-2.0-flash</a:t>
            </a:r>
          </a:p>
        </p:txBody>
      </p:sp>
      <p:sp>
        <p:nvSpPr>
          <p:cNvPr id="688" name="Y tick 10">
            <a:extLst xmlns:a="http://schemas.openxmlformats.org/drawingml/2006/main">
              <a:ext uri="{FF2B5EF4-FFF2-40B4-BE49-F238E27FC236}">
                <a16:creationId xmlns:a16="http://schemas.microsoft.com/office/drawing/2014/main" id="{8CBD371E-DEC2-47CC-B6AE-CA72ED20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725" y="3580638"/>
            <a:ext cx="47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689" name="X tick 10">
            <a:extLst xmlns:a="http://schemas.openxmlformats.org/drawingml/2006/main">
              <a:ext uri="{FF2B5EF4-FFF2-40B4-BE49-F238E27FC236}">
                <a16:creationId xmlns:a16="http://schemas.microsoft.com/office/drawing/2014/main" id="{287E66BA-F666-4CDD-88C9-24CD6CA4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4738" y="9277350"/>
            <a:ext cx="762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690" name="Column model 10">
            <a:extLst xmlns:a="http://schemas.openxmlformats.org/drawingml/2006/main">
              <a:ext uri="{FF2B5EF4-FFF2-40B4-BE49-F238E27FC236}">
                <a16:creationId xmlns:a16="http://schemas.microsoft.com/office/drawing/2014/main" id="{D31FF067-E561-4833-8360-42EFDC85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4168707" y="10055166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gemini-2.0-flash</a:t>
            </a:r>
          </a:p>
        </p:txBody>
      </p:sp>
      <p:sp>
        <p:nvSpPr>
          <p:cNvPr id="691" name="Row model 11">
            <a:extLst xmlns:a="http://schemas.openxmlformats.org/drawingml/2006/main">
              <a:ext uri="{FF2B5EF4-FFF2-40B4-BE49-F238E27FC236}">
                <a16:creationId xmlns:a16="http://schemas.microsoft.com/office/drawing/2014/main" id="{DDF1E50B-AAD4-46D0-B8DF-19F42D12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3837432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gemini-1.5-pro</a:t>
            </a:r>
          </a:p>
        </p:txBody>
      </p:sp>
      <p:sp>
        <p:nvSpPr>
          <p:cNvPr id="692" name="Y tick 11">
            <a:extLst xmlns:a="http://schemas.openxmlformats.org/drawingml/2006/main">
              <a:ext uri="{FF2B5EF4-FFF2-40B4-BE49-F238E27FC236}">
                <a16:creationId xmlns:a16="http://schemas.microsoft.com/office/drawing/2014/main" id="{86BF0D51-7091-40A4-8B0E-23363293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725" y="3947922"/>
            <a:ext cx="47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693" name="X tick 11">
            <a:extLst xmlns:a="http://schemas.openxmlformats.org/drawingml/2006/main">
              <a:ext uri="{FF2B5EF4-FFF2-40B4-BE49-F238E27FC236}">
                <a16:creationId xmlns:a16="http://schemas.microsoft.com/office/drawing/2014/main" id="{174D5A39-518F-4B05-B836-74985770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72022" y="9277350"/>
            <a:ext cx="762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694" name="Column model 11">
            <a:extLst xmlns:a="http://schemas.openxmlformats.org/drawingml/2006/main">
              <a:ext uri="{FF2B5EF4-FFF2-40B4-BE49-F238E27FC236}">
                <a16:creationId xmlns:a16="http://schemas.microsoft.com/office/drawing/2014/main" id="{9AD898A9-4E8F-4743-93F9-D9EE1FF5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4535991" y="10055166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gemini-1.5-pro</a:t>
            </a:r>
          </a:p>
        </p:txBody>
      </p:sp>
      <p:sp>
        <p:nvSpPr>
          <p:cNvPr id="695" name="Row model 12">
            <a:extLst xmlns:a="http://schemas.openxmlformats.org/drawingml/2006/main">
              <a:ext uri="{FF2B5EF4-FFF2-40B4-BE49-F238E27FC236}">
                <a16:creationId xmlns:a16="http://schemas.microsoft.com/office/drawing/2014/main" id="{F36ED06D-2718-41CD-8A6B-AF66C54D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4204716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qwen-max-2025-01-25</a:t>
            </a:r>
          </a:p>
        </p:txBody>
      </p:sp>
      <p:sp>
        <p:nvSpPr>
          <p:cNvPr id="696" name="Y tick 12">
            <a:extLst xmlns:a="http://schemas.openxmlformats.org/drawingml/2006/main">
              <a:ext uri="{FF2B5EF4-FFF2-40B4-BE49-F238E27FC236}">
                <a16:creationId xmlns:a16="http://schemas.microsoft.com/office/drawing/2014/main" id="{8643A216-B85B-4142-B9F0-F283BD36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725" y="4315206"/>
            <a:ext cx="47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697" name="X tick 12">
            <a:extLst xmlns:a="http://schemas.openxmlformats.org/drawingml/2006/main">
              <a:ext uri="{FF2B5EF4-FFF2-40B4-BE49-F238E27FC236}">
                <a16:creationId xmlns:a16="http://schemas.microsoft.com/office/drawing/2014/main" id="{13F6F03A-88F9-4461-BC6F-A2B22EEF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9306" y="9277350"/>
            <a:ext cx="762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698" name="Column model 12">
            <a:extLst xmlns:a="http://schemas.openxmlformats.org/drawingml/2006/main">
              <a:ext uri="{FF2B5EF4-FFF2-40B4-BE49-F238E27FC236}">
                <a16:creationId xmlns:a16="http://schemas.microsoft.com/office/drawing/2014/main" id="{2D625E40-A274-4757-992D-645B067C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4903275" y="10055166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qwen-max-2025-01-25</a:t>
            </a:r>
          </a:p>
        </p:txBody>
      </p:sp>
      <p:sp>
        <p:nvSpPr>
          <p:cNvPr id="699" name="Row model 13">
            <a:extLst xmlns:a="http://schemas.openxmlformats.org/drawingml/2006/main">
              <a:ext uri="{FF2B5EF4-FFF2-40B4-BE49-F238E27FC236}">
                <a16:creationId xmlns:a16="http://schemas.microsoft.com/office/drawing/2014/main" id="{B91673F0-EF95-4503-BCA3-FCA6C166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45720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qwen-plus-2025-01-25</a:t>
            </a:r>
          </a:p>
        </p:txBody>
      </p:sp>
      <p:sp>
        <p:nvSpPr>
          <p:cNvPr id="700" name="Y tick 13">
            <a:extLst xmlns:a="http://schemas.openxmlformats.org/drawingml/2006/main">
              <a:ext uri="{FF2B5EF4-FFF2-40B4-BE49-F238E27FC236}">
                <a16:creationId xmlns:a16="http://schemas.microsoft.com/office/drawing/2014/main" id="{906D15B2-9C7B-4B65-8A97-2520A518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725" y="4682490"/>
            <a:ext cx="47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701" name="X tick 13">
            <a:extLst xmlns:a="http://schemas.openxmlformats.org/drawingml/2006/main">
              <a:ext uri="{FF2B5EF4-FFF2-40B4-BE49-F238E27FC236}">
                <a16:creationId xmlns:a16="http://schemas.microsoft.com/office/drawing/2014/main" id="{82A763AD-F6C3-48AB-BAB6-3971391A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6590" y="9277350"/>
            <a:ext cx="762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702" name="Column model 13">
            <a:extLst xmlns:a="http://schemas.openxmlformats.org/drawingml/2006/main">
              <a:ext uri="{FF2B5EF4-FFF2-40B4-BE49-F238E27FC236}">
                <a16:creationId xmlns:a16="http://schemas.microsoft.com/office/drawing/2014/main" id="{BFF1430D-F4D0-4DBB-94D3-11F66287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5270559" y="10055166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qwen-plus-2025-01-25</a:t>
            </a:r>
          </a:p>
        </p:txBody>
      </p:sp>
      <p:sp>
        <p:nvSpPr>
          <p:cNvPr id="703" name="Row model 14">
            <a:extLst xmlns:a="http://schemas.openxmlformats.org/drawingml/2006/main">
              <a:ext uri="{FF2B5EF4-FFF2-40B4-BE49-F238E27FC236}">
                <a16:creationId xmlns:a16="http://schemas.microsoft.com/office/drawing/2014/main" id="{51A1EAA4-E7F1-4D29-9059-E8A2BEB6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4939284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Qwen3-32B</a:t>
            </a:r>
          </a:p>
        </p:txBody>
      </p:sp>
      <p:sp>
        <p:nvSpPr>
          <p:cNvPr id="704" name="Y tick 14">
            <a:extLst xmlns:a="http://schemas.openxmlformats.org/drawingml/2006/main">
              <a:ext uri="{FF2B5EF4-FFF2-40B4-BE49-F238E27FC236}">
                <a16:creationId xmlns:a16="http://schemas.microsoft.com/office/drawing/2014/main" id="{1C52270F-5F23-47FD-8AFD-A7C81683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725" y="5049774"/>
            <a:ext cx="47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705" name="X tick 14">
            <a:extLst xmlns:a="http://schemas.openxmlformats.org/drawingml/2006/main">
              <a:ext uri="{FF2B5EF4-FFF2-40B4-BE49-F238E27FC236}">
                <a16:creationId xmlns:a16="http://schemas.microsoft.com/office/drawing/2014/main" id="{36BE5C36-572B-4F7C-936C-6F65E912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3874" y="9277350"/>
            <a:ext cx="762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706" name="Column model 14">
            <a:extLst xmlns:a="http://schemas.openxmlformats.org/drawingml/2006/main">
              <a:ext uri="{FF2B5EF4-FFF2-40B4-BE49-F238E27FC236}">
                <a16:creationId xmlns:a16="http://schemas.microsoft.com/office/drawing/2014/main" id="{597C9437-0AD6-4DF6-A29C-BB13278B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5637843" y="10055166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Qwen3-32B</a:t>
            </a:r>
          </a:p>
        </p:txBody>
      </p:sp>
      <p:sp>
        <p:nvSpPr>
          <p:cNvPr id="707" name="Row model 15">
            <a:extLst xmlns:a="http://schemas.openxmlformats.org/drawingml/2006/main">
              <a:ext uri="{FF2B5EF4-FFF2-40B4-BE49-F238E27FC236}">
                <a16:creationId xmlns:a16="http://schemas.microsoft.com/office/drawing/2014/main" id="{76B0B5AC-4B72-4AC2-B4C3-6DFE57FF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5306568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Qwen2.5-72B-Instruct</a:t>
            </a:r>
          </a:p>
        </p:txBody>
      </p:sp>
      <p:sp>
        <p:nvSpPr>
          <p:cNvPr id="708" name="Y tick 15">
            <a:extLst xmlns:a="http://schemas.openxmlformats.org/drawingml/2006/main">
              <a:ext uri="{FF2B5EF4-FFF2-40B4-BE49-F238E27FC236}">
                <a16:creationId xmlns:a16="http://schemas.microsoft.com/office/drawing/2014/main" id="{67564646-3AB7-40AE-942E-4420967F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725" y="5417058"/>
            <a:ext cx="47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709" name="X tick 15">
            <a:extLst xmlns:a="http://schemas.openxmlformats.org/drawingml/2006/main">
              <a:ext uri="{FF2B5EF4-FFF2-40B4-BE49-F238E27FC236}">
                <a16:creationId xmlns:a16="http://schemas.microsoft.com/office/drawing/2014/main" id="{AD73B90B-FB06-4DDA-8C64-6BEB0238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41158" y="9277350"/>
            <a:ext cx="762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710" name="Column model 15">
            <a:extLst xmlns:a="http://schemas.openxmlformats.org/drawingml/2006/main">
              <a:ext uri="{FF2B5EF4-FFF2-40B4-BE49-F238E27FC236}">
                <a16:creationId xmlns:a16="http://schemas.microsoft.com/office/drawing/2014/main" id="{298B8067-4D13-4E4D-B6A5-C2586502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6005127" y="10055166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Qwen2.5-72B-Instruct</a:t>
            </a:r>
          </a:p>
        </p:txBody>
      </p:sp>
      <p:sp>
        <p:nvSpPr>
          <p:cNvPr id="711" name="Row model 16">
            <a:extLst xmlns:a="http://schemas.openxmlformats.org/drawingml/2006/main">
              <a:ext uri="{FF2B5EF4-FFF2-40B4-BE49-F238E27FC236}">
                <a16:creationId xmlns:a16="http://schemas.microsoft.com/office/drawing/2014/main" id="{9356A64B-12F9-41C7-92C3-8FCB85B6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5673852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Qwen2-72B-Instruct</a:t>
            </a:r>
          </a:p>
        </p:txBody>
      </p:sp>
      <p:sp>
        <p:nvSpPr>
          <p:cNvPr id="712" name="Y tick 16">
            <a:extLst xmlns:a="http://schemas.openxmlformats.org/drawingml/2006/main">
              <a:ext uri="{FF2B5EF4-FFF2-40B4-BE49-F238E27FC236}">
                <a16:creationId xmlns:a16="http://schemas.microsoft.com/office/drawing/2014/main" id="{32198E71-02A8-4D1B-BCDF-797ED2A8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725" y="5784342"/>
            <a:ext cx="47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713" name="X tick 16">
            <a:extLst xmlns:a="http://schemas.openxmlformats.org/drawingml/2006/main">
              <a:ext uri="{FF2B5EF4-FFF2-40B4-BE49-F238E27FC236}">
                <a16:creationId xmlns:a16="http://schemas.microsoft.com/office/drawing/2014/main" id="{01771C43-BAB0-46C9-ADAF-082A73A1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08442" y="9277350"/>
            <a:ext cx="762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714" name="Column model 16">
            <a:extLst xmlns:a="http://schemas.openxmlformats.org/drawingml/2006/main">
              <a:ext uri="{FF2B5EF4-FFF2-40B4-BE49-F238E27FC236}">
                <a16:creationId xmlns:a16="http://schemas.microsoft.com/office/drawing/2014/main" id="{836B8169-C48B-4BAE-A79C-C17812E6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6372411" y="10055166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Qwen2-72B-Instruct</a:t>
            </a:r>
          </a:p>
        </p:txBody>
      </p:sp>
      <p:sp>
        <p:nvSpPr>
          <p:cNvPr id="715" name="Row model 17">
            <a:extLst xmlns:a="http://schemas.openxmlformats.org/drawingml/2006/main">
              <a:ext uri="{FF2B5EF4-FFF2-40B4-BE49-F238E27FC236}">
                <a16:creationId xmlns:a16="http://schemas.microsoft.com/office/drawing/2014/main" id="{51D87107-832F-4A41-9E41-EBE38C40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041136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Qwen1.5-110B-Chat</a:t>
            </a:r>
          </a:p>
        </p:txBody>
      </p:sp>
      <p:sp>
        <p:nvSpPr>
          <p:cNvPr id="716" name="Y tick 17">
            <a:extLst xmlns:a="http://schemas.openxmlformats.org/drawingml/2006/main">
              <a:ext uri="{FF2B5EF4-FFF2-40B4-BE49-F238E27FC236}">
                <a16:creationId xmlns:a16="http://schemas.microsoft.com/office/drawing/2014/main" id="{302A19D4-3226-4964-B852-59694809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725" y="6151626"/>
            <a:ext cx="47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717" name="X tick 17">
            <a:extLst xmlns:a="http://schemas.openxmlformats.org/drawingml/2006/main">
              <a:ext uri="{FF2B5EF4-FFF2-40B4-BE49-F238E27FC236}">
                <a16:creationId xmlns:a16="http://schemas.microsoft.com/office/drawing/2014/main" id="{3CCBA2A1-87F0-4BBE-9677-7DF8485F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5726" y="9277350"/>
            <a:ext cx="762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718" name="Column model 17">
            <a:extLst xmlns:a="http://schemas.openxmlformats.org/drawingml/2006/main">
              <a:ext uri="{FF2B5EF4-FFF2-40B4-BE49-F238E27FC236}">
                <a16:creationId xmlns:a16="http://schemas.microsoft.com/office/drawing/2014/main" id="{6AEA0F86-3674-48A9-A597-B0A0547B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6739695" y="10055166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Qwen1.5-110B-Chat</a:t>
            </a:r>
          </a:p>
        </p:txBody>
      </p:sp>
      <p:sp>
        <p:nvSpPr>
          <p:cNvPr id="719" name="Row model 18">
            <a:extLst xmlns:a="http://schemas.openxmlformats.org/drawingml/2006/main">
              <a:ext uri="{FF2B5EF4-FFF2-40B4-BE49-F238E27FC236}">
                <a16:creationId xmlns:a16="http://schemas.microsoft.com/office/drawing/2014/main" id="{BF0CC540-561A-40AF-8A5E-D27CE674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40842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Mistral-Large-Instruct-2411</a:t>
            </a:r>
          </a:p>
        </p:txBody>
      </p:sp>
      <p:sp>
        <p:nvSpPr>
          <p:cNvPr id="720" name="Y tick 18">
            <a:extLst xmlns:a="http://schemas.openxmlformats.org/drawingml/2006/main">
              <a:ext uri="{FF2B5EF4-FFF2-40B4-BE49-F238E27FC236}">
                <a16:creationId xmlns:a16="http://schemas.microsoft.com/office/drawing/2014/main" id="{82503A6A-64F9-464B-BC28-7C5C32F0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725" y="6518910"/>
            <a:ext cx="47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721" name="X tick 18">
            <a:extLst xmlns:a="http://schemas.openxmlformats.org/drawingml/2006/main">
              <a:ext uri="{FF2B5EF4-FFF2-40B4-BE49-F238E27FC236}">
                <a16:creationId xmlns:a16="http://schemas.microsoft.com/office/drawing/2014/main" id="{0EF80090-436E-4BFF-B21D-8AB2CDF4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43010" y="9277350"/>
            <a:ext cx="762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722" name="Column model 18">
            <a:extLst xmlns:a="http://schemas.openxmlformats.org/drawingml/2006/main">
              <a:ext uri="{FF2B5EF4-FFF2-40B4-BE49-F238E27FC236}">
                <a16:creationId xmlns:a16="http://schemas.microsoft.com/office/drawing/2014/main" id="{B22980AD-8725-4294-B5C7-166459BF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7106979" y="10055166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Mistral-Large-Instruct-2411</a:t>
            </a:r>
          </a:p>
        </p:txBody>
      </p:sp>
      <p:sp>
        <p:nvSpPr>
          <p:cNvPr id="723" name="Row model 19">
            <a:extLst xmlns:a="http://schemas.openxmlformats.org/drawingml/2006/main">
              <a:ext uri="{FF2B5EF4-FFF2-40B4-BE49-F238E27FC236}">
                <a16:creationId xmlns:a16="http://schemas.microsoft.com/office/drawing/2014/main" id="{B84A8695-F961-480A-9824-A26AB8D8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775704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Mixtral-8x7B-Instruct-v0.1</a:t>
            </a:r>
          </a:p>
        </p:txBody>
      </p:sp>
      <p:sp>
        <p:nvSpPr>
          <p:cNvPr id="724" name="Y tick 19">
            <a:extLst xmlns:a="http://schemas.openxmlformats.org/drawingml/2006/main">
              <a:ext uri="{FF2B5EF4-FFF2-40B4-BE49-F238E27FC236}">
                <a16:creationId xmlns:a16="http://schemas.microsoft.com/office/drawing/2014/main" id="{06F2F4BA-DD14-44E6-B399-2E8D10E3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725" y="6886194"/>
            <a:ext cx="47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725" name="X tick 19">
            <a:extLst xmlns:a="http://schemas.openxmlformats.org/drawingml/2006/main">
              <a:ext uri="{FF2B5EF4-FFF2-40B4-BE49-F238E27FC236}">
                <a16:creationId xmlns:a16="http://schemas.microsoft.com/office/drawing/2014/main" id="{42936DCD-DCAC-4735-BB3C-6855CD9A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10294" y="9277350"/>
            <a:ext cx="762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726" name="Column model 19">
            <a:extLst xmlns:a="http://schemas.openxmlformats.org/drawingml/2006/main">
              <a:ext uri="{FF2B5EF4-FFF2-40B4-BE49-F238E27FC236}">
                <a16:creationId xmlns:a16="http://schemas.microsoft.com/office/drawing/2014/main" id="{677E01AD-B9C3-4AA7-A28E-11D79C89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7474263" y="10055166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Mixtral-8x7B-Instruct-v0.1</a:t>
            </a:r>
          </a:p>
        </p:txBody>
      </p:sp>
      <p:sp>
        <p:nvSpPr>
          <p:cNvPr id="727" name="Row model 20">
            <a:extLst xmlns:a="http://schemas.openxmlformats.org/drawingml/2006/main">
              <a:ext uri="{FF2B5EF4-FFF2-40B4-BE49-F238E27FC236}">
                <a16:creationId xmlns:a16="http://schemas.microsoft.com/office/drawing/2014/main" id="{7E50F765-88EF-4B88-A947-20C13634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7142988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OLMo-2-1124-13B-Instruct</a:t>
            </a:r>
          </a:p>
        </p:txBody>
      </p:sp>
      <p:sp>
        <p:nvSpPr>
          <p:cNvPr id="728" name="Y tick 20">
            <a:extLst xmlns:a="http://schemas.openxmlformats.org/drawingml/2006/main">
              <a:ext uri="{FF2B5EF4-FFF2-40B4-BE49-F238E27FC236}">
                <a16:creationId xmlns:a16="http://schemas.microsoft.com/office/drawing/2014/main" id="{D5A40DEB-099F-4334-AFE2-DEB5468D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725" y="7253478"/>
            <a:ext cx="47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729" name="X tick 20">
            <a:extLst xmlns:a="http://schemas.openxmlformats.org/drawingml/2006/main">
              <a:ext uri="{FF2B5EF4-FFF2-40B4-BE49-F238E27FC236}">
                <a16:creationId xmlns:a16="http://schemas.microsoft.com/office/drawing/2014/main" id="{259DC3C9-9AF8-4B89-9BC4-0A2C0E0A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77578" y="9277350"/>
            <a:ext cx="762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730" name="Column model 20">
            <a:extLst xmlns:a="http://schemas.openxmlformats.org/drawingml/2006/main">
              <a:ext uri="{FF2B5EF4-FFF2-40B4-BE49-F238E27FC236}">
                <a16:creationId xmlns:a16="http://schemas.microsoft.com/office/drawing/2014/main" id="{AA5BB07F-78E1-4FD3-9F0C-2544F665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7841547" y="10055166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OLMo-2-1124-13B-Instruct</a:t>
            </a:r>
          </a:p>
        </p:txBody>
      </p:sp>
      <p:sp>
        <p:nvSpPr>
          <p:cNvPr id="731" name="Row model 21">
            <a:extLst xmlns:a="http://schemas.openxmlformats.org/drawingml/2006/main">
              <a:ext uri="{FF2B5EF4-FFF2-40B4-BE49-F238E27FC236}">
                <a16:creationId xmlns:a16="http://schemas.microsoft.com/office/drawing/2014/main" id="{BBFF4FC3-B6EE-4D42-9825-EA975F25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7510272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Llama-3.1-Tulu-3-70B</a:t>
            </a:r>
          </a:p>
        </p:txBody>
      </p:sp>
      <p:sp>
        <p:nvSpPr>
          <p:cNvPr id="732" name="Y tick 21">
            <a:extLst xmlns:a="http://schemas.openxmlformats.org/drawingml/2006/main">
              <a:ext uri="{FF2B5EF4-FFF2-40B4-BE49-F238E27FC236}">
                <a16:creationId xmlns:a16="http://schemas.microsoft.com/office/drawing/2014/main" id="{2A82C5D1-DBC1-40E9-9FF4-2551EF3E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725" y="7620762"/>
            <a:ext cx="47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733" name="X tick 21">
            <a:extLst xmlns:a="http://schemas.openxmlformats.org/drawingml/2006/main">
              <a:ext uri="{FF2B5EF4-FFF2-40B4-BE49-F238E27FC236}">
                <a16:creationId xmlns:a16="http://schemas.microsoft.com/office/drawing/2014/main" id="{17A9398C-530F-4151-829D-4CF81149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4862" y="9277350"/>
            <a:ext cx="762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734" name="Column model 21">
            <a:extLst xmlns:a="http://schemas.openxmlformats.org/drawingml/2006/main">
              <a:ext uri="{FF2B5EF4-FFF2-40B4-BE49-F238E27FC236}">
                <a16:creationId xmlns:a16="http://schemas.microsoft.com/office/drawing/2014/main" id="{CA41F13C-8747-4215-AA5F-C2A2F904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8208831" y="10055166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Llama-3.1-Tulu-3-70B</a:t>
            </a:r>
          </a:p>
        </p:txBody>
      </p:sp>
      <p:sp>
        <p:nvSpPr>
          <p:cNvPr id="735" name="Row model 22">
            <a:extLst xmlns:a="http://schemas.openxmlformats.org/drawingml/2006/main">
              <a:ext uri="{FF2B5EF4-FFF2-40B4-BE49-F238E27FC236}">
                <a16:creationId xmlns:a16="http://schemas.microsoft.com/office/drawing/2014/main" id="{61CF2057-61A8-4D0A-8381-5F84997C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7877556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c4ai-command-r-plus-08-2024</a:t>
            </a:r>
          </a:p>
        </p:txBody>
      </p:sp>
      <p:sp>
        <p:nvSpPr>
          <p:cNvPr id="736" name="Y tick 22">
            <a:extLst xmlns:a="http://schemas.openxmlformats.org/drawingml/2006/main">
              <a:ext uri="{FF2B5EF4-FFF2-40B4-BE49-F238E27FC236}">
                <a16:creationId xmlns:a16="http://schemas.microsoft.com/office/drawing/2014/main" id="{13B81BCF-AB8A-40B9-BB90-8CC70023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725" y="7988046"/>
            <a:ext cx="47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737" name="X tick 22">
            <a:extLst xmlns:a="http://schemas.openxmlformats.org/drawingml/2006/main">
              <a:ext uri="{FF2B5EF4-FFF2-40B4-BE49-F238E27FC236}">
                <a16:creationId xmlns:a16="http://schemas.microsoft.com/office/drawing/2014/main" id="{795B2409-1BB1-49DA-BDE5-A7E4AC46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12146" y="9277350"/>
            <a:ext cx="762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738" name="Column model 22">
            <a:extLst xmlns:a="http://schemas.openxmlformats.org/drawingml/2006/main">
              <a:ext uri="{FF2B5EF4-FFF2-40B4-BE49-F238E27FC236}">
                <a16:creationId xmlns:a16="http://schemas.microsoft.com/office/drawing/2014/main" id="{D6F01DAD-9427-454C-8ACC-740A18E8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8576115" y="10055166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c4ai-command-r-plus-08-2024</a:t>
            </a:r>
          </a:p>
        </p:txBody>
      </p:sp>
      <p:sp>
        <p:nvSpPr>
          <p:cNvPr id="739" name="Row model 23">
            <a:extLst xmlns:a="http://schemas.openxmlformats.org/drawingml/2006/main">
              <a:ext uri="{FF2B5EF4-FFF2-40B4-BE49-F238E27FC236}">
                <a16:creationId xmlns:a16="http://schemas.microsoft.com/office/drawing/2014/main" id="{63124C89-B357-4C34-B01E-034FA5BA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824484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aya-expanse-32b</a:t>
            </a:r>
          </a:p>
        </p:txBody>
      </p:sp>
      <p:sp>
        <p:nvSpPr>
          <p:cNvPr id="740" name="Y tick 23">
            <a:extLst xmlns:a="http://schemas.openxmlformats.org/drawingml/2006/main">
              <a:ext uri="{FF2B5EF4-FFF2-40B4-BE49-F238E27FC236}">
                <a16:creationId xmlns:a16="http://schemas.microsoft.com/office/drawing/2014/main" id="{621D438F-175C-4FCD-9892-985625BB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725" y="8355330"/>
            <a:ext cx="47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741" name="X tick 23">
            <a:extLst xmlns:a="http://schemas.openxmlformats.org/drawingml/2006/main">
              <a:ext uri="{FF2B5EF4-FFF2-40B4-BE49-F238E27FC236}">
                <a16:creationId xmlns:a16="http://schemas.microsoft.com/office/drawing/2014/main" id="{619A862C-A813-4F7A-A98C-1E9D5743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9430" y="9277350"/>
            <a:ext cx="762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742" name="Column model 23">
            <a:extLst xmlns:a="http://schemas.openxmlformats.org/drawingml/2006/main">
              <a:ext uri="{FF2B5EF4-FFF2-40B4-BE49-F238E27FC236}">
                <a16:creationId xmlns:a16="http://schemas.microsoft.com/office/drawing/2014/main" id="{F6E9A408-DF93-462A-8E72-20BE20E0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8943399" y="10055166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aya-expanse-32b</a:t>
            </a:r>
          </a:p>
        </p:txBody>
      </p:sp>
      <p:sp>
        <p:nvSpPr>
          <p:cNvPr id="743" name="Row model 24">
            <a:extLst xmlns:a="http://schemas.openxmlformats.org/drawingml/2006/main">
              <a:ext uri="{FF2B5EF4-FFF2-40B4-BE49-F238E27FC236}">
                <a16:creationId xmlns:a16="http://schemas.microsoft.com/office/drawing/2014/main" id="{C12F36A8-8B0D-4A17-8465-27E65143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8612124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DeepSeek-V3</a:t>
            </a:r>
          </a:p>
        </p:txBody>
      </p:sp>
      <p:sp>
        <p:nvSpPr>
          <p:cNvPr id="744" name="Y tick 24">
            <a:extLst xmlns:a="http://schemas.openxmlformats.org/drawingml/2006/main">
              <a:ext uri="{FF2B5EF4-FFF2-40B4-BE49-F238E27FC236}">
                <a16:creationId xmlns:a16="http://schemas.microsoft.com/office/drawing/2014/main" id="{2C7CBCAE-F122-401D-A5B2-635D065A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725" y="8722614"/>
            <a:ext cx="47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745" name="X tick 24">
            <a:extLst xmlns:a="http://schemas.openxmlformats.org/drawingml/2006/main">
              <a:ext uri="{FF2B5EF4-FFF2-40B4-BE49-F238E27FC236}">
                <a16:creationId xmlns:a16="http://schemas.microsoft.com/office/drawing/2014/main" id="{10FB28CB-8156-4EC5-85C9-90D9851D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6714" y="9277350"/>
            <a:ext cx="762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746" name="Column model 24">
            <a:extLst xmlns:a="http://schemas.openxmlformats.org/drawingml/2006/main">
              <a:ext uri="{FF2B5EF4-FFF2-40B4-BE49-F238E27FC236}">
                <a16:creationId xmlns:a16="http://schemas.microsoft.com/office/drawing/2014/main" id="{92E27F63-F83C-4557-88BE-9A9702CB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9310683" y="10055166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DeepSeek-V3</a:t>
            </a:r>
          </a:p>
        </p:txBody>
      </p:sp>
      <p:sp>
        <p:nvSpPr>
          <p:cNvPr id="747" name="Row model 25">
            <a:extLst xmlns:a="http://schemas.openxmlformats.org/drawingml/2006/main">
              <a:ext uri="{FF2B5EF4-FFF2-40B4-BE49-F238E27FC236}">
                <a16:creationId xmlns:a16="http://schemas.microsoft.com/office/drawing/2014/main" id="{EE4CD9F5-A388-44BB-AFE8-3F9751CD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8979408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phi-4</a:t>
            </a:r>
          </a:p>
        </p:txBody>
      </p:sp>
      <p:sp>
        <p:nvSpPr>
          <p:cNvPr id="748" name="Y tick 25">
            <a:extLst xmlns:a="http://schemas.openxmlformats.org/drawingml/2006/main">
              <a:ext uri="{FF2B5EF4-FFF2-40B4-BE49-F238E27FC236}">
                <a16:creationId xmlns:a16="http://schemas.microsoft.com/office/drawing/2014/main" id="{7AAAD1BD-A084-4B5F-B19B-BF189441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1725" y="9089898"/>
            <a:ext cx="476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749" name="X tick 25">
            <a:extLst xmlns:a="http://schemas.openxmlformats.org/drawingml/2006/main">
              <a:ext uri="{FF2B5EF4-FFF2-40B4-BE49-F238E27FC236}">
                <a16:creationId xmlns:a16="http://schemas.microsoft.com/office/drawing/2014/main" id="{930A173B-F217-42ED-9E36-14B51AA0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13998" y="9277350"/>
            <a:ext cx="762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750" name="Column model 25">
            <a:extLst xmlns:a="http://schemas.openxmlformats.org/drawingml/2006/main">
              <a:ext uri="{FF2B5EF4-FFF2-40B4-BE49-F238E27FC236}">
                <a16:creationId xmlns:a16="http://schemas.microsoft.com/office/drawing/2014/main" id="{D5621B20-349D-4139-AD1A-3B14D4F2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00000">
            <a:off x="9677967" y="10055166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95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95">
                <a:solidFill>
                  <a:srgbClr val="111111"/>
                </a:solidFill>
                <a:latin typeface="Arial"/>
                <a:ea typeface="Arial"/>
                <a:cs typeface="Arial"/>
              </a:rPr>
              <a:t>phi-4</a:t>
            </a:r>
          </a:p>
        </p:txBody>
      </p:sp>
      <p:sp>
        <p:nvSpPr>
          <p:cNvPr id="7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9CE562-185A-4C5B-8D8B-75258715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524" y="841041"/>
            <a:ext cx="343201" cy="365652"/>
          </a:xfrm>
          <a:custGeom xmlns:a="http://schemas.openxmlformats.org/drawingml/2006/main">
            <a:pathLst>
              <a:path w="343201" h="365652" fill="none">
                <a:moveTo>
                  <a:pt x="0" y="0"/>
                </a:moveTo>
                <a:lnTo>
                  <a:pt x="343201" y="0"/>
                </a:lnTo>
                <a:lnTo>
                  <a:pt x="343201" y="365652"/>
                </a:lnTo>
                <a:lnTo>
                  <a:pt x="0" y="36565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0636" cap="flat">
            <a:solidFill>
              <a:srgbClr val="16E7CF"/>
            </a:solidFill>
            <a:miter/>
          </a:ln>
        </p:spPr>
      </p:sp>
      <p:sp>
        <p:nvSpPr>
          <p:cNvPr id="7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116BC1-E96A-46BF-878D-C415A8AB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1977" y="553894"/>
            <a:ext cx="156967" cy="266827"/>
          </a:xfrm>
          <a:custGeom xmlns:a="http://schemas.openxmlformats.org/drawingml/2006/main">
            <a:pathLst>
              <a:path w="156967" h="266827" fill="none">
                <a:moveTo>
                  <a:pt x="0" y="266827"/>
                </a:moveTo>
                <a:cubicBezTo>
                  <a:pt x="22606" y="164833"/>
                  <a:pt x="70848" y="78925"/>
                  <a:pt x="144725" y="9104"/>
                </a:cubicBezTo>
                <a:lnTo>
                  <a:pt x="1569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477" cap="flat">
            <a:solidFill>
              <a:srgbClr val="16E7CF">
                <a:alpha val="70000"/>
              </a:srgbClr>
            </a:solidFill>
            <a:miter/>
          </a:ln>
        </p:spPr>
      </p:sp>
      <p:sp>
        <p:nvSpPr>
          <p:cNvPr id="7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9335D2-CE48-49F6-81A9-E851723B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6709" y="482968"/>
            <a:ext cx="147613" cy="133824"/>
          </a:xfrm>
          <a:custGeom xmlns:a="http://schemas.openxmlformats.org/drawingml/2006/main">
            <a:pathLst>
              <a:path w="147613" h="133824">
                <a:moveTo>
                  <a:pt x="80020" y="133824"/>
                </a:moveTo>
                <a:lnTo>
                  <a:pt x="147613" y="0"/>
                </a:lnTo>
                <a:lnTo>
                  <a:pt x="0" y="26219"/>
                </a:lnTo>
                <a:lnTo>
                  <a:pt x="80020" y="133824"/>
                </a:lnTo>
                <a:close/>
              </a:path>
            </a:pathLst>
          </a:custGeom>
          <a:solidFill xmlns:a="http://schemas.openxmlformats.org/drawingml/2006/main">
            <a:srgbClr val="16E7CF">
              <a:alpha val="7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C9344C-E34E-4AC4-8AAC-E066E86E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301" y="8544442"/>
            <a:ext cx="343201" cy="365652"/>
          </a:xfrm>
          <a:custGeom xmlns:a="http://schemas.openxmlformats.org/drawingml/2006/main">
            <a:pathLst>
              <a:path w="343201" h="365652" fill="none">
                <a:moveTo>
                  <a:pt x="0" y="0"/>
                </a:moveTo>
                <a:lnTo>
                  <a:pt x="343201" y="0"/>
                </a:lnTo>
                <a:lnTo>
                  <a:pt x="343201" y="365652"/>
                </a:lnTo>
                <a:lnTo>
                  <a:pt x="0" y="36565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0636" cap="flat">
            <a:solidFill>
              <a:srgbClr val="16E7CF"/>
            </a:solidFill>
            <a:miter/>
          </a:ln>
        </p:spPr>
      </p:sp>
      <p:sp>
        <p:nvSpPr>
          <p:cNvPr id="7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8886DB-7C1F-4E80-A35B-EC1DCE8C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4827" y="2053421"/>
            <a:ext cx="3638042" cy="6470697"/>
          </a:xfrm>
          <a:custGeom xmlns:a="http://schemas.openxmlformats.org/drawingml/2006/main">
            <a:pathLst>
              <a:path w="3638042" h="6470697" fill="none">
                <a:moveTo>
                  <a:pt x="0" y="6470697"/>
                </a:moveTo>
                <a:cubicBezTo>
                  <a:pt x="1135731" y="3052491"/>
                  <a:pt x="2344166" y="898414"/>
                  <a:pt x="3625306" y="8469"/>
                </a:cubicBezTo>
                <a:lnTo>
                  <a:pt x="3638042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477" cap="flat">
            <a:solidFill>
              <a:srgbClr val="16E7CF">
                <a:alpha val="70000"/>
              </a:srgbClr>
            </a:solidFill>
            <a:miter/>
          </a:ln>
        </p:spPr>
      </p:sp>
      <p:sp>
        <p:nvSpPr>
          <p:cNvPr id="7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BA9209-8DEC-4C04-9EC6-1A02EA66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3056" y="1987609"/>
            <a:ext cx="148790" cy="130081"/>
          </a:xfrm>
          <a:custGeom xmlns:a="http://schemas.openxmlformats.org/drawingml/2006/main">
            <a:pathLst>
              <a:path w="148790" h="130081">
                <a:moveTo>
                  <a:pt x="74250" y="130081"/>
                </a:moveTo>
                <a:lnTo>
                  <a:pt x="148790" y="0"/>
                </a:lnTo>
                <a:lnTo>
                  <a:pt x="0" y="18417"/>
                </a:lnTo>
                <a:lnTo>
                  <a:pt x="74250" y="130081"/>
                </a:lnTo>
                <a:close/>
              </a:path>
            </a:pathLst>
          </a:custGeom>
          <a:solidFill xmlns:a="http://schemas.openxmlformats.org/drawingml/2006/main">
            <a:srgbClr val="16E7CF">
              <a:alpha val="7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56D49D-53CB-42B1-90C0-CE08CC84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821" y="8544442"/>
            <a:ext cx="343201" cy="365652"/>
          </a:xfrm>
          <a:custGeom xmlns:a="http://schemas.openxmlformats.org/drawingml/2006/main">
            <a:pathLst>
              <a:path w="343201" h="365652" fill="none">
                <a:moveTo>
                  <a:pt x="0" y="0"/>
                </a:moveTo>
                <a:lnTo>
                  <a:pt x="343201" y="0"/>
                </a:lnTo>
                <a:lnTo>
                  <a:pt x="343201" y="365652"/>
                </a:lnTo>
                <a:lnTo>
                  <a:pt x="0" y="36565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0636" cap="flat">
            <a:solidFill>
              <a:srgbClr val="16E7CF"/>
            </a:solidFill>
            <a:miter/>
          </a:ln>
        </p:spPr>
      </p:sp>
      <p:sp>
        <p:nvSpPr>
          <p:cNvPr id="7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82BC29-E901-4903-B862-85CF183E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218" y="5342791"/>
            <a:ext cx="1961317" cy="3181310"/>
          </a:xfrm>
          <a:custGeom xmlns:a="http://schemas.openxmlformats.org/drawingml/2006/main">
            <a:pathLst>
              <a:path w="1961317" h="3181310" fill="none">
                <a:moveTo>
                  <a:pt x="0" y="3181310"/>
                </a:moveTo>
                <a:cubicBezTo>
                  <a:pt x="471442" y="1544479"/>
                  <a:pt x="1120737" y="486464"/>
                  <a:pt x="1947883" y="7267"/>
                </a:cubicBezTo>
                <a:lnTo>
                  <a:pt x="196131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0477" cap="flat">
            <a:solidFill>
              <a:srgbClr val="16E7CF">
                <a:alpha val="70000"/>
              </a:srgbClr>
            </a:solidFill>
            <a:miter/>
          </a:ln>
        </p:spPr>
      </p:sp>
      <p:sp>
        <p:nvSpPr>
          <p:cNvPr id="7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DDFA4B-24C7-4449-9EA7-4145E7B8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1232" y="5286241"/>
            <a:ext cx="149847" cy="122774"/>
          </a:xfrm>
          <a:custGeom xmlns:a="http://schemas.openxmlformats.org/drawingml/2006/main">
            <a:pathLst>
              <a:path w="149847" h="122774">
                <a:moveTo>
                  <a:pt x="63800" y="122774"/>
                </a:moveTo>
                <a:lnTo>
                  <a:pt x="149847" y="0"/>
                </a:lnTo>
                <a:lnTo>
                  <a:pt x="0" y="4827"/>
                </a:lnTo>
                <a:lnTo>
                  <a:pt x="63800" y="122774"/>
                </a:lnTo>
                <a:close/>
              </a:path>
            </a:pathLst>
          </a:custGeom>
          <a:solidFill xmlns:a="http://schemas.openxmlformats.org/drawingml/2006/main">
            <a:srgbClr val="16E7CF">
              <a:alpha val="7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F9E0F6-73AF-4ABF-A43C-DEDA6A2D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484" y="269111"/>
            <a:ext cx="3322856" cy="325085"/>
          </a:xfrm>
          <a:custGeom xmlns:a="http://schemas.openxmlformats.org/drawingml/2006/main">
            <a:pathLst>
              <a:path w="3322856" h="325085">
                <a:moveTo>
                  <a:pt x="0" y="325085"/>
                </a:moveTo>
                <a:lnTo>
                  <a:pt x="3322856" y="325085"/>
                </a:lnTo>
                <a:lnTo>
                  <a:pt x="3322856" y="0"/>
                </a:lnTo>
                <a:lnTo>
                  <a:pt x="0" y="0"/>
                </a:lnTo>
                <a:lnTo>
                  <a:pt x="0" y="32508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07186D-3BA6-44B8-B389-437D4D90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484" y="269111"/>
            <a:ext cx="3322856" cy="325085"/>
          </a:xfrm>
          <a:custGeom xmlns:a="http://schemas.openxmlformats.org/drawingml/2006/main">
            <a:pathLst>
              <a:path w="3322856" h="325085" fill="none">
                <a:moveTo>
                  <a:pt x="0" y="0"/>
                </a:moveTo>
                <a:lnTo>
                  <a:pt x="3322856" y="0"/>
                </a:lnTo>
                <a:lnTo>
                  <a:pt x="3322856" y="325085"/>
                </a:lnTo>
                <a:lnTo>
                  <a:pt x="0" y="3250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318" cap="flat">
            <a:solidFill>
              <a:srgbClr val="16E7CF"/>
            </a:solidFill>
            <a:miter/>
          </a:ln>
        </p:spPr>
      </p:sp>
      <p:sp>
        <p:nvSpPr>
          <p:cNvPr id="762" name="Text Q:Writeapunaboutpeanut.(sim=.904)">
            <a:extLst xmlns:a="http://schemas.openxmlformats.org/drawingml/2006/main">
              <a:ext uri="{FF2B5EF4-FFF2-40B4-BE49-F238E27FC236}">
                <a16:creationId xmlns:a16="http://schemas.microsoft.com/office/drawing/2014/main" id="{3F7D1E03-2ABC-468E-A6D2-C2583091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194" y="360957"/>
            <a:ext cx="3069452" cy="161913"/>
          </a:xfrm>
          <a:custGeom xmlns:a="http://schemas.openxmlformats.org/drawingml/2006/main">
            <a:pathLst>
              <a:path w="3069452" h="161913">
                <a:moveTo>
                  <a:pt x="61442" y="122954"/>
                </a:moveTo>
                <a:cubicBezTo>
                  <a:pt x="52340" y="122954"/>
                  <a:pt x="43995" y="121654"/>
                  <a:pt x="36409" y="119055"/>
                </a:cubicBezTo>
                <a:cubicBezTo>
                  <a:pt x="28825" y="116455"/>
                  <a:pt x="22350" y="112638"/>
                  <a:pt x="16984" y="107604"/>
                </a:cubicBezTo>
                <a:cubicBezTo>
                  <a:pt x="11621" y="102567"/>
                  <a:pt x="7449" y="96394"/>
                  <a:pt x="4469" y="89084"/>
                </a:cubicBezTo>
                <a:cubicBezTo>
                  <a:pt x="1490" y="81774"/>
                  <a:pt x="0" y="73408"/>
                  <a:pt x="0" y="63987"/>
                </a:cubicBezTo>
                <a:cubicBezTo>
                  <a:pt x="0" y="55215"/>
                  <a:pt x="1571" y="47202"/>
                  <a:pt x="4712" y="39946"/>
                </a:cubicBezTo>
                <a:cubicBezTo>
                  <a:pt x="7856" y="32689"/>
                  <a:pt x="12217" y="26461"/>
                  <a:pt x="17798" y="21263"/>
                </a:cubicBezTo>
                <a:cubicBezTo>
                  <a:pt x="23378" y="16064"/>
                  <a:pt x="29988" y="12031"/>
                  <a:pt x="37627" y="9162"/>
                </a:cubicBezTo>
                <a:cubicBezTo>
                  <a:pt x="45268" y="6291"/>
                  <a:pt x="53531" y="4856"/>
                  <a:pt x="62417" y="4856"/>
                </a:cubicBezTo>
                <a:cubicBezTo>
                  <a:pt x="71302" y="4856"/>
                  <a:pt x="79538" y="6291"/>
                  <a:pt x="87122" y="9162"/>
                </a:cubicBezTo>
                <a:cubicBezTo>
                  <a:pt x="94708" y="12032"/>
                  <a:pt x="101264" y="16040"/>
                  <a:pt x="106790" y="21186"/>
                </a:cubicBezTo>
                <a:cubicBezTo>
                  <a:pt x="112316" y="26330"/>
                  <a:pt x="116623" y="32504"/>
                  <a:pt x="119712" y="39708"/>
                </a:cubicBezTo>
                <a:cubicBezTo>
                  <a:pt x="122801" y="46911"/>
                  <a:pt x="124345" y="54845"/>
                  <a:pt x="124345" y="63511"/>
                </a:cubicBezTo>
                <a:cubicBezTo>
                  <a:pt x="124345" y="67950"/>
                  <a:pt x="123857" y="72093"/>
                  <a:pt x="122882" y="75939"/>
                </a:cubicBezTo>
                <a:cubicBezTo>
                  <a:pt x="121906" y="79783"/>
                  <a:pt x="120606" y="83276"/>
                  <a:pt x="118980" y="86418"/>
                </a:cubicBezTo>
                <a:cubicBezTo>
                  <a:pt x="117355" y="89559"/>
                  <a:pt x="115513" y="92349"/>
                  <a:pt x="113454" y="94786"/>
                </a:cubicBezTo>
                <a:cubicBezTo>
                  <a:pt x="111396" y="97223"/>
                  <a:pt x="109337" y="99254"/>
                  <a:pt x="107279" y="100877"/>
                </a:cubicBezTo>
                <a:lnTo>
                  <a:pt x="107279" y="101366"/>
                </a:lnTo>
                <a:lnTo>
                  <a:pt x="131498" y="100877"/>
                </a:lnTo>
                <a:lnTo>
                  <a:pt x="131498" y="122954"/>
                </a:lnTo>
                <a:lnTo>
                  <a:pt x="61442" y="122954"/>
                </a:lnTo>
                <a:moveTo>
                  <a:pt x="94925" y="64294"/>
                </a:moveTo>
                <a:cubicBezTo>
                  <a:pt x="94925" y="59324"/>
                  <a:pt x="94139" y="54732"/>
                  <a:pt x="92566" y="50519"/>
                </a:cubicBezTo>
                <a:cubicBezTo>
                  <a:pt x="90995" y="46305"/>
                  <a:pt x="88774" y="42684"/>
                  <a:pt x="85902" y="39658"/>
                </a:cubicBezTo>
                <a:cubicBezTo>
                  <a:pt x="83031" y="36633"/>
                  <a:pt x="79591" y="34282"/>
                  <a:pt x="75582" y="32607"/>
                </a:cubicBezTo>
                <a:cubicBezTo>
                  <a:pt x="71574" y="30932"/>
                  <a:pt x="67185" y="30095"/>
                  <a:pt x="62417" y="30095"/>
                </a:cubicBezTo>
                <a:cubicBezTo>
                  <a:pt x="57757" y="30095"/>
                  <a:pt x="53450" y="30932"/>
                  <a:pt x="49495" y="32607"/>
                </a:cubicBezTo>
                <a:cubicBezTo>
                  <a:pt x="45540" y="34282"/>
                  <a:pt x="42099" y="36633"/>
                  <a:pt x="39172" y="39658"/>
                </a:cubicBezTo>
                <a:cubicBezTo>
                  <a:pt x="36247" y="42684"/>
                  <a:pt x="33972" y="46305"/>
                  <a:pt x="32347" y="50519"/>
                </a:cubicBezTo>
                <a:cubicBezTo>
                  <a:pt x="30721" y="54732"/>
                  <a:pt x="29909" y="59324"/>
                  <a:pt x="29909" y="64294"/>
                </a:cubicBezTo>
                <a:cubicBezTo>
                  <a:pt x="29909" y="69481"/>
                  <a:pt x="30694" y="74209"/>
                  <a:pt x="32265" y="78479"/>
                </a:cubicBezTo>
                <a:cubicBezTo>
                  <a:pt x="33837" y="82746"/>
                  <a:pt x="36059" y="86420"/>
                  <a:pt x="38929" y="89501"/>
                </a:cubicBezTo>
                <a:cubicBezTo>
                  <a:pt x="41801" y="92579"/>
                  <a:pt x="45215" y="94956"/>
                  <a:pt x="49170" y="96631"/>
                </a:cubicBezTo>
                <a:cubicBezTo>
                  <a:pt x="53125" y="98306"/>
                  <a:pt x="57486" y="99144"/>
                  <a:pt x="62253" y="99144"/>
                </a:cubicBezTo>
                <a:cubicBezTo>
                  <a:pt x="66913" y="99144"/>
                  <a:pt x="71247" y="98306"/>
                  <a:pt x="75257" y="96631"/>
                </a:cubicBezTo>
                <a:cubicBezTo>
                  <a:pt x="79266" y="94956"/>
                  <a:pt x="82734" y="92579"/>
                  <a:pt x="85659" y="89501"/>
                </a:cubicBezTo>
                <a:cubicBezTo>
                  <a:pt x="88585" y="86420"/>
                  <a:pt x="90861" y="82746"/>
                  <a:pt x="92487" y="78479"/>
                </a:cubicBezTo>
                <a:cubicBezTo>
                  <a:pt x="94112" y="74209"/>
                  <a:pt x="94925" y="69481"/>
                  <a:pt x="94925" y="64294"/>
                </a:cubicBezTo>
                <a:close/>
                <a:moveTo>
                  <a:pt x="176360" y="56360"/>
                </a:moveTo>
                <a:cubicBezTo>
                  <a:pt x="176360" y="58533"/>
                  <a:pt x="175926" y="60570"/>
                  <a:pt x="175058" y="62471"/>
                </a:cubicBezTo>
                <a:cubicBezTo>
                  <a:pt x="174192" y="64371"/>
                  <a:pt x="173054" y="66027"/>
                  <a:pt x="171646" y="67439"/>
                </a:cubicBezTo>
                <a:cubicBezTo>
                  <a:pt x="170237" y="68851"/>
                  <a:pt x="168557" y="69965"/>
                  <a:pt x="166606" y="70780"/>
                </a:cubicBezTo>
                <a:cubicBezTo>
                  <a:pt x="164656" y="71593"/>
                  <a:pt x="162652" y="72000"/>
                  <a:pt x="160594" y="72000"/>
                </a:cubicBezTo>
                <a:cubicBezTo>
                  <a:pt x="158426" y="72000"/>
                  <a:pt x="156367" y="71620"/>
                  <a:pt x="154416" y="70859"/>
                </a:cubicBezTo>
                <a:cubicBezTo>
                  <a:pt x="152465" y="70099"/>
                  <a:pt x="150757" y="69013"/>
                  <a:pt x="149294" y="67603"/>
                </a:cubicBezTo>
                <a:cubicBezTo>
                  <a:pt x="147832" y="66191"/>
                  <a:pt x="146668" y="64561"/>
                  <a:pt x="145799" y="62714"/>
                </a:cubicBezTo>
                <a:cubicBezTo>
                  <a:pt x="144933" y="60867"/>
                  <a:pt x="144500" y="58858"/>
                  <a:pt x="144500" y="56687"/>
                </a:cubicBezTo>
                <a:cubicBezTo>
                  <a:pt x="144500" y="54515"/>
                  <a:pt x="144933" y="52479"/>
                  <a:pt x="145799" y="50579"/>
                </a:cubicBezTo>
                <a:cubicBezTo>
                  <a:pt x="146668" y="48677"/>
                  <a:pt x="147832" y="47020"/>
                  <a:pt x="149294" y="45608"/>
                </a:cubicBezTo>
                <a:cubicBezTo>
                  <a:pt x="150757" y="44196"/>
                  <a:pt x="152465" y="43084"/>
                  <a:pt x="154416" y="42270"/>
                </a:cubicBezTo>
                <a:cubicBezTo>
                  <a:pt x="156367" y="41455"/>
                  <a:pt x="158426" y="41047"/>
                  <a:pt x="160594" y="41047"/>
                </a:cubicBezTo>
                <a:cubicBezTo>
                  <a:pt x="162652" y="41047"/>
                  <a:pt x="164656" y="41455"/>
                  <a:pt x="166606" y="42270"/>
                </a:cubicBezTo>
                <a:cubicBezTo>
                  <a:pt x="168557" y="43084"/>
                  <a:pt x="170237" y="44169"/>
                  <a:pt x="171646" y="45527"/>
                </a:cubicBezTo>
                <a:cubicBezTo>
                  <a:pt x="173054" y="46884"/>
                  <a:pt x="174192" y="48514"/>
                  <a:pt x="175058" y="50415"/>
                </a:cubicBezTo>
                <a:cubicBezTo>
                  <a:pt x="175926" y="52315"/>
                  <a:pt x="176360" y="54297"/>
                  <a:pt x="176360" y="56360"/>
                </a:cubicBezTo>
                <a:moveTo>
                  <a:pt x="176360" y="108429"/>
                </a:moveTo>
                <a:cubicBezTo>
                  <a:pt x="176360" y="110602"/>
                  <a:pt x="175926" y="112639"/>
                  <a:pt x="175058" y="114541"/>
                </a:cubicBezTo>
                <a:cubicBezTo>
                  <a:pt x="174192" y="116440"/>
                  <a:pt x="173054" y="118069"/>
                  <a:pt x="171646" y="119427"/>
                </a:cubicBezTo>
                <a:cubicBezTo>
                  <a:pt x="170237" y="120784"/>
                  <a:pt x="168557" y="121870"/>
                  <a:pt x="166606" y="122686"/>
                </a:cubicBezTo>
                <a:cubicBezTo>
                  <a:pt x="164656" y="123499"/>
                  <a:pt x="162652" y="123906"/>
                  <a:pt x="160594" y="123906"/>
                </a:cubicBezTo>
                <a:cubicBezTo>
                  <a:pt x="158426" y="123906"/>
                  <a:pt x="156367" y="123526"/>
                  <a:pt x="154416" y="122765"/>
                </a:cubicBezTo>
                <a:cubicBezTo>
                  <a:pt x="152465" y="122004"/>
                  <a:pt x="150757" y="120919"/>
                  <a:pt x="149294" y="119509"/>
                </a:cubicBezTo>
                <a:cubicBezTo>
                  <a:pt x="147832" y="118096"/>
                  <a:pt x="146668" y="116467"/>
                  <a:pt x="145799" y="114620"/>
                </a:cubicBezTo>
                <a:cubicBezTo>
                  <a:pt x="144933" y="112773"/>
                  <a:pt x="144500" y="110764"/>
                  <a:pt x="144500" y="108593"/>
                </a:cubicBezTo>
                <a:cubicBezTo>
                  <a:pt x="144500" y="106420"/>
                  <a:pt x="144933" y="104384"/>
                  <a:pt x="145799" y="102484"/>
                </a:cubicBezTo>
                <a:cubicBezTo>
                  <a:pt x="146668" y="100583"/>
                  <a:pt x="147832" y="98926"/>
                  <a:pt x="149294" y="97514"/>
                </a:cubicBezTo>
                <a:cubicBezTo>
                  <a:pt x="150757" y="96102"/>
                  <a:pt x="152465" y="94989"/>
                  <a:pt x="154416" y="94176"/>
                </a:cubicBezTo>
                <a:cubicBezTo>
                  <a:pt x="156367" y="93361"/>
                  <a:pt x="158426" y="92953"/>
                  <a:pt x="160594" y="92953"/>
                </a:cubicBezTo>
                <a:cubicBezTo>
                  <a:pt x="162652" y="92953"/>
                  <a:pt x="164656" y="93361"/>
                  <a:pt x="166606" y="94176"/>
                </a:cubicBezTo>
                <a:cubicBezTo>
                  <a:pt x="168557" y="94989"/>
                  <a:pt x="170237" y="96075"/>
                  <a:pt x="171646" y="97432"/>
                </a:cubicBezTo>
                <a:cubicBezTo>
                  <a:pt x="173054" y="98790"/>
                  <a:pt x="174192" y="100419"/>
                  <a:pt x="175058" y="102321"/>
                </a:cubicBezTo>
                <a:cubicBezTo>
                  <a:pt x="175926" y="104221"/>
                  <a:pt x="176360" y="106257"/>
                  <a:pt x="176360" y="108429"/>
                </a:cubicBezTo>
                <a:close/>
                <a:moveTo>
                  <a:pt x="269171" y="106862"/>
                </a:moveTo>
                <a:lnTo>
                  <a:pt x="269496" y="106862"/>
                </a:lnTo>
                <a:lnTo>
                  <a:pt x="298267" y="7872"/>
                </a:lnTo>
                <a:lnTo>
                  <a:pt x="312245" y="7872"/>
                </a:lnTo>
                <a:lnTo>
                  <a:pt x="341015" y="106862"/>
                </a:lnTo>
                <a:lnTo>
                  <a:pt x="341340" y="106862"/>
                </a:lnTo>
                <a:lnTo>
                  <a:pt x="369461" y="7872"/>
                </a:lnTo>
                <a:lnTo>
                  <a:pt x="381812" y="7872"/>
                </a:lnTo>
                <a:lnTo>
                  <a:pt x="347841" y="122954"/>
                </a:lnTo>
                <a:lnTo>
                  <a:pt x="334187" y="122954"/>
                </a:lnTo>
                <a:lnTo>
                  <a:pt x="305256" y="24127"/>
                </a:lnTo>
                <a:lnTo>
                  <a:pt x="304931" y="24127"/>
                </a:lnTo>
                <a:lnTo>
                  <a:pt x="275999" y="122954"/>
                </a:lnTo>
                <a:lnTo>
                  <a:pt x="262346" y="122954"/>
                </a:lnTo>
                <a:lnTo>
                  <a:pt x="228374" y="7872"/>
                </a:lnTo>
                <a:lnTo>
                  <a:pt x="240726" y="7872"/>
                </a:lnTo>
                <a:lnTo>
                  <a:pt x="269171" y="106862"/>
                </a:lnTo>
                <a:close/>
                <a:moveTo>
                  <a:pt x="394816" y="63568"/>
                </a:moveTo>
                <a:cubicBezTo>
                  <a:pt x="394816" y="61506"/>
                  <a:pt x="394761" y="58849"/>
                  <a:pt x="394652" y="55599"/>
                </a:cubicBezTo>
                <a:cubicBezTo>
                  <a:pt x="394545" y="52348"/>
                  <a:pt x="394383" y="49422"/>
                  <a:pt x="394166" y="46821"/>
                </a:cubicBezTo>
                <a:lnTo>
                  <a:pt x="404732" y="46821"/>
                </a:lnTo>
                <a:cubicBezTo>
                  <a:pt x="404948" y="48880"/>
                  <a:pt x="405110" y="51156"/>
                  <a:pt x="405218" y="53649"/>
                </a:cubicBezTo>
                <a:cubicBezTo>
                  <a:pt x="405327" y="56141"/>
                  <a:pt x="405382" y="58200"/>
                  <a:pt x="405382" y="59825"/>
                </a:cubicBezTo>
                <a:lnTo>
                  <a:pt x="405707" y="59825"/>
                </a:lnTo>
                <a:cubicBezTo>
                  <a:pt x="407874" y="55377"/>
                  <a:pt x="411125" y="51771"/>
                  <a:pt x="415459" y="49006"/>
                </a:cubicBezTo>
                <a:cubicBezTo>
                  <a:pt x="419794" y="46240"/>
                  <a:pt x="424671" y="44857"/>
                  <a:pt x="430089" y="44857"/>
                </a:cubicBezTo>
                <a:cubicBezTo>
                  <a:pt x="431498" y="44857"/>
                  <a:pt x="432771" y="44921"/>
                  <a:pt x="433909" y="45048"/>
                </a:cubicBezTo>
                <a:cubicBezTo>
                  <a:pt x="435046" y="45175"/>
                  <a:pt x="436211" y="45429"/>
                  <a:pt x="437404" y="45809"/>
                </a:cubicBezTo>
                <a:lnTo>
                  <a:pt x="435940" y="56152"/>
                </a:lnTo>
                <a:cubicBezTo>
                  <a:pt x="435290" y="55935"/>
                  <a:pt x="434207" y="55719"/>
                  <a:pt x="432689" y="55502"/>
                </a:cubicBezTo>
                <a:cubicBezTo>
                  <a:pt x="431172" y="55284"/>
                  <a:pt x="429655" y="55175"/>
                  <a:pt x="428137" y="55175"/>
                </a:cubicBezTo>
                <a:cubicBezTo>
                  <a:pt x="425212" y="55175"/>
                  <a:pt x="422395" y="55717"/>
                  <a:pt x="419685" y="56802"/>
                </a:cubicBezTo>
                <a:cubicBezTo>
                  <a:pt x="416977" y="57885"/>
                  <a:pt x="414620" y="59591"/>
                  <a:pt x="412614" y="61921"/>
                </a:cubicBezTo>
                <a:cubicBezTo>
                  <a:pt x="410610" y="64250"/>
                  <a:pt x="408985" y="67231"/>
                  <a:pt x="407738" y="70862"/>
                </a:cubicBezTo>
                <a:cubicBezTo>
                  <a:pt x="406493" y="74491"/>
                  <a:pt x="405870" y="78852"/>
                  <a:pt x="405870" y="83945"/>
                </a:cubicBezTo>
                <a:lnTo>
                  <a:pt x="405870" y="122954"/>
                </a:lnTo>
                <a:lnTo>
                  <a:pt x="394816" y="122954"/>
                </a:lnTo>
                <a:lnTo>
                  <a:pt x="394816" y="63568"/>
                </a:lnTo>
                <a:close/>
                <a:moveTo>
                  <a:pt x="464546" y="122954"/>
                </a:moveTo>
                <a:lnTo>
                  <a:pt x="453495" y="122954"/>
                </a:lnTo>
                <a:lnTo>
                  <a:pt x="453495" y="46883"/>
                </a:lnTo>
                <a:lnTo>
                  <a:pt x="464546" y="46883"/>
                </a:lnTo>
                <a:lnTo>
                  <a:pt x="464546" y="122954"/>
                </a:lnTo>
                <a:moveTo>
                  <a:pt x="466823" y="17555"/>
                </a:moveTo>
                <a:cubicBezTo>
                  <a:pt x="466823" y="19823"/>
                  <a:pt x="466011" y="21687"/>
                  <a:pt x="464385" y="23145"/>
                </a:cubicBezTo>
                <a:cubicBezTo>
                  <a:pt x="462760" y="24604"/>
                  <a:pt x="460972" y="25333"/>
                  <a:pt x="459021" y="25333"/>
                </a:cubicBezTo>
                <a:cubicBezTo>
                  <a:pt x="457069" y="25333"/>
                  <a:pt x="455281" y="24604"/>
                  <a:pt x="453656" y="23145"/>
                </a:cubicBezTo>
                <a:cubicBezTo>
                  <a:pt x="452031" y="21687"/>
                  <a:pt x="451218" y="19823"/>
                  <a:pt x="451218" y="17555"/>
                </a:cubicBezTo>
                <a:cubicBezTo>
                  <a:pt x="451218" y="15286"/>
                  <a:pt x="452031" y="13423"/>
                  <a:pt x="453656" y="11964"/>
                </a:cubicBezTo>
                <a:cubicBezTo>
                  <a:pt x="455281" y="10506"/>
                  <a:pt x="457069" y="9777"/>
                  <a:pt x="459021" y="9777"/>
                </a:cubicBezTo>
                <a:cubicBezTo>
                  <a:pt x="460972" y="9777"/>
                  <a:pt x="462760" y="10506"/>
                  <a:pt x="464385" y="11964"/>
                </a:cubicBezTo>
                <a:cubicBezTo>
                  <a:pt x="466011" y="13423"/>
                  <a:pt x="466823" y="15286"/>
                  <a:pt x="466823" y="17555"/>
                </a:cubicBezTo>
                <a:close/>
                <a:moveTo>
                  <a:pt x="528263" y="56127"/>
                </a:moveTo>
                <a:lnTo>
                  <a:pt x="506809" y="56127"/>
                </a:lnTo>
                <a:lnTo>
                  <a:pt x="506809" y="100547"/>
                </a:lnTo>
                <a:cubicBezTo>
                  <a:pt x="506809" y="103368"/>
                  <a:pt x="507080" y="105700"/>
                  <a:pt x="507620" y="107544"/>
                </a:cubicBezTo>
                <a:cubicBezTo>
                  <a:pt x="508163" y="109388"/>
                  <a:pt x="508948" y="110825"/>
                  <a:pt x="509977" y="111857"/>
                </a:cubicBezTo>
                <a:cubicBezTo>
                  <a:pt x="511007" y="112887"/>
                  <a:pt x="512226" y="113592"/>
                  <a:pt x="513635" y="113973"/>
                </a:cubicBezTo>
                <a:cubicBezTo>
                  <a:pt x="515044" y="114351"/>
                  <a:pt x="516561" y="114541"/>
                  <a:pt x="518186" y="114541"/>
                </a:cubicBezTo>
                <a:cubicBezTo>
                  <a:pt x="519704" y="114541"/>
                  <a:pt x="521302" y="114320"/>
                  <a:pt x="522980" y="113878"/>
                </a:cubicBezTo>
                <a:cubicBezTo>
                  <a:pt x="524660" y="113435"/>
                  <a:pt x="526259" y="112826"/>
                  <a:pt x="527777" y="112051"/>
                </a:cubicBezTo>
                <a:lnTo>
                  <a:pt x="528263" y="121632"/>
                </a:lnTo>
                <a:cubicBezTo>
                  <a:pt x="526314" y="122391"/>
                  <a:pt x="524282" y="122959"/>
                  <a:pt x="522169" y="123338"/>
                </a:cubicBezTo>
                <a:cubicBezTo>
                  <a:pt x="520056" y="123717"/>
                  <a:pt x="517753" y="123906"/>
                  <a:pt x="515259" y="123906"/>
                </a:cubicBezTo>
                <a:cubicBezTo>
                  <a:pt x="513201" y="123906"/>
                  <a:pt x="511034" y="123635"/>
                  <a:pt x="508759" y="123092"/>
                </a:cubicBezTo>
                <a:cubicBezTo>
                  <a:pt x="506484" y="122552"/>
                  <a:pt x="504371" y="121523"/>
                  <a:pt x="502419" y="120007"/>
                </a:cubicBezTo>
                <a:cubicBezTo>
                  <a:pt x="500470" y="118489"/>
                  <a:pt x="498872" y="116430"/>
                  <a:pt x="497625" y="113829"/>
                </a:cubicBezTo>
                <a:cubicBezTo>
                  <a:pt x="496379" y="111228"/>
                  <a:pt x="495755" y="107814"/>
                  <a:pt x="495755" y="103588"/>
                </a:cubicBezTo>
                <a:lnTo>
                  <a:pt x="495755" y="56127"/>
                </a:lnTo>
                <a:lnTo>
                  <a:pt x="479989" y="56127"/>
                </a:lnTo>
                <a:lnTo>
                  <a:pt x="479989" y="46920"/>
                </a:lnTo>
                <a:lnTo>
                  <a:pt x="495755" y="46920"/>
                </a:lnTo>
                <a:lnTo>
                  <a:pt x="495755" y="25464"/>
                </a:lnTo>
                <a:lnTo>
                  <a:pt x="506809" y="25464"/>
                </a:lnTo>
                <a:lnTo>
                  <a:pt x="506809" y="46920"/>
                </a:lnTo>
                <a:lnTo>
                  <a:pt x="528263" y="46920"/>
                </a:lnTo>
                <a:lnTo>
                  <a:pt x="528263" y="56127"/>
                </a:lnTo>
                <a:close/>
                <a:moveTo>
                  <a:pt x="603522" y="79143"/>
                </a:moveTo>
                <a:cubicBezTo>
                  <a:pt x="603196" y="71931"/>
                  <a:pt x="600893" y="65948"/>
                  <a:pt x="596612" y="61194"/>
                </a:cubicBezTo>
                <a:cubicBezTo>
                  <a:pt x="592333" y="56440"/>
                  <a:pt x="586238" y="54063"/>
                  <a:pt x="578328" y="54063"/>
                </a:cubicBezTo>
                <a:cubicBezTo>
                  <a:pt x="574644" y="54063"/>
                  <a:pt x="571231" y="54746"/>
                  <a:pt x="568087" y="56112"/>
                </a:cubicBezTo>
                <a:cubicBezTo>
                  <a:pt x="564946" y="57478"/>
                  <a:pt x="562183" y="59336"/>
                  <a:pt x="559799" y="61685"/>
                </a:cubicBezTo>
                <a:cubicBezTo>
                  <a:pt x="557414" y="64035"/>
                  <a:pt x="555518" y="66712"/>
                  <a:pt x="554109" y="69718"/>
                </a:cubicBezTo>
                <a:cubicBezTo>
                  <a:pt x="552700" y="72723"/>
                  <a:pt x="551888" y="75864"/>
                  <a:pt x="551671" y="79143"/>
                </a:cubicBezTo>
                <a:lnTo>
                  <a:pt x="603522" y="79143"/>
                </a:lnTo>
                <a:moveTo>
                  <a:pt x="614738" y="82660"/>
                </a:moveTo>
                <a:cubicBezTo>
                  <a:pt x="614738" y="83421"/>
                  <a:pt x="614738" y="84236"/>
                  <a:pt x="614738" y="85106"/>
                </a:cubicBezTo>
                <a:cubicBezTo>
                  <a:pt x="614738" y="85974"/>
                  <a:pt x="614683" y="86896"/>
                  <a:pt x="614574" y="87874"/>
                </a:cubicBezTo>
                <a:lnTo>
                  <a:pt x="551507" y="87874"/>
                </a:lnTo>
                <a:cubicBezTo>
                  <a:pt x="551616" y="91665"/>
                  <a:pt x="552375" y="95240"/>
                  <a:pt x="553782" y="98598"/>
                </a:cubicBezTo>
                <a:cubicBezTo>
                  <a:pt x="555190" y="101954"/>
                  <a:pt x="557141" y="104879"/>
                  <a:pt x="559632" y="107370"/>
                </a:cubicBezTo>
                <a:cubicBezTo>
                  <a:pt x="562126" y="109861"/>
                  <a:pt x="565052" y="111837"/>
                  <a:pt x="568410" y="113301"/>
                </a:cubicBezTo>
                <a:cubicBezTo>
                  <a:pt x="571770" y="114762"/>
                  <a:pt x="575401" y="115493"/>
                  <a:pt x="579303" y="115493"/>
                </a:cubicBezTo>
                <a:cubicBezTo>
                  <a:pt x="585045" y="115493"/>
                  <a:pt x="590002" y="114166"/>
                  <a:pt x="594174" y="111512"/>
                </a:cubicBezTo>
                <a:cubicBezTo>
                  <a:pt x="598346" y="108857"/>
                  <a:pt x="601516" y="105795"/>
                  <a:pt x="603683" y="102328"/>
                </a:cubicBezTo>
                <a:lnTo>
                  <a:pt x="611972" y="108829"/>
                </a:lnTo>
                <a:cubicBezTo>
                  <a:pt x="607422" y="114563"/>
                  <a:pt x="602410" y="118669"/>
                  <a:pt x="596937" y="121145"/>
                </a:cubicBezTo>
                <a:cubicBezTo>
                  <a:pt x="591466" y="123621"/>
                  <a:pt x="585588" y="124858"/>
                  <a:pt x="579303" y="124858"/>
                </a:cubicBezTo>
                <a:cubicBezTo>
                  <a:pt x="573668" y="124858"/>
                  <a:pt x="568439" y="123855"/>
                  <a:pt x="563616" y="121850"/>
                </a:cubicBezTo>
                <a:cubicBezTo>
                  <a:pt x="558794" y="119844"/>
                  <a:pt x="554650" y="117053"/>
                  <a:pt x="551182" y="113477"/>
                </a:cubicBezTo>
                <a:cubicBezTo>
                  <a:pt x="547715" y="109899"/>
                  <a:pt x="544979" y="105671"/>
                  <a:pt x="542973" y="100793"/>
                </a:cubicBezTo>
                <a:cubicBezTo>
                  <a:pt x="540969" y="95915"/>
                  <a:pt x="539967" y="90603"/>
                  <a:pt x="539967" y="84858"/>
                </a:cubicBezTo>
                <a:cubicBezTo>
                  <a:pt x="539967" y="79112"/>
                  <a:pt x="540942" y="73800"/>
                  <a:pt x="542891" y="68922"/>
                </a:cubicBezTo>
                <a:cubicBezTo>
                  <a:pt x="544842" y="64045"/>
                  <a:pt x="547551" y="59817"/>
                  <a:pt x="551019" y="56241"/>
                </a:cubicBezTo>
                <a:cubicBezTo>
                  <a:pt x="554488" y="52663"/>
                  <a:pt x="558552" y="49871"/>
                  <a:pt x="563211" y="47865"/>
                </a:cubicBezTo>
                <a:cubicBezTo>
                  <a:pt x="567871" y="45860"/>
                  <a:pt x="572910" y="44857"/>
                  <a:pt x="578328" y="44857"/>
                </a:cubicBezTo>
                <a:cubicBezTo>
                  <a:pt x="584287" y="44857"/>
                  <a:pt x="589542" y="45862"/>
                  <a:pt x="594092" y="47873"/>
                </a:cubicBezTo>
                <a:cubicBezTo>
                  <a:pt x="598644" y="49882"/>
                  <a:pt x="602437" y="52598"/>
                  <a:pt x="605472" y="56020"/>
                </a:cubicBezTo>
                <a:cubicBezTo>
                  <a:pt x="608506" y="59441"/>
                  <a:pt x="610808" y="63433"/>
                  <a:pt x="612379" y="67995"/>
                </a:cubicBezTo>
                <a:cubicBezTo>
                  <a:pt x="613951" y="72557"/>
                  <a:pt x="614738" y="77445"/>
                  <a:pt x="614738" y="82660"/>
                </a:cubicBezTo>
                <a:close/>
                <a:moveTo>
                  <a:pt x="727052" y="73836"/>
                </a:moveTo>
                <a:cubicBezTo>
                  <a:pt x="727052" y="67190"/>
                  <a:pt x="725319" y="62234"/>
                  <a:pt x="721851" y="58967"/>
                </a:cubicBezTo>
                <a:cubicBezTo>
                  <a:pt x="718384" y="55698"/>
                  <a:pt x="713345" y="54063"/>
                  <a:pt x="706735" y="54063"/>
                </a:cubicBezTo>
                <a:cubicBezTo>
                  <a:pt x="702184" y="54063"/>
                  <a:pt x="697958" y="54876"/>
                  <a:pt x="694056" y="56501"/>
                </a:cubicBezTo>
                <a:cubicBezTo>
                  <a:pt x="690155" y="58127"/>
                  <a:pt x="686851" y="60295"/>
                  <a:pt x="684142" y="63005"/>
                </a:cubicBezTo>
                <a:lnTo>
                  <a:pt x="677964" y="55690"/>
                </a:lnTo>
                <a:cubicBezTo>
                  <a:pt x="681107" y="52560"/>
                  <a:pt x="685253" y="49973"/>
                  <a:pt x="690400" y="47927"/>
                </a:cubicBezTo>
                <a:cubicBezTo>
                  <a:pt x="695547" y="45880"/>
                  <a:pt x="701372" y="44857"/>
                  <a:pt x="707873" y="44857"/>
                </a:cubicBezTo>
                <a:cubicBezTo>
                  <a:pt x="711992" y="44857"/>
                  <a:pt x="715839" y="45427"/>
                  <a:pt x="719413" y="46566"/>
                </a:cubicBezTo>
                <a:cubicBezTo>
                  <a:pt x="722990" y="47705"/>
                  <a:pt x="726132" y="49414"/>
                  <a:pt x="728841" y="51692"/>
                </a:cubicBezTo>
                <a:cubicBezTo>
                  <a:pt x="731551" y="53969"/>
                  <a:pt x="733664" y="56843"/>
                  <a:pt x="735180" y="60314"/>
                </a:cubicBezTo>
                <a:cubicBezTo>
                  <a:pt x="736698" y="63784"/>
                  <a:pt x="737457" y="67852"/>
                  <a:pt x="737457" y="72516"/>
                </a:cubicBezTo>
                <a:lnTo>
                  <a:pt x="737457" y="105870"/>
                </a:lnTo>
                <a:cubicBezTo>
                  <a:pt x="737457" y="108798"/>
                  <a:pt x="737565" y="111836"/>
                  <a:pt x="737782" y="114982"/>
                </a:cubicBezTo>
                <a:cubicBezTo>
                  <a:pt x="737998" y="118127"/>
                  <a:pt x="738323" y="120784"/>
                  <a:pt x="738756" y="122954"/>
                </a:cubicBezTo>
                <a:lnTo>
                  <a:pt x="728843" y="122954"/>
                </a:lnTo>
                <a:cubicBezTo>
                  <a:pt x="728517" y="121103"/>
                  <a:pt x="728246" y="119090"/>
                  <a:pt x="728030" y="116914"/>
                </a:cubicBezTo>
                <a:cubicBezTo>
                  <a:pt x="727813" y="114738"/>
                  <a:pt x="727705" y="112617"/>
                  <a:pt x="727705" y="110550"/>
                </a:cubicBezTo>
                <a:lnTo>
                  <a:pt x="727377" y="110550"/>
                </a:lnTo>
                <a:cubicBezTo>
                  <a:pt x="723910" y="115644"/>
                  <a:pt x="719981" y="119303"/>
                  <a:pt x="715591" y="121525"/>
                </a:cubicBezTo>
                <a:cubicBezTo>
                  <a:pt x="711203" y="123747"/>
                  <a:pt x="705921" y="124858"/>
                  <a:pt x="699745" y="124858"/>
                </a:cubicBezTo>
                <a:cubicBezTo>
                  <a:pt x="696819" y="124858"/>
                  <a:pt x="693811" y="124452"/>
                  <a:pt x="690722" y="123641"/>
                </a:cubicBezTo>
                <a:cubicBezTo>
                  <a:pt x="687635" y="122829"/>
                  <a:pt x="684819" y="121503"/>
                  <a:pt x="682272" y="119662"/>
                </a:cubicBezTo>
                <a:cubicBezTo>
                  <a:pt x="679726" y="117820"/>
                  <a:pt x="677613" y="115438"/>
                  <a:pt x="675933" y="112514"/>
                </a:cubicBezTo>
                <a:cubicBezTo>
                  <a:pt x="674253" y="109589"/>
                  <a:pt x="673413" y="106015"/>
                  <a:pt x="673413" y="101790"/>
                </a:cubicBezTo>
                <a:cubicBezTo>
                  <a:pt x="673413" y="95942"/>
                  <a:pt x="674903" y="91312"/>
                  <a:pt x="677882" y="87901"/>
                </a:cubicBezTo>
                <a:cubicBezTo>
                  <a:pt x="680862" y="84490"/>
                  <a:pt x="684844" y="81945"/>
                  <a:pt x="689830" y="80267"/>
                </a:cubicBezTo>
                <a:cubicBezTo>
                  <a:pt x="694815" y="78587"/>
                  <a:pt x="700531" y="77504"/>
                  <a:pt x="706978" y="77018"/>
                </a:cubicBezTo>
                <a:cubicBezTo>
                  <a:pt x="713426" y="76530"/>
                  <a:pt x="720118" y="76286"/>
                  <a:pt x="727052" y="76286"/>
                </a:cubicBezTo>
                <a:lnTo>
                  <a:pt x="727052" y="73836"/>
                </a:lnTo>
                <a:moveTo>
                  <a:pt x="723801" y="85016"/>
                </a:moveTo>
                <a:cubicBezTo>
                  <a:pt x="719250" y="85016"/>
                  <a:pt x="714672" y="85206"/>
                  <a:pt x="710065" y="85584"/>
                </a:cubicBezTo>
                <a:cubicBezTo>
                  <a:pt x="705461" y="85961"/>
                  <a:pt x="701289" y="86718"/>
                  <a:pt x="697550" y="87854"/>
                </a:cubicBezTo>
                <a:cubicBezTo>
                  <a:pt x="693814" y="88988"/>
                  <a:pt x="690753" y="90636"/>
                  <a:pt x="688369" y="92797"/>
                </a:cubicBezTo>
                <a:cubicBezTo>
                  <a:pt x="685984" y="94958"/>
                  <a:pt x="684792" y="97821"/>
                  <a:pt x="684792" y="101386"/>
                </a:cubicBezTo>
                <a:cubicBezTo>
                  <a:pt x="684792" y="104087"/>
                  <a:pt x="685306" y="106357"/>
                  <a:pt x="686335" y="108194"/>
                </a:cubicBezTo>
                <a:cubicBezTo>
                  <a:pt x="687365" y="110031"/>
                  <a:pt x="688746" y="111516"/>
                  <a:pt x="690479" y="112651"/>
                </a:cubicBezTo>
                <a:cubicBezTo>
                  <a:pt x="692214" y="113785"/>
                  <a:pt x="694138" y="114595"/>
                  <a:pt x="696251" y="115081"/>
                </a:cubicBezTo>
                <a:cubicBezTo>
                  <a:pt x="698364" y="115567"/>
                  <a:pt x="700504" y="115811"/>
                  <a:pt x="702672" y="115811"/>
                </a:cubicBezTo>
                <a:cubicBezTo>
                  <a:pt x="706573" y="115811"/>
                  <a:pt x="710040" y="115135"/>
                  <a:pt x="713074" y="113784"/>
                </a:cubicBezTo>
                <a:cubicBezTo>
                  <a:pt x="716108" y="112433"/>
                  <a:pt x="718654" y="110596"/>
                  <a:pt x="720713" y="108273"/>
                </a:cubicBezTo>
                <a:cubicBezTo>
                  <a:pt x="722772" y="105950"/>
                  <a:pt x="724342" y="103276"/>
                  <a:pt x="725425" y="100252"/>
                </a:cubicBezTo>
                <a:cubicBezTo>
                  <a:pt x="726510" y="97226"/>
                  <a:pt x="727052" y="94038"/>
                  <a:pt x="727052" y="90689"/>
                </a:cubicBezTo>
                <a:lnTo>
                  <a:pt x="727052" y="85016"/>
                </a:lnTo>
                <a:lnTo>
                  <a:pt x="723801" y="85016"/>
                </a:lnTo>
                <a:close/>
                <a:moveTo>
                  <a:pt x="817590" y="161913"/>
                </a:moveTo>
                <a:lnTo>
                  <a:pt x="806536" y="161913"/>
                </a:lnTo>
                <a:lnTo>
                  <a:pt x="806536" y="46811"/>
                </a:lnTo>
                <a:lnTo>
                  <a:pt x="817590" y="46811"/>
                </a:lnTo>
                <a:lnTo>
                  <a:pt x="817590" y="59979"/>
                </a:lnTo>
                <a:lnTo>
                  <a:pt x="818076" y="59979"/>
                </a:lnTo>
                <a:cubicBezTo>
                  <a:pt x="821220" y="54992"/>
                  <a:pt x="825419" y="51225"/>
                  <a:pt x="830673" y="48679"/>
                </a:cubicBezTo>
                <a:cubicBezTo>
                  <a:pt x="835930" y="46131"/>
                  <a:pt x="841266" y="44857"/>
                  <a:pt x="846683" y="44857"/>
                </a:cubicBezTo>
                <a:cubicBezTo>
                  <a:pt x="852644" y="44857"/>
                  <a:pt x="858035" y="45887"/>
                  <a:pt x="862856" y="47947"/>
                </a:cubicBezTo>
                <a:cubicBezTo>
                  <a:pt x="867678" y="50006"/>
                  <a:pt x="871795" y="52824"/>
                  <a:pt x="875208" y="56402"/>
                </a:cubicBezTo>
                <a:cubicBezTo>
                  <a:pt x="878622" y="59979"/>
                  <a:pt x="881278" y="64207"/>
                  <a:pt x="883174" y="69086"/>
                </a:cubicBezTo>
                <a:cubicBezTo>
                  <a:pt x="885071" y="73964"/>
                  <a:pt x="886019" y="79221"/>
                  <a:pt x="886019" y="84858"/>
                </a:cubicBezTo>
                <a:cubicBezTo>
                  <a:pt x="886019" y="90494"/>
                  <a:pt x="885071" y="95752"/>
                  <a:pt x="883174" y="100632"/>
                </a:cubicBezTo>
                <a:cubicBezTo>
                  <a:pt x="881278" y="105509"/>
                  <a:pt x="878622" y="109737"/>
                  <a:pt x="875208" y="113315"/>
                </a:cubicBezTo>
                <a:cubicBezTo>
                  <a:pt x="871795" y="116892"/>
                  <a:pt x="867678" y="119710"/>
                  <a:pt x="862856" y="121770"/>
                </a:cubicBezTo>
                <a:cubicBezTo>
                  <a:pt x="858035" y="123829"/>
                  <a:pt x="852644" y="124858"/>
                  <a:pt x="846683" y="124858"/>
                </a:cubicBezTo>
                <a:cubicBezTo>
                  <a:pt x="841266" y="124858"/>
                  <a:pt x="835930" y="123585"/>
                  <a:pt x="830673" y="121039"/>
                </a:cubicBezTo>
                <a:cubicBezTo>
                  <a:pt x="825419" y="118491"/>
                  <a:pt x="821220" y="114832"/>
                  <a:pt x="818076" y="110061"/>
                </a:cubicBezTo>
                <a:lnTo>
                  <a:pt x="817590" y="110061"/>
                </a:lnTo>
                <a:lnTo>
                  <a:pt x="817590" y="161913"/>
                </a:lnTo>
                <a:moveTo>
                  <a:pt x="874317" y="84860"/>
                </a:moveTo>
                <a:cubicBezTo>
                  <a:pt x="874317" y="80624"/>
                  <a:pt x="873667" y="76632"/>
                  <a:pt x="872366" y="72886"/>
                </a:cubicBezTo>
                <a:cubicBezTo>
                  <a:pt x="871066" y="69137"/>
                  <a:pt x="869197" y="65878"/>
                  <a:pt x="866758" y="63109"/>
                </a:cubicBezTo>
                <a:cubicBezTo>
                  <a:pt x="864321" y="60338"/>
                  <a:pt x="861314" y="58138"/>
                  <a:pt x="857737" y="56509"/>
                </a:cubicBezTo>
                <a:cubicBezTo>
                  <a:pt x="854161" y="54879"/>
                  <a:pt x="850097" y="54063"/>
                  <a:pt x="845547" y="54063"/>
                </a:cubicBezTo>
                <a:cubicBezTo>
                  <a:pt x="841321" y="54063"/>
                  <a:pt x="837419" y="54851"/>
                  <a:pt x="833843" y="56427"/>
                </a:cubicBezTo>
                <a:cubicBezTo>
                  <a:pt x="830268" y="58001"/>
                  <a:pt x="827180" y="60174"/>
                  <a:pt x="824579" y="62945"/>
                </a:cubicBezTo>
                <a:cubicBezTo>
                  <a:pt x="821979" y="65715"/>
                  <a:pt x="819946" y="68974"/>
                  <a:pt x="818483" y="72722"/>
                </a:cubicBezTo>
                <a:cubicBezTo>
                  <a:pt x="817020" y="76469"/>
                  <a:pt x="816288" y="80515"/>
                  <a:pt x="816288" y="84860"/>
                </a:cubicBezTo>
                <a:cubicBezTo>
                  <a:pt x="816288" y="89205"/>
                  <a:pt x="817020" y="93252"/>
                  <a:pt x="818483" y="97001"/>
                </a:cubicBezTo>
                <a:cubicBezTo>
                  <a:pt x="819946" y="100747"/>
                  <a:pt x="821979" y="103979"/>
                  <a:pt x="824579" y="106696"/>
                </a:cubicBezTo>
                <a:cubicBezTo>
                  <a:pt x="827180" y="109411"/>
                  <a:pt x="830268" y="111556"/>
                  <a:pt x="833843" y="113132"/>
                </a:cubicBezTo>
                <a:cubicBezTo>
                  <a:pt x="837419" y="114706"/>
                  <a:pt x="841321" y="115493"/>
                  <a:pt x="845547" y="115493"/>
                </a:cubicBezTo>
                <a:cubicBezTo>
                  <a:pt x="850097" y="115493"/>
                  <a:pt x="854161" y="114706"/>
                  <a:pt x="857737" y="113132"/>
                </a:cubicBezTo>
                <a:cubicBezTo>
                  <a:pt x="861314" y="111556"/>
                  <a:pt x="864321" y="109383"/>
                  <a:pt x="866758" y="106614"/>
                </a:cubicBezTo>
                <a:cubicBezTo>
                  <a:pt x="869197" y="103843"/>
                  <a:pt x="871066" y="100584"/>
                  <a:pt x="872366" y="96837"/>
                </a:cubicBezTo>
                <a:cubicBezTo>
                  <a:pt x="873667" y="93089"/>
                  <a:pt x="874317" y="89096"/>
                  <a:pt x="874317" y="84860"/>
                </a:cubicBezTo>
                <a:close/>
                <a:moveTo>
                  <a:pt x="965014" y="122954"/>
                </a:moveTo>
                <a:cubicBezTo>
                  <a:pt x="964798" y="120895"/>
                  <a:pt x="964635" y="118620"/>
                  <a:pt x="964526" y="116128"/>
                </a:cubicBezTo>
                <a:cubicBezTo>
                  <a:pt x="964418" y="113635"/>
                  <a:pt x="964364" y="111575"/>
                  <a:pt x="964364" y="109950"/>
                </a:cubicBezTo>
                <a:lnTo>
                  <a:pt x="964039" y="109950"/>
                </a:lnTo>
                <a:cubicBezTo>
                  <a:pt x="961872" y="114393"/>
                  <a:pt x="958350" y="117988"/>
                  <a:pt x="953474" y="120736"/>
                </a:cubicBezTo>
                <a:cubicBezTo>
                  <a:pt x="948598" y="123484"/>
                  <a:pt x="943450" y="124858"/>
                  <a:pt x="938032" y="124858"/>
                </a:cubicBezTo>
                <a:cubicBezTo>
                  <a:pt x="928389" y="124858"/>
                  <a:pt x="921156" y="121997"/>
                  <a:pt x="916333" y="116274"/>
                </a:cubicBezTo>
                <a:cubicBezTo>
                  <a:pt x="911511" y="110550"/>
                  <a:pt x="909101" y="102974"/>
                  <a:pt x="909101" y="93546"/>
                </a:cubicBezTo>
                <a:lnTo>
                  <a:pt x="909101" y="46896"/>
                </a:lnTo>
                <a:lnTo>
                  <a:pt x="920155" y="46896"/>
                </a:lnTo>
                <a:lnTo>
                  <a:pt x="920155" y="88995"/>
                </a:lnTo>
                <a:cubicBezTo>
                  <a:pt x="920155" y="93004"/>
                  <a:pt x="920480" y="96634"/>
                  <a:pt x="921129" y="99885"/>
                </a:cubicBezTo>
                <a:cubicBezTo>
                  <a:pt x="921779" y="103136"/>
                  <a:pt x="922890" y="105926"/>
                  <a:pt x="924460" y="108256"/>
                </a:cubicBezTo>
                <a:cubicBezTo>
                  <a:pt x="926033" y="110586"/>
                  <a:pt x="928146" y="112401"/>
                  <a:pt x="930800" y="113702"/>
                </a:cubicBezTo>
                <a:cubicBezTo>
                  <a:pt x="933455" y="115002"/>
                  <a:pt x="936788" y="115652"/>
                  <a:pt x="940797" y="115652"/>
                </a:cubicBezTo>
                <a:cubicBezTo>
                  <a:pt x="943722" y="115652"/>
                  <a:pt x="946566" y="115056"/>
                  <a:pt x="949329" y="113864"/>
                </a:cubicBezTo>
                <a:cubicBezTo>
                  <a:pt x="952094" y="112671"/>
                  <a:pt x="954559" y="110857"/>
                  <a:pt x="956725" y="108420"/>
                </a:cubicBezTo>
                <a:cubicBezTo>
                  <a:pt x="958893" y="105981"/>
                  <a:pt x="960627" y="102892"/>
                  <a:pt x="961926" y="99153"/>
                </a:cubicBezTo>
                <a:cubicBezTo>
                  <a:pt x="963228" y="95415"/>
                  <a:pt x="963878" y="90999"/>
                  <a:pt x="963878" y="85907"/>
                </a:cubicBezTo>
                <a:lnTo>
                  <a:pt x="963878" y="46896"/>
                </a:lnTo>
                <a:lnTo>
                  <a:pt x="974930" y="46896"/>
                </a:lnTo>
                <a:lnTo>
                  <a:pt x="974930" y="106225"/>
                </a:lnTo>
                <a:cubicBezTo>
                  <a:pt x="974930" y="108283"/>
                  <a:pt x="974984" y="110937"/>
                  <a:pt x="975091" y="114186"/>
                </a:cubicBezTo>
                <a:cubicBezTo>
                  <a:pt x="975200" y="117435"/>
                  <a:pt x="975363" y="120358"/>
                  <a:pt x="975580" y="122954"/>
                </a:cubicBezTo>
                <a:lnTo>
                  <a:pt x="965014" y="122954"/>
                </a:lnTo>
                <a:close/>
                <a:moveTo>
                  <a:pt x="1014104" y="46821"/>
                </a:moveTo>
                <a:cubicBezTo>
                  <a:pt x="1014320" y="48880"/>
                  <a:pt x="1014482" y="51156"/>
                  <a:pt x="1014590" y="53649"/>
                </a:cubicBezTo>
                <a:cubicBezTo>
                  <a:pt x="1014699" y="56141"/>
                  <a:pt x="1014754" y="58200"/>
                  <a:pt x="1014754" y="59825"/>
                </a:cubicBezTo>
                <a:lnTo>
                  <a:pt x="1015078" y="59825"/>
                </a:lnTo>
                <a:cubicBezTo>
                  <a:pt x="1017246" y="55377"/>
                  <a:pt x="1020768" y="51771"/>
                  <a:pt x="1025644" y="49006"/>
                </a:cubicBezTo>
                <a:cubicBezTo>
                  <a:pt x="1030520" y="46240"/>
                  <a:pt x="1035667" y="44857"/>
                  <a:pt x="1041086" y="44857"/>
                </a:cubicBezTo>
                <a:cubicBezTo>
                  <a:pt x="1050729" y="44857"/>
                  <a:pt x="1057961" y="47731"/>
                  <a:pt x="1062783" y="53481"/>
                </a:cubicBezTo>
                <a:cubicBezTo>
                  <a:pt x="1067606" y="59230"/>
                  <a:pt x="1070017" y="66822"/>
                  <a:pt x="1070017" y="76259"/>
                </a:cubicBezTo>
                <a:lnTo>
                  <a:pt x="1070017" y="122954"/>
                </a:lnTo>
                <a:lnTo>
                  <a:pt x="1058966" y="122954"/>
                </a:lnTo>
                <a:lnTo>
                  <a:pt x="1058966" y="80773"/>
                </a:lnTo>
                <a:cubicBezTo>
                  <a:pt x="1058966" y="76755"/>
                  <a:pt x="1058641" y="73118"/>
                  <a:pt x="1057991" y="69862"/>
                </a:cubicBezTo>
                <a:cubicBezTo>
                  <a:pt x="1057341" y="66605"/>
                  <a:pt x="1056230" y="63809"/>
                  <a:pt x="1054657" y="61474"/>
                </a:cubicBezTo>
                <a:cubicBezTo>
                  <a:pt x="1053087" y="59140"/>
                  <a:pt x="1050974" y="57321"/>
                  <a:pt x="1048318" y="56018"/>
                </a:cubicBezTo>
                <a:cubicBezTo>
                  <a:pt x="1045664" y="54715"/>
                  <a:pt x="1042333" y="54063"/>
                  <a:pt x="1038323" y="54063"/>
                </a:cubicBezTo>
                <a:cubicBezTo>
                  <a:pt x="1035398" y="54063"/>
                  <a:pt x="1032553" y="54661"/>
                  <a:pt x="1029788" y="55857"/>
                </a:cubicBezTo>
                <a:cubicBezTo>
                  <a:pt x="1027026" y="57050"/>
                  <a:pt x="1024560" y="58869"/>
                  <a:pt x="1022393" y="61313"/>
                </a:cubicBezTo>
                <a:cubicBezTo>
                  <a:pt x="1020226" y="63755"/>
                  <a:pt x="1018493" y="66849"/>
                  <a:pt x="1017192" y="70594"/>
                </a:cubicBezTo>
                <a:cubicBezTo>
                  <a:pt x="1015892" y="74339"/>
                  <a:pt x="1015242" y="78764"/>
                  <a:pt x="1015242" y="83868"/>
                </a:cubicBezTo>
                <a:lnTo>
                  <a:pt x="1015242" y="122954"/>
                </a:lnTo>
                <a:lnTo>
                  <a:pt x="1004188" y="122954"/>
                </a:lnTo>
                <a:lnTo>
                  <a:pt x="1004188" y="63568"/>
                </a:lnTo>
                <a:cubicBezTo>
                  <a:pt x="1004188" y="61506"/>
                  <a:pt x="1004133" y="58849"/>
                  <a:pt x="1004024" y="55599"/>
                </a:cubicBezTo>
                <a:cubicBezTo>
                  <a:pt x="1003917" y="52348"/>
                  <a:pt x="1003755" y="49422"/>
                  <a:pt x="1003538" y="46821"/>
                </a:cubicBezTo>
                <a:lnTo>
                  <a:pt x="1014104" y="46821"/>
                </a:lnTo>
                <a:close/>
                <a:moveTo>
                  <a:pt x="1187210" y="73836"/>
                </a:moveTo>
                <a:cubicBezTo>
                  <a:pt x="1187210" y="67190"/>
                  <a:pt x="1185477" y="62234"/>
                  <a:pt x="1182009" y="58967"/>
                </a:cubicBezTo>
                <a:cubicBezTo>
                  <a:pt x="1178542" y="55698"/>
                  <a:pt x="1173503" y="54063"/>
                  <a:pt x="1166893" y="54063"/>
                </a:cubicBezTo>
                <a:cubicBezTo>
                  <a:pt x="1162342" y="54063"/>
                  <a:pt x="1158116" y="54876"/>
                  <a:pt x="1154214" y="56501"/>
                </a:cubicBezTo>
                <a:cubicBezTo>
                  <a:pt x="1150313" y="58127"/>
                  <a:pt x="1147009" y="60295"/>
                  <a:pt x="1144300" y="63005"/>
                </a:cubicBezTo>
                <a:lnTo>
                  <a:pt x="1138122" y="55690"/>
                </a:lnTo>
                <a:cubicBezTo>
                  <a:pt x="1141266" y="52560"/>
                  <a:pt x="1145411" y="49973"/>
                  <a:pt x="1150558" y="47927"/>
                </a:cubicBezTo>
                <a:cubicBezTo>
                  <a:pt x="1155705" y="45880"/>
                  <a:pt x="1161530" y="44857"/>
                  <a:pt x="1168031" y="44857"/>
                </a:cubicBezTo>
                <a:cubicBezTo>
                  <a:pt x="1172150" y="44857"/>
                  <a:pt x="1175997" y="45427"/>
                  <a:pt x="1179571" y="46566"/>
                </a:cubicBezTo>
                <a:cubicBezTo>
                  <a:pt x="1183148" y="47705"/>
                  <a:pt x="1186290" y="49414"/>
                  <a:pt x="1188999" y="51692"/>
                </a:cubicBezTo>
                <a:cubicBezTo>
                  <a:pt x="1191709" y="53969"/>
                  <a:pt x="1193822" y="56843"/>
                  <a:pt x="1195338" y="60314"/>
                </a:cubicBezTo>
                <a:cubicBezTo>
                  <a:pt x="1196856" y="63784"/>
                  <a:pt x="1197615" y="67852"/>
                  <a:pt x="1197615" y="72516"/>
                </a:cubicBezTo>
                <a:lnTo>
                  <a:pt x="1197615" y="105870"/>
                </a:lnTo>
                <a:cubicBezTo>
                  <a:pt x="1197615" y="108798"/>
                  <a:pt x="1197723" y="111836"/>
                  <a:pt x="1197940" y="114982"/>
                </a:cubicBezTo>
                <a:cubicBezTo>
                  <a:pt x="1198156" y="118127"/>
                  <a:pt x="1198481" y="120784"/>
                  <a:pt x="1198915" y="122954"/>
                </a:cubicBezTo>
                <a:lnTo>
                  <a:pt x="1189001" y="122954"/>
                </a:lnTo>
                <a:cubicBezTo>
                  <a:pt x="1188675" y="121103"/>
                  <a:pt x="1188404" y="119090"/>
                  <a:pt x="1188188" y="116914"/>
                </a:cubicBezTo>
                <a:cubicBezTo>
                  <a:pt x="1187971" y="114738"/>
                  <a:pt x="1187863" y="112617"/>
                  <a:pt x="1187863" y="110550"/>
                </a:cubicBezTo>
                <a:lnTo>
                  <a:pt x="1187535" y="110550"/>
                </a:lnTo>
                <a:cubicBezTo>
                  <a:pt x="1184068" y="115644"/>
                  <a:pt x="1180139" y="119303"/>
                  <a:pt x="1175749" y="121525"/>
                </a:cubicBezTo>
                <a:cubicBezTo>
                  <a:pt x="1171361" y="123747"/>
                  <a:pt x="1166079" y="124858"/>
                  <a:pt x="1159903" y="124858"/>
                </a:cubicBezTo>
                <a:cubicBezTo>
                  <a:pt x="1156977" y="124858"/>
                  <a:pt x="1153969" y="124452"/>
                  <a:pt x="1150880" y="123641"/>
                </a:cubicBezTo>
                <a:cubicBezTo>
                  <a:pt x="1147793" y="122829"/>
                  <a:pt x="1144977" y="121503"/>
                  <a:pt x="1142430" y="119662"/>
                </a:cubicBezTo>
                <a:cubicBezTo>
                  <a:pt x="1139884" y="117820"/>
                  <a:pt x="1137771" y="115438"/>
                  <a:pt x="1136091" y="112514"/>
                </a:cubicBezTo>
                <a:cubicBezTo>
                  <a:pt x="1134411" y="109589"/>
                  <a:pt x="1133571" y="106015"/>
                  <a:pt x="1133571" y="101790"/>
                </a:cubicBezTo>
                <a:cubicBezTo>
                  <a:pt x="1133571" y="95942"/>
                  <a:pt x="1135061" y="91312"/>
                  <a:pt x="1138040" y="87901"/>
                </a:cubicBezTo>
                <a:cubicBezTo>
                  <a:pt x="1141020" y="84490"/>
                  <a:pt x="1145002" y="81945"/>
                  <a:pt x="1149988" y="80267"/>
                </a:cubicBezTo>
                <a:cubicBezTo>
                  <a:pt x="1154973" y="78587"/>
                  <a:pt x="1160689" y="77504"/>
                  <a:pt x="1167136" y="77018"/>
                </a:cubicBezTo>
                <a:cubicBezTo>
                  <a:pt x="1173584" y="76530"/>
                  <a:pt x="1180276" y="76286"/>
                  <a:pt x="1187210" y="76286"/>
                </a:cubicBezTo>
                <a:lnTo>
                  <a:pt x="1187210" y="73836"/>
                </a:lnTo>
                <a:moveTo>
                  <a:pt x="1183959" y="85016"/>
                </a:moveTo>
                <a:cubicBezTo>
                  <a:pt x="1179409" y="85016"/>
                  <a:pt x="1174830" y="85206"/>
                  <a:pt x="1170224" y="85584"/>
                </a:cubicBezTo>
                <a:cubicBezTo>
                  <a:pt x="1165619" y="85961"/>
                  <a:pt x="1161447" y="86718"/>
                  <a:pt x="1157708" y="87854"/>
                </a:cubicBezTo>
                <a:cubicBezTo>
                  <a:pt x="1153972" y="88988"/>
                  <a:pt x="1150911" y="90636"/>
                  <a:pt x="1148527" y="92797"/>
                </a:cubicBezTo>
                <a:cubicBezTo>
                  <a:pt x="1146142" y="94958"/>
                  <a:pt x="1144950" y="97821"/>
                  <a:pt x="1144950" y="101386"/>
                </a:cubicBezTo>
                <a:cubicBezTo>
                  <a:pt x="1144950" y="104087"/>
                  <a:pt x="1145465" y="106357"/>
                  <a:pt x="1146493" y="108194"/>
                </a:cubicBezTo>
                <a:cubicBezTo>
                  <a:pt x="1147523" y="110031"/>
                  <a:pt x="1148905" y="111516"/>
                  <a:pt x="1150637" y="112651"/>
                </a:cubicBezTo>
                <a:cubicBezTo>
                  <a:pt x="1152372" y="113785"/>
                  <a:pt x="1154296" y="114595"/>
                  <a:pt x="1156409" y="115081"/>
                </a:cubicBezTo>
                <a:cubicBezTo>
                  <a:pt x="1158522" y="115567"/>
                  <a:pt x="1160662" y="115811"/>
                  <a:pt x="1162830" y="115811"/>
                </a:cubicBezTo>
                <a:cubicBezTo>
                  <a:pt x="1166731" y="115811"/>
                  <a:pt x="1170198" y="115135"/>
                  <a:pt x="1173232" y="113784"/>
                </a:cubicBezTo>
                <a:cubicBezTo>
                  <a:pt x="1176266" y="112433"/>
                  <a:pt x="1178813" y="110596"/>
                  <a:pt x="1180871" y="108273"/>
                </a:cubicBezTo>
                <a:cubicBezTo>
                  <a:pt x="1182930" y="105950"/>
                  <a:pt x="1184500" y="103276"/>
                  <a:pt x="1185583" y="100252"/>
                </a:cubicBezTo>
                <a:cubicBezTo>
                  <a:pt x="1186668" y="97226"/>
                  <a:pt x="1187210" y="94038"/>
                  <a:pt x="1187210" y="90689"/>
                </a:cubicBezTo>
                <a:lnTo>
                  <a:pt x="1187210" y="85016"/>
                </a:lnTo>
                <a:lnTo>
                  <a:pt x="1183959" y="85016"/>
                </a:lnTo>
                <a:close/>
                <a:moveTo>
                  <a:pt x="1237438" y="110114"/>
                </a:moveTo>
                <a:lnTo>
                  <a:pt x="1237438" y="122954"/>
                </a:lnTo>
                <a:lnTo>
                  <a:pt x="1226383" y="122954"/>
                </a:lnTo>
                <a:lnTo>
                  <a:pt x="1226383" y="0"/>
                </a:lnTo>
                <a:lnTo>
                  <a:pt x="1237438" y="0"/>
                </a:lnTo>
                <a:lnTo>
                  <a:pt x="1237438" y="59979"/>
                </a:lnTo>
                <a:lnTo>
                  <a:pt x="1237763" y="59979"/>
                </a:lnTo>
                <a:cubicBezTo>
                  <a:pt x="1241013" y="54992"/>
                  <a:pt x="1245239" y="51225"/>
                  <a:pt x="1250439" y="48679"/>
                </a:cubicBezTo>
                <a:cubicBezTo>
                  <a:pt x="1255641" y="46131"/>
                  <a:pt x="1261005" y="44857"/>
                  <a:pt x="1266533" y="44857"/>
                </a:cubicBezTo>
                <a:cubicBezTo>
                  <a:pt x="1272492" y="44857"/>
                  <a:pt x="1277882" y="45887"/>
                  <a:pt x="1282704" y="47947"/>
                </a:cubicBezTo>
                <a:cubicBezTo>
                  <a:pt x="1287527" y="50006"/>
                  <a:pt x="1291645" y="52824"/>
                  <a:pt x="1295058" y="56402"/>
                </a:cubicBezTo>
                <a:cubicBezTo>
                  <a:pt x="1298470" y="59979"/>
                  <a:pt x="1301125" y="64207"/>
                  <a:pt x="1303022" y="69086"/>
                </a:cubicBezTo>
                <a:cubicBezTo>
                  <a:pt x="1304918" y="73964"/>
                  <a:pt x="1305866" y="79221"/>
                  <a:pt x="1305866" y="84858"/>
                </a:cubicBezTo>
                <a:cubicBezTo>
                  <a:pt x="1305866" y="90494"/>
                  <a:pt x="1304918" y="95752"/>
                  <a:pt x="1303022" y="100632"/>
                </a:cubicBezTo>
                <a:cubicBezTo>
                  <a:pt x="1301125" y="105509"/>
                  <a:pt x="1298470" y="109737"/>
                  <a:pt x="1295058" y="113315"/>
                </a:cubicBezTo>
                <a:cubicBezTo>
                  <a:pt x="1291645" y="116892"/>
                  <a:pt x="1287527" y="119710"/>
                  <a:pt x="1282704" y="121770"/>
                </a:cubicBezTo>
                <a:cubicBezTo>
                  <a:pt x="1277882" y="123829"/>
                  <a:pt x="1272492" y="124858"/>
                  <a:pt x="1266533" y="124858"/>
                </a:cubicBezTo>
                <a:cubicBezTo>
                  <a:pt x="1261005" y="124858"/>
                  <a:pt x="1255641" y="123620"/>
                  <a:pt x="1250439" y="121143"/>
                </a:cubicBezTo>
                <a:cubicBezTo>
                  <a:pt x="1245239" y="118666"/>
                  <a:pt x="1241013" y="114990"/>
                  <a:pt x="1237763" y="110114"/>
                </a:cubicBezTo>
                <a:lnTo>
                  <a:pt x="1237438" y="110114"/>
                </a:lnTo>
                <a:moveTo>
                  <a:pt x="1294165" y="84860"/>
                </a:moveTo>
                <a:cubicBezTo>
                  <a:pt x="1294165" y="80624"/>
                  <a:pt x="1293514" y="76632"/>
                  <a:pt x="1292213" y="72886"/>
                </a:cubicBezTo>
                <a:cubicBezTo>
                  <a:pt x="1290913" y="69137"/>
                  <a:pt x="1289044" y="65878"/>
                  <a:pt x="1286605" y="63109"/>
                </a:cubicBezTo>
                <a:cubicBezTo>
                  <a:pt x="1284168" y="60338"/>
                  <a:pt x="1281161" y="58138"/>
                  <a:pt x="1277585" y="56509"/>
                </a:cubicBezTo>
                <a:cubicBezTo>
                  <a:pt x="1274008" y="54879"/>
                  <a:pt x="1269945" y="54063"/>
                  <a:pt x="1265394" y="54063"/>
                </a:cubicBezTo>
                <a:cubicBezTo>
                  <a:pt x="1261168" y="54063"/>
                  <a:pt x="1257267" y="54851"/>
                  <a:pt x="1253690" y="56427"/>
                </a:cubicBezTo>
                <a:cubicBezTo>
                  <a:pt x="1250116" y="58001"/>
                  <a:pt x="1247028" y="60174"/>
                  <a:pt x="1244427" y="62945"/>
                </a:cubicBezTo>
                <a:cubicBezTo>
                  <a:pt x="1241826" y="65715"/>
                  <a:pt x="1239794" y="68974"/>
                  <a:pt x="1238330" y="72722"/>
                </a:cubicBezTo>
                <a:cubicBezTo>
                  <a:pt x="1236867" y="76469"/>
                  <a:pt x="1236135" y="80515"/>
                  <a:pt x="1236135" y="84860"/>
                </a:cubicBezTo>
                <a:cubicBezTo>
                  <a:pt x="1236135" y="89205"/>
                  <a:pt x="1236867" y="93252"/>
                  <a:pt x="1238330" y="97001"/>
                </a:cubicBezTo>
                <a:cubicBezTo>
                  <a:pt x="1239794" y="100747"/>
                  <a:pt x="1241826" y="103979"/>
                  <a:pt x="1244427" y="106696"/>
                </a:cubicBezTo>
                <a:cubicBezTo>
                  <a:pt x="1247028" y="109411"/>
                  <a:pt x="1250116" y="111556"/>
                  <a:pt x="1253690" y="113132"/>
                </a:cubicBezTo>
                <a:cubicBezTo>
                  <a:pt x="1257267" y="114706"/>
                  <a:pt x="1261168" y="115493"/>
                  <a:pt x="1265394" y="115493"/>
                </a:cubicBezTo>
                <a:cubicBezTo>
                  <a:pt x="1269945" y="115493"/>
                  <a:pt x="1274008" y="114706"/>
                  <a:pt x="1277585" y="113132"/>
                </a:cubicBezTo>
                <a:cubicBezTo>
                  <a:pt x="1281161" y="111556"/>
                  <a:pt x="1284168" y="109383"/>
                  <a:pt x="1286605" y="106614"/>
                </a:cubicBezTo>
                <a:cubicBezTo>
                  <a:pt x="1289044" y="103843"/>
                  <a:pt x="1290913" y="100584"/>
                  <a:pt x="1292213" y="96837"/>
                </a:cubicBezTo>
                <a:cubicBezTo>
                  <a:pt x="1293514" y="93089"/>
                  <a:pt x="1294165" y="89096"/>
                  <a:pt x="1294165" y="84860"/>
                </a:cubicBezTo>
                <a:close/>
                <a:moveTo>
                  <a:pt x="1405179" y="84858"/>
                </a:moveTo>
                <a:cubicBezTo>
                  <a:pt x="1405179" y="90603"/>
                  <a:pt x="1404176" y="95915"/>
                  <a:pt x="1402171" y="100793"/>
                </a:cubicBezTo>
                <a:cubicBezTo>
                  <a:pt x="1400167" y="105671"/>
                  <a:pt x="1397377" y="109899"/>
                  <a:pt x="1393800" y="113477"/>
                </a:cubicBezTo>
                <a:cubicBezTo>
                  <a:pt x="1390225" y="117053"/>
                  <a:pt x="1385945" y="119844"/>
                  <a:pt x="1380960" y="121850"/>
                </a:cubicBezTo>
                <a:cubicBezTo>
                  <a:pt x="1375977" y="123855"/>
                  <a:pt x="1370504" y="124858"/>
                  <a:pt x="1364544" y="124858"/>
                </a:cubicBezTo>
                <a:cubicBezTo>
                  <a:pt x="1358692" y="124858"/>
                  <a:pt x="1353274" y="123855"/>
                  <a:pt x="1348288" y="121850"/>
                </a:cubicBezTo>
                <a:cubicBezTo>
                  <a:pt x="1343305" y="119844"/>
                  <a:pt x="1339025" y="117053"/>
                  <a:pt x="1335448" y="113477"/>
                </a:cubicBezTo>
                <a:cubicBezTo>
                  <a:pt x="1331874" y="109899"/>
                  <a:pt x="1329083" y="105671"/>
                  <a:pt x="1327078" y="100793"/>
                </a:cubicBezTo>
                <a:cubicBezTo>
                  <a:pt x="1325074" y="95915"/>
                  <a:pt x="1324072" y="90603"/>
                  <a:pt x="1324072" y="84858"/>
                </a:cubicBezTo>
                <a:cubicBezTo>
                  <a:pt x="1324072" y="79112"/>
                  <a:pt x="1325074" y="73800"/>
                  <a:pt x="1327078" y="68922"/>
                </a:cubicBezTo>
                <a:cubicBezTo>
                  <a:pt x="1329083" y="64045"/>
                  <a:pt x="1331874" y="59817"/>
                  <a:pt x="1335448" y="56241"/>
                </a:cubicBezTo>
                <a:cubicBezTo>
                  <a:pt x="1339025" y="52663"/>
                  <a:pt x="1343305" y="49871"/>
                  <a:pt x="1348288" y="47865"/>
                </a:cubicBezTo>
                <a:cubicBezTo>
                  <a:pt x="1353274" y="45860"/>
                  <a:pt x="1358692" y="44857"/>
                  <a:pt x="1364544" y="44857"/>
                </a:cubicBezTo>
                <a:cubicBezTo>
                  <a:pt x="1370504" y="44857"/>
                  <a:pt x="1375977" y="45860"/>
                  <a:pt x="1380960" y="47865"/>
                </a:cubicBezTo>
                <a:cubicBezTo>
                  <a:pt x="1385945" y="49871"/>
                  <a:pt x="1390225" y="52663"/>
                  <a:pt x="1393800" y="56241"/>
                </a:cubicBezTo>
                <a:cubicBezTo>
                  <a:pt x="1397377" y="59817"/>
                  <a:pt x="1400167" y="64045"/>
                  <a:pt x="1402171" y="68922"/>
                </a:cubicBezTo>
                <a:cubicBezTo>
                  <a:pt x="1404176" y="73800"/>
                  <a:pt x="1405179" y="79112"/>
                  <a:pt x="1405179" y="84858"/>
                </a:cubicBezTo>
                <a:moveTo>
                  <a:pt x="1393478" y="84860"/>
                </a:moveTo>
                <a:cubicBezTo>
                  <a:pt x="1393478" y="80624"/>
                  <a:pt x="1392801" y="76632"/>
                  <a:pt x="1391446" y="72886"/>
                </a:cubicBezTo>
                <a:cubicBezTo>
                  <a:pt x="1390092" y="69137"/>
                  <a:pt x="1388168" y="65878"/>
                  <a:pt x="1385675" y="63109"/>
                </a:cubicBezTo>
                <a:cubicBezTo>
                  <a:pt x="1383183" y="60338"/>
                  <a:pt x="1380149" y="58138"/>
                  <a:pt x="1376573" y="56509"/>
                </a:cubicBezTo>
                <a:cubicBezTo>
                  <a:pt x="1372998" y="54879"/>
                  <a:pt x="1368989" y="54063"/>
                  <a:pt x="1364546" y="54063"/>
                </a:cubicBezTo>
                <a:cubicBezTo>
                  <a:pt x="1360103" y="54063"/>
                  <a:pt x="1356121" y="54879"/>
                  <a:pt x="1352599" y="56509"/>
                </a:cubicBezTo>
                <a:cubicBezTo>
                  <a:pt x="1349077" y="58138"/>
                  <a:pt x="1346070" y="60338"/>
                  <a:pt x="1343576" y="63109"/>
                </a:cubicBezTo>
                <a:cubicBezTo>
                  <a:pt x="1341084" y="65878"/>
                  <a:pt x="1339161" y="69137"/>
                  <a:pt x="1337807" y="72886"/>
                </a:cubicBezTo>
                <a:cubicBezTo>
                  <a:pt x="1336453" y="76632"/>
                  <a:pt x="1335776" y="80624"/>
                  <a:pt x="1335776" y="84860"/>
                </a:cubicBezTo>
                <a:cubicBezTo>
                  <a:pt x="1335776" y="89096"/>
                  <a:pt x="1336453" y="93089"/>
                  <a:pt x="1337807" y="96837"/>
                </a:cubicBezTo>
                <a:cubicBezTo>
                  <a:pt x="1339161" y="100584"/>
                  <a:pt x="1341084" y="103843"/>
                  <a:pt x="1343576" y="106614"/>
                </a:cubicBezTo>
                <a:cubicBezTo>
                  <a:pt x="1346070" y="109383"/>
                  <a:pt x="1349077" y="111556"/>
                  <a:pt x="1352599" y="113132"/>
                </a:cubicBezTo>
                <a:cubicBezTo>
                  <a:pt x="1356121" y="114706"/>
                  <a:pt x="1360103" y="115493"/>
                  <a:pt x="1364546" y="115493"/>
                </a:cubicBezTo>
                <a:cubicBezTo>
                  <a:pt x="1368989" y="115493"/>
                  <a:pt x="1372998" y="114706"/>
                  <a:pt x="1376573" y="113132"/>
                </a:cubicBezTo>
                <a:cubicBezTo>
                  <a:pt x="1380149" y="111556"/>
                  <a:pt x="1383183" y="109383"/>
                  <a:pt x="1385675" y="106614"/>
                </a:cubicBezTo>
                <a:cubicBezTo>
                  <a:pt x="1388168" y="103843"/>
                  <a:pt x="1390092" y="100584"/>
                  <a:pt x="1391446" y="96837"/>
                </a:cubicBezTo>
                <a:cubicBezTo>
                  <a:pt x="1392801" y="93089"/>
                  <a:pt x="1393478" y="89096"/>
                  <a:pt x="1393478" y="84860"/>
                </a:cubicBezTo>
                <a:close/>
                <a:moveTo>
                  <a:pt x="1484175" y="122954"/>
                </a:moveTo>
                <a:cubicBezTo>
                  <a:pt x="1483959" y="120895"/>
                  <a:pt x="1483796" y="118620"/>
                  <a:pt x="1483687" y="116128"/>
                </a:cubicBezTo>
                <a:cubicBezTo>
                  <a:pt x="1483579" y="113635"/>
                  <a:pt x="1483526" y="111575"/>
                  <a:pt x="1483526" y="109950"/>
                </a:cubicBezTo>
                <a:lnTo>
                  <a:pt x="1483201" y="109950"/>
                </a:lnTo>
                <a:cubicBezTo>
                  <a:pt x="1481033" y="114393"/>
                  <a:pt x="1477511" y="117988"/>
                  <a:pt x="1472635" y="120736"/>
                </a:cubicBezTo>
                <a:cubicBezTo>
                  <a:pt x="1467759" y="123484"/>
                  <a:pt x="1462612" y="124858"/>
                  <a:pt x="1457193" y="124858"/>
                </a:cubicBezTo>
                <a:cubicBezTo>
                  <a:pt x="1447550" y="124858"/>
                  <a:pt x="1440317" y="121997"/>
                  <a:pt x="1435494" y="116274"/>
                </a:cubicBezTo>
                <a:cubicBezTo>
                  <a:pt x="1430672" y="110550"/>
                  <a:pt x="1428262" y="102974"/>
                  <a:pt x="1428262" y="93546"/>
                </a:cubicBezTo>
                <a:lnTo>
                  <a:pt x="1428262" y="46896"/>
                </a:lnTo>
                <a:lnTo>
                  <a:pt x="1439316" y="46896"/>
                </a:lnTo>
                <a:lnTo>
                  <a:pt x="1439316" y="88995"/>
                </a:lnTo>
                <a:cubicBezTo>
                  <a:pt x="1439316" y="93004"/>
                  <a:pt x="1439641" y="96634"/>
                  <a:pt x="1440291" y="99885"/>
                </a:cubicBezTo>
                <a:cubicBezTo>
                  <a:pt x="1440940" y="103136"/>
                  <a:pt x="1442051" y="105926"/>
                  <a:pt x="1443622" y="108256"/>
                </a:cubicBezTo>
                <a:cubicBezTo>
                  <a:pt x="1445194" y="110586"/>
                  <a:pt x="1447307" y="112401"/>
                  <a:pt x="1449961" y="113702"/>
                </a:cubicBezTo>
                <a:cubicBezTo>
                  <a:pt x="1452616" y="115002"/>
                  <a:pt x="1455949" y="115652"/>
                  <a:pt x="1459959" y="115652"/>
                </a:cubicBezTo>
                <a:cubicBezTo>
                  <a:pt x="1462884" y="115652"/>
                  <a:pt x="1465728" y="115056"/>
                  <a:pt x="1468491" y="113864"/>
                </a:cubicBezTo>
                <a:cubicBezTo>
                  <a:pt x="1471255" y="112671"/>
                  <a:pt x="1473720" y="110857"/>
                  <a:pt x="1475887" y="108420"/>
                </a:cubicBezTo>
                <a:cubicBezTo>
                  <a:pt x="1478054" y="105981"/>
                  <a:pt x="1479788" y="102892"/>
                  <a:pt x="1481087" y="99153"/>
                </a:cubicBezTo>
                <a:cubicBezTo>
                  <a:pt x="1482389" y="95415"/>
                  <a:pt x="1483039" y="90999"/>
                  <a:pt x="1483039" y="85907"/>
                </a:cubicBezTo>
                <a:lnTo>
                  <a:pt x="1483039" y="46896"/>
                </a:lnTo>
                <a:lnTo>
                  <a:pt x="1494091" y="46896"/>
                </a:lnTo>
                <a:lnTo>
                  <a:pt x="1494091" y="106225"/>
                </a:lnTo>
                <a:cubicBezTo>
                  <a:pt x="1494091" y="108283"/>
                  <a:pt x="1494145" y="110937"/>
                  <a:pt x="1494252" y="114186"/>
                </a:cubicBezTo>
                <a:cubicBezTo>
                  <a:pt x="1494362" y="117435"/>
                  <a:pt x="1494524" y="120358"/>
                  <a:pt x="1494741" y="122954"/>
                </a:cubicBezTo>
                <a:lnTo>
                  <a:pt x="1484175" y="122954"/>
                </a:lnTo>
                <a:close/>
                <a:moveTo>
                  <a:pt x="1557645" y="56127"/>
                </a:moveTo>
                <a:lnTo>
                  <a:pt x="1536191" y="56127"/>
                </a:lnTo>
                <a:lnTo>
                  <a:pt x="1536191" y="100547"/>
                </a:lnTo>
                <a:cubicBezTo>
                  <a:pt x="1536191" y="103368"/>
                  <a:pt x="1536461" y="105700"/>
                  <a:pt x="1537002" y="107544"/>
                </a:cubicBezTo>
                <a:cubicBezTo>
                  <a:pt x="1537544" y="109388"/>
                  <a:pt x="1538330" y="110825"/>
                  <a:pt x="1539358" y="111857"/>
                </a:cubicBezTo>
                <a:cubicBezTo>
                  <a:pt x="1540388" y="112887"/>
                  <a:pt x="1541608" y="113592"/>
                  <a:pt x="1543016" y="113973"/>
                </a:cubicBezTo>
                <a:cubicBezTo>
                  <a:pt x="1544425" y="114351"/>
                  <a:pt x="1545942" y="114541"/>
                  <a:pt x="1547568" y="114541"/>
                </a:cubicBezTo>
                <a:cubicBezTo>
                  <a:pt x="1549085" y="114541"/>
                  <a:pt x="1550684" y="114320"/>
                  <a:pt x="1552362" y="113878"/>
                </a:cubicBezTo>
                <a:cubicBezTo>
                  <a:pt x="1554042" y="113435"/>
                  <a:pt x="1555641" y="112826"/>
                  <a:pt x="1557159" y="112051"/>
                </a:cubicBezTo>
                <a:lnTo>
                  <a:pt x="1557645" y="121632"/>
                </a:lnTo>
                <a:cubicBezTo>
                  <a:pt x="1555695" y="122391"/>
                  <a:pt x="1553664" y="122959"/>
                  <a:pt x="1551551" y="123338"/>
                </a:cubicBezTo>
                <a:cubicBezTo>
                  <a:pt x="1549438" y="123717"/>
                  <a:pt x="1547134" y="123906"/>
                  <a:pt x="1544641" y="123906"/>
                </a:cubicBezTo>
                <a:cubicBezTo>
                  <a:pt x="1542582" y="123906"/>
                  <a:pt x="1540416" y="123635"/>
                  <a:pt x="1538140" y="123092"/>
                </a:cubicBezTo>
                <a:cubicBezTo>
                  <a:pt x="1535865" y="122552"/>
                  <a:pt x="1533752" y="121523"/>
                  <a:pt x="1531801" y="120007"/>
                </a:cubicBezTo>
                <a:cubicBezTo>
                  <a:pt x="1529852" y="118489"/>
                  <a:pt x="1528253" y="116430"/>
                  <a:pt x="1527007" y="113829"/>
                </a:cubicBezTo>
                <a:cubicBezTo>
                  <a:pt x="1525760" y="111228"/>
                  <a:pt x="1525137" y="107814"/>
                  <a:pt x="1525137" y="103588"/>
                </a:cubicBezTo>
                <a:lnTo>
                  <a:pt x="1525137" y="56127"/>
                </a:lnTo>
                <a:lnTo>
                  <a:pt x="1509370" y="56127"/>
                </a:lnTo>
                <a:lnTo>
                  <a:pt x="1509370" y="46920"/>
                </a:lnTo>
                <a:lnTo>
                  <a:pt x="1525137" y="46920"/>
                </a:lnTo>
                <a:lnTo>
                  <a:pt x="1525137" y="25464"/>
                </a:lnTo>
                <a:lnTo>
                  <a:pt x="1536191" y="25464"/>
                </a:lnTo>
                <a:lnTo>
                  <a:pt x="1536191" y="46920"/>
                </a:lnTo>
                <a:lnTo>
                  <a:pt x="1557645" y="46920"/>
                </a:lnTo>
                <a:lnTo>
                  <a:pt x="1557645" y="56127"/>
                </a:lnTo>
                <a:close/>
                <a:moveTo>
                  <a:pt x="1626564" y="161913"/>
                </a:moveTo>
                <a:lnTo>
                  <a:pt x="1615510" y="161913"/>
                </a:lnTo>
                <a:lnTo>
                  <a:pt x="1615510" y="46811"/>
                </a:lnTo>
                <a:lnTo>
                  <a:pt x="1626564" y="46811"/>
                </a:lnTo>
                <a:lnTo>
                  <a:pt x="1626564" y="59979"/>
                </a:lnTo>
                <a:lnTo>
                  <a:pt x="1627050" y="59979"/>
                </a:lnTo>
                <a:cubicBezTo>
                  <a:pt x="1630194" y="54992"/>
                  <a:pt x="1634393" y="51225"/>
                  <a:pt x="1639647" y="48679"/>
                </a:cubicBezTo>
                <a:cubicBezTo>
                  <a:pt x="1644904" y="46131"/>
                  <a:pt x="1650240" y="44857"/>
                  <a:pt x="1655657" y="44857"/>
                </a:cubicBezTo>
                <a:cubicBezTo>
                  <a:pt x="1661618" y="44857"/>
                  <a:pt x="1667009" y="45887"/>
                  <a:pt x="1671830" y="47947"/>
                </a:cubicBezTo>
                <a:cubicBezTo>
                  <a:pt x="1676652" y="50006"/>
                  <a:pt x="1680769" y="52824"/>
                  <a:pt x="1684182" y="56402"/>
                </a:cubicBezTo>
                <a:cubicBezTo>
                  <a:pt x="1687596" y="59979"/>
                  <a:pt x="1690252" y="64207"/>
                  <a:pt x="1692148" y="69086"/>
                </a:cubicBezTo>
                <a:cubicBezTo>
                  <a:pt x="1694045" y="73964"/>
                  <a:pt x="1694993" y="79221"/>
                  <a:pt x="1694993" y="84858"/>
                </a:cubicBezTo>
                <a:cubicBezTo>
                  <a:pt x="1694993" y="90494"/>
                  <a:pt x="1694045" y="95752"/>
                  <a:pt x="1692148" y="100632"/>
                </a:cubicBezTo>
                <a:cubicBezTo>
                  <a:pt x="1690252" y="105509"/>
                  <a:pt x="1687596" y="109737"/>
                  <a:pt x="1684182" y="113315"/>
                </a:cubicBezTo>
                <a:cubicBezTo>
                  <a:pt x="1680769" y="116892"/>
                  <a:pt x="1676652" y="119710"/>
                  <a:pt x="1671830" y="121770"/>
                </a:cubicBezTo>
                <a:cubicBezTo>
                  <a:pt x="1667009" y="123829"/>
                  <a:pt x="1661618" y="124858"/>
                  <a:pt x="1655657" y="124858"/>
                </a:cubicBezTo>
                <a:cubicBezTo>
                  <a:pt x="1650240" y="124858"/>
                  <a:pt x="1644904" y="123585"/>
                  <a:pt x="1639647" y="121039"/>
                </a:cubicBezTo>
                <a:cubicBezTo>
                  <a:pt x="1634393" y="118491"/>
                  <a:pt x="1630194" y="114832"/>
                  <a:pt x="1627050" y="110061"/>
                </a:cubicBezTo>
                <a:lnTo>
                  <a:pt x="1626564" y="110061"/>
                </a:lnTo>
                <a:lnTo>
                  <a:pt x="1626564" y="161913"/>
                </a:lnTo>
                <a:moveTo>
                  <a:pt x="1683291" y="84860"/>
                </a:moveTo>
                <a:cubicBezTo>
                  <a:pt x="1683291" y="80624"/>
                  <a:pt x="1682641" y="76632"/>
                  <a:pt x="1681339" y="72886"/>
                </a:cubicBezTo>
                <a:cubicBezTo>
                  <a:pt x="1680040" y="69137"/>
                  <a:pt x="1678171" y="65878"/>
                  <a:pt x="1675732" y="63109"/>
                </a:cubicBezTo>
                <a:cubicBezTo>
                  <a:pt x="1673295" y="60338"/>
                  <a:pt x="1670288" y="58138"/>
                  <a:pt x="1666711" y="56509"/>
                </a:cubicBezTo>
                <a:cubicBezTo>
                  <a:pt x="1663135" y="54879"/>
                  <a:pt x="1659071" y="54063"/>
                  <a:pt x="1654521" y="54063"/>
                </a:cubicBezTo>
                <a:cubicBezTo>
                  <a:pt x="1650295" y="54063"/>
                  <a:pt x="1646393" y="54851"/>
                  <a:pt x="1642817" y="56427"/>
                </a:cubicBezTo>
                <a:cubicBezTo>
                  <a:pt x="1639242" y="58001"/>
                  <a:pt x="1636154" y="60174"/>
                  <a:pt x="1633553" y="62945"/>
                </a:cubicBezTo>
                <a:cubicBezTo>
                  <a:pt x="1630953" y="65715"/>
                  <a:pt x="1628920" y="68974"/>
                  <a:pt x="1627457" y="72722"/>
                </a:cubicBezTo>
                <a:cubicBezTo>
                  <a:pt x="1625994" y="76469"/>
                  <a:pt x="1625262" y="80515"/>
                  <a:pt x="1625262" y="84860"/>
                </a:cubicBezTo>
                <a:cubicBezTo>
                  <a:pt x="1625262" y="89205"/>
                  <a:pt x="1625994" y="93252"/>
                  <a:pt x="1627457" y="97001"/>
                </a:cubicBezTo>
                <a:cubicBezTo>
                  <a:pt x="1628920" y="100747"/>
                  <a:pt x="1630953" y="103979"/>
                  <a:pt x="1633553" y="106696"/>
                </a:cubicBezTo>
                <a:cubicBezTo>
                  <a:pt x="1636154" y="109411"/>
                  <a:pt x="1639242" y="111556"/>
                  <a:pt x="1642817" y="113132"/>
                </a:cubicBezTo>
                <a:cubicBezTo>
                  <a:pt x="1646393" y="114706"/>
                  <a:pt x="1650295" y="115493"/>
                  <a:pt x="1654521" y="115493"/>
                </a:cubicBezTo>
                <a:cubicBezTo>
                  <a:pt x="1659071" y="115493"/>
                  <a:pt x="1663135" y="114706"/>
                  <a:pt x="1666711" y="113132"/>
                </a:cubicBezTo>
                <a:cubicBezTo>
                  <a:pt x="1670288" y="111556"/>
                  <a:pt x="1673295" y="109383"/>
                  <a:pt x="1675732" y="106614"/>
                </a:cubicBezTo>
                <a:cubicBezTo>
                  <a:pt x="1678171" y="103843"/>
                  <a:pt x="1680040" y="100584"/>
                  <a:pt x="1681339" y="96837"/>
                </a:cubicBezTo>
                <a:cubicBezTo>
                  <a:pt x="1682641" y="93089"/>
                  <a:pt x="1683291" y="89096"/>
                  <a:pt x="1683291" y="84860"/>
                </a:cubicBezTo>
                <a:close/>
                <a:moveTo>
                  <a:pt x="1776754" y="79143"/>
                </a:moveTo>
                <a:cubicBezTo>
                  <a:pt x="1776428" y="71931"/>
                  <a:pt x="1774125" y="65948"/>
                  <a:pt x="1769844" y="61194"/>
                </a:cubicBezTo>
                <a:cubicBezTo>
                  <a:pt x="1765565" y="56440"/>
                  <a:pt x="1759470" y="54063"/>
                  <a:pt x="1751560" y="54063"/>
                </a:cubicBezTo>
                <a:cubicBezTo>
                  <a:pt x="1747876" y="54063"/>
                  <a:pt x="1744462" y="54746"/>
                  <a:pt x="1741319" y="56112"/>
                </a:cubicBezTo>
                <a:cubicBezTo>
                  <a:pt x="1738178" y="57478"/>
                  <a:pt x="1735415" y="59336"/>
                  <a:pt x="1733030" y="61685"/>
                </a:cubicBezTo>
                <a:cubicBezTo>
                  <a:pt x="1730646" y="64035"/>
                  <a:pt x="1728750" y="66712"/>
                  <a:pt x="1727341" y="69718"/>
                </a:cubicBezTo>
                <a:cubicBezTo>
                  <a:pt x="1725932" y="72723"/>
                  <a:pt x="1725119" y="75864"/>
                  <a:pt x="1724903" y="79143"/>
                </a:cubicBezTo>
                <a:lnTo>
                  <a:pt x="1776754" y="79143"/>
                </a:lnTo>
                <a:moveTo>
                  <a:pt x="1787969" y="82660"/>
                </a:moveTo>
                <a:cubicBezTo>
                  <a:pt x="1787969" y="83421"/>
                  <a:pt x="1787969" y="84236"/>
                  <a:pt x="1787969" y="85106"/>
                </a:cubicBezTo>
                <a:cubicBezTo>
                  <a:pt x="1787969" y="85974"/>
                  <a:pt x="1787915" y="86896"/>
                  <a:pt x="1787806" y="87874"/>
                </a:cubicBezTo>
                <a:lnTo>
                  <a:pt x="1724739" y="87874"/>
                </a:lnTo>
                <a:cubicBezTo>
                  <a:pt x="1724848" y="91665"/>
                  <a:pt x="1725606" y="95240"/>
                  <a:pt x="1727013" y="98598"/>
                </a:cubicBezTo>
                <a:cubicBezTo>
                  <a:pt x="1728422" y="101954"/>
                  <a:pt x="1730372" y="104879"/>
                  <a:pt x="1732864" y="107370"/>
                </a:cubicBezTo>
                <a:cubicBezTo>
                  <a:pt x="1735358" y="109861"/>
                  <a:pt x="1738283" y="111837"/>
                  <a:pt x="1741642" y="113301"/>
                </a:cubicBezTo>
                <a:cubicBezTo>
                  <a:pt x="1745001" y="114762"/>
                  <a:pt x="1748633" y="115493"/>
                  <a:pt x="1752535" y="115493"/>
                </a:cubicBezTo>
                <a:cubicBezTo>
                  <a:pt x="1758277" y="115493"/>
                  <a:pt x="1763234" y="114166"/>
                  <a:pt x="1767406" y="111512"/>
                </a:cubicBezTo>
                <a:cubicBezTo>
                  <a:pt x="1771578" y="108857"/>
                  <a:pt x="1774747" y="105795"/>
                  <a:pt x="1776915" y="102328"/>
                </a:cubicBezTo>
                <a:lnTo>
                  <a:pt x="1785204" y="108829"/>
                </a:lnTo>
                <a:cubicBezTo>
                  <a:pt x="1780654" y="114563"/>
                  <a:pt x="1775642" y="118669"/>
                  <a:pt x="1770169" y="121145"/>
                </a:cubicBezTo>
                <a:cubicBezTo>
                  <a:pt x="1764698" y="123621"/>
                  <a:pt x="1758820" y="124858"/>
                  <a:pt x="1752535" y="124858"/>
                </a:cubicBezTo>
                <a:cubicBezTo>
                  <a:pt x="1746900" y="124858"/>
                  <a:pt x="1741671" y="123855"/>
                  <a:pt x="1736847" y="121850"/>
                </a:cubicBezTo>
                <a:cubicBezTo>
                  <a:pt x="1732026" y="119844"/>
                  <a:pt x="1727881" y="117053"/>
                  <a:pt x="1724414" y="113477"/>
                </a:cubicBezTo>
                <a:cubicBezTo>
                  <a:pt x="1720947" y="109899"/>
                  <a:pt x="1718210" y="105671"/>
                  <a:pt x="1716205" y="100793"/>
                </a:cubicBezTo>
                <a:cubicBezTo>
                  <a:pt x="1714201" y="95915"/>
                  <a:pt x="1713199" y="90603"/>
                  <a:pt x="1713199" y="84858"/>
                </a:cubicBezTo>
                <a:cubicBezTo>
                  <a:pt x="1713199" y="79112"/>
                  <a:pt x="1714173" y="73800"/>
                  <a:pt x="1716123" y="68922"/>
                </a:cubicBezTo>
                <a:cubicBezTo>
                  <a:pt x="1718074" y="64045"/>
                  <a:pt x="1720783" y="59817"/>
                  <a:pt x="1724250" y="56241"/>
                </a:cubicBezTo>
                <a:cubicBezTo>
                  <a:pt x="1727719" y="52663"/>
                  <a:pt x="1731784" y="49871"/>
                  <a:pt x="1736443" y="47865"/>
                </a:cubicBezTo>
                <a:cubicBezTo>
                  <a:pt x="1741103" y="45860"/>
                  <a:pt x="1746142" y="44857"/>
                  <a:pt x="1751560" y="44857"/>
                </a:cubicBezTo>
                <a:cubicBezTo>
                  <a:pt x="1757519" y="44857"/>
                  <a:pt x="1762774" y="45862"/>
                  <a:pt x="1767324" y="47873"/>
                </a:cubicBezTo>
                <a:cubicBezTo>
                  <a:pt x="1771876" y="49882"/>
                  <a:pt x="1775669" y="52598"/>
                  <a:pt x="1778703" y="56020"/>
                </a:cubicBezTo>
                <a:cubicBezTo>
                  <a:pt x="1781737" y="59441"/>
                  <a:pt x="1784040" y="63433"/>
                  <a:pt x="1785611" y="67995"/>
                </a:cubicBezTo>
                <a:cubicBezTo>
                  <a:pt x="1787183" y="72557"/>
                  <a:pt x="1787969" y="77445"/>
                  <a:pt x="1787969" y="82660"/>
                </a:cubicBezTo>
                <a:close/>
                <a:moveTo>
                  <a:pt x="1858673" y="73836"/>
                </a:moveTo>
                <a:cubicBezTo>
                  <a:pt x="1858673" y="67190"/>
                  <a:pt x="1856940" y="62234"/>
                  <a:pt x="1853472" y="58967"/>
                </a:cubicBezTo>
                <a:cubicBezTo>
                  <a:pt x="1850005" y="55698"/>
                  <a:pt x="1844966" y="54063"/>
                  <a:pt x="1838355" y="54063"/>
                </a:cubicBezTo>
                <a:cubicBezTo>
                  <a:pt x="1833805" y="54063"/>
                  <a:pt x="1829579" y="54876"/>
                  <a:pt x="1825677" y="56501"/>
                </a:cubicBezTo>
                <a:cubicBezTo>
                  <a:pt x="1821776" y="58127"/>
                  <a:pt x="1818472" y="60295"/>
                  <a:pt x="1815763" y="63005"/>
                </a:cubicBezTo>
                <a:lnTo>
                  <a:pt x="1809585" y="55690"/>
                </a:lnTo>
                <a:cubicBezTo>
                  <a:pt x="1812728" y="52560"/>
                  <a:pt x="1816874" y="49973"/>
                  <a:pt x="1822021" y="47927"/>
                </a:cubicBezTo>
                <a:cubicBezTo>
                  <a:pt x="1827168" y="45880"/>
                  <a:pt x="1832992" y="44857"/>
                  <a:pt x="1839494" y="44857"/>
                </a:cubicBezTo>
                <a:cubicBezTo>
                  <a:pt x="1843613" y="44857"/>
                  <a:pt x="1847459" y="45427"/>
                  <a:pt x="1851034" y="46566"/>
                </a:cubicBezTo>
                <a:cubicBezTo>
                  <a:pt x="1854611" y="47705"/>
                  <a:pt x="1857753" y="49414"/>
                  <a:pt x="1860461" y="51692"/>
                </a:cubicBezTo>
                <a:cubicBezTo>
                  <a:pt x="1863171" y="53969"/>
                  <a:pt x="1865285" y="56843"/>
                  <a:pt x="1866801" y="60314"/>
                </a:cubicBezTo>
                <a:cubicBezTo>
                  <a:pt x="1868319" y="63784"/>
                  <a:pt x="1869078" y="67852"/>
                  <a:pt x="1869078" y="72516"/>
                </a:cubicBezTo>
                <a:lnTo>
                  <a:pt x="1869078" y="105870"/>
                </a:lnTo>
                <a:cubicBezTo>
                  <a:pt x="1869078" y="108798"/>
                  <a:pt x="1869186" y="111836"/>
                  <a:pt x="1869403" y="114982"/>
                </a:cubicBezTo>
                <a:cubicBezTo>
                  <a:pt x="1869619" y="118127"/>
                  <a:pt x="1869944" y="120784"/>
                  <a:pt x="1870377" y="122954"/>
                </a:cubicBezTo>
                <a:lnTo>
                  <a:pt x="1860464" y="122954"/>
                </a:lnTo>
                <a:cubicBezTo>
                  <a:pt x="1860138" y="121103"/>
                  <a:pt x="1859867" y="119090"/>
                  <a:pt x="1859650" y="116914"/>
                </a:cubicBezTo>
                <a:cubicBezTo>
                  <a:pt x="1859434" y="114738"/>
                  <a:pt x="1859326" y="112617"/>
                  <a:pt x="1859326" y="110550"/>
                </a:cubicBezTo>
                <a:lnTo>
                  <a:pt x="1858998" y="110550"/>
                </a:lnTo>
                <a:cubicBezTo>
                  <a:pt x="1855531" y="115644"/>
                  <a:pt x="1851602" y="119303"/>
                  <a:pt x="1847212" y="121525"/>
                </a:cubicBezTo>
                <a:cubicBezTo>
                  <a:pt x="1842824" y="123747"/>
                  <a:pt x="1837542" y="124858"/>
                  <a:pt x="1831366" y="124858"/>
                </a:cubicBezTo>
                <a:cubicBezTo>
                  <a:pt x="1828440" y="124858"/>
                  <a:pt x="1825432" y="124452"/>
                  <a:pt x="1822343" y="123641"/>
                </a:cubicBezTo>
                <a:cubicBezTo>
                  <a:pt x="1819256" y="122829"/>
                  <a:pt x="1816440" y="121503"/>
                  <a:pt x="1813893" y="119662"/>
                </a:cubicBezTo>
                <a:cubicBezTo>
                  <a:pt x="1811347" y="117820"/>
                  <a:pt x="1809234" y="115438"/>
                  <a:pt x="1807554" y="112514"/>
                </a:cubicBezTo>
                <a:cubicBezTo>
                  <a:pt x="1805874" y="109589"/>
                  <a:pt x="1805034" y="106015"/>
                  <a:pt x="1805034" y="101790"/>
                </a:cubicBezTo>
                <a:cubicBezTo>
                  <a:pt x="1805034" y="95942"/>
                  <a:pt x="1806524" y="91312"/>
                  <a:pt x="1809503" y="87901"/>
                </a:cubicBezTo>
                <a:cubicBezTo>
                  <a:pt x="1812483" y="84490"/>
                  <a:pt x="1816465" y="81945"/>
                  <a:pt x="1821450" y="80267"/>
                </a:cubicBezTo>
                <a:cubicBezTo>
                  <a:pt x="1826436" y="78587"/>
                  <a:pt x="1832152" y="77504"/>
                  <a:pt x="1838598" y="77018"/>
                </a:cubicBezTo>
                <a:cubicBezTo>
                  <a:pt x="1845047" y="76530"/>
                  <a:pt x="1851739" y="76286"/>
                  <a:pt x="1858673" y="76286"/>
                </a:cubicBezTo>
                <a:lnTo>
                  <a:pt x="1858673" y="73836"/>
                </a:lnTo>
                <a:moveTo>
                  <a:pt x="1855422" y="85016"/>
                </a:moveTo>
                <a:cubicBezTo>
                  <a:pt x="1850871" y="85016"/>
                  <a:pt x="1846293" y="85206"/>
                  <a:pt x="1841686" y="85584"/>
                </a:cubicBezTo>
                <a:cubicBezTo>
                  <a:pt x="1837081" y="85961"/>
                  <a:pt x="1832910" y="86718"/>
                  <a:pt x="1829171" y="87854"/>
                </a:cubicBezTo>
                <a:cubicBezTo>
                  <a:pt x="1825434" y="88988"/>
                  <a:pt x="1822374" y="90636"/>
                  <a:pt x="1819990" y="92797"/>
                </a:cubicBezTo>
                <a:cubicBezTo>
                  <a:pt x="1817605" y="94958"/>
                  <a:pt x="1816413" y="97821"/>
                  <a:pt x="1816413" y="101386"/>
                </a:cubicBezTo>
                <a:cubicBezTo>
                  <a:pt x="1816413" y="104087"/>
                  <a:pt x="1816927" y="106357"/>
                  <a:pt x="1817956" y="108194"/>
                </a:cubicBezTo>
                <a:cubicBezTo>
                  <a:pt x="1818986" y="110031"/>
                  <a:pt x="1820367" y="111516"/>
                  <a:pt x="1822100" y="112651"/>
                </a:cubicBezTo>
                <a:cubicBezTo>
                  <a:pt x="1823835" y="113785"/>
                  <a:pt x="1825758" y="114595"/>
                  <a:pt x="1827872" y="115081"/>
                </a:cubicBezTo>
                <a:cubicBezTo>
                  <a:pt x="1829985" y="115567"/>
                  <a:pt x="1832125" y="115811"/>
                  <a:pt x="1834293" y="115811"/>
                </a:cubicBezTo>
                <a:cubicBezTo>
                  <a:pt x="1838193" y="115811"/>
                  <a:pt x="1841661" y="115135"/>
                  <a:pt x="1844695" y="113784"/>
                </a:cubicBezTo>
                <a:cubicBezTo>
                  <a:pt x="1847729" y="112433"/>
                  <a:pt x="1850275" y="110596"/>
                  <a:pt x="1852334" y="108273"/>
                </a:cubicBezTo>
                <a:cubicBezTo>
                  <a:pt x="1854392" y="105950"/>
                  <a:pt x="1855963" y="103276"/>
                  <a:pt x="1857046" y="100252"/>
                </a:cubicBezTo>
                <a:cubicBezTo>
                  <a:pt x="1858131" y="97226"/>
                  <a:pt x="1858673" y="94038"/>
                  <a:pt x="1858673" y="90689"/>
                </a:cubicBezTo>
                <a:lnTo>
                  <a:pt x="1858673" y="85016"/>
                </a:lnTo>
                <a:lnTo>
                  <a:pt x="1855422" y="85016"/>
                </a:lnTo>
                <a:close/>
                <a:moveTo>
                  <a:pt x="1907437" y="46821"/>
                </a:moveTo>
                <a:cubicBezTo>
                  <a:pt x="1907654" y="48880"/>
                  <a:pt x="1907816" y="51156"/>
                  <a:pt x="1907923" y="53649"/>
                </a:cubicBezTo>
                <a:cubicBezTo>
                  <a:pt x="1908033" y="56141"/>
                  <a:pt x="1908087" y="58200"/>
                  <a:pt x="1908087" y="59825"/>
                </a:cubicBezTo>
                <a:lnTo>
                  <a:pt x="1908412" y="59825"/>
                </a:lnTo>
                <a:cubicBezTo>
                  <a:pt x="1910580" y="55377"/>
                  <a:pt x="1914102" y="51771"/>
                  <a:pt x="1918978" y="49006"/>
                </a:cubicBezTo>
                <a:cubicBezTo>
                  <a:pt x="1923854" y="46240"/>
                  <a:pt x="1929001" y="44857"/>
                  <a:pt x="1934419" y="44857"/>
                </a:cubicBezTo>
                <a:cubicBezTo>
                  <a:pt x="1944062" y="44857"/>
                  <a:pt x="1951295" y="47731"/>
                  <a:pt x="1956116" y="53481"/>
                </a:cubicBezTo>
                <a:cubicBezTo>
                  <a:pt x="1960939" y="59230"/>
                  <a:pt x="1963351" y="66822"/>
                  <a:pt x="1963351" y="76259"/>
                </a:cubicBezTo>
                <a:lnTo>
                  <a:pt x="1963351" y="122954"/>
                </a:lnTo>
                <a:lnTo>
                  <a:pt x="1952299" y="122954"/>
                </a:lnTo>
                <a:lnTo>
                  <a:pt x="1952299" y="80773"/>
                </a:lnTo>
                <a:cubicBezTo>
                  <a:pt x="1952299" y="76755"/>
                  <a:pt x="1951974" y="73118"/>
                  <a:pt x="1951325" y="69862"/>
                </a:cubicBezTo>
                <a:cubicBezTo>
                  <a:pt x="1950675" y="66605"/>
                  <a:pt x="1949564" y="63809"/>
                  <a:pt x="1947991" y="61474"/>
                </a:cubicBezTo>
                <a:cubicBezTo>
                  <a:pt x="1946420" y="59140"/>
                  <a:pt x="1944307" y="57321"/>
                  <a:pt x="1941652" y="56018"/>
                </a:cubicBezTo>
                <a:cubicBezTo>
                  <a:pt x="1938998" y="54715"/>
                  <a:pt x="1935666" y="54063"/>
                  <a:pt x="1931657" y="54063"/>
                </a:cubicBezTo>
                <a:cubicBezTo>
                  <a:pt x="1928732" y="54063"/>
                  <a:pt x="1925887" y="54661"/>
                  <a:pt x="1923122" y="55857"/>
                </a:cubicBezTo>
                <a:cubicBezTo>
                  <a:pt x="1920359" y="57050"/>
                  <a:pt x="1917894" y="58869"/>
                  <a:pt x="1915726" y="61313"/>
                </a:cubicBezTo>
                <a:cubicBezTo>
                  <a:pt x="1913560" y="63755"/>
                  <a:pt x="1911826" y="66849"/>
                  <a:pt x="1910525" y="70594"/>
                </a:cubicBezTo>
                <a:cubicBezTo>
                  <a:pt x="1909226" y="74339"/>
                  <a:pt x="1908576" y="78764"/>
                  <a:pt x="1908576" y="83868"/>
                </a:cubicBezTo>
                <a:lnTo>
                  <a:pt x="1908576" y="122954"/>
                </a:lnTo>
                <a:lnTo>
                  <a:pt x="1897521" y="122954"/>
                </a:lnTo>
                <a:lnTo>
                  <a:pt x="1897521" y="63568"/>
                </a:lnTo>
                <a:cubicBezTo>
                  <a:pt x="1897521" y="61506"/>
                  <a:pt x="1897467" y="58849"/>
                  <a:pt x="1897358" y="55599"/>
                </a:cubicBezTo>
                <a:cubicBezTo>
                  <a:pt x="1897250" y="52348"/>
                  <a:pt x="1897088" y="49422"/>
                  <a:pt x="1896872" y="46821"/>
                </a:cubicBezTo>
                <a:lnTo>
                  <a:pt x="1907437" y="46821"/>
                </a:lnTo>
                <a:close/>
                <a:moveTo>
                  <a:pt x="2047223" y="122954"/>
                </a:moveTo>
                <a:cubicBezTo>
                  <a:pt x="2047006" y="120895"/>
                  <a:pt x="2046843" y="118620"/>
                  <a:pt x="2046734" y="116128"/>
                </a:cubicBezTo>
                <a:cubicBezTo>
                  <a:pt x="2046627" y="113635"/>
                  <a:pt x="2046573" y="111575"/>
                  <a:pt x="2046573" y="109950"/>
                </a:cubicBezTo>
                <a:lnTo>
                  <a:pt x="2046248" y="109950"/>
                </a:lnTo>
                <a:cubicBezTo>
                  <a:pt x="2044080" y="114393"/>
                  <a:pt x="2040558" y="117988"/>
                  <a:pt x="2035682" y="120736"/>
                </a:cubicBezTo>
                <a:cubicBezTo>
                  <a:pt x="2030806" y="123484"/>
                  <a:pt x="2025659" y="124858"/>
                  <a:pt x="2020240" y="124858"/>
                </a:cubicBezTo>
                <a:cubicBezTo>
                  <a:pt x="2010597" y="124858"/>
                  <a:pt x="2003364" y="121997"/>
                  <a:pt x="1998541" y="116274"/>
                </a:cubicBezTo>
                <a:cubicBezTo>
                  <a:pt x="1993720" y="110550"/>
                  <a:pt x="1991309" y="102974"/>
                  <a:pt x="1991309" y="93546"/>
                </a:cubicBezTo>
                <a:lnTo>
                  <a:pt x="1991309" y="46896"/>
                </a:lnTo>
                <a:lnTo>
                  <a:pt x="2002363" y="46896"/>
                </a:lnTo>
                <a:lnTo>
                  <a:pt x="2002363" y="88995"/>
                </a:lnTo>
                <a:cubicBezTo>
                  <a:pt x="2002363" y="93004"/>
                  <a:pt x="2002688" y="96634"/>
                  <a:pt x="2003338" y="99885"/>
                </a:cubicBezTo>
                <a:cubicBezTo>
                  <a:pt x="2003988" y="103136"/>
                  <a:pt x="2005098" y="105926"/>
                  <a:pt x="2006669" y="108256"/>
                </a:cubicBezTo>
                <a:cubicBezTo>
                  <a:pt x="2008241" y="110586"/>
                  <a:pt x="2010354" y="112401"/>
                  <a:pt x="2013008" y="113702"/>
                </a:cubicBezTo>
                <a:cubicBezTo>
                  <a:pt x="2015664" y="115002"/>
                  <a:pt x="2018996" y="115652"/>
                  <a:pt x="2023006" y="115652"/>
                </a:cubicBezTo>
                <a:cubicBezTo>
                  <a:pt x="2025931" y="115652"/>
                  <a:pt x="2028775" y="115056"/>
                  <a:pt x="2031538" y="113864"/>
                </a:cubicBezTo>
                <a:cubicBezTo>
                  <a:pt x="2034302" y="112671"/>
                  <a:pt x="2036768" y="110857"/>
                  <a:pt x="2038934" y="108420"/>
                </a:cubicBezTo>
                <a:cubicBezTo>
                  <a:pt x="2041101" y="105981"/>
                  <a:pt x="2042835" y="102892"/>
                  <a:pt x="2044135" y="99153"/>
                </a:cubicBezTo>
                <a:cubicBezTo>
                  <a:pt x="2045436" y="95415"/>
                  <a:pt x="2046087" y="90999"/>
                  <a:pt x="2046087" y="85907"/>
                </a:cubicBezTo>
                <a:lnTo>
                  <a:pt x="2046087" y="46896"/>
                </a:lnTo>
                <a:lnTo>
                  <a:pt x="2057138" y="46896"/>
                </a:lnTo>
                <a:lnTo>
                  <a:pt x="2057138" y="106225"/>
                </a:lnTo>
                <a:cubicBezTo>
                  <a:pt x="2057138" y="108283"/>
                  <a:pt x="2057192" y="110937"/>
                  <a:pt x="2057300" y="114186"/>
                </a:cubicBezTo>
                <a:cubicBezTo>
                  <a:pt x="2057409" y="117435"/>
                  <a:pt x="2057572" y="120358"/>
                  <a:pt x="2057788" y="122954"/>
                </a:cubicBezTo>
                <a:lnTo>
                  <a:pt x="2047223" y="122954"/>
                </a:lnTo>
                <a:close/>
                <a:moveTo>
                  <a:pt x="2120692" y="56127"/>
                </a:moveTo>
                <a:lnTo>
                  <a:pt x="2099239" y="56127"/>
                </a:lnTo>
                <a:lnTo>
                  <a:pt x="2099239" y="100547"/>
                </a:lnTo>
                <a:cubicBezTo>
                  <a:pt x="2099239" y="103368"/>
                  <a:pt x="2099509" y="105700"/>
                  <a:pt x="2100050" y="107544"/>
                </a:cubicBezTo>
                <a:cubicBezTo>
                  <a:pt x="2100592" y="109388"/>
                  <a:pt x="2101377" y="110825"/>
                  <a:pt x="2102406" y="111857"/>
                </a:cubicBezTo>
                <a:cubicBezTo>
                  <a:pt x="2103436" y="112887"/>
                  <a:pt x="2104655" y="113592"/>
                  <a:pt x="2106064" y="113973"/>
                </a:cubicBezTo>
                <a:cubicBezTo>
                  <a:pt x="2107473" y="114351"/>
                  <a:pt x="2108990" y="114541"/>
                  <a:pt x="2110615" y="114541"/>
                </a:cubicBezTo>
                <a:cubicBezTo>
                  <a:pt x="2112133" y="114541"/>
                  <a:pt x="2113731" y="114320"/>
                  <a:pt x="2115410" y="113878"/>
                </a:cubicBezTo>
                <a:cubicBezTo>
                  <a:pt x="2117090" y="113435"/>
                  <a:pt x="2118688" y="112826"/>
                  <a:pt x="2120206" y="112051"/>
                </a:cubicBezTo>
                <a:lnTo>
                  <a:pt x="2120692" y="121632"/>
                </a:lnTo>
                <a:cubicBezTo>
                  <a:pt x="2118743" y="122391"/>
                  <a:pt x="2116712" y="122959"/>
                  <a:pt x="2114599" y="123338"/>
                </a:cubicBezTo>
                <a:cubicBezTo>
                  <a:pt x="2112485" y="123717"/>
                  <a:pt x="2110182" y="123906"/>
                  <a:pt x="2107689" y="123906"/>
                </a:cubicBezTo>
                <a:cubicBezTo>
                  <a:pt x="2105630" y="123906"/>
                  <a:pt x="2103463" y="123635"/>
                  <a:pt x="2101188" y="123092"/>
                </a:cubicBezTo>
                <a:cubicBezTo>
                  <a:pt x="2098913" y="122552"/>
                  <a:pt x="2096800" y="121523"/>
                  <a:pt x="2094849" y="120007"/>
                </a:cubicBezTo>
                <a:cubicBezTo>
                  <a:pt x="2092899" y="118489"/>
                  <a:pt x="2091301" y="116430"/>
                  <a:pt x="2090055" y="113829"/>
                </a:cubicBezTo>
                <a:cubicBezTo>
                  <a:pt x="2088808" y="111228"/>
                  <a:pt x="2088184" y="107814"/>
                  <a:pt x="2088184" y="103588"/>
                </a:cubicBezTo>
                <a:lnTo>
                  <a:pt x="2088184" y="56127"/>
                </a:lnTo>
                <a:lnTo>
                  <a:pt x="2072418" y="56127"/>
                </a:lnTo>
                <a:lnTo>
                  <a:pt x="2072418" y="46920"/>
                </a:lnTo>
                <a:lnTo>
                  <a:pt x="2088184" y="46920"/>
                </a:lnTo>
                <a:lnTo>
                  <a:pt x="2088184" y="25464"/>
                </a:lnTo>
                <a:lnTo>
                  <a:pt x="2099239" y="25464"/>
                </a:lnTo>
                <a:lnTo>
                  <a:pt x="2099239" y="46920"/>
                </a:lnTo>
                <a:lnTo>
                  <a:pt x="2120692" y="46920"/>
                </a:lnTo>
                <a:lnTo>
                  <a:pt x="2120692" y="56127"/>
                </a:lnTo>
                <a:close/>
                <a:moveTo>
                  <a:pt x="2153203" y="115096"/>
                </a:moveTo>
                <a:cubicBezTo>
                  <a:pt x="2153203" y="117380"/>
                  <a:pt x="2152390" y="119419"/>
                  <a:pt x="2150765" y="121215"/>
                </a:cubicBezTo>
                <a:cubicBezTo>
                  <a:pt x="2149139" y="123009"/>
                  <a:pt x="2147026" y="123906"/>
                  <a:pt x="2144425" y="123906"/>
                </a:cubicBezTo>
                <a:cubicBezTo>
                  <a:pt x="2141824" y="123906"/>
                  <a:pt x="2139711" y="123009"/>
                  <a:pt x="2138086" y="121215"/>
                </a:cubicBezTo>
                <a:cubicBezTo>
                  <a:pt x="2136460" y="119419"/>
                  <a:pt x="2135648" y="117380"/>
                  <a:pt x="2135648" y="115096"/>
                </a:cubicBezTo>
                <a:cubicBezTo>
                  <a:pt x="2135648" y="112813"/>
                  <a:pt x="2136460" y="110774"/>
                  <a:pt x="2138086" y="108980"/>
                </a:cubicBezTo>
                <a:cubicBezTo>
                  <a:pt x="2139711" y="107184"/>
                  <a:pt x="2141824" y="106287"/>
                  <a:pt x="2144425" y="106287"/>
                </a:cubicBezTo>
                <a:cubicBezTo>
                  <a:pt x="2147026" y="106287"/>
                  <a:pt x="2149139" y="107184"/>
                  <a:pt x="2150765" y="108980"/>
                </a:cubicBezTo>
                <a:cubicBezTo>
                  <a:pt x="2152390" y="110774"/>
                  <a:pt x="2153203" y="112813"/>
                  <a:pt x="2153203" y="115096"/>
                </a:cubicBezTo>
                <a:close/>
                <a:moveTo>
                  <a:pt x="2219680" y="95867"/>
                </a:moveTo>
                <a:cubicBezTo>
                  <a:pt x="2219680" y="105290"/>
                  <a:pt x="2220655" y="114064"/>
                  <a:pt x="2222606" y="122187"/>
                </a:cubicBezTo>
                <a:cubicBezTo>
                  <a:pt x="2224558" y="130311"/>
                  <a:pt x="2227320" y="137621"/>
                  <a:pt x="2230895" y="144120"/>
                </a:cubicBezTo>
                <a:lnTo>
                  <a:pt x="2222445" y="148668"/>
                </a:lnTo>
                <a:cubicBezTo>
                  <a:pt x="2218326" y="142061"/>
                  <a:pt x="2215048" y="134127"/>
                  <a:pt x="2212609" y="124866"/>
                </a:cubicBezTo>
                <a:cubicBezTo>
                  <a:pt x="2210172" y="115606"/>
                  <a:pt x="2208953" y="105940"/>
                  <a:pt x="2208953" y="95867"/>
                </a:cubicBezTo>
                <a:cubicBezTo>
                  <a:pt x="2208953" y="86877"/>
                  <a:pt x="2209955" y="78104"/>
                  <a:pt x="2211959" y="69547"/>
                </a:cubicBezTo>
                <a:cubicBezTo>
                  <a:pt x="2213965" y="60991"/>
                  <a:pt x="2216701" y="52759"/>
                  <a:pt x="2220168" y="44852"/>
                </a:cubicBezTo>
                <a:cubicBezTo>
                  <a:pt x="2223636" y="36945"/>
                  <a:pt x="2227699" y="29526"/>
                  <a:pt x="2232359" y="22595"/>
                </a:cubicBezTo>
                <a:cubicBezTo>
                  <a:pt x="2237018" y="15663"/>
                  <a:pt x="2242057" y="9327"/>
                  <a:pt x="2247475" y="3586"/>
                </a:cubicBezTo>
                <a:lnTo>
                  <a:pt x="2254953" y="8949"/>
                </a:lnTo>
                <a:cubicBezTo>
                  <a:pt x="2249968" y="14471"/>
                  <a:pt x="2245335" y="20591"/>
                  <a:pt x="2241054" y="27307"/>
                </a:cubicBezTo>
                <a:cubicBezTo>
                  <a:pt x="2236775" y="34022"/>
                  <a:pt x="2233036" y="41089"/>
                  <a:pt x="2229839" y="48508"/>
                </a:cubicBezTo>
                <a:cubicBezTo>
                  <a:pt x="2226643" y="55927"/>
                  <a:pt x="2224150" y="63644"/>
                  <a:pt x="2222361" y="71660"/>
                </a:cubicBezTo>
                <a:cubicBezTo>
                  <a:pt x="2220573" y="79675"/>
                  <a:pt x="2219680" y="87744"/>
                  <a:pt x="2219680" y="95867"/>
                </a:cubicBezTo>
                <a:close/>
                <a:moveTo>
                  <a:pt x="2312494" y="63493"/>
                </a:moveTo>
                <a:cubicBezTo>
                  <a:pt x="2310976" y="60676"/>
                  <a:pt x="2308700" y="58373"/>
                  <a:pt x="2305666" y="56586"/>
                </a:cubicBezTo>
                <a:cubicBezTo>
                  <a:pt x="2302631" y="54798"/>
                  <a:pt x="2299001" y="53905"/>
                  <a:pt x="2294775" y="53905"/>
                </a:cubicBezTo>
                <a:cubicBezTo>
                  <a:pt x="2292826" y="53905"/>
                  <a:pt x="2290794" y="54122"/>
                  <a:pt x="2288681" y="54557"/>
                </a:cubicBezTo>
                <a:cubicBezTo>
                  <a:pt x="2286568" y="54990"/>
                  <a:pt x="2284617" y="55695"/>
                  <a:pt x="2282828" y="56673"/>
                </a:cubicBezTo>
                <a:cubicBezTo>
                  <a:pt x="2281040" y="57648"/>
                  <a:pt x="2279578" y="58923"/>
                  <a:pt x="2278440" y="60497"/>
                </a:cubicBezTo>
                <a:cubicBezTo>
                  <a:pt x="2277303" y="62070"/>
                  <a:pt x="2276734" y="63995"/>
                  <a:pt x="2276734" y="66273"/>
                </a:cubicBezTo>
                <a:cubicBezTo>
                  <a:pt x="2276734" y="68334"/>
                  <a:pt x="2277086" y="70015"/>
                  <a:pt x="2277791" y="71318"/>
                </a:cubicBezTo>
                <a:cubicBezTo>
                  <a:pt x="2278495" y="72619"/>
                  <a:pt x="2279497" y="73731"/>
                  <a:pt x="2280797" y="74654"/>
                </a:cubicBezTo>
                <a:cubicBezTo>
                  <a:pt x="2282098" y="75577"/>
                  <a:pt x="2283670" y="76391"/>
                  <a:pt x="2285511" y="77097"/>
                </a:cubicBezTo>
                <a:cubicBezTo>
                  <a:pt x="2287353" y="77801"/>
                  <a:pt x="2289467" y="78479"/>
                  <a:pt x="2291851" y="79128"/>
                </a:cubicBezTo>
                <a:cubicBezTo>
                  <a:pt x="2299328" y="81299"/>
                  <a:pt x="2305017" y="84039"/>
                  <a:pt x="2308917" y="87348"/>
                </a:cubicBezTo>
                <a:cubicBezTo>
                  <a:pt x="2312818" y="90656"/>
                  <a:pt x="2314768" y="95348"/>
                  <a:pt x="2314768" y="101423"/>
                </a:cubicBezTo>
                <a:cubicBezTo>
                  <a:pt x="2314768" y="105547"/>
                  <a:pt x="2313847" y="109101"/>
                  <a:pt x="2312005" y="112085"/>
                </a:cubicBezTo>
                <a:cubicBezTo>
                  <a:pt x="2310163" y="115068"/>
                  <a:pt x="2307833" y="117509"/>
                  <a:pt x="2305016" y="119407"/>
                </a:cubicBezTo>
                <a:cubicBezTo>
                  <a:pt x="2302198" y="121305"/>
                  <a:pt x="2299056" y="122688"/>
                  <a:pt x="2295589" y="123556"/>
                </a:cubicBezTo>
                <a:cubicBezTo>
                  <a:pt x="2292121" y="124424"/>
                  <a:pt x="2288708" y="124858"/>
                  <a:pt x="2285348" y="124858"/>
                </a:cubicBezTo>
                <a:cubicBezTo>
                  <a:pt x="2278955" y="124858"/>
                  <a:pt x="2272968" y="123674"/>
                  <a:pt x="2267386" y="121307"/>
                </a:cubicBezTo>
                <a:cubicBezTo>
                  <a:pt x="2261806" y="118937"/>
                  <a:pt x="2257445" y="115319"/>
                  <a:pt x="2254303" y="110451"/>
                </a:cubicBezTo>
                <a:lnTo>
                  <a:pt x="2263730" y="104273"/>
                </a:lnTo>
                <a:cubicBezTo>
                  <a:pt x="2265572" y="107416"/>
                  <a:pt x="2268335" y="110099"/>
                  <a:pt x="2272019" y="112321"/>
                </a:cubicBezTo>
                <a:cubicBezTo>
                  <a:pt x="2275705" y="114541"/>
                  <a:pt x="2279986" y="115652"/>
                  <a:pt x="2284862" y="115652"/>
                </a:cubicBezTo>
                <a:cubicBezTo>
                  <a:pt x="2287244" y="115652"/>
                  <a:pt x="2289573" y="115408"/>
                  <a:pt x="2291848" y="114920"/>
                </a:cubicBezTo>
                <a:cubicBezTo>
                  <a:pt x="2294125" y="114431"/>
                  <a:pt x="2296157" y="113671"/>
                  <a:pt x="2297945" y="112641"/>
                </a:cubicBezTo>
                <a:cubicBezTo>
                  <a:pt x="2299734" y="111611"/>
                  <a:pt x="2301170" y="110255"/>
                  <a:pt x="2302253" y="108573"/>
                </a:cubicBezTo>
                <a:cubicBezTo>
                  <a:pt x="2303336" y="106892"/>
                  <a:pt x="2303877" y="104912"/>
                  <a:pt x="2303877" y="102633"/>
                </a:cubicBezTo>
                <a:cubicBezTo>
                  <a:pt x="2303877" y="98619"/>
                  <a:pt x="2302278" y="95554"/>
                  <a:pt x="2299081" y="93439"/>
                </a:cubicBezTo>
                <a:cubicBezTo>
                  <a:pt x="2295885" y="91323"/>
                  <a:pt x="2291307" y="89287"/>
                  <a:pt x="2285348" y="87333"/>
                </a:cubicBezTo>
                <a:cubicBezTo>
                  <a:pt x="2283073" y="86574"/>
                  <a:pt x="2280797" y="85707"/>
                  <a:pt x="2278520" y="84731"/>
                </a:cubicBezTo>
                <a:cubicBezTo>
                  <a:pt x="2276245" y="83754"/>
                  <a:pt x="2274186" y="82479"/>
                  <a:pt x="2272344" y="80907"/>
                </a:cubicBezTo>
                <a:cubicBezTo>
                  <a:pt x="2270502" y="79333"/>
                  <a:pt x="2269012" y="77434"/>
                  <a:pt x="2267875" y="75210"/>
                </a:cubicBezTo>
                <a:cubicBezTo>
                  <a:pt x="2266737" y="72986"/>
                  <a:pt x="2266168" y="70300"/>
                  <a:pt x="2266168" y="67154"/>
                </a:cubicBezTo>
                <a:cubicBezTo>
                  <a:pt x="2266168" y="63247"/>
                  <a:pt x="2267062" y="59883"/>
                  <a:pt x="2268849" y="57062"/>
                </a:cubicBezTo>
                <a:cubicBezTo>
                  <a:pt x="2270639" y="54241"/>
                  <a:pt x="2272915" y="51936"/>
                  <a:pt x="2275677" y="50147"/>
                </a:cubicBezTo>
                <a:cubicBezTo>
                  <a:pt x="2278440" y="48356"/>
                  <a:pt x="2281556" y="47027"/>
                  <a:pt x="2285023" y="46159"/>
                </a:cubicBezTo>
                <a:cubicBezTo>
                  <a:pt x="2288490" y="45291"/>
                  <a:pt x="2291958" y="44857"/>
                  <a:pt x="2295425" y="44857"/>
                </a:cubicBezTo>
                <a:cubicBezTo>
                  <a:pt x="2301276" y="44857"/>
                  <a:pt x="2306505" y="45988"/>
                  <a:pt x="2311110" y="48250"/>
                </a:cubicBezTo>
                <a:cubicBezTo>
                  <a:pt x="2315716" y="50512"/>
                  <a:pt x="2319049" y="53534"/>
                  <a:pt x="2321107" y="57317"/>
                </a:cubicBezTo>
                <a:lnTo>
                  <a:pt x="2312494" y="63493"/>
                </a:lnTo>
                <a:close/>
                <a:moveTo>
                  <a:pt x="2344027" y="122954"/>
                </a:moveTo>
                <a:lnTo>
                  <a:pt x="2333136" y="122954"/>
                </a:lnTo>
                <a:lnTo>
                  <a:pt x="2346626" y="46883"/>
                </a:lnTo>
                <a:lnTo>
                  <a:pt x="2357517" y="46883"/>
                </a:lnTo>
                <a:lnTo>
                  <a:pt x="2344027" y="122954"/>
                </a:lnTo>
                <a:moveTo>
                  <a:pt x="2364020" y="17394"/>
                </a:moveTo>
                <a:cubicBezTo>
                  <a:pt x="2364020" y="19555"/>
                  <a:pt x="2363288" y="21392"/>
                  <a:pt x="2361825" y="22905"/>
                </a:cubicBezTo>
                <a:cubicBezTo>
                  <a:pt x="2360361" y="24418"/>
                  <a:pt x="2358547" y="25174"/>
                  <a:pt x="2356381" y="25174"/>
                </a:cubicBezTo>
                <a:cubicBezTo>
                  <a:pt x="2354322" y="25174"/>
                  <a:pt x="2352561" y="24526"/>
                  <a:pt x="2351098" y="23230"/>
                </a:cubicBezTo>
                <a:cubicBezTo>
                  <a:pt x="2349634" y="21932"/>
                  <a:pt x="2348903" y="20148"/>
                  <a:pt x="2348903" y="17880"/>
                </a:cubicBezTo>
                <a:cubicBezTo>
                  <a:pt x="2348903" y="15610"/>
                  <a:pt x="2349688" y="13718"/>
                  <a:pt x="2351259" y="12205"/>
                </a:cubicBezTo>
                <a:cubicBezTo>
                  <a:pt x="2352831" y="10692"/>
                  <a:pt x="2354647" y="9936"/>
                  <a:pt x="2356705" y="9936"/>
                </a:cubicBezTo>
                <a:cubicBezTo>
                  <a:pt x="2358764" y="9936"/>
                  <a:pt x="2360498" y="10611"/>
                  <a:pt x="2361906" y="11962"/>
                </a:cubicBezTo>
                <a:cubicBezTo>
                  <a:pt x="2363315" y="13313"/>
                  <a:pt x="2364020" y="15123"/>
                  <a:pt x="2364020" y="17394"/>
                </a:cubicBezTo>
                <a:close/>
                <a:moveTo>
                  <a:pt x="2469835" y="44857"/>
                </a:moveTo>
                <a:cubicBezTo>
                  <a:pt x="2478070" y="44857"/>
                  <a:pt x="2484489" y="46945"/>
                  <a:pt x="2489094" y="51122"/>
                </a:cubicBezTo>
                <a:cubicBezTo>
                  <a:pt x="2493701" y="55297"/>
                  <a:pt x="2496004" y="60964"/>
                  <a:pt x="2496004" y="68124"/>
                </a:cubicBezTo>
                <a:cubicBezTo>
                  <a:pt x="2496004" y="69425"/>
                  <a:pt x="2495922" y="70726"/>
                  <a:pt x="2495758" y="72028"/>
                </a:cubicBezTo>
                <a:cubicBezTo>
                  <a:pt x="2495596" y="73329"/>
                  <a:pt x="2495407" y="74739"/>
                  <a:pt x="2495190" y="76259"/>
                </a:cubicBezTo>
                <a:lnTo>
                  <a:pt x="2486902" y="122954"/>
                </a:lnTo>
                <a:lnTo>
                  <a:pt x="2476011" y="122954"/>
                </a:lnTo>
                <a:lnTo>
                  <a:pt x="2483489" y="80775"/>
                </a:lnTo>
                <a:cubicBezTo>
                  <a:pt x="2484139" y="77409"/>
                  <a:pt x="2484463" y="74206"/>
                  <a:pt x="2484463" y="71167"/>
                </a:cubicBezTo>
                <a:cubicBezTo>
                  <a:pt x="2484463" y="65848"/>
                  <a:pt x="2483217" y="61641"/>
                  <a:pt x="2480723" y="58548"/>
                </a:cubicBezTo>
                <a:cubicBezTo>
                  <a:pt x="2478232" y="55452"/>
                  <a:pt x="2473843" y="53905"/>
                  <a:pt x="2467558" y="53905"/>
                </a:cubicBezTo>
                <a:cubicBezTo>
                  <a:pt x="2463549" y="53905"/>
                  <a:pt x="2460108" y="54719"/>
                  <a:pt x="2457236" y="56348"/>
                </a:cubicBezTo>
                <a:cubicBezTo>
                  <a:pt x="2454365" y="57976"/>
                  <a:pt x="2451927" y="60148"/>
                  <a:pt x="2449922" y="62863"/>
                </a:cubicBezTo>
                <a:cubicBezTo>
                  <a:pt x="2447918" y="65577"/>
                  <a:pt x="2446347" y="68616"/>
                  <a:pt x="2445209" y="71983"/>
                </a:cubicBezTo>
                <a:cubicBezTo>
                  <a:pt x="2444072" y="75348"/>
                  <a:pt x="2443178" y="78822"/>
                  <a:pt x="2442528" y="82405"/>
                </a:cubicBezTo>
                <a:lnTo>
                  <a:pt x="2435375" y="122954"/>
                </a:lnTo>
                <a:lnTo>
                  <a:pt x="2424485" y="122954"/>
                </a:lnTo>
                <a:lnTo>
                  <a:pt x="2432451" y="78657"/>
                </a:lnTo>
                <a:cubicBezTo>
                  <a:pt x="2433101" y="75076"/>
                  <a:pt x="2433426" y="71765"/>
                  <a:pt x="2433426" y="68724"/>
                </a:cubicBezTo>
                <a:cubicBezTo>
                  <a:pt x="2433426" y="64164"/>
                  <a:pt x="2432315" y="60554"/>
                  <a:pt x="2430092" y="57895"/>
                </a:cubicBezTo>
                <a:cubicBezTo>
                  <a:pt x="2427872" y="55235"/>
                  <a:pt x="2423944" y="53905"/>
                  <a:pt x="2418309" y="53905"/>
                </a:cubicBezTo>
                <a:cubicBezTo>
                  <a:pt x="2415708" y="53905"/>
                  <a:pt x="2412999" y="54502"/>
                  <a:pt x="2410181" y="55698"/>
                </a:cubicBezTo>
                <a:cubicBezTo>
                  <a:pt x="2407364" y="56892"/>
                  <a:pt x="2404709" y="58737"/>
                  <a:pt x="2402218" y="61234"/>
                </a:cubicBezTo>
                <a:cubicBezTo>
                  <a:pt x="2399726" y="63730"/>
                  <a:pt x="2397504" y="66851"/>
                  <a:pt x="2395553" y="70596"/>
                </a:cubicBezTo>
                <a:cubicBezTo>
                  <a:pt x="2393602" y="74342"/>
                  <a:pt x="2392193" y="78766"/>
                  <a:pt x="2391327" y="83870"/>
                </a:cubicBezTo>
                <a:lnTo>
                  <a:pt x="2384499" y="122954"/>
                </a:lnTo>
                <a:lnTo>
                  <a:pt x="2373608" y="122954"/>
                </a:lnTo>
                <a:lnTo>
                  <a:pt x="2384013" y="63568"/>
                </a:lnTo>
                <a:cubicBezTo>
                  <a:pt x="2384446" y="61506"/>
                  <a:pt x="2384907" y="58849"/>
                  <a:pt x="2385394" y="55599"/>
                </a:cubicBezTo>
                <a:cubicBezTo>
                  <a:pt x="2385882" y="52348"/>
                  <a:pt x="2386234" y="49422"/>
                  <a:pt x="2386451" y="46821"/>
                </a:cubicBezTo>
                <a:lnTo>
                  <a:pt x="2396853" y="46821"/>
                </a:lnTo>
                <a:cubicBezTo>
                  <a:pt x="2396636" y="48880"/>
                  <a:pt x="2396365" y="51156"/>
                  <a:pt x="2396039" y="53649"/>
                </a:cubicBezTo>
                <a:cubicBezTo>
                  <a:pt x="2395715" y="56141"/>
                  <a:pt x="2395390" y="58200"/>
                  <a:pt x="2395065" y="59825"/>
                </a:cubicBezTo>
                <a:lnTo>
                  <a:pt x="2395390" y="59825"/>
                </a:lnTo>
                <a:cubicBezTo>
                  <a:pt x="2398533" y="55161"/>
                  <a:pt x="2402325" y="51500"/>
                  <a:pt x="2406766" y="48843"/>
                </a:cubicBezTo>
                <a:cubicBezTo>
                  <a:pt x="2411209" y="46185"/>
                  <a:pt x="2416194" y="44857"/>
                  <a:pt x="2421722" y="44857"/>
                </a:cubicBezTo>
                <a:cubicBezTo>
                  <a:pt x="2423780" y="44857"/>
                  <a:pt x="2425920" y="45074"/>
                  <a:pt x="2428141" y="45509"/>
                </a:cubicBezTo>
                <a:cubicBezTo>
                  <a:pt x="2430363" y="45942"/>
                  <a:pt x="2432476" y="46782"/>
                  <a:pt x="2434480" y="48029"/>
                </a:cubicBezTo>
                <a:cubicBezTo>
                  <a:pt x="2436486" y="49276"/>
                  <a:pt x="2438247" y="50930"/>
                  <a:pt x="2439763" y="52992"/>
                </a:cubicBezTo>
                <a:cubicBezTo>
                  <a:pt x="2441281" y="55052"/>
                  <a:pt x="2442365" y="57709"/>
                  <a:pt x="2443014" y="60963"/>
                </a:cubicBezTo>
                <a:cubicBezTo>
                  <a:pt x="2445939" y="55757"/>
                  <a:pt x="2449678" y="51771"/>
                  <a:pt x="2454230" y="49006"/>
                </a:cubicBezTo>
                <a:cubicBezTo>
                  <a:pt x="2458782" y="46240"/>
                  <a:pt x="2463984" y="44857"/>
                  <a:pt x="2469835" y="44857"/>
                </a:cubicBezTo>
                <a:close/>
                <a:moveTo>
                  <a:pt x="2646030" y="56603"/>
                </a:moveTo>
                <a:lnTo>
                  <a:pt x="2646030" y="66286"/>
                </a:lnTo>
                <a:lnTo>
                  <a:pt x="2563134" y="66286"/>
                </a:lnTo>
                <a:lnTo>
                  <a:pt x="2563134" y="56603"/>
                </a:lnTo>
                <a:lnTo>
                  <a:pt x="2646030" y="56603"/>
                </a:lnTo>
                <a:moveTo>
                  <a:pt x="2646030" y="81048"/>
                </a:moveTo>
                <a:lnTo>
                  <a:pt x="2646030" y="90731"/>
                </a:lnTo>
                <a:lnTo>
                  <a:pt x="2563134" y="90731"/>
                </a:lnTo>
                <a:lnTo>
                  <a:pt x="2563134" y="81048"/>
                </a:lnTo>
                <a:lnTo>
                  <a:pt x="2646030" y="81048"/>
                </a:lnTo>
                <a:close/>
                <a:moveTo>
                  <a:pt x="2720636" y="114933"/>
                </a:moveTo>
                <a:cubicBezTo>
                  <a:pt x="2720636" y="117325"/>
                  <a:pt x="2719796" y="119419"/>
                  <a:pt x="2718116" y="121215"/>
                </a:cubicBezTo>
                <a:cubicBezTo>
                  <a:pt x="2716436" y="123009"/>
                  <a:pt x="2714350" y="123906"/>
                  <a:pt x="2711859" y="123906"/>
                </a:cubicBezTo>
                <a:cubicBezTo>
                  <a:pt x="2709476" y="123906"/>
                  <a:pt x="2707445" y="123144"/>
                  <a:pt x="2705765" y="121622"/>
                </a:cubicBezTo>
                <a:cubicBezTo>
                  <a:pt x="2704085" y="120099"/>
                  <a:pt x="2703245" y="118033"/>
                  <a:pt x="2703245" y="115424"/>
                </a:cubicBezTo>
                <a:cubicBezTo>
                  <a:pt x="2703245" y="112813"/>
                  <a:pt x="2704139" y="110638"/>
                  <a:pt x="2705926" y="108898"/>
                </a:cubicBezTo>
                <a:cubicBezTo>
                  <a:pt x="2707715" y="107157"/>
                  <a:pt x="2709801" y="106287"/>
                  <a:pt x="2712184" y="106287"/>
                </a:cubicBezTo>
                <a:cubicBezTo>
                  <a:pt x="2714568" y="106287"/>
                  <a:pt x="2716573" y="107048"/>
                  <a:pt x="2718198" y="108571"/>
                </a:cubicBezTo>
                <a:cubicBezTo>
                  <a:pt x="2719823" y="110094"/>
                  <a:pt x="2720636" y="112214"/>
                  <a:pt x="2720636" y="114933"/>
                </a:cubicBezTo>
                <a:close/>
                <a:moveTo>
                  <a:pt x="2804508" y="72729"/>
                </a:moveTo>
                <a:lnTo>
                  <a:pt x="2804183" y="72405"/>
                </a:lnTo>
                <a:cubicBezTo>
                  <a:pt x="2802124" y="73696"/>
                  <a:pt x="2799795" y="74719"/>
                  <a:pt x="2797194" y="75473"/>
                </a:cubicBezTo>
                <a:cubicBezTo>
                  <a:pt x="2794593" y="76227"/>
                  <a:pt x="2791830" y="76604"/>
                  <a:pt x="2788905" y="76604"/>
                </a:cubicBezTo>
                <a:cubicBezTo>
                  <a:pt x="2784353" y="76604"/>
                  <a:pt x="2780153" y="75873"/>
                  <a:pt x="2776305" y="74413"/>
                </a:cubicBezTo>
                <a:cubicBezTo>
                  <a:pt x="2772459" y="72952"/>
                  <a:pt x="2769155" y="70868"/>
                  <a:pt x="2766392" y="68163"/>
                </a:cubicBezTo>
                <a:cubicBezTo>
                  <a:pt x="2763629" y="65457"/>
                  <a:pt x="2761489" y="62237"/>
                  <a:pt x="2759971" y="58503"/>
                </a:cubicBezTo>
                <a:cubicBezTo>
                  <a:pt x="2758455" y="54769"/>
                  <a:pt x="2757696" y="50630"/>
                  <a:pt x="2757696" y="46085"/>
                </a:cubicBezTo>
                <a:cubicBezTo>
                  <a:pt x="2757696" y="40025"/>
                  <a:pt x="2758726" y="34479"/>
                  <a:pt x="2760784" y="29447"/>
                </a:cubicBezTo>
                <a:cubicBezTo>
                  <a:pt x="2762843" y="24414"/>
                  <a:pt x="2765741" y="20085"/>
                  <a:pt x="2769480" y="16461"/>
                </a:cubicBezTo>
                <a:cubicBezTo>
                  <a:pt x="2773218" y="12835"/>
                  <a:pt x="2777634" y="10021"/>
                  <a:pt x="2782727" y="8018"/>
                </a:cubicBezTo>
                <a:cubicBezTo>
                  <a:pt x="2787821" y="6016"/>
                  <a:pt x="2793456" y="5015"/>
                  <a:pt x="2799632" y="5015"/>
                </a:cubicBezTo>
                <a:cubicBezTo>
                  <a:pt x="2804617" y="5015"/>
                  <a:pt x="2809195" y="5854"/>
                  <a:pt x="2813367" y="7532"/>
                </a:cubicBezTo>
                <a:cubicBezTo>
                  <a:pt x="2817539" y="9211"/>
                  <a:pt x="2821142" y="11540"/>
                  <a:pt x="2824176" y="14519"/>
                </a:cubicBezTo>
                <a:cubicBezTo>
                  <a:pt x="2827210" y="17497"/>
                  <a:pt x="2829540" y="20990"/>
                  <a:pt x="2831165" y="24998"/>
                </a:cubicBezTo>
                <a:cubicBezTo>
                  <a:pt x="2832790" y="29004"/>
                  <a:pt x="2833603" y="33282"/>
                  <a:pt x="2833603" y="37831"/>
                </a:cubicBezTo>
                <a:cubicBezTo>
                  <a:pt x="2833603" y="43462"/>
                  <a:pt x="2832248" y="49013"/>
                  <a:pt x="2829538" y="54483"/>
                </a:cubicBezTo>
                <a:cubicBezTo>
                  <a:pt x="2826830" y="59951"/>
                  <a:pt x="2822766" y="66042"/>
                  <a:pt x="2817348" y="72757"/>
                </a:cubicBezTo>
                <a:lnTo>
                  <a:pt x="2776715" y="122954"/>
                </a:lnTo>
                <a:lnTo>
                  <a:pt x="2762573" y="122954"/>
                </a:lnTo>
                <a:lnTo>
                  <a:pt x="2804508" y="72729"/>
                </a:lnTo>
                <a:moveTo>
                  <a:pt x="2822063" y="37471"/>
                </a:moveTo>
                <a:cubicBezTo>
                  <a:pt x="2822063" y="34435"/>
                  <a:pt x="2821520" y="31508"/>
                  <a:pt x="2820436" y="28688"/>
                </a:cubicBezTo>
                <a:cubicBezTo>
                  <a:pt x="2819353" y="25869"/>
                  <a:pt x="2817836" y="23430"/>
                  <a:pt x="2815884" y="21369"/>
                </a:cubicBezTo>
                <a:cubicBezTo>
                  <a:pt x="2813935" y="19309"/>
                  <a:pt x="2811552" y="17656"/>
                  <a:pt x="2808734" y="16409"/>
                </a:cubicBezTo>
                <a:cubicBezTo>
                  <a:pt x="2805917" y="15162"/>
                  <a:pt x="2802774" y="14539"/>
                  <a:pt x="2799307" y="14539"/>
                </a:cubicBezTo>
                <a:cubicBezTo>
                  <a:pt x="2794756" y="14539"/>
                  <a:pt x="2790638" y="15352"/>
                  <a:pt x="2786953" y="16979"/>
                </a:cubicBezTo>
                <a:cubicBezTo>
                  <a:pt x="2783269" y="18605"/>
                  <a:pt x="2780099" y="20801"/>
                  <a:pt x="2777444" y="23567"/>
                </a:cubicBezTo>
                <a:cubicBezTo>
                  <a:pt x="2774790" y="26331"/>
                  <a:pt x="2772759" y="29557"/>
                  <a:pt x="2771350" y="33245"/>
                </a:cubicBezTo>
                <a:cubicBezTo>
                  <a:pt x="2769941" y="36930"/>
                  <a:pt x="2769237" y="40887"/>
                  <a:pt x="2769237" y="45115"/>
                </a:cubicBezTo>
                <a:cubicBezTo>
                  <a:pt x="2769237" y="48151"/>
                  <a:pt x="2769725" y="51024"/>
                  <a:pt x="2770700" y="53736"/>
                </a:cubicBezTo>
                <a:cubicBezTo>
                  <a:pt x="2771676" y="56446"/>
                  <a:pt x="2773084" y="58804"/>
                  <a:pt x="2774926" y="60810"/>
                </a:cubicBezTo>
                <a:cubicBezTo>
                  <a:pt x="2776768" y="62815"/>
                  <a:pt x="2779044" y="64415"/>
                  <a:pt x="2781752" y="65609"/>
                </a:cubicBezTo>
                <a:cubicBezTo>
                  <a:pt x="2784462" y="66801"/>
                  <a:pt x="2787551" y="67397"/>
                  <a:pt x="2791018" y="67397"/>
                </a:cubicBezTo>
                <a:cubicBezTo>
                  <a:pt x="2795352" y="67397"/>
                  <a:pt x="2799415" y="66638"/>
                  <a:pt x="2803208" y="65120"/>
                </a:cubicBezTo>
                <a:cubicBezTo>
                  <a:pt x="2807001" y="63602"/>
                  <a:pt x="2810306" y="61516"/>
                  <a:pt x="2813121" y="58860"/>
                </a:cubicBezTo>
                <a:cubicBezTo>
                  <a:pt x="2815939" y="56203"/>
                  <a:pt x="2818133" y="53032"/>
                  <a:pt x="2819704" y="49346"/>
                </a:cubicBezTo>
                <a:cubicBezTo>
                  <a:pt x="2821276" y="45659"/>
                  <a:pt x="2822063" y="41700"/>
                  <a:pt x="2822063" y="37471"/>
                </a:cubicBezTo>
                <a:close/>
                <a:moveTo>
                  <a:pt x="2894070" y="5015"/>
                </a:moveTo>
                <a:cubicBezTo>
                  <a:pt x="2899488" y="5015"/>
                  <a:pt x="2904093" y="6043"/>
                  <a:pt x="2907885" y="8100"/>
                </a:cubicBezTo>
                <a:cubicBezTo>
                  <a:pt x="2911678" y="10157"/>
                  <a:pt x="2914793" y="12971"/>
                  <a:pt x="2917230" y="16543"/>
                </a:cubicBezTo>
                <a:cubicBezTo>
                  <a:pt x="2919669" y="20114"/>
                  <a:pt x="2921430" y="24282"/>
                  <a:pt x="2922513" y="29046"/>
                </a:cubicBezTo>
                <a:cubicBezTo>
                  <a:pt x="2923598" y="33808"/>
                  <a:pt x="2924140" y="38840"/>
                  <a:pt x="2924140" y="44143"/>
                </a:cubicBezTo>
                <a:cubicBezTo>
                  <a:pt x="2924140" y="49664"/>
                  <a:pt x="2923733" y="55509"/>
                  <a:pt x="2922920" y="61680"/>
                </a:cubicBezTo>
                <a:cubicBezTo>
                  <a:pt x="2922108" y="67849"/>
                  <a:pt x="2920862" y="73965"/>
                  <a:pt x="2919182" y="80026"/>
                </a:cubicBezTo>
                <a:cubicBezTo>
                  <a:pt x="2917502" y="86088"/>
                  <a:pt x="2915362" y="91879"/>
                  <a:pt x="2912761" y="97400"/>
                </a:cubicBezTo>
                <a:cubicBezTo>
                  <a:pt x="2910162" y="102919"/>
                  <a:pt x="2907019" y="107790"/>
                  <a:pt x="2903334" y="112011"/>
                </a:cubicBezTo>
                <a:cubicBezTo>
                  <a:pt x="2899650" y="116232"/>
                  <a:pt x="2895451" y="119588"/>
                  <a:pt x="2890737" y="122078"/>
                </a:cubicBezTo>
                <a:cubicBezTo>
                  <a:pt x="2886024" y="124566"/>
                  <a:pt x="2880688" y="125811"/>
                  <a:pt x="2874727" y="125811"/>
                </a:cubicBezTo>
                <a:cubicBezTo>
                  <a:pt x="2869201" y="125811"/>
                  <a:pt x="2864542" y="124782"/>
                  <a:pt x="2860749" y="122725"/>
                </a:cubicBezTo>
                <a:cubicBezTo>
                  <a:pt x="2856955" y="120668"/>
                  <a:pt x="2853867" y="117909"/>
                  <a:pt x="2851482" y="114446"/>
                </a:cubicBezTo>
                <a:cubicBezTo>
                  <a:pt x="2849100" y="110982"/>
                  <a:pt x="2847366" y="106897"/>
                  <a:pt x="2846281" y="102189"/>
                </a:cubicBezTo>
                <a:cubicBezTo>
                  <a:pt x="2845198" y="97480"/>
                  <a:pt x="2844657" y="92419"/>
                  <a:pt x="2844657" y="87005"/>
                </a:cubicBezTo>
                <a:cubicBezTo>
                  <a:pt x="2844657" y="81377"/>
                  <a:pt x="2845036" y="75451"/>
                  <a:pt x="2845795" y="69227"/>
                </a:cubicBezTo>
                <a:cubicBezTo>
                  <a:pt x="2846554" y="63004"/>
                  <a:pt x="2847773" y="56861"/>
                  <a:pt x="2849451" y="50799"/>
                </a:cubicBezTo>
                <a:cubicBezTo>
                  <a:pt x="2851131" y="44738"/>
                  <a:pt x="2853298" y="38947"/>
                  <a:pt x="2855952" y="33428"/>
                </a:cubicBezTo>
                <a:cubicBezTo>
                  <a:pt x="2858607" y="27907"/>
                  <a:pt x="2861750" y="23036"/>
                  <a:pt x="2865379" y="18815"/>
                </a:cubicBezTo>
                <a:cubicBezTo>
                  <a:pt x="2869010" y="14594"/>
                  <a:pt x="2873209" y="11239"/>
                  <a:pt x="2877976" y="8750"/>
                </a:cubicBezTo>
                <a:cubicBezTo>
                  <a:pt x="2882745" y="6260"/>
                  <a:pt x="2888109" y="5015"/>
                  <a:pt x="2894070" y="5015"/>
                </a:cubicBezTo>
                <a:moveTo>
                  <a:pt x="2893257" y="14698"/>
                </a:moveTo>
                <a:cubicBezTo>
                  <a:pt x="2887840" y="14698"/>
                  <a:pt x="2882883" y="16784"/>
                  <a:pt x="2878385" y="20958"/>
                </a:cubicBezTo>
                <a:cubicBezTo>
                  <a:pt x="2873888" y="25129"/>
                  <a:pt x="2870014" y="30602"/>
                  <a:pt x="2866763" y="37374"/>
                </a:cubicBezTo>
                <a:cubicBezTo>
                  <a:pt x="2863512" y="44147"/>
                  <a:pt x="2860966" y="51787"/>
                  <a:pt x="2859124" y="60294"/>
                </a:cubicBezTo>
                <a:cubicBezTo>
                  <a:pt x="2857282" y="68801"/>
                  <a:pt x="2856361" y="77389"/>
                  <a:pt x="2856361" y="86058"/>
                </a:cubicBezTo>
                <a:cubicBezTo>
                  <a:pt x="2856361" y="90068"/>
                  <a:pt x="2856686" y="93888"/>
                  <a:pt x="2857336" y="97519"/>
                </a:cubicBezTo>
                <a:cubicBezTo>
                  <a:pt x="2857986" y="101150"/>
                  <a:pt x="2859042" y="104321"/>
                  <a:pt x="2860505" y="107031"/>
                </a:cubicBezTo>
                <a:cubicBezTo>
                  <a:pt x="2861969" y="109739"/>
                  <a:pt x="2863946" y="111906"/>
                  <a:pt x="2866438" y="113531"/>
                </a:cubicBezTo>
                <a:cubicBezTo>
                  <a:pt x="2868930" y="115157"/>
                  <a:pt x="2871964" y="115969"/>
                  <a:pt x="2875540" y="115969"/>
                </a:cubicBezTo>
                <a:cubicBezTo>
                  <a:pt x="2880850" y="115969"/>
                  <a:pt x="2885753" y="113911"/>
                  <a:pt x="2890250" y="109794"/>
                </a:cubicBezTo>
                <a:cubicBezTo>
                  <a:pt x="2894748" y="105675"/>
                  <a:pt x="2898622" y="100256"/>
                  <a:pt x="2901873" y="93538"/>
                </a:cubicBezTo>
                <a:cubicBezTo>
                  <a:pt x="2905123" y="86819"/>
                  <a:pt x="2907670" y="79233"/>
                  <a:pt x="2909512" y="70780"/>
                </a:cubicBezTo>
                <a:cubicBezTo>
                  <a:pt x="2911354" y="62326"/>
                  <a:pt x="2912275" y="53764"/>
                  <a:pt x="2912275" y="45095"/>
                </a:cubicBezTo>
                <a:cubicBezTo>
                  <a:pt x="2912275" y="41085"/>
                  <a:pt x="2911950" y="37239"/>
                  <a:pt x="2911300" y="33555"/>
                </a:cubicBezTo>
                <a:cubicBezTo>
                  <a:pt x="2910650" y="29869"/>
                  <a:pt x="2909594" y="26618"/>
                  <a:pt x="2908130" y="23800"/>
                </a:cubicBezTo>
                <a:cubicBezTo>
                  <a:pt x="2906667" y="20982"/>
                  <a:pt x="2904716" y="18761"/>
                  <a:pt x="2902277" y="17136"/>
                </a:cubicBezTo>
                <a:cubicBezTo>
                  <a:pt x="2899840" y="15510"/>
                  <a:pt x="2896833" y="14698"/>
                  <a:pt x="2893257" y="14698"/>
                </a:cubicBezTo>
                <a:close/>
                <a:moveTo>
                  <a:pt x="2998747" y="84858"/>
                </a:moveTo>
                <a:lnTo>
                  <a:pt x="3015813" y="84858"/>
                </a:lnTo>
                <a:lnTo>
                  <a:pt x="3014027" y="95175"/>
                </a:lnTo>
                <a:lnTo>
                  <a:pt x="2996958" y="95175"/>
                </a:lnTo>
                <a:lnTo>
                  <a:pt x="2992082" y="122954"/>
                </a:lnTo>
                <a:lnTo>
                  <a:pt x="2980867" y="122954"/>
                </a:lnTo>
                <a:lnTo>
                  <a:pt x="2985743" y="95175"/>
                </a:lnTo>
                <a:lnTo>
                  <a:pt x="2933081" y="95175"/>
                </a:lnTo>
                <a:lnTo>
                  <a:pt x="2935030" y="83307"/>
                </a:lnTo>
                <a:lnTo>
                  <a:pt x="2996797" y="7872"/>
                </a:lnTo>
                <a:lnTo>
                  <a:pt x="3012400" y="7872"/>
                </a:lnTo>
                <a:lnTo>
                  <a:pt x="2998747" y="84858"/>
                </a:lnTo>
                <a:moveTo>
                  <a:pt x="2998910" y="21037"/>
                </a:moveTo>
                <a:lnTo>
                  <a:pt x="2998585" y="21037"/>
                </a:lnTo>
                <a:lnTo>
                  <a:pt x="2946571" y="84858"/>
                </a:lnTo>
                <a:lnTo>
                  <a:pt x="2987531" y="84858"/>
                </a:lnTo>
                <a:lnTo>
                  <a:pt x="2998910" y="21037"/>
                </a:lnTo>
                <a:close/>
                <a:moveTo>
                  <a:pt x="3058725" y="56546"/>
                </a:moveTo>
                <a:cubicBezTo>
                  <a:pt x="3058725" y="47123"/>
                  <a:pt x="3057749" y="38350"/>
                  <a:pt x="3055798" y="30226"/>
                </a:cubicBezTo>
                <a:cubicBezTo>
                  <a:pt x="3053849" y="22103"/>
                  <a:pt x="3051086" y="14792"/>
                  <a:pt x="3047510" y="8294"/>
                </a:cubicBezTo>
                <a:lnTo>
                  <a:pt x="3055962" y="3745"/>
                </a:lnTo>
                <a:cubicBezTo>
                  <a:pt x="3060079" y="10352"/>
                  <a:pt x="3063356" y="18287"/>
                  <a:pt x="3065794" y="27548"/>
                </a:cubicBezTo>
                <a:cubicBezTo>
                  <a:pt x="3068232" y="36807"/>
                  <a:pt x="3069452" y="46473"/>
                  <a:pt x="3069452" y="56546"/>
                </a:cubicBezTo>
                <a:cubicBezTo>
                  <a:pt x="3069452" y="65536"/>
                  <a:pt x="3068449" y="74309"/>
                  <a:pt x="3066443" y="82866"/>
                </a:cubicBezTo>
                <a:cubicBezTo>
                  <a:pt x="3064439" y="91423"/>
                  <a:pt x="3061704" y="99654"/>
                  <a:pt x="3058236" y="107561"/>
                </a:cubicBezTo>
                <a:cubicBezTo>
                  <a:pt x="3054769" y="115468"/>
                  <a:pt x="3050678" y="122887"/>
                  <a:pt x="3045964" y="129819"/>
                </a:cubicBezTo>
                <a:cubicBezTo>
                  <a:pt x="3041252" y="136750"/>
                  <a:pt x="3036240" y="143086"/>
                  <a:pt x="3030929" y="148827"/>
                </a:cubicBezTo>
                <a:lnTo>
                  <a:pt x="3023454" y="143465"/>
                </a:lnTo>
                <a:cubicBezTo>
                  <a:pt x="3028438" y="137942"/>
                  <a:pt x="3033070" y="131823"/>
                  <a:pt x="3037351" y="125106"/>
                </a:cubicBezTo>
                <a:cubicBezTo>
                  <a:pt x="3041631" y="118392"/>
                  <a:pt x="3045370" y="111325"/>
                  <a:pt x="3048566" y="103906"/>
                </a:cubicBezTo>
                <a:cubicBezTo>
                  <a:pt x="3051762" y="96486"/>
                  <a:pt x="3054254" y="88770"/>
                  <a:pt x="3056041" y="80755"/>
                </a:cubicBezTo>
                <a:cubicBezTo>
                  <a:pt x="3057830" y="72739"/>
                  <a:pt x="3058725" y="64670"/>
                  <a:pt x="3058725" y="565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18C95E-E56A-4406-B56F-B792B2BE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5427" y="1451090"/>
            <a:ext cx="6198282" cy="526231"/>
          </a:xfrm>
          <a:custGeom xmlns:a="http://schemas.openxmlformats.org/drawingml/2006/main">
            <a:pathLst>
              <a:path w="6198282" h="526231" fill="none">
                <a:moveTo>
                  <a:pt x="0" y="0"/>
                </a:moveTo>
                <a:lnTo>
                  <a:pt x="6198282" y="0"/>
                </a:lnTo>
                <a:lnTo>
                  <a:pt x="6198282" y="526231"/>
                </a:lnTo>
                <a:lnTo>
                  <a:pt x="0" y="52623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318" cap="flat">
            <a:solidFill>
              <a:srgbClr val="16E7CF"/>
            </a:solidFill>
            <a:miter/>
          </a:ln>
        </p:spPr>
      </p:sp>
      <p:sp>
        <p:nvSpPr>
          <p:cNvPr id="764" name="Text Q:Createadescriptionwith2-3sentencesforaniPhonecasecollectionthatisa">
            <a:extLst xmlns:a="http://schemas.openxmlformats.org/drawingml/2006/main">
              <a:ext uri="{FF2B5EF4-FFF2-40B4-BE49-F238E27FC236}">
                <a16:creationId xmlns:a16="http://schemas.microsoft.com/office/drawing/2014/main" id="{336E02F9-1DD6-4181-9177-BC67730D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138" y="1541127"/>
            <a:ext cx="5898669" cy="163723"/>
          </a:xfrm>
          <a:custGeom xmlns:a="http://schemas.openxmlformats.org/drawingml/2006/main">
            <a:pathLst>
              <a:path w="5898669" h="163723">
                <a:moveTo>
                  <a:pt x="61442" y="124764"/>
                </a:moveTo>
                <a:cubicBezTo>
                  <a:pt x="52340" y="124764"/>
                  <a:pt x="43995" y="123464"/>
                  <a:pt x="36409" y="120865"/>
                </a:cubicBezTo>
                <a:cubicBezTo>
                  <a:pt x="28825" y="118266"/>
                  <a:pt x="22350" y="114449"/>
                  <a:pt x="16984" y="109414"/>
                </a:cubicBezTo>
                <a:cubicBezTo>
                  <a:pt x="11621" y="104378"/>
                  <a:pt x="7449" y="98204"/>
                  <a:pt x="4469" y="90894"/>
                </a:cubicBezTo>
                <a:cubicBezTo>
                  <a:pt x="1490" y="83584"/>
                  <a:pt x="0" y="75219"/>
                  <a:pt x="0" y="65797"/>
                </a:cubicBezTo>
                <a:cubicBezTo>
                  <a:pt x="0" y="57026"/>
                  <a:pt x="1571" y="49012"/>
                  <a:pt x="4712" y="41757"/>
                </a:cubicBezTo>
                <a:cubicBezTo>
                  <a:pt x="7856" y="34500"/>
                  <a:pt x="12217" y="28272"/>
                  <a:pt x="17798" y="23073"/>
                </a:cubicBezTo>
                <a:cubicBezTo>
                  <a:pt x="23378" y="17875"/>
                  <a:pt x="29988" y="13841"/>
                  <a:pt x="37627" y="10972"/>
                </a:cubicBezTo>
                <a:cubicBezTo>
                  <a:pt x="45268" y="8102"/>
                  <a:pt x="53531" y="6667"/>
                  <a:pt x="62417" y="6667"/>
                </a:cubicBezTo>
                <a:cubicBezTo>
                  <a:pt x="71302" y="6667"/>
                  <a:pt x="79538" y="8102"/>
                  <a:pt x="87122" y="10972"/>
                </a:cubicBezTo>
                <a:cubicBezTo>
                  <a:pt x="94708" y="13843"/>
                  <a:pt x="101264" y="17851"/>
                  <a:pt x="106790" y="22996"/>
                </a:cubicBezTo>
                <a:cubicBezTo>
                  <a:pt x="112316" y="28140"/>
                  <a:pt x="116623" y="34314"/>
                  <a:pt x="119712" y="41519"/>
                </a:cubicBezTo>
                <a:cubicBezTo>
                  <a:pt x="122801" y="48721"/>
                  <a:pt x="124345" y="56655"/>
                  <a:pt x="124345" y="65321"/>
                </a:cubicBezTo>
                <a:cubicBezTo>
                  <a:pt x="124345" y="69761"/>
                  <a:pt x="123857" y="73903"/>
                  <a:pt x="122882" y="77749"/>
                </a:cubicBezTo>
                <a:cubicBezTo>
                  <a:pt x="121906" y="81594"/>
                  <a:pt x="120606" y="85087"/>
                  <a:pt x="118980" y="88228"/>
                </a:cubicBezTo>
                <a:cubicBezTo>
                  <a:pt x="117355" y="91370"/>
                  <a:pt x="115513" y="94159"/>
                  <a:pt x="113454" y="96596"/>
                </a:cubicBezTo>
                <a:cubicBezTo>
                  <a:pt x="111396" y="99034"/>
                  <a:pt x="109337" y="101064"/>
                  <a:pt x="107279" y="102688"/>
                </a:cubicBezTo>
                <a:lnTo>
                  <a:pt x="107279" y="103176"/>
                </a:lnTo>
                <a:lnTo>
                  <a:pt x="131498" y="102688"/>
                </a:lnTo>
                <a:lnTo>
                  <a:pt x="131498" y="124764"/>
                </a:lnTo>
                <a:lnTo>
                  <a:pt x="61442" y="124764"/>
                </a:lnTo>
                <a:moveTo>
                  <a:pt x="94925" y="66105"/>
                </a:moveTo>
                <a:cubicBezTo>
                  <a:pt x="94925" y="61134"/>
                  <a:pt x="94139" y="56543"/>
                  <a:pt x="92566" y="52330"/>
                </a:cubicBezTo>
                <a:cubicBezTo>
                  <a:pt x="90995" y="48115"/>
                  <a:pt x="88774" y="44495"/>
                  <a:pt x="85902" y="41469"/>
                </a:cubicBezTo>
                <a:cubicBezTo>
                  <a:pt x="83031" y="38443"/>
                  <a:pt x="79591" y="36093"/>
                  <a:pt x="75582" y="34418"/>
                </a:cubicBezTo>
                <a:cubicBezTo>
                  <a:pt x="71574" y="32743"/>
                  <a:pt x="67185" y="31905"/>
                  <a:pt x="62417" y="31905"/>
                </a:cubicBezTo>
                <a:cubicBezTo>
                  <a:pt x="57757" y="31905"/>
                  <a:pt x="53450" y="32743"/>
                  <a:pt x="49495" y="34418"/>
                </a:cubicBezTo>
                <a:cubicBezTo>
                  <a:pt x="45540" y="36093"/>
                  <a:pt x="42099" y="38443"/>
                  <a:pt x="39172" y="41469"/>
                </a:cubicBezTo>
                <a:cubicBezTo>
                  <a:pt x="36247" y="44495"/>
                  <a:pt x="33972" y="48115"/>
                  <a:pt x="32347" y="52330"/>
                </a:cubicBezTo>
                <a:cubicBezTo>
                  <a:pt x="30721" y="56543"/>
                  <a:pt x="29909" y="61134"/>
                  <a:pt x="29909" y="66105"/>
                </a:cubicBezTo>
                <a:cubicBezTo>
                  <a:pt x="29909" y="71292"/>
                  <a:pt x="30694" y="76020"/>
                  <a:pt x="32265" y="80289"/>
                </a:cubicBezTo>
                <a:cubicBezTo>
                  <a:pt x="33837" y="84557"/>
                  <a:pt x="36059" y="88231"/>
                  <a:pt x="38929" y="91311"/>
                </a:cubicBezTo>
                <a:cubicBezTo>
                  <a:pt x="41801" y="94390"/>
                  <a:pt x="45215" y="96767"/>
                  <a:pt x="49170" y="98442"/>
                </a:cubicBezTo>
                <a:cubicBezTo>
                  <a:pt x="53125" y="100117"/>
                  <a:pt x="57486" y="100954"/>
                  <a:pt x="62253" y="100954"/>
                </a:cubicBezTo>
                <a:cubicBezTo>
                  <a:pt x="66913" y="100954"/>
                  <a:pt x="71247" y="100117"/>
                  <a:pt x="75257" y="98442"/>
                </a:cubicBezTo>
                <a:cubicBezTo>
                  <a:pt x="79266" y="96767"/>
                  <a:pt x="82734" y="94390"/>
                  <a:pt x="85659" y="91311"/>
                </a:cubicBezTo>
                <a:cubicBezTo>
                  <a:pt x="88585" y="88231"/>
                  <a:pt x="90861" y="84557"/>
                  <a:pt x="92487" y="80289"/>
                </a:cubicBezTo>
                <a:cubicBezTo>
                  <a:pt x="94112" y="76020"/>
                  <a:pt x="94925" y="71292"/>
                  <a:pt x="94925" y="66105"/>
                </a:cubicBezTo>
                <a:close/>
                <a:moveTo>
                  <a:pt x="176360" y="58171"/>
                </a:moveTo>
                <a:cubicBezTo>
                  <a:pt x="176360" y="60343"/>
                  <a:pt x="175926" y="62380"/>
                  <a:pt x="175058" y="64282"/>
                </a:cubicBezTo>
                <a:cubicBezTo>
                  <a:pt x="174192" y="66182"/>
                  <a:pt x="173054" y="67838"/>
                  <a:pt x="171646" y="69250"/>
                </a:cubicBezTo>
                <a:cubicBezTo>
                  <a:pt x="170237" y="70662"/>
                  <a:pt x="168557" y="71775"/>
                  <a:pt x="166606" y="72591"/>
                </a:cubicBezTo>
                <a:cubicBezTo>
                  <a:pt x="164656" y="73404"/>
                  <a:pt x="162652" y="73811"/>
                  <a:pt x="160594" y="73811"/>
                </a:cubicBezTo>
                <a:cubicBezTo>
                  <a:pt x="158426" y="73811"/>
                  <a:pt x="156367" y="73430"/>
                  <a:pt x="154416" y="72670"/>
                </a:cubicBezTo>
                <a:cubicBezTo>
                  <a:pt x="152465" y="71909"/>
                  <a:pt x="150757" y="70824"/>
                  <a:pt x="149294" y="69413"/>
                </a:cubicBezTo>
                <a:cubicBezTo>
                  <a:pt x="147832" y="68001"/>
                  <a:pt x="146668" y="66372"/>
                  <a:pt x="145799" y="64525"/>
                </a:cubicBezTo>
                <a:cubicBezTo>
                  <a:pt x="144933" y="62678"/>
                  <a:pt x="144500" y="60669"/>
                  <a:pt x="144500" y="58498"/>
                </a:cubicBezTo>
                <a:cubicBezTo>
                  <a:pt x="144500" y="56325"/>
                  <a:pt x="144933" y="54289"/>
                  <a:pt x="145799" y="52389"/>
                </a:cubicBezTo>
                <a:cubicBezTo>
                  <a:pt x="146668" y="50488"/>
                  <a:pt x="147832" y="48831"/>
                  <a:pt x="149294" y="47419"/>
                </a:cubicBezTo>
                <a:cubicBezTo>
                  <a:pt x="150757" y="46007"/>
                  <a:pt x="152465" y="44894"/>
                  <a:pt x="154416" y="44081"/>
                </a:cubicBezTo>
                <a:cubicBezTo>
                  <a:pt x="156367" y="43265"/>
                  <a:pt x="158426" y="42858"/>
                  <a:pt x="160594" y="42858"/>
                </a:cubicBezTo>
                <a:cubicBezTo>
                  <a:pt x="162652" y="42858"/>
                  <a:pt x="164656" y="43265"/>
                  <a:pt x="166606" y="44081"/>
                </a:cubicBezTo>
                <a:cubicBezTo>
                  <a:pt x="168557" y="44894"/>
                  <a:pt x="170237" y="45980"/>
                  <a:pt x="171646" y="47337"/>
                </a:cubicBezTo>
                <a:cubicBezTo>
                  <a:pt x="173054" y="48695"/>
                  <a:pt x="174192" y="50324"/>
                  <a:pt x="175058" y="52226"/>
                </a:cubicBezTo>
                <a:cubicBezTo>
                  <a:pt x="175926" y="54125"/>
                  <a:pt x="176360" y="56107"/>
                  <a:pt x="176360" y="58171"/>
                </a:cubicBezTo>
                <a:moveTo>
                  <a:pt x="176360" y="110240"/>
                </a:moveTo>
                <a:cubicBezTo>
                  <a:pt x="176360" y="112413"/>
                  <a:pt x="175926" y="114450"/>
                  <a:pt x="175058" y="116351"/>
                </a:cubicBezTo>
                <a:cubicBezTo>
                  <a:pt x="174192" y="118251"/>
                  <a:pt x="173054" y="119880"/>
                  <a:pt x="171646" y="121237"/>
                </a:cubicBezTo>
                <a:cubicBezTo>
                  <a:pt x="170237" y="122595"/>
                  <a:pt x="168557" y="123681"/>
                  <a:pt x="166606" y="124496"/>
                </a:cubicBezTo>
                <a:cubicBezTo>
                  <a:pt x="164656" y="125310"/>
                  <a:pt x="162652" y="125716"/>
                  <a:pt x="160594" y="125716"/>
                </a:cubicBezTo>
                <a:cubicBezTo>
                  <a:pt x="158426" y="125716"/>
                  <a:pt x="156367" y="125336"/>
                  <a:pt x="154416" y="124576"/>
                </a:cubicBezTo>
                <a:cubicBezTo>
                  <a:pt x="152465" y="123815"/>
                  <a:pt x="150757" y="122729"/>
                  <a:pt x="149294" y="121319"/>
                </a:cubicBezTo>
                <a:cubicBezTo>
                  <a:pt x="147832" y="119907"/>
                  <a:pt x="146668" y="118277"/>
                  <a:pt x="145799" y="116431"/>
                </a:cubicBezTo>
                <a:cubicBezTo>
                  <a:pt x="144933" y="114584"/>
                  <a:pt x="144500" y="112575"/>
                  <a:pt x="144500" y="110404"/>
                </a:cubicBezTo>
                <a:cubicBezTo>
                  <a:pt x="144500" y="108231"/>
                  <a:pt x="144933" y="106195"/>
                  <a:pt x="145799" y="104295"/>
                </a:cubicBezTo>
                <a:cubicBezTo>
                  <a:pt x="146668" y="102393"/>
                  <a:pt x="147832" y="100737"/>
                  <a:pt x="149294" y="99325"/>
                </a:cubicBezTo>
                <a:cubicBezTo>
                  <a:pt x="150757" y="97913"/>
                  <a:pt x="152465" y="96800"/>
                  <a:pt x="154416" y="95986"/>
                </a:cubicBezTo>
                <a:cubicBezTo>
                  <a:pt x="156367" y="95171"/>
                  <a:pt x="158426" y="94764"/>
                  <a:pt x="160594" y="94764"/>
                </a:cubicBezTo>
                <a:cubicBezTo>
                  <a:pt x="162652" y="94764"/>
                  <a:pt x="164656" y="95171"/>
                  <a:pt x="166606" y="95986"/>
                </a:cubicBezTo>
                <a:cubicBezTo>
                  <a:pt x="168557" y="96800"/>
                  <a:pt x="170237" y="97885"/>
                  <a:pt x="171646" y="99243"/>
                </a:cubicBezTo>
                <a:cubicBezTo>
                  <a:pt x="173054" y="100600"/>
                  <a:pt x="174192" y="102230"/>
                  <a:pt x="175058" y="104131"/>
                </a:cubicBezTo>
                <a:cubicBezTo>
                  <a:pt x="175926" y="106031"/>
                  <a:pt x="176360" y="108067"/>
                  <a:pt x="176360" y="110240"/>
                </a:cubicBezTo>
                <a:close/>
                <a:moveTo>
                  <a:pt x="340203" y="106088"/>
                </a:moveTo>
                <a:cubicBezTo>
                  <a:pt x="338251" y="109013"/>
                  <a:pt x="335894" y="111778"/>
                  <a:pt x="333132" y="114382"/>
                </a:cubicBezTo>
                <a:cubicBezTo>
                  <a:pt x="330369" y="116984"/>
                  <a:pt x="327172" y="119269"/>
                  <a:pt x="323541" y="121235"/>
                </a:cubicBezTo>
                <a:cubicBezTo>
                  <a:pt x="319911" y="123199"/>
                  <a:pt x="315902" y="124754"/>
                  <a:pt x="311514" y="125900"/>
                </a:cubicBezTo>
                <a:cubicBezTo>
                  <a:pt x="307126" y="127047"/>
                  <a:pt x="302331" y="127621"/>
                  <a:pt x="297129" y="127621"/>
                </a:cubicBezTo>
                <a:cubicBezTo>
                  <a:pt x="288460" y="127621"/>
                  <a:pt x="280440" y="126106"/>
                  <a:pt x="273071" y="123075"/>
                </a:cubicBezTo>
                <a:cubicBezTo>
                  <a:pt x="265703" y="120044"/>
                  <a:pt x="259365" y="115850"/>
                  <a:pt x="254055" y="110493"/>
                </a:cubicBezTo>
                <a:cubicBezTo>
                  <a:pt x="248746" y="105134"/>
                  <a:pt x="244601" y="98775"/>
                  <a:pt x="241620" y="91415"/>
                </a:cubicBezTo>
                <a:cubicBezTo>
                  <a:pt x="238640" y="84054"/>
                  <a:pt x="237150" y="75990"/>
                  <a:pt x="237150" y="67223"/>
                </a:cubicBezTo>
                <a:cubicBezTo>
                  <a:pt x="237150" y="58457"/>
                  <a:pt x="238667" y="50394"/>
                  <a:pt x="241701" y="43034"/>
                </a:cubicBezTo>
                <a:cubicBezTo>
                  <a:pt x="244735" y="35673"/>
                  <a:pt x="248934" y="29313"/>
                  <a:pt x="254298" y="23956"/>
                </a:cubicBezTo>
                <a:cubicBezTo>
                  <a:pt x="259662" y="18597"/>
                  <a:pt x="266001" y="14403"/>
                  <a:pt x="273314" y="11372"/>
                </a:cubicBezTo>
                <a:cubicBezTo>
                  <a:pt x="280629" y="8341"/>
                  <a:pt x="288567" y="6826"/>
                  <a:pt x="297129" y="6826"/>
                </a:cubicBezTo>
                <a:cubicBezTo>
                  <a:pt x="301355" y="6826"/>
                  <a:pt x="305500" y="7263"/>
                  <a:pt x="309562" y="8138"/>
                </a:cubicBezTo>
                <a:cubicBezTo>
                  <a:pt x="313626" y="9011"/>
                  <a:pt x="317446" y="10238"/>
                  <a:pt x="321021" y="11821"/>
                </a:cubicBezTo>
                <a:cubicBezTo>
                  <a:pt x="324597" y="13403"/>
                  <a:pt x="327848" y="15309"/>
                  <a:pt x="330773" y="17538"/>
                </a:cubicBezTo>
                <a:cubicBezTo>
                  <a:pt x="333699" y="19766"/>
                  <a:pt x="336138" y="22290"/>
                  <a:pt x="338089" y="25107"/>
                </a:cubicBezTo>
                <a:lnTo>
                  <a:pt x="328337" y="32257"/>
                </a:lnTo>
                <a:cubicBezTo>
                  <a:pt x="327145" y="30416"/>
                  <a:pt x="325546" y="28574"/>
                  <a:pt x="323541" y="26732"/>
                </a:cubicBezTo>
                <a:cubicBezTo>
                  <a:pt x="321537" y="24890"/>
                  <a:pt x="319180" y="23264"/>
                  <a:pt x="316470" y="21856"/>
                </a:cubicBezTo>
                <a:cubicBezTo>
                  <a:pt x="313761" y="20447"/>
                  <a:pt x="310809" y="19309"/>
                  <a:pt x="307613" y="18443"/>
                </a:cubicBezTo>
                <a:cubicBezTo>
                  <a:pt x="304417" y="17576"/>
                  <a:pt x="300976" y="17143"/>
                  <a:pt x="297290" y="17143"/>
                </a:cubicBezTo>
                <a:cubicBezTo>
                  <a:pt x="289813" y="17143"/>
                  <a:pt x="283122" y="18494"/>
                  <a:pt x="277215" y="21196"/>
                </a:cubicBezTo>
                <a:cubicBezTo>
                  <a:pt x="271311" y="23896"/>
                  <a:pt x="266299" y="27543"/>
                  <a:pt x="262180" y="32136"/>
                </a:cubicBezTo>
                <a:cubicBezTo>
                  <a:pt x="258063" y="36728"/>
                  <a:pt x="254921" y="42049"/>
                  <a:pt x="252753" y="48101"/>
                </a:cubicBezTo>
                <a:cubicBezTo>
                  <a:pt x="250587" y="54151"/>
                  <a:pt x="249504" y="60525"/>
                  <a:pt x="249504" y="67223"/>
                </a:cubicBezTo>
                <a:cubicBezTo>
                  <a:pt x="249504" y="73922"/>
                  <a:pt x="250614" y="80297"/>
                  <a:pt x="252835" y="86348"/>
                </a:cubicBezTo>
                <a:cubicBezTo>
                  <a:pt x="255057" y="92398"/>
                  <a:pt x="258227" y="97720"/>
                  <a:pt x="262344" y="102313"/>
                </a:cubicBezTo>
                <a:cubicBezTo>
                  <a:pt x="266461" y="106905"/>
                  <a:pt x="271473" y="110552"/>
                  <a:pt x="277379" y="113253"/>
                </a:cubicBezTo>
                <a:cubicBezTo>
                  <a:pt x="283285" y="115954"/>
                  <a:pt x="289922" y="117304"/>
                  <a:pt x="297290" y="117304"/>
                </a:cubicBezTo>
                <a:cubicBezTo>
                  <a:pt x="303901" y="117304"/>
                  <a:pt x="310186" y="115949"/>
                  <a:pt x="316145" y="113241"/>
                </a:cubicBezTo>
                <a:cubicBezTo>
                  <a:pt x="322105" y="110531"/>
                  <a:pt x="327091" y="106196"/>
                  <a:pt x="331100" y="100237"/>
                </a:cubicBezTo>
                <a:lnTo>
                  <a:pt x="340203" y="106088"/>
                </a:lnTo>
                <a:close/>
                <a:moveTo>
                  <a:pt x="359707" y="65378"/>
                </a:moveTo>
                <a:cubicBezTo>
                  <a:pt x="359707" y="63316"/>
                  <a:pt x="359652" y="60660"/>
                  <a:pt x="359543" y="57409"/>
                </a:cubicBezTo>
                <a:cubicBezTo>
                  <a:pt x="359436" y="54159"/>
                  <a:pt x="359274" y="51233"/>
                  <a:pt x="359057" y="48632"/>
                </a:cubicBezTo>
                <a:lnTo>
                  <a:pt x="369623" y="48632"/>
                </a:lnTo>
                <a:cubicBezTo>
                  <a:pt x="369839" y="50690"/>
                  <a:pt x="370001" y="52966"/>
                  <a:pt x="370109" y="55460"/>
                </a:cubicBezTo>
                <a:cubicBezTo>
                  <a:pt x="370218" y="57952"/>
                  <a:pt x="370272" y="60010"/>
                  <a:pt x="370272" y="61635"/>
                </a:cubicBezTo>
                <a:lnTo>
                  <a:pt x="370597" y="61635"/>
                </a:lnTo>
                <a:cubicBezTo>
                  <a:pt x="372765" y="57188"/>
                  <a:pt x="376016" y="53581"/>
                  <a:pt x="380349" y="50817"/>
                </a:cubicBezTo>
                <a:cubicBezTo>
                  <a:pt x="384685" y="48051"/>
                  <a:pt x="389562" y="46667"/>
                  <a:pt x="394980" y="46667"/>
                </a:cubicBezTo>
                <a:cubicBezTo>
                  <a:pt x="396389" y="46667"/>
                  <a:pt x="397662" y="46731"/>
                  <a:pt x="398800" y="46858"/>
                </a:cubicBezTo>
                <a:cubicBezTo>
                  <a:pt x="399937" y="46986"/>
                  <a:pt x="401102" y="47240"/>
                  <a:pt x="402294" y="47620"/>
                </a:cubicBezTo>
                <a:lnTo>
                  <a:pt x="400831" y="57962"/>
                </a:lnTo>
                <a:cubicBezTo>
                  <a:pt x="400181" y="57746"/>
                  <a:pt x="399097" y="57529"/>
                  <a:pt x="397579" y="57312"/>
                </a:cubicBezTo>
                <a:cubicBezTo>
                  <a:pt x="396063" y="57094"/>
                  <a:pt x="394546" y="56985"/>
                  <a:pt x="393028" y="56985"/>
                </a:cubicBezTo>
                <a:cubicBezTo>
                  <a:pt x="390103" y="56985"/>
                  <a:pt x="387286" y="57527"/>
                  <a:pt x="384576" y="58612"/>
                </a:cubicBezTo>
                <a:cubicBezTo>
                  <a:pt x="381867" y="59695"/>
                  <a:pt x="379510" y="61402"/>
                  <a:pt x="377505" y="63731"/>
                </a:cubicBezTo>
                <a:cubicBezTo>
                  <a:pt x="375501" y="66061"/>
                  <a:pt x="373875" y="69041"/>
                  <a:pt x="372629" y="72672"/>
                </a:cubicBezTo>
                <a:cubicBezTo>
                  <a:pt x="371384" y="76302"/>
                  <a:pt x="370761" y="80663"/>
                  <a:pt x="370761" y="85755"/>
                </a:cubicBezTo>
                <a:lnTo>
                  <a:pt x="370761" y="124764"/>
                </a:lnTo>
                <a:lnTo>
                  <a:pt x="359707" y="124764"/>
                </a:lnTo>
                <a:lnTo>
                  <a:pt x="359707" y="65378"/>
                </a:lnTo>
                <a:close/>
                <a:moveTo>
                  <a:pt x="473326" y="80954"/>
                </a:moveTo>
                <a:cubicBezTo>
                  <a:pt x="473000" y="73741"/>
                  <a:pt x="470697" y="67758"/>
                  <a:pt x="466416" y="63005"/>
                </a:cubicBezTo>
                <a:cubicBezTo>
                  <a:pt x="462137" y="58251"/>
                  <a:pt x="456042" y="55874"/>
                  <a:pt x="448132" y="55874"/>
                </a:cubicBezTo>
                <a:cubicBezTo>
                  <a:pt x="444448" y="55874"/>
                  <a:pt x="441034" y="56557"/>
                  <a:pt x="437891" y="57923"/>
                </a:cubicBezTo>
                <a:cubicBezTo>
                  <a:pt x="434749" y="59288"/>
                  <a:pt x="431986" y="61146"/>
                  <a:pt x="429602" y="63496"/>
                </a:cubicBezTo>
                <a:cubicBezTo>
                  <a:pt x="427218" y="65845"/>
                  <a:pt x="425321" y="68523"/>
                  <a:pt x="423912" y="71529"/>
                </a:cubicBezTo>
                <a:cubicBezTo>
                  <a:pt x="422504" y="74533"/>
                  <a:pt x="421691" y="77675"/>
                  <a:pt x="421474" y="80954"/>
                </a:cubicBezTo>
                <a:lnTo>
                  <a:pt x="473326" y="80954"/>
                </a:lnTo>
                <a:moveTo>
                  <a:pt x="484541" y="84471"/>
                </a:moveTo>
                <a:cubicBezTo>
                  <a:pt x="484541" y="85231"/>
                  <a:pt x="484541" y="86046"/>
                  <a:pt x="484541" y="86916"/>
                </a:cubicBezTo>
                <a:cubicBezTo>
                  <a:pt x="484541" y="87784"/>
                  <a:pt x="484486" y="88707"/>
                  <a:pt x="484377" y="89684"/>
                </a:cubicBezTo>
                <a:lnTo>
                  <a:pt x="421311" y="89684"/>
                </a:lnTo>
                <a:cubicBezTo>
                  <a:pt x="421420" y="93475"/>
                  <a:pt x="422178" y="97050"/>
                  <a:pt x="423585" y="100408"/>
                </a:cubicBezTo>
                <a:cubicBezTo>
                  <a:pt x="424994" y="103765"/>
                  <a:pt x="426944" y="106689"/>
                  <a:pt x="429436" y="109181"/>
                </a:cubicBezTo>
                <a:cubicBezTo>
                  <a:pt x="431929" y="111671"/>
                  <a:pt x="434855" y="113648"/>
                  <a:pt x="438213" y="115111"/>
                </a:cubicBezTo>
                <a:cubicBezTo>
                  <a:pt x="441573" y="116573"/>
                  <a:pt x="445204" y="117304"/>
                  <a:pt x="449106" y="117304"/>
                </a:cubicBezTo>
                <a:cubicBezTo>
                  <a:pt x="454849" y="117304"/>
                  <a:pt x="459806" y="115977"/>
                  <a:pt x="463978" y="113323"/>
                </a:cubicBezTo>
                <a:cubicBezTo>
                  <a:pt x="468149" y="110667"/>
                  <a:pt x="471319" y="107606"/>
                  <a:pt x="473487" y="104139"/>
                </a:cubicBezTo>
                <a:lnTo>
                  <a:pt x="481776" y="110639"/>
                </a:lnTo>
                <a:cubicBezTo>
                  <a:pt x="477225" y="116374"/>
                  <a:pt x="472214" y="120479"/>
                  <a:pt x="466741" y="122956"/>
                </a:cubicBezTo>
                <a:cubicBezTo>
                  <a:pt x="461269" y="125431"/>
                  <a:pt x="455391" y="126669"/>
                  <a:pt x="449106" y="126669"/>
                </a:cubicBezTo>
                <a:cubicBezTo>
                  <a:pt x="443471" y="126669"/>
                  <a:pt x="438242" y="125666"/>
                  <a:pt x="433419" y="123660"/>
                </a:cubicBezTo>
                <a:cubicBezTo>
                  <a:pt x="428598" y="121655"/>
                  <a:pt x="424453" y="118864"/>
                  <a:pt x="420986" y="115287"/>
                </a:cubicBezTo>
                <a:cubicBezTo>
                  <a:pt x="417519" y="111709"/>
                  <a:pt x="414782" y="107481"/>
                  <a:pt x="412776" y="102603"/>
                </a:cubicBezTo>
                <a:cubicBezTo>
                  <a:pt x="410772" y="97726"/>
                  <a:pt x="409770" y="92414"/>
                  <a:pt x="409770" y="86668"/>
                </a:cubicBezTo>
                <a:cubicBezTo>
                  <a:pt x="409770" y="80922"/>
                  <a:pt x="410745" y="75611"/>
                  <a:pt x="412695" y="70733"/>
                </a:cubicBezTo>
                <a:cubicBezTo>
                  <a:pt x="414646" y="65855"/>
                  <a:pt x="417355" y="61628"/>
                  <a:pt x="420822" y="58052"/>
                </a:cubicBezTo>
                <a:cubicBezTo>
                  <a:pt x="424291" y="54473"/>
                  <a:pt x="428355" y="51682"/>
                  <a:pt x="433015" y="49676"/>
                </a:cubicBezTo>
                <a:cubicBezTo>
                  <a:pt x="437674" y="47670"/>
                  <a:pt x="442713" y="46667"/>
                  <a:pt x="448132" y="46667"/>
                </a:cubicBezTo>
                <a:cubicBezTo>
                  <a:pt x="454091" y="46667"/>
                  <a:pt x="459345" y="47673"/>
                  <a:pt x="463896" y="49683"/>
                </a:cubicBezTo>
                <a:cubicBezTo>
                  <a:pt x="468448" y="51692"/>
                  <a:pt x="472241" y="54408"/>
                  <a:pt x="475275" y="57831"/>
                </a:cubicBezTo>
                <a:cubicBezTo>
                  <a:pt x="478309" y="61252"/>
                  <a:pt x="480612" y="65243"/>
                  <a:pt x="482182" y="69805"/>
                </a:cubicBezTo>
                <a:cubicBezTo>
                  <a:pt x="483755" y="74367"/>
                  <a:pt x="484541" y="79256"/>
                  <a:pt x="484541" y="84471"/>
                </a:cubicBezTo>
                <a:close/>
                <a:moveTo>
                  <a:pt x="555245" y="75646"/>
                </a:moveTo>
                <a:cubicBezTo>
                  <a:pt x="555245" y="69001"/>
                  <a:pt x="553511" y="64045"/>
                  <a:pt x="550044" y="60777"/>
                </a:cubicBezTo>
                <a:cubicBezTo>
                  <a:pt x="546577" y="57508"/>
                  <a:pt x="541538" y="55874"/>
                  <a:pt x="534927" y="55874"/>
                </a:cubicBezTo>
                <a:cubicBezTo>
                  <a:pt x="530377" y="55874"/>
                  <a:pt x="526150" y="56687"/>
                  <a:pt x="522248" y="58312"/>
                </a:cubicBezTo>
                <a:cubicBezTo>
                  <a:pt x="518348" y="59937"/>
                  <a:pt x="515043" y="62105"/>
                  <a:pt x="512335" y="64815"/>
                </a:cubicBezTo>
                <a:lnTo>
                  <a:pt x="506157" y="57501"/>
                </a:lnTo>
                <a:cubicBezTo>
                  <a:pt x="509300" y="54371"/>
                  <a:pt x="513445" y="51783"/>
                  <a:pt x="518592" y="49738"/>
                </a:cubicBezTo>
                <a:cubicBezTo>
                  <a:pt x="523740" y="47691"/>
                  <a:pt x="529564" y="46667"/>
                  <a:pt x="536066" y="46667"/>
                </a:cubicBezTo>
                <a:cubicBezTo>
                  <a:pt x="540184" y="46667"/>
                  <a:pt x="544031" y="47237"/>
                  <a:pt x="547606" y="48376"/>
                </a:cubicBezTo>
                <a:cubicBezTo>
                  <a:pt x="551182" y="49516"/>
                  <a:pt x="554325" y="51224"/>
                  <a:pt x="557033" y="53503"/>
                </a:cubicBezTo>
                <a:cubicBezTo>
                  <a:pt x="559743" y="55780"/>
                  <a:pt x="561856" y="58653"/>
                  <a:pt x="563373" y="62124"/>
                </a:cubicBezTo>
                <a:cubicBezTo>
                  <a:pt x="564890" y="65595"/>
                  <a:pt x="565649" y="69662"/>
                  <a:pt x="565649" y="74327"/>
                </a:cubicBezTo>
                <a:lnTo>
                  <a:pt x="565649" y="107680"/>
                </a:lnTo>
                <a:cubicBezTo>
                  <a:pt x="565649" y="110609"/>
                  <a:pt x="565758" y="113646"/>
                  <a:pt x="565974" y="116793"/>
                </a:cubicBezTo>
                <a:cubicBezTo>
                  <a:pt x="566191" y="119938"/>
                  <a:pt x="566516" y="122595"/>
                  <a:pt x="566949" y="124764"/>
                </a:cubicBezTo>
                <a:lnTo>
                  <a:pt x="557036" y="124764"/>
                </a:lnTo>
                <a:cubicBezTo>
                  <a:pt x="556710" y="122914"/>
                  <a:pt x="556439" y="120901"/>
                  <a:pt x="556222" y="118725"/>
                </a:cubicBezTo>
                <a:cubicBezTo>
                  <a:pt x="556005" y="116549"/>
                  <a:pt x="555897" y="114427"/>
                  <a:pt x="555897" y="112361"/>
                </a:cubicBezTo>
                <a:lnTo>
                  <a:pt x="555570" y="112361"/>
                </a:lnTo>
                <a:cubicBezTo>
                  <a:pt x="552102" y="117455"/>
                  <a:pt x="548174" y="121113"/>
                  <a:pt x="543784" y="123335"/>
                </a:cubicBezTo>
                <a:cubicBezTo>
                  <a:pt x="539396" y="125558"/>
                  <a:pt x="534114" y="126669"/>
                  <a:pt x="527938" y="126669"/>
                </a:cubicBezTo>
                <a:cubicBezTo>
                  <a:pt x="525011" y="126669"/>
                  <a:pt x="522004" y="126263"/>
                  <a:pt x="518915" y="125451"/>
                </a:cubicBezTo>
                <a:cubicBezTo>
                  <a:pt x="515828" y="124639"/>
                  <a:pt x="513011" y="123313"/>
                  <a:pt x="510465" y="121473"/>
                </a:cubicBezTo>
                <a:cubicBezTo>
                  <a:pt x="507919" y="119631"/>
                  <a:pt x="505805" y="117248"/>
                  <a:pt x="504125" y="114325"/>
                </a:cubicBezTo>
                <a:cubicBezTo>
                  <a:pt x="502446" y="111400"/>
                  <a:pt x="501606" y="107825"/>
                  <a:pt x="501606" y="103600"/>
                </a:cubicBezTo>
                <a:cubicBezTo>
                  <a:pt x="501606" y="97752"/>
                  <a:pt x="503095" y="93122"/>
                  <a:pt x="506075" y="89711"/>
                </a:cubicBezTo>
                <a:cubicBezTo>
                  <a:pt x="509054" y="86300"/>
                  <a:pt x="513037" y="83756"/>
                  <a:pt x="518022" y="82077"/>
                </a:cubicBezTo>
                <a:cubicBezTo>
                  <a:pt x="523007" y="80397"/>
                  <a:pt x="528723" y="79314"/>
                  <a:pt x="535170" y="78828"/>
                </a:cubicBezTo>
                <a:cubicBezTo>
                  <a:pt x="541619" y="78340"/>
                  <a:pt x="548310" y="78097"/>
                  <a:pt x="555245" y="78097"/>
                </a:cubicBezTo>
                <a:lnTo>
                  <a:pt x="555245" y="75646"/>
                </a:lnTo>
                <a:moveTo>
                  <a:pt x="551993" y="86827"/>
                </a:moveTo>
                <a:cubicBezTo>
                  <a:pt x="547443" y="86827"/>
                  <a:pt x="542865" y="87016"/>
                  <a:pt x="538258" y="87395"/>
                </a:cubicBezTo>
                <a:cubicBezTo>
                  <a:pt x="533653" y="87772"/>
                  <a:pt x="529481" y="88528"/>
                  <a:pt x="525743" y="89664"/>
                </a:cubicBezTo>
                <a:cubicBezTo>
                  <a:pt x="522006" y="90799"/>
                  <a:pt x="518946" y="92446"/>
                  <a:pt x="516561" y="94607"/>
                </a:cubicBezTo>
                <a:cubicBezTo>
                  <a:pt x="514177" y="96768"/>
                  <a:pt x="512985" y="99631"/>
                  <a:pt x="512985" y="103196"/>
                </a:cubicBezTo>
                <a:cubicBezTo>
                  <a:pt x="512985" y="105898"/>
                  <a:pt x="513499" y="108167"/>
                  <a:pt x="514527" y="110004"/>
                </a:cubicBezTo>
                <a:cubicBezTo>
                  <a:pt x="515558" y="111841"/>
                  <a:pt x="516939" y="113327"/>
                  <a:pt x="518672" y="114461"/>
                </a:cubicBezTo>
                <a:cubicBezTo>
                  <a:pt x="520406" y="115596"/>
                  <a:pt x="522330" y="116406"/>
                  <a:pt x="524443" y="116892"/>
                </a:cubicBezTo>
                <a:cubicBezTo>
                  <a:pt x="526556" y="117378"/>
                  <a:pt x="528697" y="117621"/>
                  <a:pt x="530865" y="117621"/>
                </a:cubicBezTo>
                <a:cubicBezTo>
                  <a:pt x="534765" y="117621"/>
                  <a:pt x="538232" y="116946"/>
                  <a:pt x="541266" y="115595"/>
                </a:cubicBezTo>
                <a:cubicBezTo>
                  <a:pt x="544301" y="114244"/>
                  <a:pt x="546847" y="112407"/>
                  <a:pt x="548906" y="110084"/>
                </a:cubicBezTo>
                <a:cubicBezTo>
                  <a:pt x="550964" y="107761"/>
                  <a:pt x="552535" y="105087"/>
                  <a:pt x="553618" y="102063"/>
                </a:cubicBezTo>
                <a:cubicBezTo>
                  <a:pt x="554703" y="99037"/>
                  <a:pt x="555245" y="95849"/>
                  <a:pt x="555245" y="92499"/>
                </a:cubicBezTo>
                <a:lnTo>
                  <a:pt x="555245" y="86827"/>
                </a:lnTo>
                <a:lnTo>
                  <a:pt x="551993" y="86827"/>
                </a:lnTo>
                <a:close/>
                <a:moveTo>
                  <a:pt x="626764" y="57938"/>
                </a:moveTo>
                <a:lnTo>
                  <a:pt x="605310" y="57938"/>
                </a:lnTo>
                <a:lnTo>
                  <a:pt x="605310" y="102358"/>
                </a:lnTo>
                <a:cubicBezTo>
                  <a:pt x="605310" y="105179"/>
                  <a:pt x="605581" y="107511"/>
                  <a:pt x="606121" y="109355"/>
                </a:cubicBezTo>
                <a:cubicBezTo>
                  <a:pt x="606664" y="111198"/>
                  <a:pt x="607449" y="112636"/>
                  <a:pt x="608478" y="113668"/>
                </a:cubicBezTo>
                <a:cubicBezTo>
                  <a:pt x="609508" y="114698"/>
                  <a:pt x="610727" y="115403"/>
                  <a:pt x="612136" y="115783"/>
                </a:cubicBezTo>
                <a:cubicBezTo>
                  <a:pt x="613545" y="116162"/>
                  <a:pt x="615062" y="116351"/>
                  <a:pt x="616687" y="116351"/>
                </a:cubicBezTo>
                <a:cubicBezTo>
                  <a:pt x="618205" y="116351"/>
                  <a:pt x="619803" y="116130"/>
                  <a:pt x="621481" y="115689"/>
                </a:cubicBezTo>
                <a:cubicBezTo>
                  <a:pt x="623161" y="115246"/>
                  <a:pt x="624760" y="114637"/>
                  <a:pt x="626278" y="113861"/>
                </a:cubicBezTo>
                <a:lnTo>
                  <a:pt x="626764" y="123442"/>
                </a:lnTo>
                <a:cubicBezTo>
                  <a:pt x="624815" y="124201"/>
                  <a:pt x="622783" y="124770"/>
                  <a:pt x="620670" y="125148"/>
                </a:cubicBezTo>
                <a:cubicBezTo>
                  <a:pt x="618557" y="125527"/>
                  <a:pt x="616254" y="125716"/>
                  <a:pt x="613760" y="125716"/>
                </a:cubicBezTo>
                <a:cubicBezTo>
                  <a:pt x="611702" y="125716"/>
                  <a:pt x="609535" y="125445"/>
                  <a:pt x="607260" y="124903"/>
                </a:cubicBezTo>
                <a:cubicBezTo>
                  <a:pt x="604985" y="124362"/>
                  <a:pt x="602871" y="123334"/>
                  <a:pt x="600920" y="121818"/>
                </a:cubicBezTo>
                <a:cubicBezTo>
                  <a:pt x="598971" y="120300"/>
                  <a:pt x="597373" y="118240"/>
                  <a:pt x="596126" y="115639"/>
                </a:cubicBezTo>
                <a:cubicBezTo>
                  <a:pt x="594879" y="113038"/>
                  <a:pt x="594256" y="109625"/>
                  <a:pt x="594256" y="105399"/>
                </a:cubicBezTo>
                <a:lnTo>
                  <a:pt x="594256" y="57938"/>
                </a:lnTo>
                <a:lnTo>
                  <a:pt x="578489" y="57938"/>
                </a:lnTo>
                <a:lnTo>
                  <a:pt x="578489" y="48731"/>
                </a:lnTo>
                <a:lnTo>
                  <a:pt x="594256" y="48731"/>
                </a:lnTo>
                <a:lnTo>
                  <a:pt x="594256" y="27275"/>
                </a:lnTo>
                <a:lnTo>
                  <a:pt x="605310" y="27275"/>
                </a:lnTo>
                <a:lnTo>
                  <a:pt x="605310" y="48731"/>
                </a:lnTo>
                <a:lnTo>
                  <a:pt x="626764" y="48731"/>
                </a:lnTo>
                <a:lnTo>
                  <a:pt x="626764" y="57938"/>
                </a:lnTo>
                <a:close/>
                <a:moveTo>
                  <a:pt x="702023" y="80954"/>
                </a:moveTo>
                <a:cubicBezTo>
                  <a:pt x="701697" y="73741"/>
                  <a:pt x="699394" y="67758"/>
                  <a:pt x="695113" y="63005"/>
                </a:cubicBezTo>
                <a:cubicBezTo>
                  <a:pt x="690834" y="58251"/>
                  <a:pt x="684739" y="55874"/>
                  <a:pt x="676829" y="55874"/>
                </a:cubicBezTo>
                <a:cubicBezTo>
                  <a:pt x="673145" y="55874"/>
                  <a:pt x="669732" y="56557"/>
                  <a:pt x="666588" y="57923"/>
                </a:cubicBezTo>
                <a:cubicBezTo>
                  <a:pt x="663447" y="59288"/>
                  <a:pt x="660684" y="61146"/>
                  <a:pt x="658299" y="63496"/>
                </a:cubicBezTo>
                <a:cubicBezTo>
                  <a:pt x="655915" y="65845"/>
                  <a:pt x="654019" y="68523"/>
                  <a:pt x="652610" y="71529"/>
                </a:cubicBezTo>
                <a:cubicBezTo>
                  <a:pt x="651201" y="74533"/>
                  <a:pt x="650388" y="77675"/>
                  <a:pt x="650172" y="80954"/>
                </a:cubicBezTo>
                <a:lnTo>
                  <a:pt x="702023" y="80954"/>
                </a:lnTo>
                <a:moveTo>
                  <a:pt x="713238" y="84471"/>
                </a:moveTo>
                <a:cubicBezTo>
                  <a:pt x="713238" y="85231"/>
                  <a:pt x="713238" y="86046"/>
                  <a:pt x="713238" y="86916"/>
                </a:cubicBezTo>
                <a:cubicBezTo>
                  <a:pt x="713238" y="87784"/>
                  <a:pt x="713184" y="88707"/>
                  <a:pt x="713075" y="89684"/>
                </a:cubicBezTo>
                <a:lnTo>
                  <a:pt x="650008" y="89684"/>
                </a:lnTo>
                <a:cubicBezTo>
                  <a:pt x="650117" y="93475"/>
                  <a:pt x="650875" y="97050"/>
                  <a:pt x="652283" y="100408"/>
                </a:cubicBezTo>
                <a:cubicBezTo>
                  <a:pt x="653691" y="103765"/>
                  <a:pt x="655642" y="106689"/>
                  <a:pt x="658133" y="109181"/>
                </a:cubicBezTo>
                <a:cubicBezTo>
                  <a:pt x="660627" y="111671"/>
                  <a:pt x="663553" y="113648"/>
                  <a:pt x="666911" y="115111"/>
                </a:cubicBezTo>
                <a:cubicBezTo>
                  <a:pt x="670271" y="116573"/>
                  <a:pt x="673902" y="117304"/>
                  <a:pt x="677804" y="117304"/>
                </a:cubicBezTo>
                <a:cubicBezTo>
                  <a:pt x="683546" y="117304"/>
                  <a:pt x="688503" y="115977"/>
                  <a:pt x="692675" y="113323"/>
                </a:cubicBezTo>
                <a:cubicBezTo>
                  <a:pt x="696847" y="110667"/>
                  <a:pt x="700016" y="107606"/>
                  <a:pt x="702184" y="104139"/>
                </a:cubicBezTo>
                <a:lnTo>
                  <a:pt x="710473" y="110639"/>
                </a:lnTo>
                <a:cubicBezTo>
                  <a:pt x="705923" y="116374"/>
                  <a:pt x="700911" y="120479"/>
                  <a:pt x="695438" y="122956"/>
                </a:cubicBezTo>
                <a:cubicBezTo>
                  <a:pt x="689967" y="125431"/>
                  <a:pt x="684089" y="126669"/>
                  <a:pt x="677804" y="126669"/>
                </a:cubicBezTo>
                <a:cubicBezTo>
                  <a:pt x="672169" y="126669"/>
                  <a:pt x="666940" y="125666"/>
                  <a:pt x="662117" y="123660"/>
                </a:cubicBezTo>
                <a:cubicBezTo>
                  <a:pt x="657295" y="121655"/>
                  <a:pt x="653151" y="118864"/>
                  <a:pt x="649683" y="115287"/>
                </a:cubicBezTo>
                <a:cubicBezTo>
                  <a:pt x="646216" y="111709"/>
                  <a:pt x="643479" y="107481"/>
                  <a:pt x="641474" y="102603"/>
                </a:cubicBezTo>
                <a:cubicBezTo>
                  <a:pt x="639470" y="97726"/>
                  <a:pt x="638468" y="92414"/>
                  <a:pt x="638468" y="86668"/>
                </a:cubicBezTo>
                <a:cubicBezTo>
                  <a:pt x="638468" y="80922"/>
                  <a:pt x="639443" y="75611"/>
                  <a:pt x="641392" y="70733"/>
                </a:cubicBezTo>
                <a:cubicBezTo>
                  <a:pt x="643343" y="65855"/>
                  <a:pt x="646052" y="61628"/>
                  <a:pt x="649520" y="58052"/>
                </a:cubicBezTo>
                <a:cubicBezTo>
                  <a:pt x="652989" y="54473"/>
                  <a:pt x="657053" y="51682"/>
                  <a:pt x="661712" y="49676"/>
                </a:cubicBezTo>
                <a:cubicBezTo>
                  <a:pt x="666372" y="47670"/>
                  <a:pt x="671411" y="46667"/>
                  <a:pt x="676829" y="46667"/>
                </a:cubicBezTo>
                <a:cubicBezTo>
                  <a:pt x="682788" y="46667"/>
                  <a:pt x="688043" y="47673"/>
                  <a:pt x="692593" y="49683"/>
                </a:cubicBezTo>
                <a:cubicBezTo>
                  <a:pt x="697145" y="51692"/>
                  <a:pt x="700938" y="54408"/>
                  <a:pt x="703972" y="57831"/>
                </a:cubicBezTo>
                <a:cubicBezTo>
                  <a:pt x="707007" y="61252"/>
                  <a:pt x="709309" y="65243"/>
                  <a:pt x="710880" y="69805"/>
                </a:cubicBezTo>
                <a:cubicBezTo>
                  <a:pt x="712452" y="74367"/>
                  <a:pt x="713238" y="79256"/>
                  <a:pt x="713238" y="84471"/>
                </a:cubicBezTo>
                <a:close/>
                <a:moveTo>
                  <a:pt x="825553" y="75646"/>
                </a:moveTo>
                <a:cubicBezTo>
                  <a:pt x="825553" y="69001"/>
                  <a:pt x="823820" y="64045"/>
                  <a:pt x="820352" y="60777"/>
                </a:cubicBezTo>
                <a:cubicBezTo>
                  <a:pt x="816885" y="57508"/>
                  <a:pt x="811846" y="55874"/>
                  <a:pt x="805235" y="55874"/>
                </a:cubicBezTo>
                <a:cubicBezTo>
                  <a:pt x="800685" y="55874"/>
                  <a:pt x="796459" y="56687"/>
                  <a:pt x="792557" y="58312"/>
                </a:cubicBezTo>
                <a:cubicBezTo>
                  <a:pt x="788656" y="59937"/>
                  <a:pt x="785352" y="62105"/>
                  <a:pt x="782643" y="64815"/>
                </a:cubicBezTo>
                <a:lnTo>
                  <a:pt x="776465" y="57501"/>
                </a:lnTo>
                <a:cubicBezTo>
                  <a:pt x="779608" y="54371"/>
                  <a:pt x="783754" y="51783"/>
                  <a:pt x="788901" y="49738"/>
                </a:cubicBezTo>
                <a:cubicBezTo>
                  <a:pt x="794048" y="47691"/>
                  <a:pt x="799872" y="46667"/>
                  <a:pt x="806374" y="46667"/>
                </a:cubicBezTo>
                <a:cubicBezTo>
                  <a:pt x="810493" y="46667"/>
                  <a:pt x="814339" y="47237"/>
                  <a:pt x="817914" y="48376"/>
                </a:cubicBezTo>
                <a:cubicBezTo>
                  <a:pt x="821491" y="49516"/>
                  <a:pt x="824633" y="51224"/>
                  <a:pt x="827341" y="53503"/>
                </a:cubicBezTo>
                <a:cubicBezTo>
                  <a:pt x="830052" y="55780"/>
                  <a:pt x="832165" y="58653"/>
                  <a:pt x="833681" y="62124"/>
                </a:cubicBezTo>
                <a:cubicBezTo>
                  <a:pt x="835199" y="65595"/>
                  <a:pt x="835958" y="69662"/>
                  <a:pt x="835958" y="74327"/>
                </a:cubicBezTo>
                <a:lnTo>
                  <a:pt x="835958" y="107680"/>
                </a:lnTo>
                <a:cubicBezTo>
                  <a:pt x="835958" y="110609"/>
                  <a:pt x="836066" y="113646"/>
                  <a:pt x="836283" y="116793"/>
                </a:cubicBezTo>
                <a:cubicBezTo>
                  <a:pt x="836499" y="119938"/>
                  <a:pt x="836824" y="122595"/>
                  <a:pt x="837257" y="124764"/>
                </a:cubicBezTo>
                <a:lnTo>
                  <a:pt x="827344" y="124764"/>
                </a:lnTo>
                <a:cubicBezTo>
                  <a:pt x="827018" y="122914"/>
                  <a:pt x="826747" y="120901"/>
                  <a:pt x="826530" y="118725"/>
                </a:cubicBezTo>
                <a:cubicBezTo>
                  <a:pt x="826314" y="116549"/>
                  <a:pt x="826206" y="114427"/>
                  <a:pt x="826206" y="112361"/>
                </a:cubicBezTo>
                <a:lnTo>
                  <a:pt x="825878" y="112361"/>
                </a:lnTo>
                <a:cubicBezTo>
                  <a:pt x="822411" y="117455"/>
                  <a:pt x="818482" y="121113"/>
                  <a:pt x="814092" y="123335"/>
                </a:cubicBezTo>
                <a:cubicBezTo>
                  <a:pt x="809704" y="125558"/>
                  <a:pt x="804422" y="126669"/>
                  <a:pt x="798246" y="126669"/>
                </a:cubicBezTo>
                <a:cubicBezTo>
                  <a:pt x="795320" y="126669"/>
                  <a:pt x="792312" y="126263"/>
                  <a:pt x="789223" y="125451"/>
                </a:cubicBezTo>
                <a:cubicBezTo>
                  <a:pt x="786136" y="124639"/>
                  <a:pt x="783320" y="123313"/>
                  <a:pt x="780773" y="121473"/>
                </a:cubicBezTo>
                <a:cubicBezTo>
                  <a:pt x="778227" y="119631"/>
                  <a:pt x="776114" y="117248"/>
                  <a:pt x="774434" y="114325"/>
                </a:cubicBezTo>
                <a:cubicBezTo>
                  <a:pt x="772754" y="111400"/>
                  <a:pt x="771914" y="107825"/>
                  <a:pt x="771914" y="103600"/>
                </a:cubicBezTo>
                <a:cubicBezTo>
                  <a:pt x="771914" y="97752"/>
                  <a:pt x="773404" y="93122"/>
                  <a:pt x="776383" y="89711"/>
                </a:cubicBezTo>
                <a:cubicBezTo>
                  <a:pt x="779363" y="86300"/>
                  <a:pt x="783345" y="83756"/>
                  <a:pt x="788330" y="82077"/>
                </a:cubicBezTo>
                <a:cubicBezTo>
                  <a:pt x="793316" y="80397"/>
                  <a:pt x="799032" y="79314"/>
                  <a:pt x="805479" y="78828"/>
                </a:cubicBezTo>
                <a:cubicBezTo>
                  <a:pt x="811927" y="78340"/>
                  <a:pt x="818619" y="78097"/>
                  <a:pt x="825553" y="78097"/>
                </a:cubicBezTo>
                <a:lnTo>
                  <a:pt x="825553" y="75646"/>
                </a:lnTo>
                <a:moveTo>
                  <a:pt x="822302" y="86827"/>
                </a:moveTo>
                <a:cubicBezTo>
                  <a:pt x="817751" y="86827"/>
                  <a:pt x="813173" y="87016"/>
                  <a:pt x="808566" y="87395"/>
                </a:cubicBezTo>
                <a:cubicBezTo>
                  <a:pt x="803961" y="87772"/>
                  <a:pt x="799790" y="88528"/>
                  <a:pt x="796051" y="89664"/>
                </a:cubicBezTo>
                <a:cubicBezTo>
                  <a:pt x="792314" y="90799"/>
                  <a:pt x="789254" y="92446"/>
                  <a:pt x="786870" y="94607"/>
                </a:cubicBezTo>
                <a:cubicBezTo>
                  <a:pt x="784485" y="96768"/>
                  <a:pt x="783293" y="99631"/>
                  <a:pt x="783293" y="103196"/>
                </a:cubicBezTo>
                <a:cubicBezTo>
                  <a:pt x="783293" y="105898"/>
                  <a:pt x="783807" y="108167"/>
                  <a:pt x="784836" y="110004"/>
                </a:cubicBezTo>
                <a:cubicBezTo>
                  <a:pt x="785866" y="111841"/>
                  <a:pt x="787247" y="113327"/>
                  <a:pt x="788980" y="114461"/>
                </a:cubicBezTo>
                <a:cubicBezTo>
                  <a:pt x="790715" y="115596"/>
                  <a:pt x="792639" y="116406"/>
                  <a:pt x="794752" y="116892"/>
                </a:cubicBezTo>
                <a:cubicBezTo>
                  <a:pt x="796865" y="117378"/>
                  <a:pt x="799005" y="117621"/>
                  <a:pt x="801173" y="117621"/>
                </a:cubicBezTo>
                <a:cubicBezTo>
                  <a:pt x="805073" y="117621"/>
                  <a:pt x="808541" y="116946"/>
                  <a:pt x="811575" y="115595"/>
                </a:cubicBezTo>
                <a:cubicBezTo>
                  <a:pt x="814609" y="114244"/>
                  <a:pt x="817155" y="112407"/>
                  <a:pt x="819214" y="110084"/>
                </a:cubicBezTo>
                <a:cubicBezTo>
                  <a:pt x="821272" y="107761"/>
                  <a:pt x="822843" y="105087"/>
                  <a:pt x="823926" y="102063"/>
                </a:cubicBezTo>
                <a:cubicBezTo>
                  <a:pt x="825011" y="99037"/>
                  <a:pt x="825553" y="95849"/>
                  <a:pt x="825553" y="92499"/>
                </a:cubicBezTo>
                <a:lnTo>
                  <a:pt x="825553" y="86827"/>
                </a:lnTo>
                <a:lnTo>
                  <a:pt x="822302" y="86827"/>
                </a:lnTo>
                <a:close/>
                <a:moveTo>
                  <a:pt x="967617" y="111924"/>
                </a:moveTo>
                <a:cubicBezTo>
                  <a:pt x="964367" y="116800"/>
                  <a:pt x="960140" y="120477"/>
                  <a:pt x="954939" y="122954"/>
                </a:cubicBezTo>
                <a:cubicBezTo>
                  <a:pt x="949737" y="125430"/>
                  <a:pt x="944373" y="126669"/>
                  <a:pt x="938847" y="126669"/>
                </a:cubicBezTo>
                <a:cubicBezTo>
                  <a:pt x="932886" y="126669"/>
                  <a:pt x="927495" y="125640"/>
                  <a:pt x="922674" y="123581"/>
                </a:cubicBezTo>
                <a:cubicBezTo>
                  <a:pt x="917852" y="121521"/>
                  <a:pt x="913734" y="118702"/>
                  <a:pt x="910320" y="115126"/>
                </a:cubicBezTo>
                <a:cubicBezTo>
                  <a:pt x="906907" y="111548"/>
                  <a:pt x="904252" y="107320"/>
                  <a:pt x="902356" y="102442"/>
                </a:cubicBezTo>
                <a:cubicBezTo>
                  <a:pt x="900459" y="97563"/>
                  <a:pt x="899511" y="92305"/>
                  <a:pt x="899511" y="86668"/>
                </a:cubicBezTo>
                <a:cubicBezTo>
                  <a:pt x="899511" y="81031"/>
                  <a:pt x="900459" y="75774"/>
                  <a:pt x="902356" y="70897"/>
                </a:cubicBezTo>
                <a:cubicBezTo>
                  <a:pt x="904252" y="66017"/>
                  <a:pt x="906907" y="61789"/>
                  <a:pt x="910320" y="58213"/>
                </a:cubicBezTo>
                <a:cubicBezTo>
                  <a:pt x="913734" y="54635"/>
                  <a:pt x="917852" y="51816"/>
                  <a:pt x="922674" y="49758"/>
                </a:cubicBezTo>
                <a:cubicBezTo>
                  <a:pt x="927495" y="47698"/>
                  <a:pt x="932886" y="46667"/>
                  <a:pt x="938847" y="46667"/>
                </a:cubicBezTo>
                <a:cubicBezTo>
                  <a:pt x="944373" y="46667"/>
                  <a:pt x="949737" y="47941"/>
                  <a:pt x="954939" y="50489"/>
                </a:cubicBezTo>
                <a:cubicBezTo>
                  <a:pt x="960140" y="53036"/>
                  <a:pt x="964367" y="56802"/>
                  <a:pt x="967617" y="61789"/>
                </a:cubicBezTo>
                <a:lnTo>
                  <a:pt x="967942" y="61789"/>
                </a:lnTo>
                <a:lnTo>
                  <a:pt x="967942" y="1811"/>
                </a:lnTo>
                <a:lnTo>
                  <a:pt x="978994" y="1811"/>
                </a:lnTo>
                <a:lnTo>
                  <a:pt x="978994" y="124764"/>
                </a:lnTo>
                <a:lnTo>
                  <a:pt x="967942" y="124764"/>
                </a:lnTo>
                <a:lnTo>
                  <a:pt x="967942" y="111924"/>
                </a:lnTo>
                <a:lnTo>
                  <a:pt x="967617" y="111924"/>
                </a:lnTo>
                <a:moveTo>
                  <a:pt x="911215" y="86671"/>
                </a:moveTo>
                <a:cubicBezTo>
                  <a:pt x="911215" y="90907"/>
                  <a:pt x="911865" y="94899"/>
                  <a:pt x="913165" y="98648"/>
                </a:cubicBezTo>
                <a:cubicBezTo>
                  <a:pt x="914464" y="102394"/>
                  <a:pt x="916333" y="105653"/>
                  <a:pt x="918772" y="108424"/>
                </a:cubicBezTo>
                <a:cubicBezTo>
                  <a:pt x="921211" y="111194"/>
                  <a:pt x="924218" y="113367"/>
                  <a:pt x="927793" y="114942"/>
                </a:cubicBezTo>
                <a:cubicBezTo>
                  <a:pt x="931369" y="116517"/>
                  <a:pt x="935433" y="117304"/>
                  <a:pt x="939983" y="117304"/>
                </a:cubicBezTo>
                <a:cubicBezTo>
                  <a:pt x="944209" y="117304"/>
                  <a:pt x="948111" y="116517"/>
                  <a:pt x="951687" y="114942"/>
                </a:cubicBezTo>
                <a:cubicBezTo>
                  <a:pt x="955263" y="113367"/>
                  <a:pt x="958351" y="111221"/>
                  <a:pt x="960951" y="108506"/>
                </a:cubicBezTo>
                <a:cubicBezTo>
                  <a:pt x="963551" y="105790"/>
                  <a:pt x="965584" y="102558"/>
                  <a:pt x="967047" y="98811"/>
                </a:cubicBezTo>
                <a:cubicBezTo>
                  <a:pt x="968510" y="95063"/>
                  <a:pt x="969242" y="91016"/>
                  <a:pt x="969242" y="86671"/>
                </a:cubicBezTo>
                <a:cubicBezTo>
                  <a:pt x="969242" y="82325"/>
                  <a:pt x="968510" y="78279"/>
                  <a:pt x="967047" y="74533"/>
                </a:cubicBezTo>
                <a:cubicBezTo>
                  <a:pt x="965584" y="70784"/>
                  <a:pt x="963551" y="67525"/>
                  <a:pt x="960951" y="64756"/>
                </a:cubicBezTo>
                <a:cubicBezTo>
                  <a:pt x="958351" y="61984"/>
                  <a:pt x="955263" y="59812"/>
                  <a:pt x="951687" y="58238"/>
                </a:cubicBezTo>
                <a:cubicBezTo>
                  <a:pt x="948111" y="56662"/>
                  <a:pt x="944209" y="55874"/>
                  <a:pt x="939983" y="55874"/>
                </a:cubicBezTo>
                <a:cubicBezTo>
                  <a:pt x="935433" y="55874"/>
                  <a:pt x="931369" y="56689"/>
                  <a:pt x="927793" y="58319"/>
                </a:cubicBezTo>
                <a:cubicBezTo>
                  <a:pt x="924218" y="59948"/>
                  <a:pt x="921211" y="62148"/>
                  <a:pt x="918772" y="64919"/>
                </a:cubicBezTo>
                <a:cubicBezTo>
                  <a:pt x="916333" y="67689"/>
                  <a:pt x="914464" y="70948"/>
                  <a:pt x="913165" y="74696"/>
                </a:cubicBezTo>
                <a:cubicBezTo>
                  <a:pt x="911865" y="78443"/>
                  <a:pt x="911215" y="82434"/>
                  <a:pt x="911215" y="86671"/>
                </a:cubicBezTo>
                <a:close/>
                <a:moveTo>
                  <a:pt x="1066606" y="80954"/>
                </a:moveTo>
                <a:cubicBezTo>
                  <a:pt x="1066280" y="73741"/>
                  <a:pt x="1063977" y="67758"/>
                  <a:pt x="1059696" y="63005"/>
                </a:cubicBezTo>
                <a:cubicBezTo>
                  <a:pt x="1055417" y="58251"/>
                  <a:pt x="1049322" y="55874"/>
                  <a:pt x="1041412" y="55874"/>
                </a:cubicBezTo>
                <a:cubicBezTo>
                  <a:pt x="1037728" y="55874"/>
                  <a:pt x="1034314" y="56557"/>
                  <a:pt x="1031171" y="57923"/>
                </a:cubicBezTo>
                <a:cubicBezTo>
                  <a:pt x="1028029" y="59288"/>
                  <a:pt x="1025266" y="61146"/>
                  <a:pt x="1022882" y="63496"/>
                </a:cubicBezTo>
                <a:cubicBezTo>
                  <a:pt x="1020498" y="65845"/>
                  <a:pt x="1018601" y="68523"/>
                  <a:pt x="1017193" y="71529"/>
                </a:cubicBezTo>
                <a:cubicBezTo>
                  <a:pt x="1015784" y="74533"/>
                  <a:pt x="1014971" y="77675"/>
                  <a:pt x="1014755" y="80954"/>
                </a:cubicBezTo>
                <a:lnTo>
                  <a:pt x="1066606" y="80954"/>
                </a:lnTo>
                <a:moveTo>
                  <a:pt x="1077821" y="84471"/>
                </a:moveTo>
                <a:cubicBezTo>
                  <a:pt x="1077821" y="85231"/>
                  <a:pt x="1077821" y="86046"/>
                  <a:pt x="1077821" y="86916"/>
                </a:cubicBezTo>
                <a:cubicBezTo>
                  <a:pt x="1077821" y="87784"/>
                  <a:pt x="1077767" y="88707"/>
                  <a:pt x="1077657" y="89684"/>
                </a:cubicBezTo>
                <a:lnTo>
                  <a:pt x="1014591" y="89684"/>
                </a:lnTo>
                <a:cubicBezTo>
                  <a:pt x="1014700" y="93475"/>
                  <a:pt x="1015458" y="97050"/>
                  <a:pt x="1016865" y="100408"/>
                </a:cubicBezTo>
                <a:cubicBezTo>
                  <a:pt x="1018274" y="103765"/>
                  <a:pt x="1020224" y="106689"/>
                  <a:pt x="1022716" y="109181"/>
                </a:cubicBezTo>
                <a:cubicBezTo>
                  <a:pt x="1025209" y="111671"/>
                  <a:pt x="1028135" y="113648"/>
                  <a:pt x="1031493" y="115111"/>
                </a:cubicBezTo>
                <a:cubicBezTo>
                  <a:pt x="1034853" y="116573"/>
                  <a:pt x="1038484" y="117304"/>
                  <a:pt x="1042387" y="117304"/>
                </a:cubicBezTo>
                <a:cubicBezTo>
                  <a:pt x="1048129" y="117304"/>
                  <a:pt x="1053086" y="115977"/>
                  <a:pt x="1057258" y="113323"/>
                </a:cubicBezTo>
                <a:cubicBezTo>
                  <a:pt x="1061429" y="110667"/>
                  <a:pt x="1064599" y="107606"/>
                  <a:pt x="1066767" y="104139"/>
                </a:cubicBezTo>
                <a:lnTo>
                  <a:pt x="1075056" y="110639"/>
                </a:lnTo>
                <a:cubicBezTo>
                  <a:pt x="1070505" y="116374"/>
                  <a:pt x="1065494" y="120479"/>
                  <a:pt x="1060021" y="122956"/>
                </a:cubicBezTo>
                <a:cubicBezTo>
                  <a:pt x="1054549" y="125431"/>
                  <a:pt x="1048671" y="126669"/>
                  <a:pt x="1042387" y="126669"/>
                </a:cubicBezTo>
                <a:cubicBezTo>
                  <a:pt x="1036751" y="126669"/>
                  <a:pt x="1031522" y="125666"/>
                  <a:pt x="1026699" y="123660"/>
                </a:cubicBezTo>
                <a:cubicBezTo>
                  <a:pt x="1021878" y="121655"/>
                  <a:pt x="1017733" y="118864"/>
                  <a:pt x="1014266" y="115287"/>
                </a:cubicBezTo>
                <a:cubicBezTo>
                  <a:pt x="1010799" y="111709"/>
                  <a:pt x="1008062" y="107481"/>
                  <a:pt x="1006057" y="102603"/>
                </a:cubicBezTo>
                <a:cubicBezTo>
                  <a:pt x="1004053" y="97726"/>
                  <a:pt x="1003051" y="92414"/>
                  <a:pt x="1003051" y="86668"/>
                </a:cubicBezTo>
                <a:cubicBezTo>
                  <a:pt x="1003051" y="80922"/>
                  <a:pt x="1004025" y="75611"/>
                  <a:pt x="1005975" y="70733"/>
                </a:cubicBezTo>
                <a:cubicBezTo>
                  <a:pt x="1007926" y="65855"/>
                  <a:pt x="1010635" y="61628"/>
                  <a:pt x="1014102" y="58052"/>
                </a:cubicBezTo>
                <a:cubicBezTo>
                  <a:pt x="1017571" y="54473"/>
                  <a:pt x="1021635" y="51682"/>
                  <a:pt x="1026295" y="49676"/>
                </a:cubicBezTo>
                <a:cubicBezTo>
                  <a:pt x="1030954" y="47670"/>
                  <a:pt x="1035993" y="46667"/>
                  <a:pt x="1041412" y="46667"/>
                </a:cubicBezTo>
                <a:cubicBezTo>
                  <a:pt x="1047371" y="46667"/>
                  <a:pt x="1052626" y="47673"/>
                  <a:pt x="1057176" y="49683"/>
                </a:cubicBezTo>
                <a:cubicBezTo>
                  <a:pt x="1061728" y="51692"/>
                  <a:pt x="1065521" y="54408"/>
                  <a:pt x="1068555" y="57831"/>
                </a:cubicBezTo>
                <a:cubicBezTo>
                  <a:pt x="1071589" y="61252"/>
                  <a:pt x="1073892" y="65243"/>
                  <a:pt x="1075462" y="69805"/>
                </a:cubicBezTo>
                <a:cubicBezTo>
                  <a:pt x="1077035" y="74367"/>
                  <a:pt x="1077821" y="79256"/>
                  <a:pt x="1077821" y="84471"/>
                </a:cubicBezTo>
                <a:close/>
                <a:moveTo>
                  <a:pt x="1142025" y="66603"/>
                </a:moveTo>
                <a:cubicBezTo>
                  <a:pt x="1140400" y="63460"/>
                  <a:pt x="1137934" y="60886"/>
                  <a:pt x="1134629" y="58882"/>
                </a:cubicBezTo>
                <a:cubicBezTo>
                  <a:pt x="1131324" y="56877"/>
                  <a:pt x="1127558" y="55874"/>
                  <a:pt x="1123332" y="55874"/>
                </a:cubicBezTo>
                <a:cubicBezTo>
                  <a:pt x="1121382" y="55874"/>
                  <a:pt x="1119432" y="56091"/>
                  <a:pt x="1117481" y="56526"/>
                </a:cubicBezTo>
                <a:cubicBezTo>
                  <a:pt x="1115530" y="56959"/>
                  <a:pt x="1113795" y="57665"/>
                  <a:pt x="1112277" y="58642"/>
                </a:cubicBezTo>
                <a:cubicBezTo>
                  <a:pt x="1110761" y="59617"/>
                  <a:pt x="1109543" y="60865"/>
                  <a:pt x="1108622" y="62385"/>
                </a:cubicBezTo>
                <a:cubicBezTo>
                  <a:pt x="1107701" y="63902"/>
                  <a:pt x="1107240" y="65692"/>
                  <a:pt x="1107240" y="67754"/>
                </a:cubicBezTo>
                <a:cubicBezTo>
                  <a:pt x="1107240" y="71336"/>
                  <a:pt x="1108703" y="74075"/>
                  <a:pt x="1111628" y="75974"/>
                </a:cubicBezTo>
                <a:cubicBezTo>
                  <a:pt x="1114554" y="77872"/>
                  <a:pt x="1119160" y="79472"/>
                  <a:pt x="1125445" y="80775"/>
                </a:cubicBezTo>
                <a:cubicBezTo>
                  <a:pt x="1134440" y="82619"/>
                  <a:pt x="1141077" y="85304"/>
                  <a:pt x="1145356" y="88831"/>
                </a:cubicBezTo>
                <a:cubicBezTo>
                  <a:pt x="1149637" y="92356"/>
                  <a:pt x="1151777" y="97102"/>
                  <a:pt x="1151777" y="103070"/>
                </a:cubicBezTo>
                <a:cubicBezTo>
                  <a:pt x="1151777" y="107410"/>
                  <a:pt x="1150937" y="111073"/>
                  <a:pt x="1149257" y="114057"/>
                </a:cubicBezTo>
                <a:cubicBezTo>
                  <a:pt x="1147577" y="117040"/>
                  <a:pt x="1145382" y="119481"/>
                  <a:pt x="1142672" y="121381"/>
                </a:cubicBezTo>
                <a:cubicBezTo>
                  <a:pt x="1139964" y="123279"/>
                  <a:pt x="1136903" y="124635"/>
                  <a:pt x="1133491" y="125449"/>
                </a:cubicBezTo>
                <a:cubicBezTo>
                  <a:pt x="1130078" y="126262"/>
                  <a:pt x="1126638" y="126669"/>
                  <a:pt x="1123171" y="126669"/>
                </a:cubicBezTo>
                <a:cubicBezTo>
                  <a:pt x="1117426" y="126669"/>
                  <a:pt x="1111845" y="125485"/>
                  <a:pt x="1106427" y="123117"/>
                </a:cubicBezTo>
                <a:cubicBezTo>
                  <a:pt x="1101010" y="120748"/>
                  <a:pt x="1096567" y="117023"/>
                  <a:pt x="1093098" y="111941"/>
                </a:cubicBezTo>
                <a:lnTo>
                  <a:pt x="1101875" y="105438"/>
                </a:lnTo>
                <a:cubicBezTo>
                  <a:pt x="1103827" y="108798"/>
                  <a:pt x="1106698" y="111616"/>
                  <a:pt x="1110489" y="113891"/>
                </a:cubicBezTo>
                <a:cubicBezTo>
                  <a:pt x="1114282" y="116166"/>
                  <a:pt x="1118455" y="117304"/>
                  <a:pt x="1123007" y="117304"/>
                </a:cubicBezTo>
                <a:cubicBezTo>
                  <a:pt x="1125391" y="117304"/>
                  <a:pt x="1127666" y="117087"/>
                  <a:pt x="1129832" y="116654"/>
                </a:cubicBezTo>
                <a:cubicBezTo>
                  <a:pt x="1132000" y="116219"/>
                  <a:pt x="1133897" y="115459"/>
                  <a:pt x="1135522" y="114374"/>
                </a:cubicBezTo>
                <a:cubicBezTo>
                  <a:pt x="1137147" y="113290"/>
                  <a:pt x="1138448" y="111907"/>
                  <a:pt x="1139423" y="110225"/>
                </a:cubicBezTo>
                <a:cubicBezTo>
                  <a:pt x="1140399" y="108542"/>
                  <a:pt x="1140887" y="106453"/>
                  <a:pt x="1140887" y="103958"/>
                </a:cubicBezTo>
                <a:cubicBezTo>
                  <a:pt x="1140887" y="99943"/>
                  <a:pt x="1138963" y="96932"/>
                  <a:pt x="1135115" y="94925"/>
                </a:cubicBezTo>
                <a:cubicBezTo>
                  <a:pt x="1131269" y="92917"/>
                  <a:pt x="1125716" y="91046"/>
                  <a:pt x="1118456" y="89310"/>
                </a:cubicBezTo>
                <a:cubicBezTo>
                  <a:pt x="1116180" y="88767"/>
                  <a:pt x="1113769" y="88089"/>
                  <a:pt x="1111221" y="87276"/>
                </a:cubicBezTo>
                <a:cubicBezTo>
                  <a:pt x="1108675" y="86462"/>
                  <a:pt x="1106318" y="85269"/>
                  <a:pt x="1104150" y="83697"/>
                </a:cubicBezTo>
                <a:cubicBezTo>
                  <a:pt x="1101984" y="82123"/>
                  <a:pt x="1100196" y="80142"/>
                  <a:pt x="1098788" y="77754"/>
                </a:cubicBezTo>
                <a:cubicBezTo>
                  <a:pt x="1097379" y="75367"/>
                  <a:pt x="1096675" y="72383"/>
                  <a:pt x="1096675" y="68803"/>
                </a:cubicBezTo>
                <a:cubicBezTo>
                  <a:pt x="1096675" y="64896"/>
                  <a:pt x="1097433" y="61559"/>
                  <a:pt x="1098949" y="58793"/>
                </a:cubicBezTo>
                <a:cubicBezTo>
                  <a:pt x="1100467" y="56025"/>
                  <a:pt x="1102499" y="53747"/>
                  <a:pt x="1105045" y="51958"/>
                </a:cubicBezTo>
                <a:cubicBezTo>
                  <a:pt x="1107592" y="50167"/>
                  <a:pt x="1110490" y="48838"/>
                  <a:pt x="1113741" y="47970"/>
                </a:cubicBezTo>
                <a:cubicBezTo>
                  <a:pt x="1116993" y="47102"/>
                  <a:pt x="1120353" y="46667"/>
                  <a:pt x="1123820" y="46667"/>
                </a:cubicBezTo>
                <a:cubicBezTo>
                  <a:pt x="1129130" y="46667"/>
                  <a:pt x="1134276" y="47852"/>
                  <a:pt x="1139260" y="50222"/>
                </a:cubicBezTo>
                <a:cubicBezTo>
                  <a:pt x="1144245" y="52589"/>
                  <a:pt x="1147984" y="55937"/>
                  <a:pt x="1150478" y="60264"/>
                </a:cubicBezTo>
                <a:lnTo>
                  <a:pt x="1142025" y="66603"/>
                </a:lnTo>
                <a:close/>
                <a:moveTo>
                  <a:pt x="1228498" y="65954"/>
                </a:moveTo>
                <a:cubicBezTo>
                  <a:pt x="1226656" y="63027"/>
                  <a:pt x="1223974" y="60615"/>
                  <a:pt x="1220452" y="58719"/>
                </a:cubicBezTo>
                <a:cubicBezTo>
                  <a:pt x="1216930" y="56822"/>
                  <a:pt x="1213110" y="55874"/>
                  <a:pt x="1208993" y="55874"/>
                </a:cubicBezTo>
                <a:cubicBezTo>
                  <a:pt x="1204550" y="55874"/>
                  <a:pt x="1200541" y="56662"/>
                  <a:pt x="1196964" y="58238"/>
                </a:cubicBezTo>
                <a:cubicBezTo>
                  <a:pt x="1193388" y="59812"/>
                  <a:pt x="1190326" y="61984"/>
                  <a:pt x="1187780" y="64756"/>
                </a:cubicBezTo>
                <a:cubicBezTo>
                  <a:pt x="1185234" y="67525"/>
                  <a:pt x="1183284" y="70784"/>
                  <a:pt x="1181929" y="74533"/>
                </a:cubicBezTo>
                <a:cubicBezTo>
                  <a:pt x="1180575" y="78279"/>
                  <a:pt x="1179898" y="82325"/>
                  <a:pt x="1179898" y="86671"/>
                </a:cubicBezTo>
                <a:cubicBezTo>
                  <a:pt x="1179898" y="91016"/>
                  <a:pt x="1180575" y="95036"/>
                  <a:pt x="1181929" y="98729"/>
                </a:cubicBezTo>
                <a:cubicBezTo>
                  <a:pt x="1183284" y="102422"/>
                  <a:pt x="1185207" y="105653"/>
                  <a:pt x="1187698" y="108424"/>
                </a:cubicBezTo>
                <a:cubicBezTo>
                  <a:pt x="1190192" y="111194"/>
                  <a:pt x="1193226" y="113367"/>
                  <a:pt x="1196801" y="114942"/>
                </a:cubicBezTo>
                <a:cubicBezTo>
                  <a:pt x="1200377" y="116517"/>
                  <a:pt x="1204387" y="117304"/>
                  <a:pt x="1208830" y="117304"/>
                </a:cubicBezTo>
                <a:cubicBezTo>
                  <a:pt x="1213706" y="117304"/>
                  <a:pt x="1217823" y="116383"/>
                  <a:pt x="1221181" y="114541"/>
                </a:cubicBezTo>
                <a:cubicBezTo>
                  <a:pt x="1224541" y="112699"/>
                  <a:pt x="1227305" y="110315"/>
                  <a:pt x="1229472" y="107390"/>
                </a:cubicBezTo>
                <a:lnTo>
                  <a:pt x="1237761" y="113566"/>
                </a:lnTo>
                <a:cubicBezTo>
                  <a:pt x="1234510" y="117564"/>
                  <a:pt x="1230528" y="120748"/>
                  <a:pt x="1225814" y="123117"/>
                </a:cubicBezTo>
                <a:cubicBezTo>
                  <a:pt x="1221102" y="125485"/>
                  <a:pt x="1215440" y="126669"/>
                  <a:pt x="1208830" y="126669"/>
                </a:cubicBezTo>
                <a:cubicBezTo>
                  <a:pt x="1202652" y="126669"/>
                  <a:pt x="1197071" y="125666"/>
                  <a:pt x="1192086" y="123660"/>
                </a:cubicBezTo>
                <a:cubicBezTo>
                  <a:pt x="1187102" y="121655"/>
                  <a:pt x="1182850" y="118864"/>
                  <a:pt x="1179328" y="115287"/>
                </a:cubicBezTo>
                <a:cubicBezTo>
                  <a:pt x="1175807" y="111709"/>
                  <a:pt x="1173072" y="107481"/>
                  <a:pt x="1171121" y="102603"/>
                </a:cubicBezTo>
                <a:cubicBezTo>
                  <a:pt x="1169170" y="97726"/>
                  <a:pt x="1168194" y="92414"/>
                  <a:pt x="1168194" y="86668"/>
                </a:cubicBezTo>
                <a:cubicBezTo>
                  <a:pt x="1168194" y="80922"/>
                  <a:pt x="1169170" y="75611"/>
                  <a:pt x="1171121" y="70733"/>
                </a:cubicBezTo>
                <a:cubicBezTo>
                  <a:pt x="1173072" y="65855"/>
                  <a:pt x="1175807" y="61628"/>
                  <a:pt x="1179328" y="58052"/>
                </a:cubicBezTo>
                <a:cubicBezTo>
                  <a:pt x="1182850" y="54473"/>
                  <a:pt x="1187102" y="51682"/>
                  <a:pt x="1192086" y="49676"/>
                </a:cubicBezTo>
                <a:cubicBezTo>
                  <a:pt x="1197071" y="47670"/>
                  <a:pt x="1202652" y="46667"/>
                  <a:pt x="1208830" y="46667"/>
                </a:cubicBezTo>
                <a:cubicBezTo>
                  <a:pt x="1213922" y="46667"/>
                  <a:pt x="1219096" y="47771"/>
                  <a:pt x="1224351" y="49979"/>
                </a:cubicBezTo>
                <a:cubicBezTo>
                  <a:pt x="1229607" y="52186"/>
                  <a:pt x="1233861" y="55452"/>
                  <a:pt x="1237111" y="59775"/>
                </a:cubicBezTo>
                <a:lnTo>
                  <a:pt x="1228498" y="65954"/>
                </a:lnTo>
                <a:close/>
                <a:moveTo>
                  <a:pt x="1254991" y="65378"/>
                </a:moveTo>
                <a:cubicBezTo>
                  <a:pt x="1254991" y="63316"/>
                  <a:pt x="1254936" y="60660"/>
                  <a:pt x="1254827" y="57409"/>
                </a:cubicBezTo>
                <a:cubicBezTo>
                  <a:pt x="1254720" y="54159"/>
                  <a:pt x="1254558" y="51233"/>
                  <a:pt x="1254341" y="48632"/>
                </a:cubicBezTo>
                <a:lnTo>
                  <a:pt x="1264907" y="48632"/>
                </a:lnTo>
                <a:cubicBezTo>
                  <a:pt x="1265123" y="50690"/>
                  <a:pt x="1265285" y="52966"/>
                  <a:pt x="1265393" y="55460"/>
                </a:cubicBezTo>
                <a:cubicBezTo>
                  <a:pt x="1265502" y="57952"/>
                  <a:pt x="1265557" y="60010"/>
                  <a:pt x="1265557" y="61635"/>
                </a:cubicBezTo>
                <a:lnTo>
                  <a:pt x="1265881" y="61635"/>
                </a:lnTo>
                <a:cubicBezTo>
                  <a:pt x="1268049" y="57188"/>
                  <a:pt x="1271300" y="53581"/>
                  <a:pt x="1275634" y="50817"/>
                </a:cubicBezTo>
                <a:cubicBezTo>
                  <a:pt x="1279969" y="48051"/>
                  <a:pt x="1284846" y="46667"/>
                  <a:pt x="1290264" y="46667"/>
                </a:cubicBezTo>
                <a:cubicBezTo>
                  <a:pt x="1291673" y="46667"/>
                  <a:pt x="1292946" y="46731"/>
                  <a:pt x="1294084" y="46858"/>
                </a:cubicBezTo>
                <a:cubicBezTo>
                  <a:pt x="1295221" y="46986"/>
                  <a:pt x="1296386" y="47240"/>
                  <a:pt x="1297578" y="47620"/>
                </a:cubicBezTo>
                <a:lnTo>
                  <a:pt x="1296115" y="57962"/>
                </a:lnTo>
                <a:cubicBezTo>
                  <a:pt x="1295465" y="57746"/>
                  <a:pt x="1294381" y="57529"/>
                  <a:pt x="1292864" y="57312"/>
                </a:cubicBezTo>
                <a:cubicBezTo>
                  <a:pt x="1291347" y="57094"/>
                  <a:pt x="1289830" y="56985"/>
                  <a:pt x="1288312" y="56985"/>
                </a:cubicBezTo>
                <a:cubicBezTo>
                  <a:pt x="1285387" y="56985"/>
                  <a:pt x="1282570" y="57527"/>
                  <a:pt x="1279860" y="58612"/>
                </a:cubicBezTo>
                <a:cubicBezTo>
                  <a:pt x="1277152" y="59695"/>
                  <a:pt x="1274794" y="61402"/>
                  <a:pt x="1272789" y="63731"/>
                </a:cubicBezTo>
                <a:cubicBezTo>
                  <a:pt x="1270785" y="66061"/>
                  <a:pt x="1269159" y="69041"/>
                  <a:pt x="1267913" y="72672"/>
                </a:cubicBezTo>
                <a:cubicBezTo>
                  <a:pt x="1266668" y="76302"/>
                  <a:pt x="1266045" y="80663"/>
                  <a:pt x="1266045" y="85755"/>
                </a:cubicBezTo>
                <a:lnTo>
                  <a:pt x="1266045" y="124764"/>
                </a:lnTo>
                <a:lnTo>
                  <a:pt x="1254991" y="124764"/>
                </a:lnTo>
                <a:lnTo>
                  <a:pt x="1254991" y="65378"/>
                </a:lnTo>
                <a:close/>
                <a:moveTo>
                  <a:pt x="1324721" y="124764"/>
                </a:moveTo>
                <a:lnTo>
                  <a:pt x="1313670" y="124764"/>
                </a:lnTo>
                <a:lnTo>
                  <a:pt x="1313670" y="48694"/>
                </a:lnTo>
                <a:lnTo>
                  <a:pt x="1324721" y="48694"/>
                </a:lnTo>
                <a:lnTo>
                  <a:pt x="1324721" y="124764"/>
                </a:lnTo>
                <a:moveTo>
                  <a:pt x="1326998" y="19365"/>
                </a:moveTo>
                <a:cubicBezTo>
                  <a:pt x="1326998" y="21634"/>
                  <a:pt x="1326186" y="23497"/>
                  <a:pt x="1324560" y="24956"/>
                </a:cubicBezTo>
                <a:cubicBezTo>
                  <a:pt x="1322935" y="26414"/>
                  <a:pt x="1321147" y="27143"/>
                  <a:pt x="1319196" y="27143"/>
                </a:cubicBezTo>
                <a:cubicBezTo>
                  <a:pt x="1317244" y="27143"/>
                  <a:pt x="1315456" y="26414"/>
                  <a:pt x="1313831" y="24956"/>
                </a:cubicBezTo>
                <a:cubicBezTo>
                  <a:pt x="1312205" y="23497"/>
                  <a:pt x="1311393" y="21634"/>
                  <a:pt x="1311393" y="19365"/>
                </a:cubicBezTo>
                <a:cubicBezTo>
                  <a:pt x="1311393" y="17097"/>
                  <a:pt x="1312205" y="15233"/>
                  <a:pt x="1313831" y="13775"/>
                </a:cubicBezTo>
                <a:cubicBezTo>
                  <a:pt x="1315456" y="12317"/>
                  <a:pt x="1317244" y="11587"/>
                  <a:pt x="1319196" y="11587"/>
                </a:cubicBezTo>
                <a:cubicBezTo>
                  <a:pt x="1321147" y="11587"/>
                  <a:pt x="1322935" y="12317"/>
                  <a:pt x="1324560" y="13775"/>
                </a:cubicBezTo>
                <a:cubicBezTo>
                  <a:pt x="1326186" y="15233"/>
                  <a:pt x="1326998" y="17097"/>
                  <a:pt x="1326998" y="19365"/>
                </a:cubicBezTo>
                <a:close/>
                <a:moveTo>
                  <a:pt x="1365196" y="163723"/>
                </a:moveTo>
                <a:lnTo>
                  <a:pt x="1354142" y="163723"/>
                </a:lnTo>
                <a:lnTo>
                  <a:pt x="1354142" y="48622"/>
                </a:lnTo>
                <a:lnTo>
                  <a:pt x="1365196" y="48622"/>
                </a:lnTo>
                <a:lnTo>
                  <a:pt x="1365196" y="61789"/>
                </a:lnTo>
                <a:lnTo>
                  <a:pt x="1365682" y="61789"/>
                </a:lnTo>
                <a:cubicBezTo>
                  <a:pt x="1368825" y="56802"/>
                  <a:pt x="1373024" y="53036"/>
                  <a:pt x="1378279" y="50489"/>
                </a:cubicBezTo>
                <a:cubicBezTo>
                  <a:pt x="1383536" y="47941"/>
                  <a:pt x="1388872" y="46667"/>
                  <a:pt x="1394289" y="46667"/>
                </a:cubicBezTo>
                <a:cubicBezTo>
                  <a:pt x="1400250" y="46667"/>
                  <a:pt x="1405641" y="47698"/>
                  <a:pt x="1410462" y="49758"/>
                </a:cubicBezTo>
                <a:cubicBezTo>
                  <a:pt x="1415284" y="51816"/>
                  <a:pt x="1419401" y="54635"/>
                  <a:pt x="1422814" y="58213"/>
                </a:cubicBezTo>
                <a:cubicBezTo>
                  <a:pt x="1426228" y="61789"/>
                  <a:pt x="1428884" y="66017"/>
                  <a:pt x="1430780" y="70897"/>
                </a:cubicBezTo>
                <a:cubicBezTo>
                  <a:pt x="1432677" y="75774"/>
                  <a:pt x="1433625" y="81031"/>
                  <a:pt x="1433625" y="86668"/>
                </a:cubicBezTo>
                <a:cubicBezTo>
                  <a:pt x="1433625" y="92305"/>
                  <a:pt x="1432677" y="97563"/>
                  <a:pt x="1430780" y="102442"/>
                </a:cubicBezTo>
                <a:cubicBezTo>
                  <a:pt x="1428884" y="107320"/>
                  <a:pt x="1426228" y="111548"/>
                  <a:pt x="1422814" y="115126"/>
                </a:cubicBezTo>
                <a:cubicBezTo>
                  <a:pt x="1419401" y="118702"/>
                  <a:pt x="1415284" y="121521"/>
                  <a:pt x="1410462" y="123581"/>
                </a:cubicBezTo>
                <a:cubicBezTo>
                  <a:pt x="1405641" y="125640"/>
                  <a:pt x="1400250" y="126669"/>
                  <a:pt x="1394289" y="126669"/>
                </a:cubicBezTo>
                <a:cubicBezTo>
                  <a:pt x="1388872" y="126669"/>
                  <a:pt x="1383536" y="125396"/>
                  <a:pt x="1378279" y="122849"/>
                </a:cubicBezTo>
                <a:cubicBezTo>
                  <a:pt x="1373024" y="120301"/>
                  <a:pt x="1368825" y="116642"/>
                  <a:pt x="1365682" y="111872"/>
                </a:cubicBezTo>
                <a:lnTo>
                  <a:pt x="1365196" y="111872"/>
                </a:lnTo>
                <a:lnTo>
                  <a:pt x="1365196" y="163723"/>
                </a:lnTo>
                <a:moveTo>
                  <a:pt x="1421923" y="86671"/>
                </a:moveTo>
                <a:cubicBezTo>
                  <a:pt x="1421923" y="82434"/>
                  <a:pt x="1421273" y="78443"/>
                  <a:pt x="1419971" y="74696"/>
                </a:cubicBezTo>
                <a:cubicBezTo>
                  <a:pt x="1418672" y="70948"/>
                  <a:pt x="1416803" y="67689"/>
                  <a:pt x="1414364" y="64919"/>
                </a:cubicBezTo>
                <a:cubicBezTo>
                  <a:pt x="1411926" y="62148"/>
                  <a:pt x="1408920" y="59948"/>
                  <a:pt x="1405343" y="58319"/>
                </a:cubicBezTo>
                <a:cubicBezTo>
                  <a:pt x="1401767" y="56689"/>
                  <a:pt x="1397703" y="55874"/>
                  <a:pt x="1393153" y="55874"/>
                </a:cubicBezTo>
                <a:cubicBezTo>
                  <a:pt x="1388927" y="55874"/>
                  <a:pt x="1385025" y="56662"/>
                  <a:pt x="1381449" y="58238"/>
                </a:cubicBezTo>
                <a:cubicBezTo>
                  <a:pt x="1377874" y="59812"/>
                  <a:pt x="1374786" y="61984"/>
                  <a:pt x="1372185" y="64756"/>
                </a:cubicBezTo>
                <a:cubicBezTo>
                  <a:pt x="1369584" y="67525"/>
                  <a:pt x="1367552" y="70784"/>
                  <a:pt x="1366089" y="74533"/>
                </a:cubicBezTo>
                <a:cubicBezTo>
                  <a:pt x="1364626" y="78279"/>
                  <a:pt x="1363894" y="82325"/>
                  <a:pt x="1363894" y="86671"/>
                </a:cubicBezTo>
                <a:cubicBezTo>
                  <a:pt x="1363894" y="91016"/>
                  <a:pt x="1364626" y="95063"/>
                  <a:pt x="1366089" y="98811"/>
                </a:cubicBezTo>
                <a:cubicBezTo>
                  <a:pt x="1367552" y="102558"/>
                  <a:pt x="1369584" y="105790"/>
                  <a:pt x="1372185" y="108506"/>
                </a:cubicBezTo>
                <a:cubicBezTo>
                  <a:pt x="1374786" y="111221"/>
                  <a:pt x="1377874" y="113367"/>
                  <a:pt x="1381449" y="114942"/>
                </a:cubicBezTo>
                <a:cubicBezTo>
                  <a:pt x="1385025" y="116517"/>
                  <a:pt x="1388927" y="117304"/>
                  <a:pt x="1393153" y="117304"/>
                </a:cubicBezTo>
                <a:cubicBezTo>
                  <a:pt x="1397703" y="117304"/>
                  <a:pt x="1401767" y="116517"/>
                  <a:pt x="1405343" y="114942"/>
                </a:cubicBezTo>
                <a:cubicBezTo>
                  <a:pt x="1408920" y="113367"/>
                  <a:pt x="1411926" y="111194"/>
                  <a:pt x="1414364" y="108424"/>
                </a:cubicBezTo>
                <a:cubicBezTo>
                  <a:pt x="1416803" y="105653"/>
                  <a:pt x="1418672" y="102394"/>
                  <a:pt x="1419971" y="98648"/>
                </a:cubicBezTo>
                <a:cubicBezTo>
                  <a:pt x="1421273" y="94899"/>
                  <a:pt x="1421923" y="90907"/>
                  <a:pt x="1421923" y="86671"/>
                </a:cubicBezTo>
                <a:close/>
                <a:moveTo>
                  <a:pt x="1491652" y="57938"/>
                </a:moveTo>
                <a:lnTo>
                  <a:pt x="1470198" y="57938"/>
                </a:lnTo>
                <a:lnTo>
                  <a:pt x="1470198" y="102358"/>
                </a:lnTo>
                <a:cubicBezTo>
                  <a:pt x="1470198" y="105179"/>
                  <a:pt x="1470469" y="107511"/>
                  <a:pt x="1471009" y="109355"/>
                </a:cubicBezTo>
                <a:cubicBezTo>
                  <a:pt x="1471552" y="111198"/>
                  <a:pt x="1472337" y="112636"/>
                  <a:pt x="1473366" y="113668"/>
                </a:cubicBezTo>
                <a:cubicBezTo>
                  <a:pt x="1474396" y="114698"/>
                  <a:pt x="1475615" y="115403"/>
                  <a:pt x="1477024" y="115783"/>
                </a:cubicBezTo>
                <a:cubicBezTo>
                  <a:pt x="1478433" y="116162"/>
                  <a:pt x="1479950" y="116351"/>
                  <a:pt x="1481575" y="116351"/>
                </a:cubicBezTo>
                <a:cubicBezTo>
                  <a:pt x="1483093" y="116351"/>
                  <a:pt x="1484691" y="116130"/>
                  <a:pt x="1486369" y="115689"/>
                </a:cubicBezTo>
                <a:cubicBezTo>
                  <a:pt x="1488049" y="115246"/>
                  <a:pt x="1489648" y="114637"/>
                  <a:pt x="1491166" y="113861"/>
                </a:cubicBezTo>
                <a:lnTo>
                  <a:pt x="1491652" y="123442"/>
                </a:lnTo>
                <a:cubicBezTo>
                  <a:pt x="1489703" y="124201"/>
                  <a:pt x="1487671" y="124770"/>
                  <a:pt x="1485558" y="125148"/>
                </a:cubicBezTo>
                <a:cubicBezTo>
                  <a:pt x="1483445" y="125527"/>
                  <a:pt x="1481142" y="125716"/>
                  <a:pt x="1478648" y="125716"/>
                </a:cubicBezTo>
                <a:cubicBezTo>
                  <a:pt x="1476590" y="125716"/>
                  <a:pt x="1474423" y="125445"/>
                  <a:pt x="1472148" y="124903"/>
                </a:cubicBezTo>
                <a:cubicBezTo>
                  <a:pt x="1469873" y="124362"/>
                  <a:pt x="1467760" y="123334"/>
                  <a:pt x="1465808" y="121818"/>
                </a:cubicBezTo>
                <a:cubicBezTo>
                  <a:pt x="1463859" y="120300"/>
                  <a:pt x="1462261" y="118240"/>
                  <a:pt x="1461014" y="115639"/>
                </a:cubicBezTo>
                <a:cubicBezTo>
                  <a:pt x="1459767" y="113038"/>
                  <a:pt x="1459144" y="109625"/>
                  <a:pt x="1459144" y="105399"/>
                </a:cubicBezTo>
                <a:lnTo>
                  <a:pt x="1459144" y="57938"/>
                </a:lnTo>
                <a:lnTo>
                  <a:pt x="1443377" y="57938"/>
                </a:lnTo>
                <a:lnTo>
                  <a:pt x="1443377" y="48731"/>
                </a:lnTo>
                <a:lnTo>
                  <a:pt x="1459144" y="48731"/>
                </a:lnTo>
                <a:lnTo>
                  <a:pt x="1459144" y="27275"/>
                </a:lnTo>
                <a:lnTo>
                  <a:pt x="1470198" y="27275"/>
                </a:lnTo>
                <a:lnTo>
                  <a:pt x="1470198" y="48731"/>
                </a:lnTo>
                <a:lnTo>
                  <a:pt x="1491652" y="48731"/>
                </a:lnTo>
                <a:lnTo>
                  <a:pt x="1491652" y="57938"/>
                </a:lnTo>
                <a:close/>
                <a:moveTo>
                  <a:pt x="1520098" y="124764"/>
                </a:moveTo>
                <a:lnTo>
                  <a:pt x="1509046" y="124764"/>
                </a:lnTo>
                <a:lnTo>
                  <a:pt x="1509046" y="48694"/>
                </a:lnTo>
                <a:lnTo>
                  <a:pt x="1520098" y="48694"/>
                </a:lnTo>
                <a:lnTo>
                  <a:pt x="1520098" y="124764"/>
                </a:lnTo>
                <a:moveTo>
                  <a:pt x="1522374" y="19365"/>
                </a:moveTo>
                <a:cubicBezTo>
                  <a:pt x="1522374" y="21634"/>
                  <a:pt x="1521562" y="23497"/>
                  <a:pt x="1519936" y="24956"/>
                </a:cubicBezTo>
                <a:cubicBezTo>
                  <a:pt x="1518311" y="26414"/>
                  <a:pt x="1516523" y="27143"/>
                  <a:pt x="1514572" y="27143"/>
                </a:cubicBezTo>
                <a:cubicBezTo>
                  <a:pt x="1512621" y="27143"/>
                  <a:pt x="1510832" y="26414"/>
                  <a:pt x="1509207" y="24956"/>
                </a:cubicBezTo>
                <a:cubicBezTo>
                  <a:pt x="1507582" y="23497"/>
                  <a:pt x="1506769" y="21634"/>
                  <a:pt x="1506769" y="19365"/>
                </a:cubicBezTo>
                <a:cubicBezTo>
                  <a:pt x="1506769" y="17097"/>
                  <a:pt x="1507582" y="15233"/>
                  <a:pt x="1509207" y="13775"/>
                </a:cubicBezTo>
                <a:cubicBezTo>
                  <a:pt x="1510832" y="12317"/>
                  <a:pt x="1512621" y="11587"/>
                  <a:pt x="1514572" y="11587"/>
                </a:cubicBezTo>
                <a:cubicBezTo>
                  <a:pt x="1516523" y="11587"/>
                  <a:pt x="1518311" y="12317"/>
                  <a:pt x="1519936" y="13775"/>
                </a:cubicBezTo>
                <a:cubicBezTo>
                  <a:pt x="1521562" y="15233"/>
                  <a:pt x="1522374" y="17097"/>
                  <a:pt x="1522374" y="19365"/>
                </a:cubicBezTo>
                <a:close/>
                <a:moveTo>
                  <a:pt x="1625100" y="86668"/>
                </a:moveTo>
                <a:cubicBezTo>
                  <a:pt x="1625100" y="92414"/>
                  <a:pt x="1624097" y="97726"/>
                  <a:pt x="1622091" y="102603"/>
                </a:cubicBezTo>
                <a:cubicBezTo>
                  <a:pt x="1620087" y="107481"/>
                  <a:pt x="1617297" y="111709"/>
                  <a:pt x="1613720" y="115287"/>
                </a:cubicBezTo>
                <a:cubicBezTo>
                  <a:pt x="1610146" y="118864"/>
                  <a:pt x="1605866" y="121655"/>
                  <a:pt x="1600880" y="123660"/>
                </a:cubicBezTo>
                <a:cubicBezTo>
                  <a:pt x="1595897" y="125666"/>
                  <a:pt x="1590425" y="126669"/>
                  <a:pt x="1584464" y="126669"/>
                </a:cubicBezTo>
                <a:cubicBezTo>
                  <a:pt x="1578612" y="126669"/>
                  <a:pt x="1573194" y="125666"/>
                  <a:pt x="1568209" y="123660"/>
                </a:cubicBezTo>
                <a:cubicBezTo>
                  <a:pt x="1563225" y="121655"/>
                  <a:pt x="1558945" y="118864"/>
                  <a:pt x="1555369" y="115287"/>
                </a:cubicBezTo>
                <a:cubicBezTo>
                  <a:pt x="1551794" y="111709"/>
                  <a:pt x="1549004" y="107481"/>
                  <a:pt x="1546998" y="102603"/>
                </a:cubicBezTo>
                <a:cubicBezTo>
                  <a:pt x="1544994" y="97726"/>
                  <a:pt x="1543992" y="92414"/>
                  <a:pt x="1543992" y="86668"/>
                </a:cubicBezTo>
                <a:cubicBezTo>
                  <a:pt x="1543992" y="80922"/>
                  <a:pt x="1544994" y="75611"/>
                  <a:pt x="1546998" y="70733"/>
                </a:cubicBezTo>
                <a:cubicBezTo>
                  <a:pt x="1549004" y="65855"/>
                  <a:pt x="1551794" y="61628"/>
                  <a:pt x="1555369" y="58052"/>
                </a:cubicBezTo>
                <a:cubicBezTo>
                  <a:pt x="1558945" y="54473"/>
                  <a:pt x="1563225" y="51682"/>
                  <a:pt x="1568209" y="49676"/>
                </a:cubicBezTo>
                <a:cubicBezTo>
                  <a:pt x="1573194" y="47670"/>
                  <a:pt x="1578612" y="46667"/>
                  <a:pt x="1584464" y="46667"/>
                </a:cubicBezTo>
                <a:cubicBezTo>
                  <a:pt x="1590425" y="46667"/>
                  <a:pt x="1595897" y="47670"/>
                  <a:pt x="1600880" y="49676"/>
                </a:cubicBezTo>
                <a:cubicBezTo>
                  <a:pt x="1605866" y="51682"/>
                  <a:pt x="1610146" y="54473"/>
                  <a:pt x="1613720" y="58052"/>
                </a:cubicBezTo>
                <a:cubicBezTo>
                  <a:pt x="1617297" y="61628"/>
                  <a:pt x="1620087" y="65855"/>
                  <a:pt x="1622091" y="70733"/>
                </a:cubicBezTo>
                <a:cubicBezTo>
                  <a:pt x="1624097" y="75611"/>
                  <a:pt x="1625100" y="80922"/>
                  <a:pt x="1625100" y="86668"/>
                </a:cubicBezTo>
                <a:moveTo>
                  <a:pt x="1613398" y="86671"/>
                </a:moveTo>
                <a:cubicBezTo>
                  <a:pt x="1613398" y="82434"/>
                  <a:pt x="1612721" y="78443"/>
                  <a:pt x="1611367" y="74696"/>
                </a:cubicBezTo>
                <a:cubicBezTo>
                  <a:pt x="1610013" y="70948"/>
                  <a:pt x="1608089" y="67689"/>
                  <a:pt x="1605595" y="64919"/>
                </a:cubicBezTo>
                <a:cubicBezTo>
                  <a:pt x="1603104" y="62148"/>
                  <a:pt x="1600069" y="59948"/>
                  <a:pt x="1596493" y="58319"/>
                </a:cubicBezTo>
                <a:cubicBezTo>
                  <a:pt x="1592918" y="56689"/>
                  <a:pt x="1588909" y="55874"/>
                  <a:pt x="1584467" y="55874"/>
                </a:cubicBezTo>
                <a:cubicBezTo>
                  <a:pt x="1580024" y="55874"/>
                  <a:pt x="1576041" y="56689"/>
                  <a:pt x="1572519" y="58319"/>
                </a:cubicBezTo>
                <a:cubicBezTo>
                  <a:pt x="1568998" y="59948"/>
                  <a:pt x="1565990" y="62148"/>
                  <a:pt x="1563496" y="64919"/>
                </a:cubicBezTo>
                <a:cubicBezTo>
                  <a:pt x="1561005" y="67689"/>
                  <a:pt x="1559082" y="70948"/>
                  <a:pt x="1557727" y="74696"/>
                </a:cubicBezTo>
                <a:cubicBezTo>
                  <a:pt x="1556373" y="78443"/>
                  <a:pt x="1555696" y="82434"/>
                  <a:pt x="1555696" y="86671"/>
                </a:cubicBezTo>
                <a:cubicBezTo>
                  <a:pt x="1555696" y="90907"/>
                  <a:pt x="1556373" y="94899"/>
                  <a:pt x="1557727" y="98648"/>
                </a:cubicBezTo>
                <a:cubicBezTo>
                  <a:pt x="1559082" y="102394"/>
                  <a:pt x="1561005" y="105653"/>
                  <a:pt x="1563496" y="108424"/>
                </a:cubicBezTo>
                <a:cubicBezTo>
                  <a:pt x="1565990" y="111194"/>
                  <a:pt x="1568998" y="113367"/>
                  <a:pt x="1572519" y="114942"/>
                </a:cubicBezTo>
                <a:cubicBezTo>
                  <a:pt x="1576041" y="116517"/>
                  <a:pt x="1580024" y="117304"/>
                  <a:pt x="1584467" y="117304"/>
                </a:cubicBezTo>
                <a:cubicBezTo>
                  <a:pt x="1588909" y="117304"/>
                  <a:pt x="1592918" y="116517"/>
                  <a:pt x="1596493" y="114942"/>
                </a:cubicBezTo>
                <a:cubicBezTo>
                  <a:pt x="1600069" y="113367"/>
                  <a:pt x="1603104" y="111194"/>
                  <a:pt x="1605595" y="108424"/>
                </a:cubicBezTo>
                <a:cubicBezTo>
                  <a:pt x="1608089" y="105653"/>
                  <a:pt x="1610013" y="102394"/>
                  <a:pt x="1611367" y="98648"/>
                </a:cubicBezTo>
                <a:cubicBezTo>
                  <a:pt x="1612721" y="94899"/>
                  <a:pt x="1613398" y="90907"/>
                  <a:pt x="1613398" y="86671"/>
                </a:cubicBezTo>
                <a:close/>
                <a:moveTo>
                  <a:pt x="1658747" y="48632"/>
                </a:moveTo>
                <a:cubicBezTo>
                  <a:pt x="1658964" y="50690"/>
                  <a:pt x="1659126" y="52966"/>
                  <a:pt x="1659234" y="55460"/>
                </a:cubicBezTo>
                <a:cubicBezTo>
                  <a:pt x="1659343" y="57952"/>
                  <a:pt x="1659397" y="60010"/>
                  <a:pt x="1659397" y="61635"/>
                </a:cubicBezTo>
                <a:lnTo>
                  <a:pt x="1659722" y="61635"/>
                </a:lnTo>
                <a:cubicBezTo>
                  <a:pt x="1661890" y="57188"/>
                  <a:pt x="1665412" y="53581"/>
                  <a:pt x="1670288" y="50817"/>
                </a:cubicBezTo>
                <a:cubicBezTo>
                  <a:pt x="1675164" y="48051"/>
                  <a:pt x="1680311" y="46667"/>
                  <a:pt x="1685730" y="46667"/>
                </a:cubicBezTo>
                <a:cubicBezTo>
                  <a:pt x="1695373" y="46667"/>
                  <a:pt x="1702605" y="49542"/>
                  <a:pt x="1707426" y="55291"/>
                </a:cubicBezTo>
                <a:cubicBezTo>
                  <a:pt x="1712249" y="61040"/>
                  <a:pt x="1714661" y="68633"/>
                  <a:pt x="1714661" y="78069"/>
                </a:cubicBezTo>
                <a:lnTo>
                  <a:pt x="1714661" y="124764"/>
                </a:lnTo>
                <a:lnTo>
                  <a:pt x="1703609" y="124764"/>
                </a:lnTo>
                <a:lnTo>
                  <a:pt x="1703609" y="82583"/>
                </a:lnTo>
                <a:cubicBezTo>
                  <a:pt x="1703609" y="78565"/>
                  <a:pt x="1703284" y="74929"/>
                  <a:pt x="1702635" y="71673"/>
                </a:cubicBezTo>
                <a:cubicBezTo>
                  <a:pt x="1701985" y="68416"/>
                  <a:pt x="1700874" y="65620"/>
                  <a:pt x="1699301" y="63285"/>
                </a:cubicBezTo>
                <a:cubicBezTo>
                  <a:pt x="1697730" y="60950"/>
                  <a:pt x="1695617" y="59131"/>
                  <a:pt x="1692962" y="57828"/>
                </a:cubicBezTo>
                <a:cubicBezTo>
                  <a:pt x="1690308" y="56525"/>
                  <a:pt x="1686976" y="55874"/>
                  <a:pt x="1682967" y="55874"/>
                </a:cubicBezTo>
                <a:cubicBezTo>
                  <a:pt x="1680042" y="55874"/>
                  <a:pt x="1677197" y="56472"/>
                  <a:pt x="1674432" y="57667"/>
                </a:cubicBezTo>
                <a:cubicBezTo>
                  <a:pt x="1671669" y="58861"/>
                  <a:pt x="1669204" y="60680"/>
                  <a:pt x="1667036" y="63124"/>
                </a:cubicBezTo>
                <a:cubicBezTo>
                  <a:pt x="1664870" y="65566"/>
                  <a:pt x="1663137" y="68659"/>
                  <a:pt x="1661835" y="72405"/>
                </a:cubicBezTo>
                <a:cubicBezTo>
                  <a:pt x="1660536" y="76150"/>
                  <a:pt x="1659886" y="80574"/>
                  <a:pt x="1659886" y="85679"/>
                </a:cubicBezTo>
                <a:lnTo>
                  <a:pt x="1659886" y="124764"/>
                </a:lnTo>
                <a:lnTo>
                  <a:pt x="1648832" y="124764"/>
                </a:lnTo>
                <a:lnTo>
                  <a:pt x="1648832" y="65378"/>
                </a:lnTo>
                <a:cubicBezTo>
                  <a:pt x="1648832" y="63316"/>
                  <a:pt x="1648777" y="60660"/>
                  <a:pt x="1648668" y="57409"/>
                </a:cubicBezTo>
                <a:cubicBezTo>
                  <a:pt x="1648560" y="54159"/>
                  <a:pt x="1648398" y="51233"/>
                  <a:pt x="1648182" y="48632"/>
                </a:cubicBezTo>
                <a:lnTo>
                  <a:pt x="1658747" y="48632"/>
                </a:lnTo>
                <a:close/>
                <a:moveTo>
                  <a:pt x="1785368" y="48731"/>
                </a:moveTo>
                <a:lnTo>
                  <a:pt x="1803736" y="110468"/>
                </a:lnTo>
                <a:lnTo>
                  <a:pt x="1804061" y="110468"/>
                </a:lnTo>
                <a:lnTo>
                  <a:pt x="1824540" y="48731"/>
                </a:lnTo>
                <a:lnTo>
                  <a:pt x="1835269" y="48731"/>
                </a:lnTo>
                <a:lnTo>
                  <a:pt x="1856073" y="110468"/>
                </a:lnTo>
                <a:lnTo>
                  <a:pt x="1856398" y="110468"/>
                </a:lnTo>
                <a:lnTo>
                  <a:pt x="1874603" y="48731"/>
                </a:lnTo>
                <a:lnTo>
                  <a:pt x="1886307" y="48731"/>
                </a:lnTo>
                <a:lnTo>
                  <a:pt x="1862252" y="124764"/>
                </a:lnTo>
                <a:lnTo>
                  <a:pt x="1850223" y="124764"/>
                </a:lnTo>
                <a:lnTo>
                  <a:pt x="1829905" y="63191"/>
                </a:lnTo>
                <a:lnTo>
                  <a:pt x="1829580" y="63191"/>
                </a:lnTo>
                <a:lnTo>
                  <a:pt x="1809587" y="124764"/>
                </a:lnTo>
                <a:lnTo>
                  <a:pt x="1797558" y="124764"/>
                </a:lnTo>
                <a:lnTo>
                  <a:pt x="1773502" y="48731"/>
                </a:lnTo>
                <a:lnTo>
                  <a:pt x="1785368" y="48731"/>
                </a:lnTo>
                <a:close/>
                <a:moveTo>
                  <a:pt x="1916376" y="124764"/>
                </a:moveTo>
                <a:lnTo>
                  <a:pt x="1905324" y="124764"/>
                </a:lnTo>
                <a:lnTo>
                  <a:pt x="1905324" y="48694"/>
                </a:lnTo>
                <a:lnTo>
                  <a:pt x="1916376" y="48694"/>
                </a:lnTo>
                <a:lnTo>
                  <a:pt x="1916376" y="124764"/>
                </a:lnTo>
                <a:moveTo>
                  <a:pt x="1918653" y="19365"/>
                </a:moveTo>
                <a:cubicBezTo>
                  <a:pt x="1918653" y="21634"/>
                  <a:pt x="1917840" y="23497"/>
                  <a:pt x="1916215" y="24956"/>
                </a:cubicBezTo>
                <a:cubicBezTo>
                  <a:pt x="1914590" y="26414"/>
                  <a:pt x="1912801" y="27143"/>
                  <a:pt x="1910850" y="27143"/>
                </a:cubicBezTo>
                <a:cubicBezTo>
                  <a:pt x="1908899" y="27143"/>
                  <a:pt x="1907111" y="26414"/>
                  <a:pt x="1905486" y="24956"/>
                </a:cubicBezTo>
                <a:cubicBezTo>
                  <a:pt x="1903860" y="23497"/>
                  <a:pt x="1903048" y="21634"/>
                  <a:pt x="1903048" y="19365"/>
                </a:cubicBezTo>
                <a:cubicBezTo>
                  <a:pt x="1903048" y="17097"/>
                  <a:pt x="1903860" y="15233"/>
                  <a:pt x="1905486" y="13775"/>
                </a:cubicBezTo>
                <a:cubicBezTo>
                  <a:pt x="1907111" y="12317"/>
                  <a:pt x="1908899" y="11587"/>
                  <a:pt x="1910850" y="11587"/>
                </a:cubicBezTo>
                <a:cubicBezTo>
                  <a:pt x="1912801" y="11587"/>
                  <a:pt x="1914590" y="12317"/>
                  <a:pt x="1916215" y="13775"/>
                </a:cubicBezTo>
                <a:cubicBezTo>
                  <a:pt x="1917840" y="15233"/>
                  <a:pt x="1918653" y="17097"/>
                  <a:pt x="1918653" y="19365"/>
                </a:cubicBezTo>
                <a:close/>
                <a:moveTo>
                  <a:pt x="1980093" y="57938"/>
                </a:moveTo>
                <a:lnTo>
                  <a:pt x="1958639" y="57938"/>
                </a:lnTo>
                <a:lnTo>
                  <a:pt x="1958639" y="102358"/>
                </a:lnTo>
                <a:cubicBezTo>
                  <a:pt x="1958639" y="105179"/>
                  <a:pt x="1958910" y="107511"/>
                  <a:pt x="1959450" y="109355"/>
                </a:cubicBezTo>
                <a:cubicBezTo>
                  <a:pt x="1959993" y="111198"/>
                  <a:pt x="1960778" y="112636"/>
                  <a:pt x="1961807" y="113668"/>
                </a:cubicBezTo>
                <a:cubicBezTo>
                  <a:pt x="1962837" y="114698"/>
                  <a:pt x="1964056" y="115403"/>
                  <a:pt x="1965465" y="115783"/>
                </a:cubicBezTo>
                <a:cubicBezTo>
                  <a:pt x="1966874" y="116162"/>
                  <a:pt x="1968391" y="116351"/>
                  <a:pt x="1970016" y="116351"/>
                </a:cubicBezTo>
                <a:cubicBezTo>
                  <a:pt x="1971534" y="116351"/>
                  <a:pt x="1973132" y="116130"/>
                  <a:pt x="1974810" y="115689"/>
                </a:cubicBezTo>
                <a:cubicBezTo>
                  <a:pt x="1976490" y="115246"/>
                  <a:pt x="1978089" y="114637"/>
                  <a:pt x="1979607" y="113861"/>
                </a:cubicBezTo>
                <a:lnTo>
                  <a:pt x="1980093" y="123442"/>
                </a:lnTo>
                <a:cubicBezTo>
                  <a:pt x="1978144" y="124201"/>
                  <a:pt x="1976112" y="124770"/>
                  <a:pt x="1973999" y="125148"/>
                </a:cubicBezTo>
                <a:cubicBezTo>
                  <a:pt x="1971886" y="125527"/>
                  <a:pt x="1969583" y="125716"/>
                  <a:pt x="1967089" y="125716"/>
                </a:cubicBezTo>
                <a:cubicBezTo>
                  <a:pt x="1965031" y="125716"/>
                  <a:pt x="1962864" y="125445"/>
                  <a:pt x="1960589" y="124903"/>
                </a:cubicBezTo>
                <a:cubicBezTo>
                  <a:pt x="1958314" y="124362"/>
                  <a:pt x="1956201" y="123334"/>
                  <a:pt x="1954249" y="121818"/>
                </a:cubicBezTo>
                <a:cubicBezTo>
                  <a:pt x="1952300" y="120300"/>
                  <a:pt x="1950702" y="118240"/>
                  <a:pt x="1949455" y="115639"/>
                </a:cubicBezTo>
                <a:cubicBezTo>
                  <a:pt x="1948209" y="113038"/>
                  <a:pt x="1947585" y="109625"/>
                  <a:pt x="1947585" y="105399"/>
                </a:cubicBezTo>
                <a:lnTo>
                  <a:pt x="1947585" y="57938"/>
                </a:lnTo>
                <a:lnTo>
                  <a:pt x="1931819" y="57938"/>
                </a:lnTo>
                <a:lnTo>
                  <a:pt x="1931819" y="48731"/>
                </a:lnTo>
                <a:lnTo>
                  <a:pt x="1947585" y="48731"/>
                </a:lnTo>
                <a:lnTo>
                  <a:pt x="1947585" y="27275"/>
                </a:lnTo>
                <a:lnTo>
                  <a:pt x="1958639" y="27275"/>
                </a:lnTo>
                <a:lnTo>
                  <a:pt x="1958639" y="48731"/>
                </a:lnTo>
                <a:lnTo>
                  <a:pt x="1980093" y="48731"/>
                </a:lnTo>
                <a:lnTo>
                  <a:pt x="1980093" y="57938"/>
                </a:lnTo>
                <a:close/>
                <a:moveTo>
                  <a:pt x="2009026" y="61147"/>
                </a:moveTo>
                <a:cubicBezTo>
                  <a:pt x="2011085" y="56701"/>
                  <a:pt x="2014498" y="53176"/>
                  <a:pt x="2019265" y="50574"/>
                </a:cubicBezTo>
                <a:cubicBezTo>
                  <a:pt x="2024033" y="47970"/>
                  <a:pt x="2029127" y="46667"/>
                  <a:pt x="2034545" y="46667"/>
                </a:cubicBezTo>
                <a:cubicBezTo>
                  <a:pt x="2044188" y="46667"/>
                  <a:pt x="2051420" y="49542"/>
                  <a:pt x="2056242" y="55291"/>
                </a:cubicBezTo>
                <a:cubicBezTo>
                  <a:pt x="2061065" y="61040"/>
                  <a:pt x="2063477" y="68633"/>
                  <a:pt x="2063477" y="78069"/>
                </a:cubicBezTo>
                <a:lnTo>
                  <a:pt x="2063477" y="124764"/>
                </a:lnTo>
                <a:lnTo>
                  <a:pt x="2052425" y="124764"/>
                </a:lnTo>
                <a:lnTo>
                  <a:pt x="2052425" y="82583"/>
                </a:lnTo>
                <a:cubicBezTo>
                  <a:pt x="2052425" y="78565"/>
                  <a:pt x="2052100" y="74929"/>
                  <a:pt x="2051450" y="71673"/>
                </a:cubicBezTo>
                <a:cubicBezTo>
                  <a:pt x="2050800" y="68416"/>
                  <a:pt x="2049689" y="65620"/>
                  <a:pt x="2048117" y="63285"/>
                </a:cubicBezTo>
                <a:cubicBezTo>
                  <a:pt x="2046546" y="60950"/>
                  <a:pt x="2044433" y="59131"/>
                  <a:pt x="2041777" y="57828"/>
                </a:cubicBezTo>
                <a:cubicBezTo>
                  <a:pt x="2039124" y="56525"/>
                  <a:pt x="2035792" y="55874"/>
                  <a:pt x="2031782" y="55874"/>
                </a:cubicBezTo>
                <a:cubicBezTo>
                  <a:pt x="2028857" y="55874"/>
                  <a:pt x="2026012" y="56472"/>
                  <a:pt x="2023248" y="57667"/>
                </a:cubicBezTo>
                <a:cubicBezTo>
                  <a:pt x="2020485" y="58861"/>
                  <a:pt x="2018020" y="60680"/>
                  <a:pt x="2015852" y="63124"/>
                </a:cubicBezTo>
                <a:cubicBezTo>
                  <a:pt x="2013686" y="65566"/>
                  <a:pt x="2011952" y="68659"/>
                  <a:pt x="2010651" y="72405"/>
                </a:cubicBezTo>
                <a:cubicBezTo>
                  <a:pt x="2009351" y="76150"/>
                  <a:pt x="2008701" y="80574"/>
                  <a:pt x="2008701" y="85679"/>
                </a:cubicBezTo>
                <a:lnTo>
                  <a:pt x="2008701" y="124764"/>
                </a:lnTo>
                <a:lnTo>
                  <a:pt x="1997647" y="124764"/>
                </a:lnTo>
                <a:lnTo>
                  <a:pt x="1997647" y="1806"/>
                </a:lnTo>
                <a:lnTo>
                  <a:pt x="2008701" y="1806"/>
                </a:lnTo>
                <a:lnTo>
                  <a:pt x="2008701" y="61147"/>
                </a:lnTo>
                <a:lnTo>
                  <a:pt x="2009026" y="61147"/>
                </a:lnTo>
                <a:close/>
                <a:moveTo>
                  <a:pt x="2200013" y="124764"/>
                </a:moveTo>
                <a:lnTo>
                  <a:pt x="2126381" y="124764"/>
                </a:lnTo>
                <a:lnTo>
                  <a:pt x="2126381" y="112574"/>
                </a:lnTo>
                <a:lnTo>
                  <a:pt x="2173520" y="64944"/>
                </a:lnTo>
                <a:cubicBezTo>
                  <a:pt x="2175253" y="63211"/>
                  <a:pt x="2176959" y="61343"/>
                  <a:pt x="2178639" y="59339"/>
                </a:cubicBezTo>
                <a:cubicBezTo>
                  <a:pt x="2180319" y="57333"/>
                  <a:pt x="2181809" y="55246"/>
                  <a:pt x="2183108" y="53079"/>
                </a:cubicBezTo>
                <a:cubicBezTo>
                  <a:pt x="2184410" y="50911"/>
                  <a:pt x="2185439" y="48609"/>
                  <a:pt x="2186196" y="46171"/>
                </a:cubicBezTo>
                <a:cubicBezTo>
                  <a:pt x="2186955" y="43733"/>
                  <a:pt x="2187335" y="41213"/>
                  <a:pt x="2187335" y="38612"/>
                </a:cubicBezTo>
                <a:cubicBezTo>
                  <a:pt x="2187335" y="35252"/>
                  <a:pt x="2186739" y="32218"/>
                  <a:pt x="2185546" y="29509"/>
                </a:cubicBezTo>
                <a:cubicBezTo>
                  <a:pt x="2184356" y="26799"/>
                  <a:pt x="2182704" y="24496"/>
                  <a:pt x="2180591" y="22600"/>
                </a:cubicBezTo>
                <a:cubicBezTo>
                  <a:pt x="2178478" y="20703"/>
                  <a:pt x="2176039" y="19241"/>
                  <a:pt x="2173274" y="18212"/>
                </a:cubicBezTo>
                <a:cubicBezTo>
                  <a:pt x="2170511" y="17182"/>
                  <a:pt x="2167613" y="16667"/>
                  <a:pt x="2164579" y="16667"/>
                </a:cubicBezTo>
                <a:cubicBezTo>
                  <a:pt x="2158403" y="16667"/>
                  <a:pt x="2153202" y="18591"/>
                  <a:pt x="2148976" y="22438"/>
                </a:cubicBezTo>
                <a:cubicBezTo>
                  <a:pt x="2144750" y="26284"/>
                  <a:pt x="2142040" y="31187"/>
                  <a:pt x="2140848" y="37146"/>
                </a:cubicBezTo>
                <a:lnTo>
                  <a:pt x="2129308" y="34872"/>
                </a:lnTo>
                <a:cubicBezTo>
                  <a:pt x="2130067" y="30862"/>
                  <a:pt x="2131503" y="27123"/>
                  <a:pt x="2133616" y="23656"/>
                </a:cubicBezTo>
                <a:cubicBezTo>
                  <a:pt x="2135729" y="20187"/>
                  <a:pt x="2138329" y="17214"/>
                  <a:pt x="2141416" y="14737"/>
                </a:cubicBezTo>
                <a:cubicBezTo>
                  <a:pt x="2144505" y="12259"/>
                  <a:pt x="2147999" y="10321"/>
                  <a:pt x="2151900" y="8924"/>
                </a:cubicBezTo>
                <a:cubicBezTo>
                  <a:pt x="2155802" y="7525"/>
                  <a:pt x="2160028" y="6826"/>
                  <a:pt x="2164579" y="6826"/>
                </a:cubicBezTo>
                <a:cubicBezTo>
                  <a:pt x="2169238" y="6826"/>
                  <a:pt x="2173654" y="7502"/>
                  <a:pt x="2177826" y="8854"/>
                </a:cubicBezTo>
                <a:cubicBezTo>
                  <a:pt x="2181999" y="10207"/>
                  <a:pt x="2185656" y="12209"/>
                  <a:pt x="2188798" y="14861"/>
                </a:cubicBezTo>
                <a:cubicBezTo>
                  <a:pt x="2191940" y="17512"/>
                  <a:pt x="2194459" y="20812"/>
                  <a:pt x="2196355" y="24762"/>
                </a:cubicBezTo>
                <a:cubicBezTo>
                  <a:pt x="2198252" y="28712"/>
                  <a:pt x="2199200" y="33285"/>
                  <a:pt x="2199200" y="38480"/>
                </a:cubicBezTo>
                <a:cubicBezTo>
                  <a:pt x="2199200" y="42159"/>
                  <a:pt x="2198685" y="45568"/>
                  <a:pt x="2197655" y="48706"/>
                </a:cubicBezTo>
                <a:cubicBezTo>
                  <a:pt x="2196626" y="51844"/>
                  <a:pt x="2195272" y="54821"/>
                  <a:pt x="2193592" y="57635"/>
                </a:cubicBezTo>
                <a:cubicBezTo>
                  <a:pt x="2191914" y="60449"/>
                  <a:pt x="2189936" y="63128"/>
                  <a:pt x="2187660" y="65671"/>
                </a:cubicBezTo>
                <a:cubicBezTo>
                  <a:pt x="2185384" y="68214"/>
                  <a:pt x="2183001" y="70730"/>
                  <a:pt x="2180509" y="73218"/>
                </a:cubicBezTo>
                <a:lnTo>
                  <a:pt x="2139060" y="114288"/>
                </a:lnTo>
                <a:lnTo>
                  <a:pt x="2200013" y="114288"/>
                </a:lnTo>
                <a:lnTo>
                  <a:pt x="2200013" y="124764"/>
                </a:lnTo>
                <a:close/>
                <a:moveTo>
                  <a:pt x="2256579" y="90002"/>
                </a:moveTo>
                <a:lnTo>
                  <a:pt x="2220169" y="90002"/>
                </a:lnTo>
                <a:lnTo>
                  <a:pt x="2220169" y="80795"/>
                </a:lnTo>
                <a:lnTo>
                  <a:pt x="2256579" y="80795"/>
                </a:lnTo>
                <a:lnTo>
                  <a:pt x="2256579" y="90002"/>
                </a:lnTo>
                <a:close/>
                <a:moveTo>
                  <a:pt x="2299165" y="59525"/>
                </a:moveTo>
                <a:lnTo>
                  <a:pt x="2304202" y="59525"/>
                </a:lnTo>
                <a:cubicBezTo>
                  <a:pt x="2307888" y="59525"/>
                  <a:pt x="2311356" y="59145"/>
                  <a:pt x="2314606" y="58384"/>
                </a:cubicBezTo>
                <a:cubicBezTo>
                  <a:pt x="2317857" y="57623"/>
                  <a:pt x="2320701" y="56401"/>
                  <a:pt x="2323138" y="54718"/>
                </a:cubicBezTo>
                <a:cubicBezTo>
                  <a:pt x="2325577" y="53033"/>
                  <a:pt x="2327501" y="50833"/>
                  <a:pt x="2328910" y="48118"/>
                </a:cubicBezTo>
                <a:cubicBezTo>
                  <a:pt x="2330318" y="45402"/>
                  <a:pt x="2331023" y="42143"/>
                  <a:pt x="2331023" y="38341"/>
                </a:cubicBezTo>
                <a:cubicBezTo>
                  <a:pt x="2331023" y="35081"/>
                  <a:pt x="2330427" y="32120"/>
                  <a:pt x="2329235" y="29460"/>
                </a:cubicBezTo>
                <a:cubicBezTo>
                  <a:pt x="2328042" y="26798"/>
                  <a:pt x="2326390" y="24516"/>
                  <a:pt x="2324277" y="22614"/>
                </a:cubicBezTo>
                <a:cubicBezTo>
                  <a:pt x="2322164" y="20713"/>
                  <a:pt x="2319726" y="19246"/>
                  <a:pt x="2316963" y="18215"/>
                </a:cubicBezTo>
                <a:cubicBezTo>
                  <a:pt x="2314200" y="17183"/>
                  <a:pt x="2311301" y="16667"/>
                  <a:pt x="2308267" y="16667"/>
                </a:cubicBezTo>
                <a:cubicBezTo>
                  <a:pt x="2303391" y="16667"/>
                  <a:pt x="2299084" y="17805"/>
                  <a:pt x="2295345" y="20080"/>
                </a:cubicBezTo>
                <a:cubicBezTo>
                  <a:pt x="2291607" y="22355"/>
                  <a:pt x="2288599" y="25714"/>
                  <a:pt x="2286322" y="30157"/>
                </a:cubicBezTo>
                <a:lnTo>
                  <a:pt x="2276409" y="24956"/>
                </a:lnTo>
                <a:cubicBezTo>
                  <a:pt x="2279984" y="18785"/>
                  <a:pt x="2284534" y="14221"/>
                  <a:pt x="2290060" y="11263"/>
                </a:cubicBezTo>
                <a:cubicBezTo>
                  <a:pt x="2295587" y="8305"/>
                  <a:pt x="2301873" y="6826"/>
                  <a:pt x="2308917" y="6826"/>
                </a:cubicBezTo>
                <a:cubicBezTo>
                  <a:pt x="2313467" y="6826"/>
                  <a:pt x="2317774" y="7503"/>
                  <a:pt x="2321839" y="8857"/>
                </a:cubicBezTo>
                <a:cubicBezTo>
                  <a:pt x="2325903" y="10211"/>
                  <a:pt x="2329478" y="12189"/>
                  <a:pt x="2332566" y="14789"/>
                </a:cubicBezTo>
                <a:cubicBezTo>
                  <a:pt x="2335654" y="17390"/>
                  <a:pt x="2338092" y="20615"/>
                  <a:pt x="2339880" y="24462"/>
                </a:cubicBezTo>
                <a:cubicBezTo>
                  <a:pt x="2341669" y="28308"/>
                  <a:pt x="2342563" y="32723"/>
                  <a:pt x="2342563" y="37706"/>
                </a:cubicBezTo>
                <a:cubicBezTo>
                  <a:pt x="2342563" y="44534"/>
                  <a:pt x="2340667" y="50250"/>
                  <a:pt x="2336874" y="54855"/>
                </a:cubicBezTo>
                <a:cubicBezTo>
                  <a:pt x="2333081" y="59460"/>
                  <a:pt x="2328313" y="62521"/>
                  <a:pt x="2322570" y="64039"/>
                </a:cubicBezTo>
                <a:lnTo>
                  <a:pt x="2322570" y="64364"/>
                </a:lnTo>
                <a:cubicBezTo>
                  <a:pt x="2329181" y="65769"/>
                  <a:pt x="2334708" y="68932"/>
                  <a:pt x="2339150" y="73853"/>
                </a:cubicBezTo>
                <a:cubicBezTo>
                  <a:pt x="2343593" y="78772"/>
                  <a:pt x="2345815" y="85125"/>
                  <a:pt x="2345815" y="92911"/>
                </a:cubicBezTo>
                <a:cubicBezTo>
                  <a:pt x="2345815" y="98425"/>
                  <a:pt x="2344812" y="103319"/>
                  <a:pt x="2342806" y="107591"/>
                </a:cubicBezTo>
                <a:cubicBezTo>
                  <a:pt x="2340802" y="111862"/>
                  <a:pt x="2338120" y="115484"/>
                  <a:pt x="2334760" y="118457"/>
                </a:cubicBezTo>
                <a:cubicBezTo>
                  <a:pt x="2331401" y="121430"/>
                  <a:pt x="2327472" y="123700"/>
                  <a:pt x="2322975" y="125268"/>
                </a:cubicBezTo>
                <a:cubicBezTo>
                  <a:pt x="2318479" y="126837"/>
                  <a:pt x="2313738" y="127621"/>
                  <a:pt x="2308753" y="127621"/>
                </a:cubicBezTo>
                <a:cubicBezTo>
                  <a:pt x="2300302" y="127621"/>
                  <a:pt x="2292934" y="125576"/>
                  <a:pt x="2286647" y="121485"/>
                </a:cubicBezTo>
                <a:cubicBezTo>
                  <a:pt x="2280362" y="117395"/>
                  <a:pt x="2275594" y="111557"/>
                  <a:pt x="2272344" y="103973"/>
                </a:cubicBezTo>
                <a:lnTo>
                  <a:pt x="2283398" y="99910"/>
                </a:lnTo>
                <a:cubicBezTo>
                  <a:pt x="2285347" y="105436"/>
                  <a:pt x="2288597" y="109743"/>
                  <a:pt x="2293148" y="112832"/>
                </a:cubicBezTo>
                <a:cubicBezTo>
                  <a:pt x="2297700" y="115919"/>
                  <a:pt x="2302901" y="117462"/>
                  <a:pt x="2308753" y="117462"/>
                </a:cubicBezTo>
                <a:cubicBezTo>
                  <a:pt x="2312004" y="117462"/>
                  <a:pt x="2315174" y="116896"/>
                  <a:pt x="2318262" y="115763"/>
                </a:cubicBezTo>
                <a:cubicBezTo>
                  <a:pt x="2321351" y="114629"/>
                  <a:pt x="2324060" y="113010"/>
                  <a:pt x="2326390" y="110905"/>
                </a:cubicBezTo>
                <a:cubicBezTo>
                  <a:pt x="2328720" y="108798"/>
                  <a:pt x="2330589" y="106234"/>
                  <a:pt x="2331998" y="103211"/>
                </a:cubicBezTo>
                <a:cubicBezTo>
                  <a:pt x="2333406" y="100189"/>
                  <a:pt x="2334111" y="96734"/>
                  <a:pt x="2334111" y="92846"/>
                </a:cubicBezTo>
                <a:cubicBezTo>
                  <a:pt x="2334111" y="88527"/>
                  <a:pt x="2333271" y="84884"/>
                  <a:pt x="2331591" y="81916"/>
                </a:cubicBezTo>
                <a:cubicBezTo>
                  <a:pt x="2329911" y="78946"/>
                  <a:pt x="2327662" y="76544"/>
                  <a:pt x="2324845" y="74709"/>
                </a:cubicBezTo>
                <a:cubicBezTo>
                  <a:pt x="2322027" y="72872"/>
                  <a:pt x="2318830" y="71549"/>
                  <a:pt x="2315254" y="70740"/>
                </a:cubicBezTo>
                <a:cubicBezTo>
                  <a:pt x="2311679" y="69930"/>
                  <a:pt x="2307995" y="69525"/>
                  <a:pt x="2304202" y="69525"/>
                </a:cubicBezTo>
                <a:lnTo>
                  <a:pt x="2299165" y="69525"/>
                </a:lnTo>
                <a:lnTo>
                  <a:pt x="2299165" y="59525"/>
                </a:lnTo>
                <a:close/>
                <a:moveTo>
                  <a:pt x="2454394" y="66603"/>
                </a:moveTo>
                <a:cubicBezTo>
                  <a:pt x="2452768" y="63460"/>
                  <a:pt x="2450303" y="60886"/>
                  <a:pt x="2446998" y="58882"/>
                </a:cubicBezTo>
                <a:cubicBezTo>
                  <a:pt x="2443692" y="56877"/>
                  <a:pt x="2439927" y="55874"/>
                  <a:pt x="2435700" y="55874"/>
                </a:cubicBezTo>
                <a:cubicBezTo>
                  <a:pt x="2433751" y="55874"/>
                  <a:pt x="2431801" y="56091"/>
                  <a:pt x="2429850" y="56526"/>
                </a:cubicBezTo>
                <a:cubicBezTo>
                  <a:pt x="2427898" y="56959"/>
                  <a:pt x="2426164" y="57665"/>
                  <a:pt x="2424646" y="58642"/>
                </a:cubicBezTo>
                <a:cubicBezTo>
                  <a:pt x="2423130" y="59617"/>
                  <a:pt x="2421911" y="60865"/>
                  <a:pt x="2420990" y="62385"/>
                </a:cubicBezTo>
                <a:cubicBezTo>
                  <a:pt x="2420069" y="63902"/>
                  <a:pt x="2419609" y="65692"/>
                  <a:pt x="2419609" y="67754"/>
                </a:cubicBezTo>
                <a:cubicBezTo>
                  <a:pt x="2419609" y="71336"/>
                  <a:pt x="2421071" y="74075"/>
                  <a:pt x="2423996" y="75974"/>
                </a:cubicBezTo>
                <a:cubicBezTo>
                  <a:pt x="2426923" y="77872"/>
                  <a:pt x="2431529" y="79472"/>
                  <a:pt x="2437813" y="80775"/>
                </a:cubicBezTo>
                <a:cubicBezTo>
                  <a:pt x="2446808" y="82619"/>
                  <a:pt x="2453445" y="85304"/>
                  <a:pt x="2457725" y="88831"/>
                </a:cubicBezTo>
                <a:cubicBezTo>
                  <a:pt x="2462005" y="92356"/>
                  <a:pt x="2464146" y="97102"/>
                  <a:pt x="2464146" y="103070"/>
                </a:cubicBezTo>
                <a:cubicBezTo>
                  <a:pt x="2464146" y="107410"/>
                  <a:pt x="2463306" y="111073"/>
                  <a:pt x="2461626" y="114057"/>
                </a:cubicBezTo>
                <a:cubicBezTo>
                  <a:pt x="2459946" y="117040"/>
                  <a:pt x="2457751" y="119481"/>
                  <a:pt x="2455041" y="121381"/>
                </a:cubicBezTo>
                <a:cubicBezTo>
                  <a:pt x="2452333" y="123279"/>
                  <a:pt x="2449272" y="124635"/>
                  <a:pt x="2445859" y="125449"/>
                </a:cubicBezTo>
                <a:cubicBezTo>
                  <a:pt x="2442446" y="126262"/>
                  <a:pt x="2439006" y="126669"/>
                  <a:pt x="2435539" y="126669"/>
                </a:cubicBezTo>
                <a:cubicBezTo>
                  <a:pt x="2429795" y="126669"/>
                  <a:pt x="2424214" y="125485"/>
                  <a:pt x="2418795" y="123117"/>
                </a:cubicBezTo>
                <a:cubicBezTo>
                  <a:pt x="2413378" y="120748"/>
                  <a:pt x="2408936" y="117023"/>
                  <a:pt x="2405467" y="111941"/>
                </a:cubicBezTo>
                <a:lnTo>
                  <a:pt x="2414244" y="105438"/>
                </a:lnTo>
                <a:cubicBezTo>
                  <a:pt x="2416195" y="108798"/>
                  <a:pt x="2419066" y="111616"/>
                  <a:pt x="2422858" y="113891"/>
                </a:cubicBezTo>
                <a:cubicBezTo>
                  <a:pt x="2426651" y="116166"/>
                  <a:pt x="2430823" y="117304"/>
                  <a:pt x="2435375" y="117304"/>
                </a:cubicBezTo>
                <a:cubicBezTo>
                  <a:pt x="2437760" y="117304"/>
                  <a:pt x="2440035" y="117087"/>
                  <a:pt x="2442201" y="116654"/>
                </a:cubicBezTo>
                <a:cubicBezTo>
                  <a:pt x="2444369" y="116219"/>
                  <a:pt x="2446265" y="115459"/>
                  <a:pt x="2447891" y="114374"/>
                </a:cubicBezTo>
                <a:cubicBezTo>
                  <a:pt x="2449516" y="113290"/>
                  <a:pt x="2450816" y="111907"/>
                  <a:pt x="2451792" y="110225"/>
                </a:cubicBezTo>
                <a:cubicBezTo>
                  <a:pt x="2452767" y="108542"/>
                  <a:pt x="2453255" y="106453"/>
                  <a:pt x="2453255" y="103958"/>
                </a:cubicBezTo>
                <a:cubicBezTo>
                  <a:pt x="2453255" y="99943"/>
                  <a:pt x="2451331" y="96932"/>
                  <a:pt x="2447484" y="94925"/>
                </a:cubicBezTo>
                <a:cubicBezTo>
                  <a:pt x="2443638" y="92917"/>
                  <a:pt x="2438085" y="91046"/>
                  <a:pt x="2430824" y="89310"/>
                </a:cubicBezTo>
                <a:cubicBezTo>
                  <a:pt x="2428549" y="88767"/>
                  <a:pt x="2426137" y="88089"/>
                  <a:pt x="2423589" y="87276"/>
                </a:cubicBezTo>
                <a:cubicBezTo>
                  <a:pt x="2421043" y="86462"/>
                  <a:pt x="2418686" y="85269"/>
                  <a:pt x="2416518" y="83697"/>
                </a:cubicBezTo>
                <a:cubicBezTo>
                  <a:pt x="2414352" y="82123"/>
                  <a:pt x="2412565" y="80142"/>
                  <a:pt x="2411156" y="77754"/>
                </a:cubicBezTo>
                <a:cubicBezTo>
                  <a:pt x="2409747" y="75367"/>
                  <a:pt x="2409043" y="72383"/>
                  <a:pt x="2409043" y="68803"/>
                </a:cubicBezTo>
                <a:cubicBezTo>
                  <a:pt x="2409043" y="64896"/>
                  <a:pt x="2409801" y="61559"/>
                  <a:pt x="2411317" y="58793"/>
                </a:cubicBezTo>
                <a:cubicBezTo>
                  <a:pt x="2412835" y="56025"/>
                  <a:pt x="2414867" y="53747"/>
                  <a:pt x="2417414" y="51958"/>
                </a:cubicBezTo>
                <a:cubicBezTo>
                  <a:pt x="2419960" y="50167"/>
                  <a:pt x="2422859" y="48838"/>
                  <a:pt x="2426109" y="47970"/>
                </a:cubicBezTo>
                <a:cubicBezTo>
                  <a:pt x="2429362" y="47102"/>
                  <a:pt x="2432722" y="46667"/>
                  <a:pt x="2436189" y="46667"/>
                </a:cubicBezTo>
                <a:cubicBezTo>
                  <a:pt x="2441498" y="46667"/>
                  <a:pt x="2446645" y="47852"/>
                  <a:pt x="2451628" y="50222"/>
                </a:cubicBezTo>
                <a:cubicBezTo>
                  <a:pt x="2456613" y="52589"/>
                  <a:pt x="2460353" y="55937"/>
                  <a:pt x="2462846" y="60264"/>
                </a:cubicBezTo>
                <a:lnTo>
                  <a:pt x="2454394" y="66603"/>
                </a:lnTo>
                <a:close/>
                <a:moveTo>
                  <a:pt x="2544117" y="80954"/>
                </a:moveTo>
                <a:cubicBezTo>
                  <a:pt x="2543792" y="73741"/>
                  <a:pt x="2541488" y="67758"/>
                  <a:pt x="2537208" y="63005"/>
                </a:cubicBezTo>
                <a:cubicBezTo>
                  <a:pt x="2532928" y="58251"/>
                  <a:pt x="2526834" y="55874"/>
                  <a:pt x="2518924" y="55874"/>
                </a:cubicBezTo>
                <a:cubicBezTo>
                  <a:pt x="2515240" y="55874"/>
                  <a:pt x="2511826" y="56557"/>
                  <a:pt x="2508683" y="57923"/>
                </a:cubicBezTo>
                <a:cubicBezTo>
                  <a:pt x="2505541" y="59288"/>
                  <a:pt x="2502778" y="61146"/>
                  <a:pt x="2500394" y="63496"/>
                </a:cubicBezTo>
                <a:cubicBezTo>
                  <a:pt x="2498010" y="65845"/>
                  <a:pt x="2496113" y="68523"/>
                  <a:pt x="2494704" y="71529"/>
                </a:cubicBezTo>
                <a:cubicBezTo>
                  <a:pt x="2493296" y="74533"/>
                  <a:pt x="2492483" y="77675"/>
                  <a:pt x="2492266" y="80954"/>
                </a:cubicBezTo>
                <a:lnTo>
                  <a:pt x="2544117" y="80954"/>
                </a:lnTo>
                <a:moveTo>
                  <a:pt x="2555333" y="84471"/>
                </a:moveTo>
                <a:cubicBezTo>
                  <a:pt x="2555333" y="85231"/>
                  <a:pt x="2555333" y="86046"/>
                  <a:pt x="2555333" y="86916"/>
                </a:cubicBezTo>
                <a:cubicBezTo>
                  <a:pt x="2555333" y="87784"/>
                  <a:pt x="2555278" y="88707"/>
                  <a:pt x="2555169" y="89684"/>
                </a:cubicBezTo>
                <a:lnTo>
                  <a:pt x="2492103" y="89684"/>
                </a:lnTo>
                <a:cubicBezTo>
                  <a:pt x="2492212" y="93475"/>
                  <a:pt x="2492970" y="97050"/>
                  <a:pt x="2494377" y="100408"/>
                </a:cubicBezTo>
                <a:cubicBezTo>
                  <a:pt x="2495786" y="103765"/>
                  <a:pt x="2497736" y="106689"/>
                  <a:pt x="2500228" y="109181"/>
                </a:cubicBezTo>
                <a:cubicBezTo>
                  <a:pt x="2502721" y="111671"/>
                  <a:pt x="2505647" y="113648"/>
                  <a:pt x="2509005" y="115111"/>
                </a:cubicBezTo>
                <a:cubicBezTo>
                  <a:pt x="2512365" y="116573"/>
                  <a:pt x="2515996" y="117304"/>
                  <a:pt x="2519898" y="117304"/>
                </a:cubicBezTo>
                <a:cubicBezTo>
                  <a:pt x="2525641" y="117304"/>
                  <a:pt x="2530598" y="115977"/>
                  <a:pt x="2534770" y="113323"/>
                </a:cubicBezTo>
                <a:cubicBezTo>
                  <a:pt x="2538941" y="110667"/>
                  <a:pt x="2542111" y="107606"/>
                  <a:pt x="2544279" y="104139"/>
                </a:cubicBezTo>
                <a:lnTo>
                  <a:pt x="2552568" y="110639"/>
                </a:lnTo>
                <a:cubicBezTo>
                  <a:pt x="2548017" y="116374"/>
                  <a:pt x="2543006" y="120479"/>
                  <a:pt x="2537533" y="122956"/>
                </a:cubicBezTo>
                <a:cubicBezTo>
                  <a:pt x="2532061" y="125431"/>
                  <a:pt x="2526183" y="126669"/>
                  <a:pt x="2519898" y="126669"/>
                </a:cubicBezTo>
                <a:cubicBezTo>
                  <a:pt x="2514263" y="126669"/>
                  <a:pt x="2509034" y="125666"/>
                  <a:pt x="2504211" y="123660"/>
                </a:cubicBezTo>
                <a:cubicBezTo>
                  <a:pt x="2499390" y="121655"/>
                  <a:pt x="2495245" y="118864"/>
                  <a:pt x="2491778" y="115287"/>
                </a:cubicBezTo>
                <a:cubicBezTo>
                  <a:pt x="2488310" y="111709"/>
                  <a:pt x="2485574" y="107481"/>
                  <a:pt x="2483568" y="102603"/>
                </a:cubicBezTo>
                <a:cubicBezTo>
                  <a:pt x="2481564" y="97726"/>
                  <a:pt x="2480562" y="92414"/>
                  <a:pt x="2480562" y="86668"/>
                </a:cubicBezTo>
                <a:cubicBezTo>
                  <a:pt x="2480562" y="80922"/>
                  <a:pt x="2481537" y="75611"/>
                  <a:pt x="2483486" y="70733"/>
                </a:cubicBezTo>
                <a:cubicBezTo>
                  <a:pt x="2485438" y="65855"/>
                  <a:pt x="2488147" y="61628"/>
                  <a:pt x="2491614" y="58052"/>
                </a:cubicBezTo>
                <a:cubicBezTo>
                  <a:pt x="2495083" y="54473"/>
                  <a:pt x="2499147" y="51682"/>
                  <a:pt x="2503807" y="49676"/>
                </a:cubicBezTo>
                <a:cubicBezTo>
                  <a:pt x="2508466" y="47670"/>
                  <a:pt x="2513505" y="46667"/>
                  <a:pt x="2518924" y="46667"/>
                </a:cubicBezTo>
                <a:cubicBezTo>
                  <a:pt x="2524883" y="46667"/>
                  <a:pt x="2530137" y="47673"/>
                  <a:pt x="2534688" y="49683"/>
                </a:cubicBezTo>
                <a:cubicBezTo>
                  <a:pt x="2539240" y="51692"/>
                  <a:pt x="2543033" y="54408"/>
                  <a:pt x="2546067" y="57831"/>
                </a:cubicBezTo>
                <a:cubicBezTo>
                  <a:pt x="2549101" y="61252"/>
                  <a:pt x="2551403" y="65243"/>
                  <a:pt x="2552974" y="69805"/>
                </a:cubicBezTo>
                <a:cubicBezTo>
                  <a:pt x="2554547" y="74367"/>
                  <a:pt x="2555333" y="79256"/>
                  <a:pt x="2555333" y="84471"/>
                </a:cubicBezTo>
                <a:close/>
                <a:moveTo>
                  <a:pt x="2588978" y="48632"/>
                </a:moveTo>
                <a:cubicBezTo>
                  <a:pt x="2589194" y="50690"/>
                  <a:pt x="2589356" y="52966"/>
                  <a:pt x="2589464" y="55460"/>
                </a:cubicBezTo>
                <a:cubicBezTo>
                  <a:pt x="2589573" y="57952"/>
                  <a:pt x="2589627" y="60010"/>
                  <a:pt x="2589627" y="61635"/>
                </a:cubicBezTo>
                <a:lnTo>
                  <a:pt x="2589952" y="61635"/>
                </a:lnTo>
                <a:cubicBezTo>
                  <a:pt x="2592120" y="57188"/>
                  <a:pt x="2595642" y="53581"/>
                  <a:pt x="2600518" y="50817"/>
                </a:cubicBezTo>
                <a:cubicBezTo>
                  <a:pt x="2605394" y="48051"/>
                  <a:pt x="2610541" y="46667"/>
                  <a:pt x="2615960" y="46667"/>
                </a:cubicBezTo>
                <a:cubicBezTo>
                  <a:pt x="2625603" y="46667"/>
                  <a:pt x="2632835" y="49542"/>
                  <a:pt x="2637657" y="55291"/>
                </a:cubicBezTo>
                <a:cubicBezTo>
                  <a:pt x="2642480" y="61040"/>
                  <a:pt x="2644891" y="68633"/>
                  <a:pt x="2644891" y="78069"/>
                </a:cubicBezTo>
                <a:lnTo>
                  <a:pt x="2644891" y="124764"/>
                </a:lnTo>
                <a:lnTo>
                  <a:pt x="2633840" y="124764"/>
                </a:lnTo>
                <a:lnTo>
                  <a:pt x="2633840" y="82583"/>
                </a:lnTo>
                <a:cubicBezTo>
                  <a:pt x="2633840" y="78565"/>
                  <a:pt x="2633515" y="74929"/>
                  <a:pt x="2632865" y="71673"/>
                </a:cubicBezTo>
                <a:cubicBezTo>
                  <a:pt x="2632215" y="68416"/>
                  <a:pt x="2631104" y="65620"/>
                  <a:pt x="2629531" y="63285"/>
                </a:cubicBezTo>
                <a:cubicBezTo>
                  <a:pt x="2627961" y="60950"/>
                  <a:pt x="2625848" y="59131"/>
                  <a:pt x="2623192" y="57828"/>
                </a:cubicBezTo>
                <a:cubicBezTo>
                  <a:pt x="2620538" y="56525"/>
                  <a:pt x="2617206" y="55874"/>
                  <a:pt x="2613197" y="55874"/>
                </a:cubicBezTo>
                <a:cubicBezTo>
                  <a:pt x="2610272" y="55874"/>
                  <a:pt x="2607427" y="56472"/>
                  <a:pt x="2604662" y="57667"/>
                </a:cubicBezTo>
                <a:cubicBezTo>
                  <a:pt x="2601900" y="58861"/>
                  <a:pt x="2599434" y="60680"/>
                  <a:pt x="2597267" y="63124"/>
                </a:cubicBezTo>
                <a:cubicBezTo>
                  <a:pt x="2595100" y="65566"/>
                  <a:pt x="2593367" y="68659"/>
                  <a:pt x="2592066" y="72405"/>
                </a:cubicBezTo>
                <a:cubicBezTo>
                  <a:pt x="2590766" y="76150"/>
                  <a:pt x="2590116" y="80574"/>
                  <a:pt x="2590116" y="85679"/>
                </a:cubicBezTo>
                <a:lnTo>
                  <a:pt x="2590116" y="124764"/>
                </a:lnTo>
                <a:lnTo>
                  <a:pt x="2579062" y="124764"/>
                </a:lnTo>
                <a:lnTo>
                  <a:pt x="2579062" y="65378"/>
                </a:lnTo>
                <a:cubicBezTo>
                  <a:pt x="2579062" y="63316"/>
                  <a:pt x="2579007" y="60660"/>
                  <a:pt x="2578898" y="57409"/>
                </a:cubicBezTo>
                <a:cubicBezTo>
                  <a:pt x="2578791" y="54159"/>
                  <a:pt x="2578629" y="51233"/>
                  <a:pt x="2578412" y="48632"/>
                </a:cubicBezTo>
                <a:lnTo>
                  <a:pt x="2588978" y="48632"/>
                </a:lnTo>
                <a:close/>
                <a:moveTo>
                  <a:pt x="2707796" y="57938"/>
                </a:moveTo>
                <a:lnTo>
                  <a:pt x="2686342" y="57938"/>
                </a:lnTo>
                <a:lnTo>
                  <a:pt x="2686342" y="102358"/>
                </a:lnTo>
                <a:cubicBezTo>
                  <a:pt x="2686342" y="105179"/>
                  <a:pt x="2686612" y="107511"/>
                  <a:pt x="2687153" y="109355"/>
                </a:cubicBezTo>
                <a:cubicBezTo>
                  <a:pt x="2687695" y="111198"/>
                  <a:pt x="2688481" y="112636"/>
                  <a:pt x="2689509" y="113668"/>
                </a:cubicBezTo>
                <a:cubicBezTo>
                  <a:pt x="2690539" y="114698"/>
                  <a:pt x="2691759" y="115403"/>
                  <a:pt x="2693167" y="115783"/>
                </a:cubicBezTo>
                <a:cubicBezTo>
                  <a:pt x="2694576" y="116162"/>
                  <a:pt x="2696093" y="116351"/>
                  <a:pt x="2697719" y="116351"/>
                </a:cubicBezTo>
                <a:cubicBezTo>
                  <a:pt x="2699236" y="116351"/>
                  <a:pt x="2700834" y="116130"/>
                  <a:pt x="2702513" y="115689"/>
                </a:cubicBezTo>
                <a:cubicBezTo>
                  <a:pt x="2704193" y="115246"/>
                  <a:pt x="2705792" y="114637"/>
                  <a:pt x="2707309" y="113861"/>
                </a:cubicBezTo>
                <a:lnTo>
                  <a:pt x="2707796" y="123442"/>
                </a:lnTo>
                <a:cubicBezTo>
                  <a:pt x="2705846" y="124201"/>
                  <a:pt x="2703815" y="124770"/>
                  <a:pt x="2701702" y="125148"/>
                </a:cubicBezTo>
                <a:cubicBezTo>
                  <a:pt x="2699589" y="125527"/>
                  <a:pt x="2697285" y="125716"/>
                  <a:pt x="2694792" y="125716"/>
                </a:cubicBezTo>
                <a:cubicBezTo>
                  <a:pt x="2692733" y="125716"/>
                  <a:pt x="2690566" y="125445"/>
                  <a:pt x="2688291" y="124903"/>
                </a:cubicBezTo>
                <a:cubicBezTo>
                  <a:pt x="2686016" y="124362"/>
                  <a:pt x="2683903" y="123334"/>
                  <a:pt x="2681952" y="121818"/>
                </a:cubicBezTo>
                <a:cubicBezTo>
                  <a:pt x="2680002" y="120300"/>
                  <a:pt x="2678404" y="118240"/>
                  <a:pt x="2677158" y="115639"/>
                </a:cubicBezTo>
                <a:cubicBezTo>
                  <a:pt x="2675911" y="113038"/>
                  <a:pt x="2675288" y="109625"/>
                  <a:pt x="2675288" y="105399"/>
                </a:cubicBezTo>
                <a:lnTo>
                  <a:pt x="2675288" y="57938"/>
                </a:lnTo>
                <a:lnTo>
                  <a:pt x="2659521" y="57938"/>
                </a:lnTo>
                <a:lnTo>
                  <a:pt x="2659521" y="48731"/>
                </a:lnTo>
                <a:lnTo>
                  <a:pt x="2675288" y="48731"/>
                </a:lnTo>
                <a:lnTo>
                  <a:pt x="2675288" y="27275"/>
                </a:lnTo>
                <a:lnTo>
                  <a:pt x="2686342" y="27275"/>
                </a:lnTo>
                <a:lnTo>
                  <a:pt x="2686342" y="48731"/>
                </a:lnTo>
                <a:lnTo>
                  <a:pt x="2707796" y="48731"/>
                </a:lnTo>
                <a:lnTo>
                  <a:pt x="2707796" y="57938"/>
                </a:lnTo>
                <a:close/>
                <a:moveTo>
                  <a:pt x="2783055" y="80954"/>
                </a:moveTo>
                <a:cubicBezTo>
                  <a:pt x="2782729" y="73741"/>
                  <a:pt x="2780426" y="67758"/>
                  <a:pt x="2776145" y="63005"/>
                </a:cubicBezTo>
                <a:cubicBezTo>
                  <a:pt x="2771866" y="58251"/>
                  <a:pt x="2765771" y="55874"/>
                  <a:pt x="2757861" y="55874"/>
                </a:cubicBezTo>
                <a:cubicBezTo>
                  <a:pt x="2754177" y="55874"/>
                  <a:pt x="2750763" y="56557"/>
                  <a:pt x="2747620" y="57923"/>
                </a:cubicBezTo>
                <a:cubicBezTo>
                  <a:pt x="2744479" y="59288"/>
                  <a:pt x="2741716" y="61146"/>
                  <a:pt x="2739331" y="63496"/>
                </a:cubicBezTo>
                <a:cubicBezTo>
                  <a:pt x="2736947" y="65845"/>
                  <a:pt x="2735050" y="68523"/>
                  <a:pt x="2733642" y="71529"/>
                </a:cubicBezTo>
                <a:cubicBezTo>
                  <a:pt x="2732233" y="74533"/>
                  <a:pt x="2731420" y="77675"/>
                  <a:pt x="2731204" y="80954"/>
                </a:cubicBezTo>
                <a:lnTo>
                  <a:pt x="2783055" y="80954"/>
                </a:lnTo>
                <a:moveTo>
                  <a:pt x="2794270" y="84471"/>
                </a:moveTo>
                <a:cubicBezTo>
                  <a:pt x="2794270" y="85231"/>
                  <a:pt x="2794270" y="86046"/>
                  <a:pt x="2794270" y="86916"/>
                </a:cubicBezTo>
                <a:cubicBezTo>
                  <a:pt x="2794270" y="87784"/>
                  <a:pt x="2794216" y="88707"/>
                  <a:pt x="2794107" y="89684"/>
                </a:cubicBezTo>
                <a:lnTo>
                  <a:pt x="2731040" y="89684"/>
                </a:lnTo>
                <a:cubicBezTo>
                  <a:pt x="2731149" y="93475"/>
                  <a:pt x="2731907" y="97050"/>
                  <a:pt x="2733314" y="100408"/>
                </a:cubicBezTo>
                <a:cubicBezTo>
                  <a:pt x="2734723" y="103765"/>
                  <a:pt x="2736673" y="106689"/>
                  <a:pt x="2739165" y="109181"/>
                </a:cubicBezTo>
                <a:cubicBezTo>
                  <a:pt x="2741659" y="111671"/>
                  <a:pt x="2744584" y="113648"/>
                  <a:pt x="2747943" y="115111"/>
                </a:cubicBezTo>
                <a:cubicBezTo>
                  <a:pt x="2751302" y="116573"/>
                  <a:pt x="2754933" y="117304"/>
                  <a:pt x="2758836" y="117304"/>
                </a:cubicBezTo>
                <a:cubicBezTo>
                  <a:pt x="2764578" y="117304"/>
                  <a:pt x="2769535" y="115977"/>
                  <a:pt x="2773707" y="113323"/>
                </a:cubicBezTo>
                <a:cubicBezTo>
                  <a:pt x="2777879" y="110667"/>
                  <a:pt x="2781048" y="107606"/>
                  <a:pt x="2783216" y="104139"/>
                </a:cubicBezTo>
                <a:lnTo>
                  <a:pt x="2791505" y="110639"/>
                </a:lnTo>
                <a:cubicBezTo>
                  <a:pt x="2786954" y="116374"/>
                  <a:pt x="2781943" y="120479"/>
                  <a:pt x="2776470" y="122956"/>
                </a:cubicBezTo>
                <a:cubicBezTo>
                  <a:pt x="2770999" y="125431"/>
                  <a:pt x="2765120" y="126669"/>
                  <a:pt x="2758836" y="126669"/>
                </a:cubicBezTo>
                <a:cubicBezTo>
                  <a:pt x="2753201" y="126669"/>
                  <a:pt x="2747971" y="125666"/>
                  <a:pt x="2743148" y="123660"/>
                </a:cubicBezTo>
                <a:cubicBezTo>
                  <a:pt x="2738327" y="121655"/>
                  <a:pt x="2734182" y="118864"/>
                  <a:pt x="2730715" y="115287"/>
                </a:cubicBezTo>
                <a:cubicBezTo>
                  <a:pt x="2727248" y="111709"/>
                  <a:pt x="2724511" y="107481"/>
                  <a:pt x="2722506" y="102603"/>
                </a:cubicBezTo>
                <a:cubicBezTo>
                  <a:pt x="2720502" y="97726"/>
                  <a:pt x="2719500" y="92414"/>
                  <a:pt x="2719500" y="86668"/>
                </a:cubicBezTo>
                <a:cubicBezTo>
                  <a:pt x="2719500" y="80922"/>
                  <a:pt x="2720474" y="75611"/>
                  <a:pt x="2722424" y="70733"/>
                </a:cubicBezTo>
                <a:cubicBezTo>
                  <a:pt x="2724375" y="65855"/>
                  <a:pt x="2727084" y="61628"/>
                  <a:pt x="2730551" y="58052"/>
                </a:cubicBezTo>
                <a:cubicBezTo>
                  <a:pt x="2734020" y="54473"/>
                  <a:pt x="2738085" y="51682"/>
                  <a:pt x="2742744" y="49676"/>
                </a:cubicBezTo>
                <a:cubicBezTo>
                  <a:pt x="2747404" y="47670"/>
                  <a:pt x="2752442" y="46667"/>
                  <a:pt x="2757861" y="46667"/>
                </a:cubicBezTo>
                <a:cubicBezTo>
                  <a:pt x="2763820" y="46667"/>
                  <a:pt x="2769075" y="47673"/>
                  <a:pt x="2773625" y="49683"/>
                </a:cubicBezTo>
                <a:cubicBezTo>
                  <a:pt x="2778177" y="51692"/>
                  <a:pt x="2781970" y="54408"/>
                  <a:pt x="2785004" y="57831"/>
                </a:cubicBezTo>
                <a:cubicBezTo>
                  <a:pt x="2788038" y="61252"/>
                  <a:pt x="2790341" y="65243"/>
                  <a:pt x="2791912" y="69805"/>
                </a:cubicBezTo>
                <a:cubicBezTo>
                  <a:pt x="2793484" y="74367"/>
                  <a:pt x="2794270" y="79256"/>
                  <a:pt x="2794270" y="84471"/>
                </a:cubicBezTo>
                <a:close/>
                <a:moveTo>
                  <a:pt x="2827916" y="48632"/>
                </a:moveTo>
                <a:cubicBezTo>
                  <a:pt x="2828132" y="50690"/>
                  <a:pt x="2828294" y="52966"/>
                  <a:pt x="2828402" y="55460"/>
                </a:cubicBezTo>
                <a:cubicBezTo>
                  <a:pt x="2828511" y="57952"/>
                  <a:pt x="2828566" y="60010"/>
                  <a:pt x="2828566" y="61635"/>
                </a:cubicBezTo>
                <a:lnTo>
                  <a:pt x="2828891" y="61635"/>
                </a:lnTo>
                <a:cubicBezTo>
                  <a:pt x="2831058" y="57188"/>
                  <a:pt x="2834580" y="53581"/>
                  <a:pt x="2839456" y="50817"/>
                </a:cubicBezTo>
                <a:cubicBezTo>
                  <a:pt x="2844332" y="48051"/>
                  <a:pt x="2849480" y="46667"/>
                  <a:pt x="2854898" y="46667"/>
                </a:cubicBezTo>
                <a:cubicBezTo>
                  <a:pt x="2864541" y="46667"/>
                  <a:pt x="2871773" y="49542"/>
                  <a:pt x="2876595" y="55291"/>
                </a:cubicBezTo>
                <a:cubicBezTo>
                  <a:pt x="2881418" y="61040"/>
                  <a:pt x="2883829" y="68633"/>
                  <a:pt x="2883829" y="78069"/>
                </a:cubicBezTo>
                <a:lnTo>
                  <a:pt x="2883829" y="124764"/>
                </a:lnTo>
                <a:lnTo>
                  <a:pt x="2872778" y="124764"/>
                </a:lnTo>
                <a:lnTo>
                  <a:pt x="2872778" y="82583"/>
                </a:lnTo>
                <a:cubicBezTo>
                  <a:pt x="2872778" y="78565"/>
                  <a:pt x="2872453" y="74929"/>
                  <a:pt x="2871803" y="71673"/>
                </a:cubicBezTo>
                <a:cubicBezTo>
                  <a:pt x="2871153" y="68416"/>
                  <a:pt x="2870042" y="65620"/>
                  <a:pt x="2868470" y="63285"/>
                </a:cubicBezTo>
                <a:cubicBezTo>
                  <a:pt x="2866899" y="60950"/>
                  <a:pt x="2864786" y="59131"/>
                  <a:pt x="2862130" y="57828"/>
                </a:cubicBezTo>
                <a:cubicBezTo>
                  <a:pt x="2859476" y="56525"/>
                  <a:pt x="2856145" y="55874"/>
                  <a:pt x="2852135" y="55874"/>
                </a:cubicBezTo>
                <a:cubicBezTo>
                  <a:pt x="2849210" y="55874"/>
                  <a:pt x="2846365" y="56472"/>
                  <a:pt x="2843601" y="57667"/>
                </a:cubicBezTo>
                <a:cubicBezTo>
                  <a:pt x="2840838" y="58861"/>
                  <a:pt x="2838372" y="60680"/>
                  <a:pt x="2836205" y="63124"/>
                </a:cubicBezTo>
                <a:cubicBezTo>
                  <a:pt x="2834039" y="65566"/>
                  <a:pt x="2832305" y="68659"/>
                  <a:pt x="2831004" y="72405"/>
                </a:cubicBezTo>
                <a:cubicBezTo>
                  <a:pt x="2829704" y="76150"/>
                  <a:pt x="2829054" y="80574"/>
                  <a:pt x="2829054" y="85679"/>
                </a:cubicBezTo>
                <a:lnTo>
                  <a:pt x="2829054" y="124764"/>
                </a:lnTo>
                <a:lnTo>
                  <a:pt x="2818000" y="124764"/>
                </a:lnTo>
                <a:lnTo>
                  <a:pt x="2818000" y="65378"/>
                </a:lnTo>
                <a:cubicBezTo>
                  <a:pt x="2818000" y="63316"/>
                  <a:pt x="2817945" y="60660"/>
                  <a:pt x="2817836" y="57409"/>
                </a:cubicBezTo>
                <a:cubicBezTo>
                  <a:pt x="2817729" y="54159"/>
                  <a:pt x="2817567" y="51233"/>
                  <a:pt x="2817350" y="48632"/>
                </a:cubicBezTo>
                <a:lnTo>
                  <a:pt x="2827916" y="48632"/>
                </a:lnTo>
                <a:close/>
                <a:moveTo>
                  <a:pt x="2967214" y="65954"/>
                </a:moveTo>
                <a:cubicBezTo>
                  <a:pt x="2965372" y="63027"/>
                  <a:pt x="2962690" y="60615"/>
                  <a:pt x="2959169" y="58719"/>
                </a:cubicBezTo>
                <a:cubicBezTo>
                  <a:pt x="2955647" y="56822"/>
                  <a:pt x="2951827" y="55874"/>
                  <a:pt x="2947710" y="55874"/>
                </a:cubicBezTo>
                <a:cubicBezTo>
                  <a:pt x="2943267" y="55874"/>
                  <a:pt x="2939258" y="56662"/>
                  <a:pt x="2935681" y="58238"/>
                </a:cubicBezTo>
                <a:cubicBezTo>
                  <a:pt x="2932105" y="59812"/>
                  <a:pt x="2929043" y="61984"/>
                  <a:pt x="2926497" y="64756"/>
                </a:cubicBezTo>
                <a:cubicBezTo>
                  <a:pt x="2923951" y="67525"/>
                  <a:pt x="2922000" y="70784"/>
                  <a:pt x="2920646" y="74533"/>
                </a:cubicBezTo>
                <a:cubicBezTo>
                  <a:pt x="2919292" y="78279"/>
                  <a:pt x="2918615" y="82325"/>
                  <a:pt x="2918615" y="86671"/>
                </a:cubicBezTo>
                <a:cubicBezTo>
                  <a:pt x="2918615" y="91016"/>
                  <a:pt x="2919292" y="95036"/>
                  <a:pt x="2920646" y="98729"/>
                </a:cubicBezTo>
                <a:cubicBezTo>
                  <a:pt x="2922000" y="102422"/>
                  <a:pt x="2923923" y="105653"/>
                  <a:pt x="2926415" y="108424"/>
                </a:cubicBezTo>
                <a:cubicBezTo>
                  <a:pt x="2928908" y="111194"/>
                  <a:pt x="2931943" y="113367"/>
                  <a:pt x="2935517" y="114942"/>
                </a:cubicBezTo>
                <a:cubicBezTo>
                  <a:pt x="2939094" y="116517"/>
                  <a:pt x="2943103" y="117304"/>
                  <a:pt x="2947546" y="117304"/>
                </a:cubicBezTo>
                <a:cubicBezTo>
                  <a:pt x="2952422" y="117304"/>
                  <a:pt x="2956540" y="116383"/>
                  <a:pt x="2959898" y="114541"/>
                </a:cubicBezTo>
                <a:cubicBezTo>
                  <a:pt x="2963258" y="112699"/>
                  <a:pt x="2966021" y="110315"/>
                  <a:pt x="2968189" y="107390"/>
                </a:cubicBezTo>
                <a:lnTo>
                  <a:pt x="2976478" y="113566"/>
                </a:lnTo>
                <a:cubicBezTo>
                  <a:pt x="2973227" y="117564"/>
                  <a:pt x="2969245" y="120748"/>
                  <a:pt x="2964531" y="123117"/>
                </a:cubicBezTo>
                <a:cubicBezTo>
                  <a:pt x="2959818" y="125485"/>
                  <a:pt x="2954157" y="126669"/>
                  <a:pt x="2947546" y="126669"/>
                </a:cubicBezTo>
                <a:cubicBezTo>
                  <a:pt x="2941369" y="126669"/>
                  <a:pt x="2935788" y="125666"/>
                  <a:pt x="2930803" y="123660"/>
                </a:cubicBezTo>
                <a:cubicBezTo>
                  <a:pt x="2925819" y="121655"/>
                  <a:pt x="2921566" y="118864"/>
                  <a:pt x="2918044" y="115287"/>
                </a:cubicBezTo>
                <a:cubicBezTo>
                  <a:pt x="2914524" y="111709"/>
                  <a:pt x="2911788" y="107481"/>
                  <a:pt x="2909837" y="102603"/>
                </a:cubicBezTo>
                <a:cubicBezTo>
                  <a:pt x="2907886" y="97726"/>
                  <a:pt x="2906911" y="92414"/>
                  <a:pt x="2906911" y="86668"/>
                </a:cubicBezTo>
                <a:cubicBezTo>
                  <a:pt x="2906911" y="80922"/>
                  <a:pt x="2907886" y="75611"/>
                  <a:pt x="2909837" y="70733"/>
                </a:cubicBezTo>
                <a:cubicBezTo>
                  <a:pt x="2911788" y="65855"/>
                  <a:pt x="2914524" y="61628"/>
                  <a:pt x="2918044" y="58052"/>
                </a:cubicBezTo>
                <a:cubicBezTo>
                  <a:pt x="2921566" y="54473"/>
                  <a:pt x="2925819" y="51682"/>
                  <a:pt x="2930803" y="49676"/>
                </a:cubicBezTo>
                <a:cubicBezTo>
                  <a:pt x="2935788" y="47670"/>
                  <a:pt x="2941369" y="46667"/>
                  <a:pt x="2947546" y="46667"/>
                </a:cubicBezTo>
                <a:cubicBezTo>
                  <a:pt x="2952639" y="46667"/>
                  <a:pt x="2957813" y="47771"/>
                  <a:pt x="2963067" y="49979"/>
                </a:cubicBezTo>
                <a:cubicBezTo>
                  <a:pt x="2968324" y="52186"/>
                  <a:pt x="2972577" y="55452"/>
                  <a:pt x="2975828" y="59775"/>
                </a:cubicBezTo>
                <a:lnTo>
                  <a:pt x="2967214" y="65954"/>
                </a:lnTo>
                <a:close/>
                <a:moveTo>
                  <a:pt x="3051737" y="80954"/>
                </a:moveTo>
                <a:cubicBezTo>
                  <a:pt x="3051411" y="73741"/>
                  <a:pt x="3049108" y="67758"/>
                  <a:pt x="3044827" y="63005"/>
                </a:cubicBezTo>
                <a:cubicBezTo>
                  <a:pt x="3040548" y="58251"/>
                  <a:pt x="3034454" y="55874"/>
                  <a:pt x="3026543" y="55874"/>
                </a:cubicBezTo>
                <a:cubicBezTo>
                  <a:pt x="3022859" y="55874"/>
                  <a:pt x="3019446" y="56557"/>
                  <a:pt x="3016303" y="57923"/>
                </a:cubicBezTo>
                <a:cubicBezTo>
                  <a:pt x="3013161" y="59288"/>
                  <a:pt x="3010398" y="61146"/>
                  <a:pt x="3008014" y="63496"/>
                </a:cubicBezTo>
                <a:cubicBezTo>
                  <a:pt x="3005629" y="65845"/>
                  <a:pt x="3003733" y="68523"/>
                  <a:pt x="3002324" y="71529"/>
                </a:cubicBezTo>
                <a:cubicBezTo>
                  <a:pt x="3000915" y="74533"/>
                  <a:pt x="3000103" y="77675"/>
                  <a:pt x="2999886" y="80954"/>
                </a:cubicBezTo>
                <a:lnTo>
                  <a:pt x="3051737" y="80954"/>
                </a:lnTo>
                <a:moveTo>
                  <a:pt x="3062953" y="84471"/>
                </a:moveTo>
                <a:cubicBezTo>
                  <a:pt x="3062953" y="85231"/>
                  <a:pt x="3062953" y="86046"/>
                  <a:pt x="3062953" y="86916"/>
                </a:cubicBezTo>
                <a:cubicBezTo>
                  <a:pt x="3062953" y="87784"/>
                  <a:pt x="3062898" y="88707"/>
                  <a:pt x="3062789" y="89684"/>
                </a:cubicBezTo>
                <a:lnTo>
                  <a:pt x="2999722" y="89684"/>
                </a:lnTo>
                <a:cubicBezTo>
                  <a:pt x="2999832" y="93475"/>
                  <a:pt x="3000590" y="97050"/>
                  <a:pt x="3001997" y="100408"/>
                </a:cubicBezTo>
                <a:cubicBezTo>
                  <a:pt x="3003406" y="103765"/>
                  <a:pt x="3005356" y="106689"/>
                  <a:pt x="3007848" y="109181"/>
                </a:cubicBezTo>
                <a:cubicBezTo>
                  <a:pt x="3010341" y="111671"/>
                  <a:pt x="3013267" y="113648"/>
                  <a:pt x="3016625" y="115111"/>
                </a:cubicBezTo>
                <a:cubicBezTo>
                  <a:pt x="3019985" y="116573"/>
                  <a:pt x="3023616" y="117304"/>
                  <a:pt x="3027518" y="117304"/>
                </a:cubicBezTo>
                <a:cubicBezTo>
                  <a:pt x="3033261" y="117304"/>
                  <a:pt x="3038218" y="115977"/>
                  <a:pt x="3042389" y="113323"/>
                </a:cubicBezTo>
                <a:cubicBezTo>
                  <a:pt x="3046561" y="110667"/>
                  <a:pt x="3049731" y="107606"/>
                  <a:pt x="3051898" y="104139"/>
                </a:cubicBezTo>
                <a:lnTo>
                  <a:pt x="3060187" y="110639"/>
                </a:lnTo>
                <a:cubicBezTo>
                  <a:pt x="3055637" y="116374"/>
                  <a:pt x="3050625" y="120479"/>
                  <a:pt x="3045152" y="122956"/>
                </a:cubicBezTo>
                <a:cubicBezTo>
                  <a:pt x="3039681" y="125431"/>
                  <a:pt x="3033803" y="126669"/>
                  <a:pt x="3027518" y="126669"/>
                </a:cubicBezTo>
                <a:cubicBezTo>
                  <a:pt x="3021883" y="126669"/>
                  <a:pt x="3016654" y="125666"/>
                  <a:pt x="3011831" y="123660"/>
                </a:cubicBezTo>
                <a:cubicBezTo>
                  <a:pt x="3007009" y="121655"/>
                  <a:pt x="3002865" y="118864"/>
                  <a:pt x="2999398" y="115287"/>
                </a:cubicBezTo>
                <a:cubicBezTo>
                  <a:pt x="2995930" y="111709"/>
                  <a:pt x="2993194" y="107481"/>
                  <a:pt x="2991188" y="102603"/>
                </a:cubicBezTo>
                <a:cubicBezTo>
                  <a:pt x="2989184" y="97726"/>
                  <a:pt x="2988182" y="92414"/>
                  <a:pt x="2988182" y="86668"/>
                </a:cubicBezTo>
                <a:cubicBezTo>
                  <a:pt x="2988182" y="80922"/>
                  <a:pt x="2989157" y="75611"/>
                  <a:pt x="2991106" y="70733"/>
                </a:cubicBezTo>
                <a:cubicBezTo>
                  <a:pt x="2993057" y="65855"/>
                  <a:pt x="2995766" y="61628"/>
                  <a:pt x="2999234" y="58052"/>
                </a:cubicBezTo>
                <a:cubicBezTo>
                  <a:pt x="3002703" y="54473"/>
                  <a:pt x="3006767" y="51682"/>
                  <a:pt x="3011426" y="49676"/>
                </a:cubicBezTo>
                <a:cubicBezTo>
                  <a:pt x="3016086" y="47670"/>
                  <a:pt x="3021125" y="46667"/>
                  <a:pt x="3026543" y="46667"/>
                </a:cubicBezTo>
                <a:cubicBezTo>
                  <a:pt x="3032502" y="46667"/>
                  <a:pt x="3037757" y="47673"/>
                  <a:pt x="3042307" y="49683"/>
                </a:cubicBezTo>
                <a:cubicBezTo>
                  <a:pt x="3046859" y="51692"/>
                  <a:pt x="3050653" y="54408"/>
                  <a:pt x="3053687" y="57831"/>
                </a:cubicBezTo>
                <a:cubicBezTo>
                  <a:pt x="3056721" y="61252"/>
                  <a:pt x="3059023" y="65243"/>
                  <a:pt x="3060594" y="69805"/>
                </a:cubicBezTo>
                <a:cubicBezTo>
                  <a:pt x="3062166" y="74367"/>
                  <a:pt x="3062953" y="79256"/>
                  <a:pt x="3062953" y="84471"/>
                </a:cubicBezTo>
                <a:close/>
                <a:moveTo>
                  <a:pt x="3127157" y="66603"/>
                </a:moveTo>
                <a:cubicBezTo>
                  <a:pt x="3125531" y="63460"/>
                  <a:pt x="3123066" y="60886"/>
                  <a:pt x="3119761" y="58882"/>
                </a:cubicBezTo>
                <a:cubicBezTo>
                  <a:pt x="3116456" y="56877"/>
                  <a:pt x="3112690" y="55874"/>
                  <a:pt x="3108464" y="55874"/>
                </a:cubicBezTo>
                <a:cubicBezTo>
                  <a:pt x="3106514" y="55874"/>
                  <a:pt x="3104564" y="56091"/>
                  <a:pt x="3102613" y="56526"/>
                </a:cubicBezTo>
                <a:cubicBezTo>
                  <a:pt x="3100662" y="56959"/>
                  <a:pt x="3098927" y="57665"/>
                  <a:pt x="3097409" y="58642"/>
                </a:cubicBezTo>
                <a:cubicBezTo>
                  <a:pt x="3095893" y="59617"/>
                  <a:pt x="3094674" y="60865"/>
                  <a:pt x="3093753" y="62385"/>
                </a:cubicBezTo>
                <a:cubicBezTo>
                  <a:pt x="3092832" y="63902"/>
                  <a:pt x="3092372" y="65692"/>
                  <a:pt x="3092372" y="67754"/>
                </a:cubicBezTo>
                <a:cubicBezTo>
                  <a:pt x="3092372" y="71336"/>
                  <a:pt x="3093834" y="74075"/>
                  <a:pt x="3096759" y="75974"/>
                </a:cubicBezTo>
                <a:cubicBezTo>
                  <a:pt x="3099686" y="77872"/>
                  <a:pt x="3104292" y="79472"/>
                  <a:pt x="3110577" y="80775"/>
                </a:cubicBezTo>
                <a:cubicBezTo>
                  <a:pt x="3119572" y="82619"/>
                  <a:pt x="3126209" y="85304"/>
                  <a:pt x="3130488" y="88831"/>
                </a:cubicBezTo>
                <a:cubicBezTo>
                  <a:pt x="3134769" y="92356"/>
                  <a:pt x="3136909" y="97102"/>
                  <a:pt x="3136909" y="103070"/>
                </a:cubicBezTo>
                <a:cubicBezTo>
                  <a:pt x="3136909" y="107410"/>
                  <a:pt x="3136069" y="111073"/>
                  <a:pt x="3134389" y="114057"/>
                </a:cubicBezTo>
                <a:cubicBezTo>
                  <a:pt x="3132709" y="117040"/>
                  <a:pt x="3130514" y="119481"/>
                  <a:pt x="3127804" y="121381"/>
                </a:cubicBezTo>
                <a:cubicBezTo>
                  <a:pt x="3125096" y="123279"/>
                  <a:pt x="3122035" y="124635"/>
                  <a:pt x="3118622" y="125449"/>
                </a:cubicBezTo>
                <a:cubicBezTo>
                  <a:pt x="3115210" y="126262"/>
                  <a:pt x="3111770" y="126669"/>
                  <a:pt x="3108302" y="126669"/>
                </a:cubicBezTo>
                <a:cubicBezTo>
                  <a:pt x="3102558" y="126669"/>
                  <a:pt x="3096977" y="125485"/>
                  <a:pt x="3091558" y="123117"/>
                </a:cubicBezTo>
                <a:cubicBezTo>
                  <a:pt x="3086142" y="120748"/>
                  <a:pt x="3081699" y="117023"/>
                  <a:pt x="3078230" y="111941"/>
                </a:cubicBezTo>
                <a:lnTo>
                  <a:pt x="3087007" y="105438"/>
                </a:lnTo>
                <a:cubicBezTo>
                  <a:pt x="3088958" y="108798"/>
                  <a:pt x="3091830" y="111616"/>
                  <a:pt x="3095621" y="113891"/>
                </a:cubicBezTo>
                <a:cubicBezTo>
                  <a:pt x="3099414" y="116166"/>
                  <a:pt x="3103587" y="117304"/>
                  <a:pt x="3108139" y="117304"/>
                </a:cubicBezTo>
                <a:cubicBezTo>
                  <a:pt x="3110523" y="117304"/>
                  <a:pt x="3112798" y="117087"/>
                  <a:pt x="3114964" y="116654"/>
                </a:cubicBezTo>
                <a:cubicBezTo>
                  <a:pt x="3117132" y="116219"/>
                  <a:pt x="3119028" y="115459"/>
                  <a:pt x="3120654" y="114374"/>
                </a:cubicBezTo>
                <a:cubicBezTo>
                  <a:pt x="3122279" y="113290"/>
                  <a:pt x="3123580" y="111907"/>
                  <a:pt x="3124555" y="110225"/>
                </a:cubicBezTo>
                <a:cubicBezTo>
                  <a:pt x="3125531" y="108542"/>
                  <a:pt x="3126018" y="106453"/>
                  <a:pt x="3126018" y="103958"/>
                </a:cubicBezTo>
                <a:cubicBezTo>
                  <a:pt x="3126018" y="99943"/>
                  <a:pt x="3124095" y="96932"/>
                  <a:pt x="3120247" y="94925"/>
                </a:cubicBezTo>
                <a:cubicBezTo>
                  <a:pt x="3116401" y="92917"/>
                  <a:pt x="3110848" y="91046"/>
                  <a:pt x="3103587" y="89310"/>
                </a:cubicBezTo>
                <a:cubicBezTo>
                  <a:pt x="3101312" y="88767"/>
                  <a:pt x="3098901" y="88089"/>
                  <a:pt x="3096353" y="87276"/>
                </a:cubicBezTo>
                <a:cubicBezTo>
                  <a:pt x="3093806" y="86462"/>
                  <a:pt x="3091449" y="85269"/>
                  <a:pt x="3089282" y="83697"/>
                </a:cubicBezTo>
                <a:cubicBezTo>
                  <a:pt x="3087116" y="82123"/>
                  <a:pt x="3085328" y="80142"/>
                  <a:pt x="3083919" y="77754"/>
                </a:cubicBezTo>
                <a:cubicBezTo>
                  <a:pt x="3082511" y="75367"/>
                  <a:pt x="3081806" y="72383"/>
                  <a:pt x="3081806" y="68803"/>
                </a:cubicBezTo>
                <a:cubicBezTo>
                  <a:pt x="3081806" y="64896"/>
                  <a:pt x="3082564" y="61559"/>
                  <a:pt x="3084081" y="58793"/>
                </a:cubicBezTo>
                <a:cubicBezTo>
                  <a:pt x="3085599" y="56025"/>
                  <a:pt x="3087631" y="53747"/>
                  <a:pt x="3090177" y="51958"/>
                </a:cubicBezTo>
                <a:cubicBezTo>
                  <a:pt x="3092723" y="50167"/>
                  <a:pt x="3095622" y="48838"/>
                  <a:pt x="3098873" y="47970"/>
                </a:cubicBezTo>
                <a:cubicBezTo>
                  <a:pt x="3102125" y="47102"/>
                  <a:pt x="3105485" y="46667"/>
                  <a:pt x="3108952" y="46667"/>
                </a:cubicBezTo>
                <a:cubicBezTo>
                  <a:pt x="3114261" y="46667"/>
                  <a:pt x="3119408" y="47852"/>
                  <a:pt x="3124391" y="50222"/>
                </a:cubicBezTo>
                <a:cubicBezTo>
                  <a:pt x="3129377" y="52589"/>
                  <a:pt x="3133116" y="55937"/>
                  <a:pt x="3135609" y="60264"/>
                </a:cubicBezTo>
                <a:lnTo>
                  <a:pt x="3127157" y="66603"/>
                </a:lnTo>
                <a:close/>
                <a:moveTo>
                  <a:pt x="3231670" y="57938"/>
                </a:moveTo>
                <a:lnTo>
                  <a:pt x="3213790" y="57938"/>
                </a:lnTo>
                <a:lnTo>
                  <a:pt x="3213790" y="124764"/>
                </a:lnTo>
                <a:lnTo>
                  <a:pt x="3202738" y="124764"/>
                </a:lnTo>
                <a:lnTo>
                  <a:pt x="3202738" y="57938"/>
                </a:lnTo>
                <a:lnTo>
                  <a:pt x="3186808" y="57938"/>
                </a:lnTo>
                <a:lnTo>
                  <a:pt x="3186808" y="48731"/>
                </a:lnTo>
                <a:lnTo>
                  <a:pt x="3202738" y="48731"/>
                </a:lnTo>
                <a:lnTo>
                  <a:pt x="3202738" y="27939"/>
                </a:lnTo>
                <a:cubicBezTo>
                  <a:pt x="3202738" y="19275"/>
                  <a:pt x="3204851" y="12453"/>
                  <a:pt x="3209078" y="7473"/>
                </a:cubicBezTo>
                <a:cubicBezTo>
                  <a:pt x="3213304" y="2491"/>
                  <a:pt x="3219805" y="0"/>
                  <a:pt x="3228582" y="0"/>
                </a:cubicBezTo>
                <a:cubicBezTo>
                  <a:pt x="3229991" y="0"/>
                  <a:pt x="3231508" y="81"/>
                  <a:pt x="3233133" y="243"/>
                </a:cubicBezTo>
                <a:cubicBezTo>
                  <a:pt x="3234759" y="403"/>
                  <a:pt x="3236276" y="699"/>
                  <a:pt x="3237684" y="1128"/>
                </a:cubicBezTo>
                <a:lnTo>
                  <a:pt x="3235735" y="10819"/>
                </a:lnTo>
                <a:cubicBezTo>
                  <a:pt x="3234543" y="10495"/>
                  <a:pt x="3233351" y="10224"/>
                  <a:pt x="3232158" y="10008"/>
                </a:cubicBezTo>
                <a:cubicBezTo>
                  <a:pt x="3230966" y="9791"/>
                  <a:pt x="3229612" y="9683"/>
                  <a:pt x="3228096" y="9683"/>
                </a:cubicBezTo>
                <a:cubicBezTo>
                  <a:pt x="3225169" y="9683"/>
                  <a:pt x="3222758" y="10171"/>
                  <a:pt x="3220861" y="11148"/>
                </a:cubicBezTo>
                <a:cubicBezTo>
                  <a:pt x="3218965" y="12124"/>
                  <a:pt x="3217501" y="13507"/>
                  <a:pt x="3216471" y="15298"/>
                </a:cubicBezTo>
                <a:cubicBezTo>
                  <a:pt x="3215443" y="17087"/>
                  <a:pt x="3214738" y="19174"/>
                  <a:pt x="3214358" y="21560"/>
                </a:cubicBezTo>
                <a:cubicBezTo>
                  <a:pt x="3213979" y="23946"/>
                  <a:pt x="3213790" y="26495"/>
                  <a:pt x="3213790" y="29207"/>
                </a:cubicBezTo>
                <a:lnTo>
                  <a:pt x="3213790" y="48731"/>
                </a:lnTo>
                <a:lnTo>
                  <a:pt x="3231670" y="48731"/>
                </a:lnTo>
                <a:lnTo>
                  <a:pt x="3231670" y="57938"/>
                </a:lnTo>
                <a:close/>
                <a:moveTo>
                  <a:pt x="3323018" y="86668"/>
                </a:moveTo>
                <a:cubicBezTo>
                  <a:pt x="3323018" y="92414"/>
                  <a:pt x="3322016" y="97726"/>
                  <a:pt x="3320010" y="102603"/>
                </a:cubicBezTo>
                <a:cubicBezTo>
                  <a:pt x="3318006" y="107481"/>
                  <a:pt x="3315216" y="111709"/>
                  <a:pt x="3311639" y="115287"/>
                </a:cubicBezTo>
                <a:cubicBezTo>
                  <a:pt x="3308064" y="118864"/>
                  <a:pt x="3303784" y="121655"/>
                  <a:pt x="3298799" y="123660"/>
                </a:cubicBezTo>
                <a:cubicBezTo>
                  <a:pt x="3293816" y="125666"/>
                  <a:pt x="3288344" y="126669"/>
                  <a:pt x="3282383" y="126669"/>
                </a:cubicBezTo>
                <a:cubicBezTo>
                  <a:pt x="3276531" y="126669"/>
                  <a:pt x="3271113" y="125666"/>
                  <a:pt x="3266128" y="123660"/>
                </a:cubicBezTo>
                <a:cubicBezTo>
                  <a:pt x="3261144" y="121655"/>
                  <a:pt x="3256864" y="118864"/>
                  <a:pt x="3253288" y="115287"/>
                </a:cubicBezTo>
                <a:cubicBezTo>
                  <a:pt x="3249713" y="111709"/>
                  <a:pt x="3246923" y="107481"/>
                  <a:pt x="3244917" y="102603"/>
                </a:cubicBezTo>
                <a:cubicBezTo>
                  <a:pt x="3242913" y="97726"/>
                  <a:pt x="3241911" y="92414"/>
                  <a:pt x="3241911" y="86668"/>
                </a:cubicBezTo>
                <a:cubicBezTo>
                  <a:pt x="3241911" y="80922"/>
                  <a:pt x="3242913" y="75611"/>
                  <a:pt x="3244917" y="70733"/>
                </a:cubicBezTo>
                <a:cubicBezTo>
                  <a:pt x="3246923" y="65855"/>
                  <a:pt x="3249713" y="61628"/>
                  <a:pt x="3253288" y="58052"/>
                </a:cubicBezTo>
                <a:cubicBezTo>
                  <a:pt x="3256864" y="54473"/>
                  <a:pt x="3261144" y="51682"/>
                  <a:pt x="3266128" y="49676"/>
                </a:cubicBezTo>
                <a:cubicBezTo>
                  <a:pt x="3271113" y="47670"/>
                  <a:pt x="3276531" y="46667"/>
                  <a:pt x="3282383" y="46667"/>
                </a:cubicBezTo>
                <a:cubicBezTo>
                  <a:pt x="3288344" y="46667"/>
                  <a:pt x="3293816" y="47670"/>
                  <a:pt x="3298799" y="49676"/>
                </a:cubicBezTo>
                <a:cubicBezTo>
                  <a:pt x="3303784" y="51682"/>
                  <a:pt x="3308064" y="54473"/>
                  <a:pt x="3311639" y="58052"/>
                </a:cubicBezTo>
                <a:cubicBezTo>
                  <a:pt x="3315216" y="61628"/>
                  <a:pt x="3318006" y="65855"/>
                  <a:pt x="3320010" y="70733"/>
                </a:cubicBezTo>
                <a:cubicBezTo>
                  <a:pt x="3322016" y="75611"/>
                  <a:pt x="3323018" y="80922"/>
                  <a:pt x="3323018" y="86668"/>
                </a:cubicBezTo>
                <a:moveTo>
                  <a:pt x="3311317" y="86671"/>
                </a:moveTo>
                <a:cubicBezTo>
                  <a:pt x="3311317" y="82434"/>
                  <a:pt x="3310640" y="78443"/>
                  <a:pt x="3309286" y="74696"/>
                </a:cubicBezTo>
                <a:cubicBezTo>
                  <a:pt x="3307931" y="70948"/>
                  <a:pt x="3306008" y="67689"/>
                  <a:pt x="3303514" y="64919"/>
                </a:cubicBezTo>
                <a:cubicBezTo>
                  <a:pt x="3301022" y="62148"/>
                  <a:pt x="3297988" y="59948"/>
                  <a:pt x="3294412" y="58319"/>
                </a:cubicBezTo>
                <a:cubicBezTo>
                  <a:pt x="3290837" y="56689"/>
                  <a:pt x="3286828" y="55874"/>
                  <a:pt x="3282385" y="55874"/>
                </a:cubicBezTo>
                <a:cubicBezTo>
                  <a:pt x="3277942" y="55874"/>
                  <a:pt x="3273960" y="56689"/>
                  <a:pt x="3270438" y="58319"/>
                </a:cubicBezTo>
                <a:cubicBezTo>
                  <a:pt x="3266916" y="59948"/>
                  <a:pt x="3263909" y="62148"/>
                  <a:pt x="3261415" y="64919"/>
                </a:cubicBezTo>
                <a:cubicBezTo>
                  <a:pt x="3258923" y="67689"/>
                  <a:pt x="3257000" y="70948"/>
                  <a:pt x="3255646" y="74696"/>
                </a:cubicBezTo>
                <a:cubicBezTo>
                  <a:pt x="3254292" y="78443"/>
                  <a:pt x="3253615" y="82434"/>
                  <a:pt x="3253615" y="86671"/>
                </a:cubicBezTo>
                <a:cubicBezTo>
                  <a:pt x="3253615" y="90907"/>
                  <a:pt x="3254292" y="94899"/>
                  <a:pt x="3255646" y="98648"/>
                </a:cubicBezTo>
                <a:cubicBezTo>
                  <a:pt x="3257000" y="102394"/>
                  <a:pt x="3258923" y="105653"/>
                  <a:pt x="3261415" y="108424"/>
                </a:cubicBezTo>
                <a:cubicBezTo>
                  <a:pt x="3263909" y="111194"/>
                  <a:pt x="3266916" y="113367"/>
                  <a:pt x="3270438" y="114942"/>
                </a:cubicBezTo>
                <a:cubicBezTo>
                  <a:pt x="3273960" y="116517"/>
                  <a:pt x="3277942" y="117304"/>
                  <a:pt x="3282385" y="117304"/>
                </a:cubicBezTo>
                <a:cubicBezTo>
                  <a:pt x="3286828" y="117304"/>
                  <a:pt x="3290837" y="116517"/>
                  <a:pt x="3294412" y="114942"/>
                </a:cubicBezTo>
                <a:cubicBezTo>
                  <a:pt x="3297988" y="113367"/>
                  <a:pt x="3301022" y="111194"/>
                  <a:pt x="3303514" y="108424"/>
                </a:cubicBezTo>
                <a:cubicBezTo>
                  <a:pt x="3306008" y="105653"/>
                  <a:pt x="3307931" y="102394"/>
                  <a:pt x="3309286" y="98648"/>
                </a:cubicBezTo>
                <a:cubicBezTo>
                  <a:pt x="3310640" y="94899"/>
                  <a:pt x="3311317" y="90907"/>
                  <a:pt x="3311317" y="86671"/>
                </a:cubicBezTo>
                <a:close/>
                <a:moveTo>
                  <a:pt x="3346750" y="65378"/>
                </a:moveTo>
                <a:cubicBezTo>
                  <a:pt x="3346750" y="63316"/>
                  <a:pt x="3346695" y="60660"/>
                  <a:pt x="3346586" y="57409"/>
                </a:cubicBezTo>
                <a:cubicBezTo>
                  <a:pt x="3346479" y="54159"/>
                  <a:pt x="3346317" y="51233"/>
                  <a:pt x="3346100" y="48632"/>
                </a:cubicBezTo>
                <a:lnTo>
                  <a:pt x="3356666" y="48632"/>
                </a:lnTo>
                <a:cubicBezTo>
                  <a:pt x="3356882" y="50690"/>
                  <a:pt x="3357044" y="52966"/>
                  <a:pt x="3357152" y="55460"/>
                </a:cubicBezTo>
                <a:cubicBezTo>
                  <a:pt x="3357261" y="57952"/>
                  <a:pt x="3357315" y="60010"/>
                  <a:pt x="3357315" y="61635"/>
                </a:cubicBezTo>
                <a:lnTo>
                  <a:pt x="3357640" y="61635"/>
                </a:lnTo>
                <a:cubicBezTo>
                  <a:pt x="3359808" y="57188"/>
                  <a:pt x="3363059" y="53581"/>
                  <a:pt x="3367392" y="50817"/>
                </a:cubicBezTo>
                <a:cubicBezTo>
                  <a:pt x="3371728" y="48051"/>
                  <a:pt x="3376605" y="46667"/>
                  <a:pt x="3382023" y="46667"/>
                </a:cubicBezTo>
                <a:cubicBezTo>
                  <a:pt x="3383432" y="46667"/>
                  <a:pt x="3384705" y="46731"/>
                  <a:pt x="3385843" y="46858"/>
                </a:cubicBezTo>
                <a:cubicBezTo>
                  <a:pt x="3386980" y="46986"/>
                  <a:pt x="3388145" y="47240"/>
                  <a:pt x="3389337" y="47620"/>
                </a:cubicBezTo>
                <a:lnTo>
                  <a:pt x="3387874" y="57962"/>
                </a:lnTo>
                <a:cubicBezTo>
                  <a:pt x="3387224" y="57746"/>
                  <a:pt x="3386140" y="57529"/>
                  <a:pt x="3384622" y="57312"/>
                </a:cubicBezTo>
                <a:cubicBezTo>
                  <a:pt x="3383106" y="57094"/>
                  <a:pt x="3381589" y="56985"/>
                  <a:pt x="3380071" y="56985"/>
                </a:cubicBezTo>
                <a:cubicBezTo>
                  <a:pt x="3377146" y="56985"/>
                  <a:pt x="3374329" y="57527"/>
                  <a:pt x="3371619" y="58612"/>
                </a:cubicBezTo>
                <a:cubicBezTo>
                  <a:pt x="3368910" y="59695"/>
                  <a:pt x="3366553" y="61402"/>
                  <a:pt x="3364548" y="63731"/>
                </a:cubicBezTo>
                <a:cubicBezTo>
                  <a:pt x="3362544" y="66061"/>
                  <a:pt x="3360918" y="69041"/>
                  <a:pt x="3359672" y="72672"/>
                </a:cubicBezTo>
                <a:cubicBezTo>
                  <a:pt x="3358427" y="76302"/>
                  <a:pt x="3357804" y="80663"/>
                  <a:pt x="3357804" y="85755"/>
                </a:cubicBezTo>
                <a:lnTo>
                  <a:pt x="3357804" y="124764"/>
                </a:lnTo>
                <a:lnTo>
                  <a:pt x="3346750" y="124764"/>
                </a:lnTo>
                <a:lnTo>
                  <a:pt x="3346750" y="65378"/>
                </a:lnTo>
                <a:close/>
                <a:moveTo>
                  <a:pt x="3493851" y="75646"/>
                </a:moveTo>
                <a:cubicBezTo>
                  <a:pt x="3493851" y="69001"/>
                  <a:pt x="3492118" y="64045"/>
                  <a:pt x="3488650" y="60777"/>
                </a:cubicBezTo>
                <a:cubicBezTo>
                  <a:pt x="3485183" y="57508"/>
                  <a:pt x="3480144" y="55874"/>
                  <a:pt x="3473534" y="55874"/>
                </a:cubicBezTo>
                <a:cubicBezTo>
                  <a:pt x="3468983" y="55874"/>
                  <a:pt x="3464757" y="56687"/>
                  <a:pt x="3460855" y="58312"/>
                </a:cubicBezTo>
                <a:cubicBezTo>
                  <a:pt x="3456954" y="59937"/>
                  <a:pt x="3453650" y="62105"/>
                  <a:pt x="3450941" y="64815"/>
                </a:cubicBezTo>
                <a:lnTo>
                  <a:pt x="3444763" y="57501"/>
                </a:lnTo>
                <a:cubicBezTo>
                  <a:pt x="3447906" y="54371"/>
                  <a:pt x="3452052" y="51783"/>
                  <a:pt x="3457199" y="49738"/>
                </a:cubicBezTo>
                <a:cubicBezTo>
                  <a:pt x="3462346" y="47691"/>
                  <a:pt x="3468170" y="46667"/>
                  <a:pt x="3474672" y="46667"/>
                </a:cubicBezTo>
                <a:cubicBezTo>
                  <a:pt x="3478791" y="46667"/>
                  <a:pt x="3482638" y="47237"/>
                  <a:pt x="3486212" y="48376"/>
                </a:cubicBezTo>
                <a:cubicBezTo>
                  <a:pt x="3489789" y="49516"/>
                  <a:pt x="3492931" y="51224"/>
                  <a:pt x="3495640" y="53503"/>
                </a:cubicBezTo>
                <a:cubicBezTo>
                  <a:pt x="3498350" y="55780"/>
                  <a:pt x="3500463" y="58653"/>
                  <a:pt x="3501979" y="62124"/>
                </a:cubicBezTo>
                <a:cubicBezTo>
                  <a:pt x="3503497" y="65595"/>
                  <a:pt x="3504256" y="69662"/>
                  <a:pt x="3504256" y="74327"/>
                </a:cubicBezTo>
                <a:lnTo>
                  <a:pt x="3504256" y="107680"/>
                </a:lnTo>
                <a:cubicBezTo>
                  <a:pt x="3504256" y="110609"/>
                  <a:pt x="3504364" y="113646"/>
                  <a:pt x="3504581" y="116793"/>
                </a:cubicBezTo>
                <a:cubicBezTo>
                  <a:pt x="3504797" y="119938"/>
                  <a:pt x="3505122" y="122595"/>
                  <a:pt x="3505555" y="124764"/>
                </a:cubicBezTo>
                <a:lnTo>
                  <a:pt x="3495642" y="124764"/>
                </a:lnTo>
                <a:cubicBezTo>
                  <a:pt x="3495316" y="122914"/>
                  <a:pt x="3495045" y="120901"/>
                  <a:pt x="3494829" y="118725"/>
                </a:cubicBezTo>
                <a:cubicBezTo>
                  <a:pt x="3494612" y="116549"/>
                  <a:pt x="3494504" y="114427"/>
                  <a:pt x="3494504" y="112361"/>
                </a:cubicBezTo>
                <a:lnTo>
                  <a:pt x="3494176" y="112361"/>
                </a:lnTo>
                <a:cubicBezTo>
                  <a:pt x="3490709" y="117455"/>
                  <a:pt x="3486780" y="121113"/>
                  <a:pt x="3482390" y="123335"/>
                </a:cubicBezTo>
                <a:cubicBezTo>
                  <a:pt x="3478002" y="125558"/>
                  <a:pt x="3472720" y="126669"/>
                  <a:pt x="3466544" y="126669"/>
                </a:cubicBezTo>
                <a:cubicBezTo>
                  <a:pt x="3463618" y="126669"/>
                  <a:pt x="3460610" y="126263"/>
                  <a:pt x="3457521" y="125451"/>
                </a:cubicBezTo>
                <a:cubicBezTo>
                  <a:pt x="3454434" y="124639"/>
                  <a:pt x="3451618" y="123313"/>
                  <a:pt x="3449071" y="121473"/>
                </a:cubicBezTo>
                <a:cubicBezTo>
                  <a:pt x="3446525" y="119631"/>
                  <a:pt x="3444412" y="117248"/>
                  <a:pt x="3442732" y="114325"/>
                </a:cubicBezTo>
                <a:cubicBezTo>
                  <a:pt x="3441052" y="111400"/>
                  <a:pt x="3440212" y="107825"/>
                  <a:pt x="3440212" y="103600"/>
                </a:cubicBezTo>
                <a:cubicBezTo>
                  <a:pt x="3440212" y="97752"/>
                  <a:pt x="3441702" y="93122"/>
                  <a:pt x="3444681" y="89711"/>
                </a:cubicBezTo>
                <a:cubicBezTo>
                  <a:pt x="3447661" y="86300"/>
                  <a:pt x="3451643" y="83756"/>
                  <a:pt x="3456628" y="82077"/>
                </a:cubicBezTo>
                <a:cubicBezTo>
                  <a:pt x="3461614" y="80397"/>
                  <a:pt x="3467330" y="79314"/>
                  <a:pt x="3473777" y="78828"/>
                </a:cubicBezTo>
                <a:cubicBezTo>
                  <a:pt x="3480225" y="78340"/>
                  <a:pt x="3486917" y="78097"/>
                  <a:pt x="3493851" y="78097"/>
                </a:cubicBezTo>
                <a:lnTo>
                  <a:pt x="3493851" y="75646"/>
                </a:lnTo>
                <a:moveTo>
                  <a:pt x="3490600" y="86827"/>
                </a:moveTo>
                <a:cubicBezTo>
                  <a:pt x="3486049" y="86827"/>
                  <a:pt x="3481471" y="87016"/>
                  <a:pt x="3476864" y="87395"/>
                </a:cubicBezTo>
                <a:cubicBezTo>
                  <a:pt x="3472260" y="87772"/>
                  <a:pt x="3468088" y="88528"/>
                  <a:pt x="3464349" y="89664"/>
                </a:cubicBezTo>
                <a:cubicBezTo>
                  <a:pt x="3460612" y="90799"/>
                  <a:pt x="3457552" y="92446"/>
                  <a:pt x="3455168" y="94607"/>
                </a:cubicBezTo>
                <a:cubicBezTo>
                  <a:pt x="3452783" y="96768"/>
                  <a:pt x="3451591" y="99631"/>
                  <a:pt x="3451591" y="103196"/>
                </a:cubicBezTo>
                <a:cubicBezTo>
                  <a:pt x="3451591" y="105898"/>
                  <a:pt x="3452105" y="108167"/>
                  <a:pt x="3453134" y="110004"/>
                </a:cubicBezTo>
                <a:cubicBezTo>
                  <a:pt x="3454164" y="111841"/>
                  <a:pt x="3455545" y="113327"/>
                  <a:pt x="3457278" y="114461"/>
                </a:cubicBezTo>
                <a:cubicBezTo>
                  <a:pt x="3459013" y="115596"/>
                  <a:pt x="3460937" y="116406"/>
                  <a:pt x="3463050" y="116892"/>
                </a:cubicBezTo>
                <a:cubicBezTo>
                  <a:pt x="3465163" y="117378"/>
                  <a:pt x="3467303" y="117621"/>
                  <a:pt x="3469471" y="117621"/>
                </a:cubicBezTo>
                <a:cubicBezTo>
                  <a:pt x="3473371" y="117621"/>
                  <a:pt x="3476839" y="116946"/>
                  <a:pt x="3479873" y="115595"/>
                </a:cubicBezTo>
                <a:cubicBezTo>
                  <a:pt x="3482907" y="114244"/>
                  <a:pt x="3485453" y="112407"/>
                  <a:pt x="3487512" y="110084"/>
                </a:cubicBezTo>
                <a:cubicBezTo>
                  <a:pt x="3489571" y="107761"/>
                  <a:pt x="3491141" y="105087"/>
                  <a:pt x="3492224" y="102063"/>
                </a:cubicBezTo>
                <a:cubicBezTo>
                  <a:pt x="3493309" y="99037"/>
                  <a:pt x="3493851" y="95849"/>
                  <a:pt x="3493851" y="92499"/>
                </a:cubicBezTo>
                <a:lnTo>
                  <a:pt x="3493851" y="86827"/>
                </a:lnTo>
                <a:lnTo>
                  <a:pt x="3490600" y="86827"/>
                </a:lnTo>
                <a:close/>
                <a:moveTo>
                  <a:pt x="3542615" y="48632"/>
                </a:moveTo>
                <a:cubicBezTo>
                  <a:pt x="3542831" y="50690"/>
                  <a:pt x="3542994" y="52966"/>
                  <a:pt x="3543101" y="55460"/>
                </a:cubicBezTo>
                <a:cubicBezTo>
                  <a:pt x="3543210" y="57952"/>
                  <a:pt x="3543265" y="60010"/>
                  <a:pt x="3543265" y="61635"/>
                </a:cubicBezTo>
                <a:lnTo>
                  <a:pt x="3543590" y="61635"/>
                </a:lnTo>
                <a:cubicBezTo>
                  <a:pt x="3545757" y="57188"/>
                  <a:pt x="3549279" y="53581"/>
                  <a:pt x="3554155" y="50817"/>
                </a:cubicBezTo>
                <a:cubicBezTo>
                  <a:pt x="3559031" y="48051"/>
                  <a:pt x="3564179" y="46667"/>
                  <a:pt x="3569597" y="46667"/>
                </a:cubicBezTo>
                <a:cubicBezTo>
                  <a:pt x="3579240" y="46667"/>
                  <a:pt x="3586472" y="49542"/>
                  <a:pt x="3591294" y="55291"/>
                </a:cubicBezTo>
                <a:cubicBezTo>
                  <a:pt x="3596117" y="61040"/>
                  <a:pt x="3598529" y="68633"/>
                  <a:pt x="3598529" y="78069"/>
                </a:cubicBezTo>
                <a:lnTo>
                  <a:pt x="3598529" y="124764"/>
                </a:lnTo>
                <a:lnTo>
                  <a:pt x="3587477" y="124764"/>
                </a:lnTo>
                <a:lnTo>
                  <a:pt x="3587477" y="82583"/>
                </a:lnTo>
                <a:cubicBezTo>
                  <a:pt x="3587477" y="78565"/>
                  <a:pt x="3587152" y="74929"/>
                  <a:pt x="3586502" y="71673"/>
                </a:cubicBezTo>
                <a:cubicBezTo>
                  <a:pt x="3585852" y="68416"/>
                  <a:pt x="3584741" y="65620"/>
                  <a:pt x="3583169" y="63285"/>
                </a:cubicBezTo>
                <a:cubicBezTo>
                  <a:pt x="3581598" y="60950"/>
                  <a:pt x="3579485" y="59131"/>
                  <a:pt x="3576829" y="57828"/>
                </a:cubicBezTo>
                <a:cubicBezTo>
                  <a:pt x="3574175" y="56525"/>
                  <a:pt x="3570844" y="55874"/>
                  <a:pt x="3566834" y="55874"/>
                </a:cubicBezTo>
                <a:cubicBezTo>
                  <a:pt x="3563909" y="55874"/>
                  <a:pt x="3561064" y="56472"/>
                  <a:pt x="3558300" y="57667"/>
                </a:cubicBezTo>
                <a:cubicBezTo>
                  <a:pt x="3555537" y="58861"/>
                  <a:pt x="3553071" y="60680"/>
                  <a:pt x="3550904" y="63124"/>
                </a:cubicBezTo>
                <a:cubicBezTo>
                  <a:pt x="3548738" y="65566"/>
                  <a:pt x="3547004" y="68659"/>
                  <a:pt x="3545703" y="72405"/>
                </a:cubicBezTo>
                <a:cubicBezTo>
                  <a:pt x="3544403" y="76150"/>
                  <a:pt x="3543753" y="80574"/>
                  <a:pt x="3543753" y="85679"/>
                </a:cubicBezTo>
                <a:lnTo>
                  <a:pt x="3543753" y="124764"/>
                </a:lnTo>
                <a:lnTo>
                  <a:pt x="3532699" y="124764"/>
                </a:lnTo>
                <a:lnTo>
                  <a:pt x="3532699" y="65378"/>
                </a:lnTo>
                <a:cubicBezTo>
                  <a:pt x="3532699" y="63316"/>
                  <a:pt x="3532644" y="60660"/>
                  <a:pt x="3532535" y="57409"/>
                </a:cubicBezTo>
                <a:cubicBezTo>
                  <a:pt x="3532428" y="54159"/>
                  <a:pt x="3532266" y="51233"/>
                  <a:pt x="3532049" y="48632"/>
                </a:cubicBezTo>
                <a:lnTo>
                  <a:pt x="3542615" y="48632"/>
                </a:lnTo>
                <a:close/>
                <a:moveTo>
                  <a:pt x="3678988" y="124764"/>
                </a:moveTo>
                <a:lnTo>
                  <a:pt x="3667936" y="124764"/>
                </a:lnTo>
                <a:lnTo>
                  <a:pt x="3667936" y="48694"/>
                </a:lnTo>
                <a:lnTo>
                  <a:pt x="3678988" y="48694"/>
                </a:lnTo>
                <a:lnTo>
                  <a:pt x="3678988" y="124764"/>
                </a:lnTo>
                <a:moveTo>
                  <a:pt x="3681264" y="19365"/>
                </a:moveTo>
                <a:cubicBezTo>
                  <a:pt x="3681264" y="21634"/>
                  <a:pt x="3680452" y="23497"/>
                  <a:pt x="3678826" y="24956"/>
                </a:cubicBezTo>
                <a:cubicBezTo>
                  <a:pt x="3677201" y="26414"/>
                  <a:pt x="3675413" y="27143"/>
                  <a:pt x="3673462" y="27143"/>
                </a:cubicBezTo>
                <a:cubicBezTo>
                  <a:pt x="3671511" y="27143"/>
                  <a:pt x="3669722" y="26414"/>
                  <a:pt x="3668097" y="24956"/>
                </a:cubicBezTo>
                <a:cubicBezTo>
                  <a:pt x="3666472" y="23497"/>
                  <a:pt x="3665659" y="21634"/>
                  <a:pt x="3665659" y="19365"/>
                </a:cubicBezTo>
                <a:cubicBezTo>
                  <a:pt x="3665659" y="17097"/>
                  <a:pt x="3666472" y="15233"/>
                  <a:pt x="3668097" y="13775"/>
                </a:cubicBezTo>
                <a:cubicBezTo>
                  <a:pt x="3669722" y="12317"/>
                  <a:pt x="3671511" y="11587"/>
                  <a:pt x="3673462" y="11587"/>
                </a:cubicBezTo>
                <a:cubicBezTo>
                  <a:pt x="3675413" y="11587"/>
                  <a:pt x="3677201" y="12317"/>
                  <a:pt x="3678826" y="13775"/>
                </a:cubicBezTo>
                <a:cubicBezTo>
                  <a:pt x="3680452" y="15233"/>
                  <a:pt x="3681264" y="17097"/>
                  <a:pt x="3681264" y="19365"/>
                </a:cubicBezTo>
                <a:close/>
                <a:moveTo>
                  <a:pt x="3709057" y="9683"/>
                </a:moveTo>
                <a:lnTo>
                  <a:pt x="3741568" y="9683"/>
                </a:lnTo>
                <a:cubicBezTo>
                  <a:pt x="3747419" y="9683"/>
                  <a:pt x="3752729" y="10306"/>
                  <a:pt x="3757496" y="11553"/>
                </a:cubicBezTo>
                <a:cubicBezTo>
                  <a:pt x="3762264" y="12798"/>
                  <a:pt x="3766355" y="14694"/>
                  <a:pt x="3769768" y="17240"/>
                </a:cubicBezTo>
                <a:cubicBezTo>
                  <a:pt x="3773182" y="19785"/>
                  <a:pt x="3775810" y="22980"/>
                  <a:pt x="3777652" y="26826"/>
                </a:cubicBezTo>
                <a:cubicBezTo>
                  <a:pt x="3779494" y="30672"/>
                  <a:pt x="3780415" y="35195"/>
                  <a:pt x="3780415" y="40395"/>
                </a:cubicBezTo>
                <a:cubicBezTo>
                  <a:pt x="3780415" y="45595"/>
                  <a:pt x="3779467" y="50118"/>
                  <a:pt x="3777570" y="53964"/>
                </a:cubicBezTo>
                <a:cubicBezTo>
                  <a:pt x="3775674" y="57810"/>
                  <a:pt x="3773018" y="61006"/>
                  <a:pt x="3769604" y="63553"/>
                </a:cubicBezTo>
                <a:cubicBezTo>
                  <a:pt x="3766191" y="66099"/>
                  <a:pt x="3762074" y="68022"/>
                  <a:pt x="3757253" y="69322"/>
                </a:cubicBezTo>
                <a:cubicBezTo>
                  <a:pt x="3752431" y="70621"/>
                  <a:pt x="3747095" y="71271"/>
                  <a:pt x="3741243" y="71271"/>
                </a:cubicBezTo>
                <a:lnTo>
                  <a:pt x="3720761" y="71271"/>
                </a:lnTo>
                <a:lnTo>
                  <a:pt x="3720761" y="124764"/>
                </a:lnTo>
                <a:lnTo>
                  <a:pt x="3709057" y="124764"/>
                </a:lnTo>
                <a:lnTo>
                  <a:pt x="3709057" y="9683"/>
                </a:lnTo>
                <a:moveTo>
                  <a:pt x="3720761" y="61430"/>
                </a:moveTo>
                <a:lnTo>
                  <a:pt x="3740591" y="61430"/>
                </a:lnTo>
                <a:cubicBezTo>
                  <a:pt x="3749802" y="61430"/>
                  <a:pt x="3756791" y="59636"/>
                  <a:pt x="3761558" y="56048"/>
                </a:cubicBezTo>
                <a:cubicBezTo>
                  <a:pt x="3766327" y="52460"/>
                  <a:pt x="3768711" y="47241"/>
                  <a:pt x="3768711" y="40393"/>
                </a:cubicBezTo>
                <a:cubicBezTo>
                  <a:pt x="3768711" y="33218"/>
                  <a:pt x="3766246" y="27973"/>
                  <a:pt x="3761315" y="24658"/>
                </a:cubicBezTo>
                <a:cubicBezTo>
                  <a:pt x="3756385" y="21341"/>
                  <a:pt x="3749476" y="19683"/>
                  <a:pt x="3740591" y="19683"/>
                </a:cubicBezTo>
                <a:lnTo>
                  <a:pt x="3720761" y="19683"/>
                </a:lnTo>
                <a:lnTo>
                  <a:pt x="3720761" y="61430"/>
                </a:lnTo>
                <a:close/>
                <a:moveTo>
                  <a:pt x="3814385" y="61147"/>
                </a:moveTo>
                <a:cubicBezTo>
                  <a:pt x="3816444" y="56701"/>
                  <a:pt x="3819857" y="53176"/>
                  <a:pt x="3824624" y="50574"/>
                </a:cubicBezTo>
                <a:cubicBezTo>
                  <a:pt x="3829392" y="47970"/>
                  <a:pt x="3834486" y="46667"/>
                  <a:pt x="3839904" y="46667"/>
                </a:cubicBezTo>
                <a:cubicBezTo>
                  <a:pt x="3849547" y="46667"/>
                  <a:pt x="3856779" y="49542"/>
                  <a:pt x="3861601" y="55291"/>
                </a:cubicBezTo>
                <a:cubicBezTo>
                  <a:pt x="3866424" y="61040"/>
                  <a:pt x="3868836" y="68633"/>
                  <a:pt x="3868836" y="78069"/>
                </a:cubicBezTo>
                <a:lnTo>
                  <a:pt x="3868836" y="124764"/>
                </a:lnTo>
                <a:lnTo>
                  <a:pt x="3857784" y="124764"/>
                </a:lnTo>
                <a:lnTo>
                  <a:pt x="3857784" y="82583"/>
                </a:lnTo>
                <a:cubicBezTo>
                  <a:pt x="3857784" y="78565"/>
                  <a:pt x="3857459" y="74929"/>
                  <a:pt x="3856809" y="71673"/>
                </a:cubicBezTo>
                <a:cubicBezTo>
                  <a:pt x="3856159" y="68416"/>
                  <a:pt x="3855048" y="65620"/>
                  <a:pt x="3853476" y="63285"/>
                </a:cubicBezTo>
                <a:cubicBezTo>
                  <a:pt x="3851905" y="60950"/>
                  <a:pt x="3849792" y="59131"/>
                  <a:pt x="3847136" y="57828"/>
                </a:cubicBezTo>
                <a:cubicBezTo>
                  <a:pt x="3844483" y="56525"/>
                  <a:pt x="3841151" y="55874"/>
                  <a:pt x="3837141" y="55874"/>
                </a:cubicBezTo>
                <a:cubicBezTo>
                  <a:pt x="3834216" y="55874"/>
                  <a:pt x="3831371" y="56472"/>
                  <a:pt x="3828607" y="57667"/>
                </a:cubicBezTo>
                <a:cubicBezTo>
                  <a:pt x="3825844" y="58861"/>
                  <a:pt x="3823379" y="60680"/>
                  <a:pt x="3821211" y="63124"/>
                </a:cubicBezTo>
                <a:cubicBezTo>
                  <a:pt x="3819045" y="65566"/>
                  <a:pt x="3817311" y="68659"/>
                  <a:pt x="3816010" y="72405"/>
                </a:cubicBezTo>
                <a:cubicBezTo>
                  <a:pt x="3814710" y="76150"/>
                  <a:pt x="3814060" y="80574"/>
                  <a:pt x="3814060" y="85679"/>
                </a:cubicBezTo>
                <a:lnTo>
                  <a:pt x="3814060" y="124764"/>
                </a:lnTo>
                <a:lnTo>
                  <a:pt x="3803006" y="124764"/>
                </a:lnTo>
                <a:lnTo>
                  <a:pt x="3803006" y="1806"/>
                </a:lnTo>
                <a:lnTo>
                  <a:pt x="3814060" y="1806"/>
                </a:lnTo>
                <a:lnTo>
                  <a:pt x="3814060" y="61147"/>
                </a:lnTo>
                <a:lnTo>
                  <a:pt x="3814385" y="61147"/>
                </a:lnTo>
                <a:close/>
                <a:moveTo>
                  <a:pt x="3973026" y="86668"/>
                </a:moveTo>
                <a:cubicBezTo>
                  <a:pt x="3973026" y="92414"/>
                  <a:pt x="3972023" y="97726"/>
                  <a:pt x="3970018" y="102603"/>
                </a:cubicBezTo>
                <a:cubicBezTo>
                  <a:pt x="3968014" y="107481"/>
                  <a:pt x="3965224" y="111709"/>
                  <a:pt x="3961647" y="115287"/>
                </a:cubicBezTo>
                <a:cubicBezTo>
                  <a:pt x="3958072" y="118864"/>
                  <a:pt x="3953792" y="121655"/>
                  <a:pt x="3948807" y="123660"/>
                </a:cubicBezTo>
                <a:cubicBezTo>
                  <a:pt x="3943824" y="125666"/>
                  <a:pt x="3938351" y="126669"/>
                  <a:pt x="3932391" y="126669"/>
                </a:cubicBezTo>
                <a:cubicBezTo>
                  <a:pt x="3926539" y="126669"/>
                  <a:pt x="3921121" y="125666"/>
                  <a:pt x="3916135" y="123660"/>
                </a:cubicBezTo>
                <a:cubicBezTo>
                  <a:pt x="3911152" y="121655"/>
                  <a:pt x="3906872" y="118864"/>
                  <a:pt x="3903295" y="115287"/>
                </a:cubicBezTo>
                <a:cubicBezTo>
                  <a:pt x="3899721" y="111709"/>
                  <a:pt x="3896930" y="107481"/>
                  <a:pt x="3894925" y="102603"/>
                </a:cubicBezTo>
                <a:cubicBezTo>
                  <a:pt x="3892921" y="97726"/>
                  <a:pt x="3891919" y="92414"/>
                  <a:pt x="3891919" y="86668"/>
                </a:cubicBezTo>
                <a:cubicBezTo>
                  <a:pt x="3891919" y="80922"/>
                  <a:pt x="3892921" y="75611"/>
                  <a:pt x="3894925" y="70733"/>
                </a:cubicBezTo>
                <a:cubicBezTo>
                  <a:pt x="3896930" y="65855"/>
                  <a:pt x="3899721" y="61628"/>
                  <a:pt x="3903295" y="58052"/>
                </a:cubicBezTo>
                <a:cubicBezTo>
                  <a:pt x="3906872" y="54473"/>
                  <a:pt x="3911152" y="51682"/>
                  <a:pt x="3916135" y="49676"/>
                </a:cubicBezTo>
                <a:cubicBezTo>
                  <a:pt x="3921121" y="47670"/>
                  <a:pt x="3926539" y="46667"/>
                  <a:pt x="3932391" y="46667"/>
                </a:cubicBezTo>
                <a:cubicBezTo>
                  <a:pt x="3938351" y="46667"/>
                  <a:pt x="3943824" y="47670"/>
                  <a:pt x="3948807" y="49676"/>
                </a:cubicBezTo>
                <a:cubicBezTo>
                  <a:pt x="3953792" y="51682"/>
                  <a:pt x="3958072" y="54473"/>
                  <a:pt x="3961647" y="58052"/>
                </a:cubicBezTo>
                <a:cubicBezTo>
                  <a:pt x="3965224" y="61628"/>
                  <a:pt x="3968014" y="65855"/>
                  <a:pt x="3970018" y="70733"/>
                </a:cubicBezTo>
                <a:cubicBezTo>
                  <a:pt x="3972023" y="75611"/>
                  <a:pt x="3973026" y="80922"/>
                  <a:pt x="3973026" y="86668"/>
                </a:cubicBezTo>
                <a:moveTo>
                  <a:pt x="3961325" y="86671"/>
                </a:moveTo>
                <a:cubicBezTo>
                  <a:pt x="3961325" y="82434"/>
                  <a:pt x="3960648" y="78443"/>
                  <a:pt x="3959293" y="74696"/>
                </a:cubicBezTo>
                <a:cubicBezTo>
                  <a:pt x="3957939" y="70948"/>
                  <a:pt x="3956015" y="67689"/>
                  <a:pt x="3953522" y="64919"/>
                </a:cubicBezTo>
                <a:cubicBezTo>
                  <a:pt x="3951030" y="62148"/>
                  <a:pt x="3947996" y="59948"/>
                  <a:pt x="3944420" y="58319"/>
                </a:cubicBezTo>
                <a:cubicBezTo>
                  <a:pt x="3940845" y="56689"/>
                  <a:pt x="3936836" y="55874"/>
                  <a:pt x="3932393" y="55874"/>
                </a:cubicBezTo>
                <a:cubicBezTo>
                  <a:pt x="3927950" y="55874"/>
                  <a:pt x="3923968" y="56689"/>
                  <a:pt x="3920446" y="58319"/>
                </a:cubicBezTo>
                <a:cubicBezTo>
                  <a:pt x="3916924" y="59948"/>
                  <a:pt x="3913916" y="62148"/>
                  <a:pt x="3911423" y="64919"/>
                </a:cubicBezTo>
                <a:cubicBezTo>
                  <a:pt x="3908931" y="67689"/>
                  <a:pt x="3907008" y="70948"/>
                  <a:pt x="3905654" y="74696"/>
                </a:cubicBezTo>
                <a:cubicBezTo>
                  <a:pt x="3904300" y="78443"/>
                  <a:pt x="3903623" y="82434"/>
                  <a:pt x="3903623" y="86671"/>
                </a:cubicBezTo>
                <a:cubicBezTo>
                  <a:pt x="3903623" y="90907"/>
                  <a:pt x="3904300" y="94899"/>
                  <a:pt x="3905654" y="98648"/>
                </a:cubicBezTo>
                <a:cubicBezTo>
                  <a:pt x="3907008" y="102394"/>
                  <a:pt x="3908931" y="105653"/>
                  <a:pt x="3911423" y="108424"/>
                </a:cubicBezTo>
                <a:cubicBezTo>
                  <a:pt x="3913916" y="111194"/>
                  <a:pt x="3916924" y="113367"/>
                  <a:pt x="3920446" y="114942"/>
                </a:cubicBezTo>
                <a:cubicBezTo>
                  <a:pt x="3923968" y="116517"/>
                  <a:pt x="3927950" y="117304"/>
                  <a:pt x="3932393" y="117304"/>
                </a:cubicBezTo>
                <a:cubicBezTo>
                  <a:pt x="3936836" y="117304"/>
                  <a:pt x="3940845" y="116517"/>
                  <a:pt x="3944420" y="114942"/>
                </a:cubicBezTo>
                <a:cubicBezTo>
                  <a:pt x="3947996" y="113367"/>
                  <a:pt x="3951030" y="111194"/>
                  <a:pt x="3953522" y="108424"/>
                </a:cubicBezTo>
                <a:cubicBezTo>
                  <a:pt x="3956015" y="105653"/>
                  <a:pt x="3957939" y="102394"/>
                  <a:pt x="3959293" y="98648"/>
                </a:cubicBezTo>
                <a:cubicBezTo>
                  <a:pt x="3960648" y="94899"/>
                  <a:pt x="3961325" y="90907"/>
                  <a:pt x="3961325" y="86671"/>
                </a:cubicBezTo>
                <a:close/>
                <a:moveTo>
                  <a:pt x="4006674" y="48632"/>
                </a:moveTo>
                <a:cubicBezTo>
                  <a:pt x="4006890" y="50690"/>
                  <a:pt x="4007052" y="52966"/>
                  <a:pt x="4007160" y="55460"/>
                </a:cubicBezTo>
                <a:cubicBezTo>
                  <a:pt x="4007269" y="57952"/>
                  <a:pt x="4007324" y="60010"/>
                  <a:pt x="4007324" y="61635"/>
                </a:cubicBezTo>
                <a:lnTo>
                  <a:pt x="4007648" y="61635"/>
                </a:lnTo>
                <a:cubicBezTo>
                  <a:pt x="4009816" y="57188"/>
                  <a:pt x="4013338" y="53581"/>
                  <a:pt x="4018214" y="50817"/>
                </a:cubicBezTo>
                <a:cubicBezTo>
                  <a:pt x="4023090" y="48051"/>
                  <a:pt x="4028237" y="46667"/>
                  <a:pt x="4033656" y="46667"/>
                </a:cubicBezTo>
                <a:cubicBezTo>
                  <a:pt x="4043299" y="46667"/>
                  <a:pt x="4050531" y="49542"/>
                  <a:pt x="4055353" y="55291"/>
                </a:cubicBezTo>
                <a:cubicBezTo>
                  <a:pt x="4060176" y="61040"/>
                  <a:pt x="4062587" y="68633"/>
                  <a:pt x="4062587" y="78069"/>
                </a:cubicBezTo>
                <a:lnTo>
                  <a:pt x="4062587" y="124764"/>
                </a:lnTo>
                <a:lnTo>
                  <a:pt x="4051536" y="124764"/>
                </a:lnTo>
                <a:lnTo>
                  <a:pt x="4051536" y="82583"/>
                </a:lnTo>
                <a:cubicBezTo>
                  <a:pt x="4051536" y="78565"/>
                  <a:pt x="4051211" y="74929"/>
                  <a:pt x="4050561" y="71673"/>
                </a:cubicBezTo>
                <a:cubicBezTo>
                  <a:pt x="4049911" y="68416"/>
                  <a:pt x="4048800" y="65620"/>
                  <a:pt x="4047227" y="63285"/>
                </a:cubicBezTo>
                <a:cubicBezTo>
                  <a:pt x="4045657" y="60950"/>
                  <a:pt x="4043544" y="59131"/>
                  <a:pt x="4040888" y="57828"/>
                </a:cubicBezTo>
                <a:cubicBezTo>
                  <a:pt x="4038234" y="56525"/>
                  <a:pt x="4034903" y="55874"/>
                  <a:pt x="4030893" y="55874"/>
                </a:cubicBezTo>
                <a:cubicBezTo>
                  <a:pt x="4027968" y="55874"/>
                  <a:pt x="4025123" y="56472"/>
                  <a:pt x="4022359" y="57667"/>
                </a:cubicBezTo>
                <a:cubicBezTo>
                  <a:pt x="4019596" y="58861"/>
                  <a:pt x="4017130" y="60680"/>
                  <a:pt x="4014963" y="63124"/>
                </a:cubicBezTo>
                <a:cubicBezTo>
                  <a:pt x="4012797" y="65566"/>
                  <a:pt x="4011063" y="68659"/>
                  <a:pt x="4009762" y="72405"/>
                </a:cubicBezTo>
                <a:cubicBezTo>
                  <a:pt x="4008462" y="76150"/>
                  <a:pt x="4007812" y="80574"/>
                  <a:pt x="4007812" y="85679"/>
                </a:cubicBezTo>
                <a:lnTo>
                  <a:pt x="4007812" y="124764"/>
                </a:lnTo>
                <a:lnTo>
                  <a:pt x="3996758" y="124764"/>
                </a:lnTo>
                <a:lnTo>
                  <a:pt x="3996758" y="65378"/>
                </a:lnTo>
                <a:cubicBezTo>
                  <a:pt x="3996758" y="63316"/>
                  <a:pt x="3996703" y="60660"/>
                  <a:pt x="3996594" y="57409"/>
                </a:cubicBezTo>
                <a:cubicBezTo>
                  <a:pt x="3996487" y="54159"/>
                  <a:pt x="3996325" y="51233"/>
                  <a:pt x="3996108" y="48632"/>
                </a:cubicBezTo>
                <a:lnTo>
                  <a:pt x="4006674" y="48632"/>
                </a:lnTo>
                <a:close/>
                <a:moveTo>
                  <a:pt x="4149224" y="80954"/>
                </a:moveTo>
                <a:cubicBezTo>
                  <a:pt x="4148898" y="73741"/>
                  <a:pt x="4146595" y="67758"/>
                  <a:pt x="4142314" y="63005"/>
                </a:cubicBezTo>
                <a:cubicBezTo>
                  <a:pt x="4138035" y="58251"/>
                  <a:pt x="4131940" y="55874"/>
                  <a:pt x="4124030" y="55874"/>
                </a:cubicBezTo>
                <a:cubicBezTo>
                  <a:pt x="4120346" y="55874"/>
                  <a:pt x="4116932" y="56557"/>
                  <a:pt x="4113789" y="57923"/>
                </a:cubicBezTo>
                <a:cubicBezTo>
                  <a:pt x="4110648" y="59288"/>
                  <a:pt x="4107885" y="61146"/>
                  <a:pt x="4105500" y="63496"/>
                </a:cubicBezTo>
                <a:cubicBezTo>
                  <a:pt x="4103116" y="65845"/>
                  <a:pt x="4101220" y="68523"/>
                  <a:pt x="4099811" y="71529"/>
                </a:cubicBezTo>
                <a:cubicBezTo>
                  <a:pt x="4098402" y="74533"/>
                  <a:pt x="4097589" y="77675"/>
                  <a:pt x="4097373" y="80954"/>
                </a:cubicBezTo>
                <a:lnTo>
                  <a:pt x="4149224" y="80954"/>
                </a:lnTo>
                <a:moveTo>
                  <a:pt x="4160439" y="84471"/>
                </a:moveTo>
                <a:cubicBezTo>
                  <a:pt x="4160439" y="85231"/>
                  <a:pt x="4160439" y="86046"/>
                  <a:pt x="4160439" y="86916"/>
                </a:cubicBezTo>
                <a:cubicBezTo>
                  <a:pt x="4160439" y="87784"/>
                  <a:pt x="4160385" y="88707"/>
                  <a:pt x="4160276" y="89684"/>
                </a:cubicBezTo>
                <a:lnTo>
                  <a:pt x="4097209" y="89684"/>
                </a:lnTo>
                <a:cubicBezTo>
                  <a:pt x="4097318" y="93475"/>
                  <a:pt x="4098076" y="97050"/>
                  <a:pt x="4099483" y="100408"/>
                </a:cubicBezTo>
                <a:cubicBezTo>
                  <a:pt x="4100892" y="103765"/>
                  <a:pt x="4102842" y="106689"/>
                  <a:pt x="4105334" y="109181"/>
                </a:cubicBezTo>
                <a:cubicBezTo>
                  <a:pt x="4107828" y="111671"/>
                  <a:pt x="4110753" y="113648"/>
                  <a:pt x="4114112" y="115111"/>
                </a:cubicBezTo>
                <a:cubicBezTo>
                  <a:pt x="4117471" y="116573"/>
                  <a:pt x="4121102" y="117304"/>
                  <a:pt x="4125005" y="117304"/>
                </a:cubicBezTo>
                <a:cubicBezTo>
                  <a:pt x="4130747" y="117304"/>
                  <a:pt x="4135704" y="115977"/>
                  <a:pt x="4139876" y="113323"/>
                </a:cubicBezTo>
                <a:cubicBezTo>
                  <a:pt x="4144048" y="110667"/>
                  <a:pt x="4147217" y="107606"/>
                  <a:pt x="4149385" y="104139"/>
                </a:cubicBezTo>
                <a:lnTo>
                  <a:pt x="4157674" y="110639"/>
                </a:lnTo>
                <a:cubicBezTo>
                  <a:pt x="4153124" y="116374"/>
                  <a:pt x="4148112" y="120479"/>
                  <a:pt x="4142639" y="122956"/>
                </a:cubicBezTo>
                <a:cubicBezTo>
                  <a:pt x="4137168" y="125431"/>
                  <a:pt x="4131289" y="126669"/>
                  <a:pt x="4125005" y="126669"/>
                </a:cubicBezTo>
                <a:cubicBezTo>
                  <a:pt x="4119370" y="126669"/>
                  <a:pt x="4114141" y="125666"/>
                  <a:pt x="4109317" y="123660"/>
                </a:cubicBezTo>
                <a:cubicBezTo>
                  <a:pt x="4104496" y="121655"/>
                  <a:pt x="4100351" y="118864"/>
                  <a:pt x="4096884" y="115287"/>
                </a:cubicBezTo>
                <a:cubicBezTo>
                  <a:pt x="4093417" y="111709"/>
                  <a:pt x="4090680" y="107481"/>
                  <a:pt x="4088675" y="102603"/>
                </a:cubicBezTo>
                <a:cubicBezTo>
                  <a:pt x="4086671" y="97726"/>
                  <a:pt x="4085669" y="92414"/>
                  <a:pt x="4085669" y="86668"/>
                </a:cubicBezTo>
                <a:cubicBezTo>
                  <a:pt x="4085669" y="80922"/>
                  <a:pt x="4086643" y="75611"/>
                  <a:pt x="4088593" y="70733"/>
                </a:cubicBezTo>
                <a:cubicBezTo>
                  <a:pt x="4090544" y="65855"/>
                  <a:pt x="4093253" y="61628"/>
                  <a:pt x="4096720" y="58052"/>
                </a:cubicBezTo>
                <a:cubicBezTo>
                  <a:pt x="4100189" y="54473"/>
                  <a:pt x="4104254" y="51682"/>
                  <a:pt x="4108913" y="49676"/>
                </a:cubicBezTo>
                <a:cubicBezTo>
                  <a:pt x="4113573" y="47670"/>
                  <a:pt x="4118612" y="46667"/>
                  <a:pt x="4124030" y="46667"/>
                </a:cubicBezTo>
                <a:cubicBezTo>
                  <a:pt x="4129989" y="46667"/>
                  <a:pt x="4135244" y="47673"/>
                  <a:pt x="4139794" y="49683"/>
                </a:cubicBezTo>
                <a:cubicBezTo>
                  <a:pt x="4144346" y="51692"/>
                  <a:pt x="4148139" y="54408"/>
                  <a:pt x="4151173" y="57831"/>
                </a:cubicBezTo>
                <a:cubicBezTo>
                  <a:pt x="4154207" y="61252"/>
                  <a:pt x="4156510" y="65243"/>
                  <a:pt x="4158081" y="69805"/>
                </a:cubicBezTo>
                <a:cubicBezTo>
                  <a:pt x="4159653" y="74367"/>
                  <a:pt x="4160439" y="79256"/>
                  <a:pt x="4160439" y="84471"/>
                </a:cubicBezTo>
                <a:close/>
                <a:moveTo>
                  <a:pt x="4279583" y="65954"/>
                </a:moveTo>
                <a:cubicBezTo>
                  <a:pt x="4277741" y="63027"/>
                  <a:pt x="4275059" y="60615"/>
                  <a:pt x="4271537" y="58719"/>
                </a:cubicBezTo>
                <a:cubicBezTo>
                  <a:pt x="4268015" y="56822"/>
                  <a:pt x="4264196" y="55874"/>
                  <a:pt x="4260078" y="55874"/>
                </a:cubicBezTo>
                <a:cubicBezTo>
                  <a:pt x="4255636" y="55874"/>
                  <a:pt x="4251626" y="56662"/>
                  <a:pt x="4248049" y="58238"/>
                </a:cubicBezTo>
                <a:cubicBezTo>
                  <a:pt x="4244473" y="59812"/>
                  <a:pt x="4241412" y="61984"/>
                  <a:pt x="4238865" y="64756"/>
                </a:cubicBezTo>
                <a:cubicBezTo>
                  <a:pt x="4236319" y="67525"/>
                  <a:pt x="4234369" y="70784"/>
                  <a:pt x="4233014" y="74533"/>
                </a:cubicBezTo>
                <a:cubicBezTo>
                  <a:pt x="4231660" y="78279"/>
                  <a:pt x="4230983" y="82325"/>
                  <a:pt x="4230983" y="86671"/>
                </a:cubicBezTo>
                <a:cubicBezTo>
                  <a:pt x="4230983" y="91016"/>
                  <a:pt x="4231660" y="95036"/>
                  <a:pt x="4233014" y="98729"/>
                </a:cubicBezTo>
                <a:cubicBezTo>
                  <a:pt x="4234369" y="102422"/>
                  <a:pt x="4236292" y="105653"/>
                  <a:pt x="4238783" y="108424"/>
                </a:cubicBezTo>
                <a:cubicBezTo>
                  <a:pt x="4241277" y="111194"/>
                  <a:pt x="4244311" y="113367"/>
                  <a:pt x="4247886" y="114942"/>
                </a:cubicBezTo>
                <a:cubicBezTo>
                  <a:pt x="4251462" y="116517"/>
                  <a:pt x="4255472" y="117304"/>
                  <a:pt x="4259915" y="117304"/>
                </a:cubicBezTo>
                <a:cubicBezTo>
                  <a:pt x="4264791" y="117304"/>
                  <a:pt x="4268908" y="116383"/>
                  <a:pt x="4272266" y="114541"/>
                </a:cubicBezTo>
                <a:cubicBezTo>
                  <a:pt x="4275626" y="112699"/>
                  <a:pt x="4278390" y="110315"/>
                  <a:pt x="4280557" y="107390"/>
                </a:cubicBezTo>
                <a:lnTo>
                  <a:pt x="4288846" y="113566"/>
                </a:lnTo>
                <a:cubicBezTo>
                  <a:pt x="4285596" y="117564"/>
                  <a:pt x="4281613" y="120748"/>
                  <a:pt x="4276899" y="123117"/>
                </a:cubicBezTo>
                <a:cubicBezTo>
                  <a:pt x="4272187" y="125485"/>
                  <a:pt x="4266525" y="126669"/>
                  <a:pt x="4259915" y="126669"/>
                </a:cubicBezTo>
                <a:cubicBezTo>
                  <a:pt x="4253737" y="126669"/>
                  <a:pt x="4248156" y="125666"/>
                  <a:pt x="4243171" y="123660"/>
                </a:cubicBezTo>
                <a:cubicBezTo>
                  <a:pt x="4238187" y="121655"/>
                  <a:pt x="4233935" y="118864"/>
                  <a:pt x="4230413" y="115287"/>
                </a:cubicBezTo>
                <a:cubicBezTo>
                  <a:pt x="4226892" y="111709"/>
                  <a:pt x="4224157" y="107481"/>
                  <a:pt x="4222206" y="102603"/>
                </a:cubicBezTo>
                <a:cubicBezTo>
                  <a:pt x="4220255" y="97726"/>
                  <a:pt x="4219279" y="92414"/>
                  <a:pt x="4219279" y="86668"/>
                </a:cubicBezTo>
                <a:cubicBezTo>
                  <a:pt x="4219279" y="80922"/>
                  <a:pt x="4220255" y="75611"/>
                  <a:pt x="4222206" y="70733"/>
                </a:cubicBezTo>
                <a:cubicBezTo>
                  <a:pt x="4224157" y="65855"/>
                  <a:pt x="4226892" y="61628"/>
                  <a:pt x="4230413" y="58052"/>
                </a:cubicBezTo>
                <a:cubicBezTo>
                  <a:pt x="4233935" y="54473"/>
                  <a:pt x="4238187" y="51682"/>
                  <a:pt x="4243171" y="49676"/>
                </a:cubicBezTo>
                <a:cubicBezTo>
                  <a:pt x="4248156" y="47670"/>
                  <a:pt x="4253737" y="46667"/>
                  <a:pt x="4259915" y="46667"/>
                </a:cubicBezTo>
                <a:cubicBezTo>
                  <a:pt x="4265007" y="46667"/>
                  <a:pt x="4270181" y="47771"/>
                  <a:pt x="4275436" y="49979"/>
                </a:cubicBezTo>
                <a:cubicBezTo>
                  <a:pt x="4280692" y="52186"/>
                  <a:pt x="4284946" y="55452"/>
                  <a:pt x="4288196" y="59775"/>
                </a:cubicBezTo>
                <a:lnTo>
                  <a:pt x="4279583" y="65954"/>
                </a:lnTo>
                <a:close/>
                <a:moveTo>
                  <a:pt x="4354025" y="75646"/>
                </a:moveTo>
                <a:cubicBezTo>
                  <a:pt x="4354025" y="69001"/>
                  <a:pt x="4352292" y="64045"/>
                  <a:pt x="4348824" y="60777"/>
                </a:cubicBezTo>
                <a:cubicBezTo>
                  <a:pt x="4345357" y="57508"/>
                  <a:pt x="4340318" y="55874"/>
                  <a:pt x="4333708" y="55874"/>
                </a:cubicBezTo>
                <a:cubicBezTo>
                  <a:pt x="4329157" y="55874"/>
                  <a:pt x="4324931" y="56687"/>
                  <a:pt x="4321029" y="58312"/>
                </a:cubicBezTo>
                <a:cubicBezTo>
                  <a:pt x="4317128" y="59937"/>
                  <a:pt x="4313824" y="62105"/>
                  <a:pt x="4311115" y="64815"/>
                </a:cubicBezTo>
                <a:lnTo>
                  <a:pt x="4304937" y="57501"/>
                </a:lnTo>
                <a:cubicBezTo>
                  <a:pt x="4308081" y="54371"/>
                  <a:pt x="4312226" y="51783"/>
                  <a:pt x="4317373" y="49738"/>
                </a:cubicBezTo>
                <a:cubicBezTo>
                  <a:pt x="4322520" y="47691"/>
                  <a:pt x="4328345" y="46667"/>
                  <a:pt x="4334846" y="46667"/>
                </a:cubicBezTo>
                <a:cubicBezTo>
                  <a:pt x="4338965" y="46667"/>
                  <a:pt x="4342812" y="47237"/>
                  <a:pt x="4346386" y="48376"/>
                </a:cubicBezTo>
                <a:cubicBezTo>
                  <a:pt x="4349963" y="49516"/>
                  <a:pt x="4353105" y="51224"/>
                  <a:pt x="4355814" y="53503"/>
                </a:cubicBezTo>
                <a:cubicBezTo>
                  <a:pt x="4358524" y="55780"/>
                  <a:pt x="4360637" y="58653"/>
                  <a:pt x="4362153" y="62124"/>
                </a:cubicBezTo>
                <a:cubicBezTo>
                  <a:pt x="4363671" y="65595"/>
                  <a:pt x="4364430" y="69662"/>
                  <a:pt x="4364430" y="74327"/>
                </a:cubicBezTo>
                <a:lnTo>
                  <a:pt x="4364430" y="107680"/>
                </a:lnTo>
                <a:cubicBezTo>
                  <a:pt x="4364430" y="110609"/>
                  <a:pt x="4364538" y="113646"/>
                  <a:pt x="4364755" y="116793"/>
                </a:cubicBezTo>
                <a:cubicBezTo>
                  <a:pt x="4364971" y="119938"/>
                  <a:pt x="4365296" y="122595"/>
                  <a:pt x="4365729" y="124764"/>
                </a:cubicBezTo>
                <a:lnTo>
                  <a:pt x="4355816" y="124764"/>
                </a:lnTo>
                <a:cubicBezTo>
                  <a:pt x="4355490" y="122914"/>
                  <a:pt x="4355219" y="120901"/>
                  <a:pt x="4355003" y="118725"/>
                </a:cubicBezTo>
                <a:cubicBezTo>
                  <a:pt x="4354786" y="116549"/>
                  <a:pt x="4354678" y="114427"/>
                  <a:pt x="4354678" y="112361"/>
                </a:cubicBezTo>
                <a:lnTo>
                  <a:pt x="4354350" y="112361"/>
                </a:lnTo>
                <a:cubicBezTo>
                  <a:pt x="4350883" y="117455"/>
                  <a:pt x="4346954" y="121113"/>
                  <a:pt x="4342564" y="123335"/>
                </a:cubicBezTo>
                <a:cubicBezTo>
                  <a:pt x="4338176" y="125558"/>
                  <a:pt x="4332894" y="126669"/>
                  <a:pt x="4326718" y="126669"/>
                </a:cubicBezTo>
                <a:cubicBezTo>
                  <a:pt x="4323792" y="126669"/>
                  <a:pt x="4320784" y="126263"/>
                  <a:pt x="4317695" y="125451"/>
                </a:cubicBezTo>
                <a:cubicBezTo>
                  <a:pt x="4314608" y="124639"/>
                  <a:pt x="4311792" y="123313"/>
                  <a:pt x="4309245" y="121473"/>
                </a:cubicBezTo>
                <a:cubicBezTo>
                  <a:pt x="4306699" y="119631"/>
                  <a:pt x="4304586" y="117248"/>
                  <a:pt x="4302906" y="114325"/>
                </a:cubicBezTo>
                <a:cubicBezTo>
                  <a:pt x="4301226" y="111400"/>
                  <a:pt x="4300386" y="107825"/>
                  <a:pt x="4300386" y="103600"/>
                </a:cubicBezTo>
                <a:cubicBezTo>
                  <a:pt x="4300386" y="97752"/>
                  <a:pt x="4301876" y="93122"/>
                  <a:pt x="4304855" y="89711"/>
                </a:cubicBezTo>
                <a:cubicBezTo>
                  <a:pt x="4307835" y="86300"/>
                  <a:pt x="4311817" y="83756"/>
                  <a:pt x="4316803" y="82077"/>
                </a:cubicBezTo>
                <a:cubicBezTo>
                  <a:pt x="4321788" y="80397"/>
                  <a:pt x="4327504" y="79314"/>
                  <a:pt x="4333951" y="78828"/>
                </a:cubicBezTo>
                <a:cubicBezTo>
                  <a:pt x="4340399" y="78340"/>
                  <a:pt x="4347091" y="78097"/>
                  <a:pt x="4354025" y="78097"/>
                </a:cubicBezTo>
                <a:lnTo>
                  <a:pt x="4354025" y="75646"/>
                </a:lnTo>
                <a:moveTo>
                  <a:pt x="4350774" y="86827"/>
                </a:moveTo>
                <a:cubicBezTo>
                  <a:pt x="4346224" y="86827"/>
                  <a:pt x="4341645" y="87016"/>
                  <a:pt x="4337039" y="87395"/>
                </a:cubicBezTo>
                <a:cubicBezTo>
                  <a:pt x="4332434" y="87772"/>
                  <a:pt x="4328262" y="88528"/>
                  <a:pt x="4324523" y="89664"/>
                </a:cubicBezTo>
                <a:cubicBezTo>
                  <a:pt x="4320787" y="90799"/>
                  <a:pt x="4317726" y="92446"/>
                  <a:pt x="4315342" y="94607"/>
                </a:cubicBezTo>
                <a:cubicBezTo>
                  <a:pt x="4312957" y="96768"/>
                  <a:pt x="4311765" y="99631"/>
                  <a:pt x="4311765" y="103196"/>
                </a:cubicBezTo>
                <a:cubicBezTo>
                  <a:pt x="4311765" y="105898"/>
                  <a:pt x="4312279" y="108167"/>
                  <a:pt x="4313308" y="110004"/>
                </a:cubicBezTo>
                <a:cubicBezTo>
                  <a:pt x="4314338" y="111841"/>
                  <a:pt x="4315720" y="113327"/>
                  <a:pt x="4317452" y="114461"/>
                </a:cubicBezTo>
                <a:cubicBezTo>
                  <a:pt x="4319187" y="115596"/>
                  <a:pt x="4321111" y="116406"/>
                  <a:pt x="4323224" y="116892"/>
                </a:cubicBezTo>
                <a:cubicBezTo>
                  <a:pt x="4325337" y="117378"/>
                  <a:pt x="4327477" y="117621"/>
                  <a:pt x="4329645" y="117621"/>
                </a:cubicBezTo>
                <a:cubicBezTo>
                  <a:pt x="4333546" y="117621"/>
                  <a:pt x="4337013" y="116946"/>
                  <a:pt x="4340047" y="115595"/>
                </a:cubicBezTo>
                <a:cubicBezTo>
                  <a:pt x="4343081" y="114244"/>
                  <a:pt x="4345627" y="112407"/>
                  <a:pt x="4347686" y="110084"/>
                </a:cubicBezTo>
                <a:cubicBezTo>
                  <a:pt x="4349745" y="107761"/>
                  <a:pt x="4351315" y="105087"/>
                  <a:pt x="4352398" y="102063"/>
                </a:cubicBezTo>
                <a:cubicBezTo>
                  <a:pt x="4353483" y="99037"/>
                  <a:pt x="4354025" y="95849"/>
                  <a:pt x="4354025" y="92499"/>
                </a:cubicBezTo>
                <a:lnTo>
                  <a:pt x="4354025" y="86827"/>
                </a:lnTo>
                <a:lnTo>
                  <a:pt x="4350774" y="86827"/>
                </a:lnTo>
                <a:close/>
                <a:moveTo>
                  <a:pt x="4433349" y="66603"/>
                </a:moveTo>
                <a:cubicBezTo>
                  <a:pt x="4431723" y="63460"/>
                  <a:pt x="4429258" y="60886"/>
                  <a:pt x="4425953" y="58882"/>
                </a:cubicBezTo>
                <a:cubicBezTo>
                  <a:pt x="4422647" y="56877"/>
                  <a:pt x="4418882" y="55874"/>
                  <a:pt x="4414655" y="55874"/>
                </a:cubicBezTo>
                <a:cubicBezTo>
                  <a:pt x="4412706" y="55874"/>
                  <a:pt x="4410756" y="56091"/>
                  <a:pt x="4408805" y="56526"/>
                </a:cubicBezTo>
                <a:cubicBezTo>
                  <a:pt x="4406853" y="56959"/>
                  <a:pt x="4405119" y="57665"/>
                  <a:pt x="4403601" y="58642"/>
                </a:cubicBezTo>
                <a:cubicBezTo>
                  <a:pt x="4402085" y="59617"/>
                  <a:pt x="4400866" y="60865"/>
                  <a:pt x="4399945" y="62385"/>
                </a:cubicBezTo>
                <a:cubicBezTo>
                  <a:pt x="4399024" y="63902"/>
                  <a:pt x="4398564" y="65692"/>
                  <a:pt x="4398564" y="67754"/>
                </a:cubicBezTo>
                <a:cubicBezTo>
                  <a:pt x="4398564" y="71336"/>
                  <a:pt x="4400026" y="74075"/>
                  <a:pt x="4402951" y="75974"/>
                </a:cubicBezTo>
                <a:cubicBezTo>
                  <a:pt x="4405878" y="77872"/>
                  <a:pt x="4410484" y="79472"/>
                  <a:pt x="4416768" y="80775"/>
                </a:cubicBezTo>
                <a:cubicBezTo>
                  <a:pt x="4425763" y="82619"/>
                  <a:pt x="4432400" y="85304"/>
                  <a:pt x="4436680" y="88831"/>
                </a:cubicBezTo>
                <a:cubicBezTo>
                  <a:pt x="4440960" y="92356"/>
                  <a:pt x="4443101" y="97102"/>
                  <a:pt x="4443101" y="103070"/>
                </a:cubicBezTo>
                <a:cubicBezTo>
                  <a:pt x="4443101" y="107410"/>
                  <a:pt x="4442261" y="111073"/>
                  <a:pt x="4440581" y="114057"/>
                </a:cubicBezTo>
                <a:cubicBezTo>
                  <a:pt x="4438901" y="117040"/>
                  <a:pt x="4436706" y="119481"/>
                  <a:pt x="4433996" y="121381"/>
                </a:cubicBezTo>
                <a:cubicBezTo>
                  <a:pt x="4431288" y="123279"/>
                  <a:pt x="4428227" y="124635"/>
                  <a:pt x="4424814" y="125449"/>
                </a:cubicBezTo>
                <a:cubicBezTo>
                  <a:pt x="4421402" y="126262"/>
                  <a:pt x="4417961" y="126669"/>
                  <a:pt x="4414494" y="126669"/>
                </a:cubicBezTo>
                <a:cubicBezTo>
                  <a:pt x="4408750" y="126669"/>
                  <a:pt x="4403169" y="125485"/>
                  <a:pt x="4397750" y="123117"/>
                </a:cubicBezTo>
                <a:cubicBezTo>
                  <a:pt x="4392334" y="120748"/>
                  <a:pt x="4387891" y="117023"/>
                  <a:pt x="4384422" y="111941"/>
                </a:cubicBezTo>
                <a:lnTo>
                  <a:pt x="4393199" y="105438"/>
                </a:lnTo>
                <a:cubicBezTo>
                  <a:pt x="4395150" y="108798"/>
                  <a:pt x="4398021" y="111616"/>
                  <a:pt x="4401813" y="113891"/>
                </a:cubicBezTo>
                <a:cubicBezTo>
                  <a:pt x="4405606" y="116166"/>
                  <a:pt x="4409778" y="117304"/>
                  <a:pt x="4414330" y="117304"/>
                </a:cubicBezTo>
                <a:cubicBezTo>
                  <a:pt x="4416715" y="117304"/>
                  <a:pt x="4418990" y="117087"/>
                  <a:pt x="4421156" y="116654"/>
                </a:cubicBezTo>
                <a:cubicBezTo>
                  <a:pt x="4423324" y="116219"/>
                  <a:pt x="4425220" y="115459"/>
                  <a:pt x="4426846" y="114374"/>
                </a:cubicBezTo>
                <a:cubicBezTo>
                  <a:pt x="4428471" y="113290"/>
                  <a:pt x="4429771" y="111907"/>
                  <a:pt x="4430747" y="110225"/>
                </a:cubicBezTo>
                <a:cubicBezTo>
                  <a:pt x="4431722" y="108542"/>
                  <a:pt x="4432210" y="106453"/>
                  <a:pt x="4432210" y="103958"/>
                </a:cubicBezTo>
                <a:cubicBezTo>
                  <a:pt x="4432210" y="99943"/>
                  <a:pt x="4430286" y="96932"/>
                  <a:pt x="4426439" y="94925"/>
                </a:cubicBezTo>
                <a:cubicBezTo>
                  <a:pt x="4422593" y="92917"/>
                  <a:pt x="4417040" y="91046"/>
                  <a:pt x="4409779" y="89310"/>
                </a:cubicBezTo>
                <a:cubicBezTo>
                  <a:pt x="4407504" y="88767"/>
                  <a:pt x="4405093" y="88089"/>
                  <a:pt x="4402545" y="87276"/>
                </a:cubicBezTo>
                <a:cubicBezTo>
                  <a:pt x="4399998" y="86462"/>
                  <a:pt x="4397641" y="85269"/>
                  <a:pt x="4395473" y="83697"/>
                </a:cubicBezTo>
                <a:cubicBezTo>
                  <a:pt x="4393307" y="82123"/>
                  <a:pt x="4391520" y="80142"/>
                  <a:pt x="4390111" y="77754"/>
                </a:cubicBezTo>
                <a:cubicBezTo>
                  <a:pt x="4388703" y="75367"/>
                  <a:pt x="4387998" y="72383"/>
                  <a:pt x="4387998" y="68803"/>
                </a:cubicBezTo>
                <a:cubicBezTo>
                  <a:pt x="4387998" y="64896"/>
                  <a:pt x="4388756" y="61559"/>
                  <a:pt x="4390273" y="58793"/>
                </a:cubicBezTo>
                <a:cubicBezTo>
                  <a:pt x="4391790" y="56025"/>
                  <a:pt x="4393822" y="53747"/>
                  <a:pt x="4396369" y="51958"/>
                </a:cubicBezTo>
                <a:cubicBezTo>
                  <a:pt x="4398915" y="50167"/>
                  <a:pt x="4401814" y="48838"/>
                  <a:pt x="4405064" y="47970"/>
                </a:cubicBezTo>
                <a:cubicBezTo>
                  <a:pt x="4408317" y="47102"/>
                  <a:pt x="4411677" y="46667"/>
                  <a:pt x="4415144" y="46667"/>
                </a:cubicBezTo>
                <a:cubicBezTo>
                  <a:pt x="4420453" y="46667"/>
                  <a:pt x="4425600" y="47852"/>
                  <a:pt x="4430583" y="50222"/>
                </a:cubicBezTo>
                <a:cubicBezTo>
                  <a:pt x="4435568" y="52589"/>
                  <a:pt x="4439308" y="55937"/>
                  <a:pt x="4441801" y="60264"/>
                </a:cubicBezTo>
                <a:lnTo>
                  <a:pt x="4433349" y="66603"/>
                </a:lnTo>
                <a:close/>
                <a:moveTo>
                  <a:pt x="4523073" y="80954"/>
                </a:moveTo>
                <a:cubicBezTo>
                  <a:pt x="4522747" y="73741"/>
                  <a:pt x="4520444" y="67758"/>
                  <a:pt x="4516163" y="63005"/>
                </a:cubicBezTo>
                <a:cubicBezTo>
                  <a:pt x="4511884" y="58251"/>
                  <a:pt x="4505789" y="55874"/>
                  <a:pt x="4497879" y="55874"/>
                </a:cubicBezTo>
                <a:cubicBezTo>
                  <a:pt x="4494195" y="55874"/>
                  <a:pt x="4490781" y="56557"/>
                  <a:pt x="4487638" y="57923"/>
                </a:cubicBezTo>
                <a:cubicBezTo>
                  <a:pt x="4484496" y="59288"/>
                  <a:pt x="4481733" y="61146"/>
                  <a:pt x="4479349" y="63496"/>
                </a:cubicBezTo>
                <a:cubicBezTo>
                  <a:pt x="4476965" y="65845"/>
                  <a:pt x="4475068" y="68523"/>
                  <a:pt x="4473659" y="71529"/>
                </a:cubicBezTo>
                <a:cubicBezTo>
                  <a:pt x="4472251" y="74533"/>
                  <a:pt x="4471438" y="77675"/>
                  <a:pt x="4471221" y="80954"/>
                </a:cubicBezTo>
                <a:lnTo>
                  <a:pt x="4523073" y="80954"/>
                </a:lnTo>
                <a:moveTo>
                  <a:pt x="4534288" y="84471"/>
                </a:moveTo>
                <a:cubicBezTo>
                  <a:pt x="4534288" y="85231"/>
                  <a:pt x="4534288" y="86046"/>
                  <a:pt x="4534288" y="86916"/>
                </a:cubicBezTo>
                <a:cubicBezTo>
                  <a:pt x="4534288" y="87784"/>
                  <a:pt x="4534233" y="88707"/>
                  <a:pt x="4534124" y="89684"/>
                </a:cubicBezTo>
                <a:lnTo>
                  <a:pt x="4471058" y="89684"/>
                </a:lnTo>
                <a:cubicBezTo>
                  <a:pt x="4471167" y="93475"/>
                  <a:pt x="4471925" y="97050"/>
                  <a:pt x="4473332" y="100408"/>
                </a:cubicBezTo>
                <a:cubicBezTo>
                  <a:pt x="4474741" y="103765"/>
                  <a:pt x="4476691" y="106689"/>
                  <a:pt x="4479183" y="109181"/>
                </a:cubicBezTo>
                <a:cubicBezTo>
                  <a:pt x="4481676" y="111671"/>
                  <a:pt x="4484602" y="113648"/>
                  <a:pt x="4487960" y="115111"/>
                </a:cubicBezTo>
                <a:cubicBezTo>
                  <a:pt x="4491320" y="116573"/>
                  <a:pt x="4494951" y="117304"/>
                  <a:pt x="4498853" y="117304"/>
                </a:cubicBezTo>
                <a:cubicBezTo>
                  <a:pt x="4504596" y="117304"/>
                  <a:pt x="4509553" y="115977"/>
                  <a:pt x="4513725" y="113323"/>
                </a:cubicBezTo>
                <a:cubicBezTo>
                  <a:pt x="4517896" y="110667"/>
                  <a:pt x="4521066" y="107606"/>
                  <a:pt x="4523234" y="104139"/>
                </a:cubicBezTo>
                <a:lnTo>
                  <a:pt x="4531523" y="110639"/>
                </a:lnTo>
                <a:cubicBezTo>
                  <a:pt x="4526972" y="116374"/>
                  <a:pt x="4521961" y="120479"/>
                  <a:pt x="4516488" y="122956"/>
                </a:cubicBezTo>
                <a:cubicBezTo>
                  <a:pt x="4511016" y="125431"/>
                  <a:pt x="4505138" y="126669"/>
                  <a:pt x="4498853" y="126669"/>
                </a:cubicBezTo>
                <a:cubicBezTo>
                  <a:pt x="4493218" y="126669"/>
                  <a:pt x="4487989" y="125666"/>
                  <a:pt x="4483166" y="123660"/>
                </a:cubicBezTo>
                <a:cubicBezTo>
                  <a:pt x="4478345" y="121655"/>
                  <a:pt x="4474200" y="118864"/>
                  <a:pt x="4470733" y="115287"/>
                </a:cubicBezTo>
                <a:cubicBezTo>
                  <a:pt x="4467266" y="111709"/>
                  <a:pt x="4464529" y="107481"/>
                  <a:pt x="4462523" y="102603"/>
                </a:cubicBezTo>
                <a:cubicBezTo>
                  <a:pt x="4460519" y="97726"/>
                  <a:pt x="4459517" y="92414"/>
                  <a:pt x="4459517" y="86668"/>
                </a:cubicBezTo>
                <a:cubicBezTo>
                  <a:pt x="4459517" y="80922"/>
                  <a:pt x="4460492" y="75611"/>
                  <a:pt x="4462442" y="70733"/>
                </a:cubicBezTo>
                <a:cubicBezTo>
                  <a:pt x="4464393" y="65855"/>
                  <a:pt x="4467102" y="61628"/>
                  <a:pt x="4470569" y="58052"/>
                </a:cubicBezTo>
                <a:cubicBezTo>
                  <a:pt x="4474038" y="54473"/>
                  <a:pt x="4478102" y="51682"/>
                  <a:pt x="4482762" y="49676"/>
                </a:cubicBezTo>
                <a:cubicBezTo>
                  <a:pt x="4487421" y="47670"/>
                  <a:pt x="4492460" y="46667"/>
                  <a:pt x="4497879" y="46667"/>
                </a:cubicBezTo>
                <a:cubicBezTo>
                  <a:pt x="4503838" y="46667"/>
                  <a:pt x="4509092" y="47673"/>
                  <a:pt x="4513643" y="49683"/>
                </a:cubicBezTo>
                <a:cubicBezTo>
                  <a:pt x="4518195" y="51692"/>
                  <a:pt x="4521988" y="54408"/>
                  <a:pt x="4525022" y="57831"/>
                </a:cubicBezTo>
                <a:cubicBezTo>
                  <a:pt x="4528056" y="61252"/>
                  <a:pt x="4530359" y="65243"/>
                  <a:pt x="4531929" y="69805"/>
                </a:cubicBezTo>
                <a:cubicBezTo>
                  <a:pt x="4533502" y="74367"/>
                  <a:pt x="4534288" y="79256"/>
                  <a:pt x="4534288" y="84471"/>
                </a:cubicBezTo>
                <a:close/>
                <a:moveTo>
                  <a:pt x="4653430" y="65954"/>
                </a:moveTo>
                <a:cubicBezTo>
                  <a:pt x="4651588" y="63027"/>
                  <a:pt x="4648906" y="60615"/>
                  <a:pt x="4645384" y="58719"/>
                </a:cubicBezTo>
                <a:cubicBezTo>
                  <a:pt x="4641862" y="56822"/>
                  <a:pt x="4638043" y="55874"/>
                  <a:pt x="4633926" y="55874"/>
                </a:cubicBezTo>
                <a:cubicBezTo>
                  <a:pt x="4629483" y="55874"/>
                  <a:pt x="4625473" y="56662"/>
                  <a:pt x="4621897" y="58238"/>
                </a:cubicBezTo>
                <a:cubicBezTo>
                  <a:pt x="4618320" y="59812"/>
                  <a:pt x="4615259" y="61984"/>
                  <a:pt x="4612713" y="64756"/>
                </a:cubicBezTo>
                <a:cubicBezTo>
                  <a:pt x="4610166" y="67525"/>
                  <a:pt x="4608216" y="70784"/>
                  <a:pt x="4606862" y="74533"/>
                </a:cubicBezTo>
                <a:cubicBezTo>
                  <a:pt x="4605508" y="78279"/>
                  <a:pt x="4604830" y="82325"/>
                  <a:pt x="4604830" y="86671"/>
                </a:cubicBezTo>
                <a:cubicBezTo>
                  <a:pt x="4604830" y="91016"/>
                  <a:pt x="4605508" y="95036"/>
                  <a:pt x="4606862" y="98729"/>
                </a:cubicBezTo>
                <a:cubicBezTo>
                  <a:pt x="4608216" y="102422"/>
                  <a:pt x="4610139" y="105653"/>
                  <a:pt x="4612631" y="108424"/>
                </a:cubicBezTo>
                <a:cubicBezTo>
                  <a:pt x="4615124" y="111194"/>
                  <a:pt x="4618158" y="113367"/>
                  <a:pt x="4621733" y="114942"/>
                </a:cubicBezTo>
                <a:cubicBezTo>
                  <a:pt x="4625309" y="116517"/>
                  <a:pt x="4629319" y="117304"/>
                  <a:pt x="4633762" y="117304"/>
                </a:cubicBezTo>
                <a:cubicBezTo>
                  <a:pt x="4638638" y="117304"/>
                  <a:pt x="4642755" y="116383"/>
                  <a:pt x="4646113" y="114541"/>
                </a:cubicBezTo>
                <a:cubicBezTo>
                  <a:pt x="4649473" y="112699"/>
                  <a:pt x="4652237" y="110315"/>
                  <a:pt x="4654405" y="107390"/>
                </a:cubicBezTo>
                <a:lnTo>
                  <a:pt x="4662694" y="113566"/>
                </a:lnTo>
                <a:cubicBezTo>
                  <a:pt x="4659443" y="117564"/>
                  <a:pt x="4655460" y="120748"/>
                  <a:pt x="4650746" y="123117"/>
                </a:cubicBezTo>
                <a:cubicBezTo>
                  <a:pt x="4646034" y="125485"/>
                  <a:pt x="4640373" y="126669"/>
                  <a:pt x="4633762" y="126669"/>
                </a:cubicBezTo>
                <a:cubicBezTo>
                  <a:pt x="4627585" y="126669"/>
                  <a:pt x="4622003" y="125666"/>
                  <a:pt x="4617018" y="123660"/>
                </a:cubicBezTo>
                <a:cubicBezTo>
                  <a:pt x="4612035" y="121655"/>
                  <a:pt x="4607782" y="118864"/>
                  <a:pt x="4604260" y="115287"/>
                </a:cubicBezTo>
                <a:cubicBezTo>
                  <a:pt x="4600740" y="111709"/>
                  <a:pt x="4598004" y="107481"/>
                  <a:pt x="4596053" y="102603"/>
                </a:cubicBezTo>
                <a:cubicBezTo>
                  <a:pt x="4594102" y="97726"/>
                  <a:pt x="4593126" y="92414"/>
                  <a:pt x="4593126" y="86668"/>
                </a:cubicBezTo>
                <a:cubicBezTo>
                  <a:pt x="4593126" y="80922"/>
                  <a:pt x="4594102" y="75611"/>
                  <a:pt x="4596053" y="70733"/>
                </a:cubicBezTo>
                <a:cubicBezTo>
                  <a:pt x="4598004" y="65855"/>
                  <a:pt x="4600740" y="61628"/>
                  <a:pt x="4604260" y="58052"/>
                </a:cubicBezTo>
                <a:cubicBezTo>
                  <a:pt x="4607782" y="54473"/>
                  <a:pt x="4612035" y="51682"/>
                  <a:pt x="4617018" y="49676"/>
                </a:cubicBezTo>
                <a:cubicBezTo>
                  <a:pt x="4622003" y="47670"/>
                  <a:pt x="4627585" y="46667"/>
                  <a:pt x="4633762" y="46667"/>
                </a:cubicBezTo>
                <a:cubicBezTo>
                  <a:pt x="4638855" y="46667"/>
                  <a:pt x="4644028" y="47771"/>
                  <a:pt x="4649283" y="49979"/>
                </a:cubicBezTo>
                <a:cubicBezTo>
                  <a:pt x="4654539" y="52186"/>
                  <a:pt x="4658793" y="55452"/>
                  <a:pt x="4662044" y="59775"/>
                </a:cubicBezTo>
                <a:lnTo>
                  <a:pt x="4653430" y="65954"/>
                </a:lnTo>
                <a:close/>
                <a:moveTo>
                  <a:pt x="4755506" y="86668"/>
                </a:moveTo>
                <a:cubicBezTo>
                  <a:pt x="4755506" y="92414"/>
                  <a:pt x="4754503" y="97726"/>
                  <a:pt x="4752498" y="102603"/>
                </a:cubicBezTo>
                <a:cubicBezTo>
                  <a:pt x="4750494" y="107481"/>
                  <a:pt x="4747703" y="111709"/>
                  <a:pt x="4744127" y="115287"/>
                </a:cubicBezTo>
                <a:cubicBezTo>
                  <a:pt x="4740552" y="118864"/>
                  <a:pt x="4736272" y="121655"/>
                  <a:pt x="4731287" y="123660"/>
                </a:cubicBezTo>
                <a:cubicBezTo>
                  <a:pt x="4726303" y="125666"/>
                  <a:pt x="4720831" y="126669"/>
                  <a:pt x="4714870" y="126669"/>
                </a:cubicBezTo>
                <a:cubicBezTo>
                  <a:pt x="4709019" y="126669"/>
                  <a:pt x="4703600" y="125666"/>
                  <a:pt x="4698615" y="123660"/>
                </a:cubicBezTo>
                <a:cubicBezTo>
                  <a:pt x="4693632" y="121655"/>
                  <a:pt x="4689352" y="118864"/>
                  <a:pt x="4685775" y="115287"/>
                </a:cubicBezTo>
                <a:cubicBezTo>
                  <a:pt x="4682200" y="111709"/>
                  <a:pt x="4679410" y="107481"/>
                  <a:pt x="4677405" y="102603"/>
                </a:cubicBezTo>
                <a:cubicBezTo>
                  <a:pt x="4675401" y="97726"/>
                  <a:pt x="4674399" y="92414"/>
                  <a:pt x="4674399" y="86668"/>
                </a:cubicBezTo>
                <a:cubicBezTo>
                  <a:pt x="4674399" y="80922"/>
                  <a:pt x="4675401" y="75611"/>
                  <a:pt x="4677405" y="70733"/>
                </a:cubicBezTo>
                <a:cubicBezTo>
                  <a:pt x="4679410" y="65855"/>
                  <a:pt x="4682200" y="61628"/>
                  <a:pt x="4685775" y="58052"/>
                </a:cubicBezTo>
                <a:cubicBezTo>
                  <a:pt x="4689352" y="54473"/>
                  <a:pt x="4693632" y="51682"/>
                  <a:pt x="4698615" y="49676"/>
                </a:cubicBezTo>
                <a:cubicBezTo>
                  <a:pt x="4703600" y="47670"/>
                  <a:pt x="4709019" y="46667"/>
                  <a:pt x="4714870" y="46667"/>
                </a:cubicBezTo>
                <a:cubicBezTo>
                  <a:pt x="4720831" y="46667"/>
                  <a:pt x="4726303" y="47670"/>
                  <a:pt x="4731287" y="49676"/>
                </a:cubicBezTo>
                <a:cubicBezTo>
                  <a:pt x="4736272" y="51682"/>
                  <a:pt x="4740552" y="54473"/>
                  <a:pt x="4744127" y="58052"/>
                </a:cubicBezTo>
                <a:cubicBezTo>
                  <a:pt x="4747703" y="61628"/>
                  <a:pt x="4750494" y="65855"/>
                  <a:pt x="4752498" y="70733"/>
                </a:cubicBezTo>
                <a:cubicBezTo>
                  <a:pt x="4754503" y="75611"/>
                  <a:pt x="4755506" y="80922"/>
                  <a:pt x="4755506" y="86668"/>
                </a:cubicBezTo>
                <a:moveTo>
                  <a:pt x="4743804" y="86671"/>
                </a:moveTo>
                <a:cubicBezTo>
                  <a:pt x="4743804" y="82434"/>
                  <a:pt x="4743127" y="78443"/>
                  <a:pt x="4741773" y="74696"/>
                </a:cubicBezTo>
                <a:cubicBezTo>
                  <a:pt x="4740419" y="70948"/>
                  <a:pt x="4738495" y="67689"/>
                  <a:pt x="4736002" y="64919"/>
                </a:cubicBezTo>
                <a:cubicBezTo>
                  <a:pt x="4733510" y="62148"/>
                  <a:pt x="4730476" y="59948"/>
                  <a:pt x="4726899" y="58319"/>
                </a:cubicBezTo>
                <a:cubicBezTo>
                  <a:pt x="4723325" y="56689"/>
                  <a:pt x="4719316" y="55874"/>
                  <a:pt x="4714873" y="55874"/>
                </a:cubicBezTo>
                <a:cubicBezTo>
                  <a:pt x="4710430" y="55874"/>
                  <a:pt x="4706448" y="56689"/>
                  <a:pt x="4702926" y="58319"/>
                </a:cubicBezTo>
                <a:cubicBezTo>
                  <a:pt x="4699404" y="59948"/>
                  <a:pt x="4696396" y="62148"/>
                  <a:pt x="4693903" y="64919"/>
                </a:cubicBezTo>
                <a:cubicBezTo>
                  <a:pt x="4691411" y="67689"/>
                  <a:pt x="4689488" y="70948"/>
                  <a:pt x="4688134" y="74696"/>
                </a:cubicBezTo>
                <a:cubicBezTo>
                  <a:pt x="4686780" y="78443"/>
                  <a:pt x="4686103" y="82434"/>
                  <a:pt x="4686103" y="86671"/>
                </a:cubicBezTo>
                <a:cubicBezTo>
                  <a:pt x="4686103" y="90907"/>
                  <a:pt x="4686780" y="94899"/>
                  <a:pt x="4688134" y="98648"/>
                </a:cubicBezTo>
                <a:cubicBezTo>
                  <a:pt x="4689488" y="102394"/>
                  <a:pt x="4691411" y="105653"/>
                  <a:pt x="4693903" y="108424"/>
                </a:cubicBezTo>
                <a:cubicBezTo>
                  <a:pt x="4696396" y="111194"/>
                  <a:pt x="4699404" y="113367"/>
                  <a:pt x="4702926" y="114942"/>
                </a:cubicBezTo>
                <a:cubicBezTo>
                  <a:pt x="4706448" y="116517"/>
                  <a:pt x="4710430" y="117304"/>
                  <a:pt x="4714873" y="117304"/>
                </a:cubicBezTo>
                <a:cubicBezTo>
                  <a:pt x="4719316" y="117304"/>
                  <a:pt x="4723325" y="116517"/>
                  <a:pt x="4726899" y="114942"/>
                </a:cubicBezTo>
                <a:cubicBezTo>
                  <a:pt x="4730476" y="113367"/>
                  <a:pt x="4733510" y="111194"/>
                  <a:pt x="4736002" y="108424"/>
                </a:cubicBezTo>
                <a:cubicBezTo>
                  <a:pt x="4738495" y="105653"/>
                  <a:pt x="4740419" y="102394"/>
                  <a:pt x="4741773" y="98648"/>
                </a:cubicBezTo>
                <a:cubicBezTo>
                  <a:pt x="4743127" y="94899"/>
                  <a:pt x="4743804" y="90907"/>
                  <a:pt x="4743804" y="86671"/>
                </a:cubicBezTo>
                <a:close/>
                <a:moveTo>
                  <a:pt x="4790617" y="124764"/>
                </a:moveTo>
                <a:lnTo>
                  <a:pt x="4779562" y="124764"/>
                </a:lnTo>
                <a:lnTo>
                  <a:pt x="4779562" y="1882"/>
                </a:lnTo>
                <a:lnTo>
                  <a:pt x="4790617" y="1882"/>
                </a:lnTo>
                <a:lnTo>
                  <a:pt x="4790617" y="124764"/>
                </a:lnTo>
                <a:close/>
                <a:moveTo>
                  <a:pt x="4831578" y="124764"/>
                </a:moveTo>
                <a:lnTo>
                  <a:pt x="4820524" y="124764"/>
                </a:lnTo>
                <a:lnTo>
                  <a:pt x="4820524" y="1882"/>
                </a:lnTo>
                <a:lnTo>
                  <a:pt x="4831578" y="1882"/>
                </a:lnTo>
                <a:lnTo>
                  <a:pt x="4831578" y="124764"/>
                </a:lnTo>
                <a:close/>
                <a:moveTo>
                  <a:pt x="4919188" y="80954"/>
                </a:moveTo>
                <a:cubicBezTo>
                  <a:pt x="4918862" y="73741"/>
                  <a:pt x="4916559" y="67758"/>
                  <a:pt x="4912278" y="63005"/>
                </a:cubicBezTo>
                <a:cubicBezTo>
                  <a:pt x="4907999" y="58251"/>
                  <a:pt x="4901904" y="55874"/>
                  <a:pt x="4893994" y="55874"/>
                </a:cubicBezTo>
                <a:cubicBezTo>
                  <a:pt x="4890310" y="55874"/>
                  <a:pt x="4886896" y="56557"/>
                  <a:pt x="4883753" y="57923"/>
                </a:cubicBezTo>
                <a:cubicBezTo>
                  <a:pt x="4880612" y="59288"/>
                  <a:pt x="4877849" y="61146"/>
                  <a:pt x="4875464" y="63496"/>
                </a:cubicBezTo>
                <a:cubicBezTo>
                  <a:pt x="4873080" y="65845"/>
                  <a:pt x="4871183" y="68523"/>
                  <a:pt x="4869775" y="71529"/>
                </a:cubicBezTo>
                <a:cubicBezTo>
                  <a:pt x="4868366" y="74533"/>
                  <a:pt x="4867553" y="77675"/>
                  <a:pt x="4867337" y="80954"/>
                </a:cubicBezTo>
                <a:lnTo>
                  <a:pt x="4919188" y="80954"/>
                </a:lnTo>
                <a:moveTo>
                  <a:pt x="4930403" y="84471"/>
                </a:moveTo>
                <a:cubicBezTo>
                  <a:pt x="4930403" y="85231"/>
                  <a:pt x="4930403" y="86046"/>
                  <a:pt x="4930403" y="86916"/>
                </a:cubicBezTo>
                <a:cubicBezTo>
                  <a:pt x="4930403" y="87784"/>
                  <a:pt x="4930349" y="88707"/>
                  <a:pt x="4930240" y="89684"/>
                </a:cubicBezTo>
                <a:lnTo>
                  <a:pt x="4867173" y="89684"/>
                </a:lnTo>
                <a:cubicBezTo>
                  <a:pt x="4867282" y="93475"/>
                  <a:pt x="4868040" y="97050"/>
                  <a:pt x="4869447" y="100408"/>
                </a:cubicBezTo>
                <a:cubicBezTo>
                  <a:pt x="4870856" y="103765"/>
                  <a:pt x="4872806" y="106689"/>
                  <a:pt x="4875298" y="109181"/>
                </a:cubicBezTo>
                <a:cubicBezTo>
                  <a:pt x="4877792" y="111671"/>
                  <a:pt x="4880717" y="113648"/>
                  <a:pt x="4884076" y="115111"/>
                </a:cubicBezTo>
                <a:cubicBezTo>
                  <a:pt x="4887435" y="116573"/>
                  <a:pt x="4891066" y="117304"/>
                  <a:pt x="4894969" y="117304"/>
                </a:cubicBezTo>
                <a:cubicBezTo>
                  <a:pt x="4900711" y="117304"/>
                  <a:pt x="4905668" y="115977"/>
                  <a:pt x="4909840" y="113323"/>
                </a:cubicBezTo>
                <a:cubicBezTo>
                  <a:pt x="4914012" y="110667"/>
                  <a:pt x="4917181" y="107606"/>
                  <a:pt x="4919349" y="104139"/>
                </a:cubicBezTo>
                <a:lnTo>
                  <a:pt x="4927638" y="110639"/>
                </a:lnTo>
                <a:cubicBezTo>
                  <a:pt x="4923087" y="116374"/>
                  <a:pt x="4918076" y="120479"/>
                  <a:pt x="4912603" y="122956"/>
                </a:cubicBezTo>
                <a:cubicBezTo>
                  <a:pt x="4907131" y="125431"/>
                  <a:pt x="4901253" y="126669"/>
                  <a:pt x="4894969" y="126669"/>
                </a:cubicBezTo>
                <a:cubicBezTo>
                  <a:pt x="4889334" y="126669"/>
                  <a:pt x="4884104" y="125666"/>
                  <a:pt x="4879281" y="123660"/>
                </a:cubicBezTo>
                <a:cubicBezTo>
                  <a:pt x="4874460" y="121655"/>
                  <a:pt x="4870315" y="118864"/>
                  <a:pt x="4866848" y="115287"/>
                </a:cubicBezTo>
                <a:cubicBezTo>
                  <a:pt x="4863381" y="111709"/>
                  <a:pt x="4860644" y="107481"/>
                  <a:pt x="4858639" y="102603"/>
                </a:cubicBezTo>
                <a:cubicBezTo>
                  <a:pt x="4856635" y="97726"/>
                  <a:pt x="4855633" y="92414"/>
                  <a:pt x="4855633" y="86668"/>
                </a:cubicBezTo>
                <a:cubicBezTo>
                  <a:pt x="4855633" y="80922"/>
                  <a:pt x="4856607" y="75611"/>
                  <a:pt x="4858557" y="70733"/>
                </a:cubicBezTo>
                <a:cubicBezTo>
                  <a:pt x="4860508" y="65855"/>
                  <a:pt x="4863217" y="61628"/>
                  <a:pt x="4866684" y="58052"/>
                </a:cubicBezTo>
                <a:cubicBezTo>
                  <a:pt x="4870153" y="54473"/>
                  <a:pt x="4874218" y="51682"/>
                  <a:pt x="4878877" y="49676"/>
                </a:cubicBezTo>
                <a:cubicBezTo>
                  <a:pt x="4883537" y="47670"/>
                  <a:pt x="4888575" y="46667"/>
                  <a:pt x="4893994" y="46667"/>
                </a:cubicBezTo>
                <a:cubicBezTo>
                  <a:pt x="4899953" y="46667"/>
                  <a:pt x="4905208" y="47673"/>
                  <a:pt x="4909758" y="49683"/>
                </a:cubicBezTo>
                <a:cubicBezTo>
                  <a:pt x="4914310" y="51692"/>
                  <a:pt x="4918103" y="54408"/>
                  <a:pt x="4921137" y="57831"/>
                </a:cubicBezTo>
                <a:cubicBezTo>
                  <a:pt x="4924171" y="61252"/>
                  <a:pt x="4926474" y="65243"/>
                  <a:pt x="4928045" y="69805"/>
                </a:cubicBezTo>
                <a:cubicBezTo>
                  <a:pt x="4929617" y="74367"/>
                  <a:pt x="4930403" y="79256"/>
                  <a:pt x="4930403" y="84471"/>
                </a:cubicBezTo>
                <a:close/>
                <a:moveTo>
                  <a:pt x="5008912" y="65954"/>
                </a:moveTo>
                <a:cubicBezTo>
                  <a:pt x="5007070" y="63027"/>
                  <a:pt x="5004388" y="60615"/>
                  <a:pt x="5000866" y="58719"/>
                </a:cubicBezTo>
                <a:cubicBezTo>
                  <a:pt x="4997344" y="56822"/>
                  <a:pt x="4993524" y="55874"/>
                  <a:pt x="4989407" y="55874"/>
                </a:cubicBezTo>
                <a:cubicBezTo>
                  <a:pt x="4984964" y="55874"/>
                  <a:pt x="4980955" y="56662"/>
                  <a:pt x="4977378" y="58238"/>
                </a:cubicBezTo>
                <a:cubicBezTo>
                  <a:pt x="4973802" y="59812"/>
                  <a:pt x="4970740" y="61984"/>
                  <a:pt x="4968194" y="64756"/>
                </a:cubicBezTo>
                <a:cubicBezTo>
                  <a:pt x="4965648" y="67525"/>
                  <a:pt x="4963697" y="70784"/>
                  <a:pt x="4962343" y="74533"/>
                </a:cubicBezTo>
                <a:cubicBezTo>
                  <a:pt x="4960989" y="78279"/>
                  <a:pt x="4960312" y="82325"/>
                  <a:pt x="4960312" y="86671"/>
                </a:cubicBezTo>
                <a:cubicBezTo>
                  <a:pt x="4960312" y="91016"/>
                  <a:pt x="4960989" y="95036"/>
                  <a:pt x="4962343" y="98729"/>
                </a:cubicBezTo>
                <a:cubicBezTo>
                  <a:pt x="4963697" y="102422"/>
                  <a:pt x="4965620" y="105653"/>
                  <a:pt x="4968112" y="108424"/>
                </a:cubicBezTo>
                <a:cubicBezTo>
                  <a:pt x="4970606" y="111194"/>
                  <a:pt x="4973640" y="113367"/>
                  <a:pt x="4977215" y="114942"/>
                </a:cubicBezTo>
                <a:cubicBezTo>
                  <a:pt x="4980791" y="116517"/>
                  <a:pt x="4984801" y="117304"/>
                  <a:pt x="4989244" y="117304"/>
                </a:cubicBezTo>
                <a:cubicBezTo>
                  <a:pt x="4994120" y="117304"/>
                  <a:pt x="4998237" y="116383"/>
                  <a:pt x="5001595" y="114541"/>
                </a:cubicBezTo>
                <a:cubicBezTo>
                  <a:pt x="5004955" y="112699"/>
                  <a:pt x="5007719" y="110315"/>
                  <a:pt x="5009886" y="107390"/>
                </a:cubicBezTo>
                <a:lnTo>
                  <a:pt x="5018175" y="113566"/>
                </a:lnTo>
                <a:cubicBezTo>
                  <a:pt x="5014924" y="117564"/>
                  <a:pt x="5010942" y="120748"/>
                  <a:pt x="5006228" y="123117"/>
                </a:cubicBezTo>
                <a:cubicBezTo>
                  <a:pt x="5001516" y="125485"/>
                  <a:pt x="4995854" y="126669"/>
                  <a:pt x="4989244" y="126669"/>
                </a:cubicBezTo>
                <a:cubicBezTo>
                  <a:pt x="4983066" y="126669"/>
                  <a:pt x="4977485" y="125666"/>
                  <a:pt x="4972500" y="123660"/>
                </a:cubicBezTo>
                <a:cubicBezTo>
                  <a:pt x="4967516" y="121655"/>
                  <a:pt x="4963263" y="118864"/>
                  <a:pt x="4959742" y="115287"/>
                </a:cubicBezTo>
                <a:cubicBezTo>
                  <a:pt x="4956221" y="111709"/>
                  <a:pt x="4953486" y="107481"/>
                  <a:pt x="4951535" y="102603"/>
                </a:cubicBezTo>
                <a:cubicBezTo>
                  <a:pt x="4949583" y="97726"/>
                  <a:pt x="4948608" y="92414"/>
                  <a:pt x="4948608" y="86668"/>
                </a:cubicBezTo>
                <a:cubicBezTo>
                  <a:pt x="4948608" y="80922"/>
                  <a:pt x="4949583" y="75611"/>
                  <a:pt x="4951535" y="70733"/>
                </a:cubicBezTo>
                <a:cubicBezTo>
                  <a:pt x="4953486" y="65855"/>
                  <a:pt x="4956221" y="61628"/>
                  <a:pt x="4959742" y="58052"/>
                </a:cubicBezTo>
                <a:cubicBezTo>
                  <a:pt x="4963263" y="54473"/>
                  <a:pt x="4967516" y="51682"/>
                  <a:pt x="4972500" y="49676"/>
                </a:cubicBezTo>
                <a:cubicBezTo>
                  <a:pt x="4977485" y="47670"/>
                  <a:pt x="4983066" y="46667"/>
                  <a:pt x="4989244" y="46667"/>
                </a:cubicBezTo>
                <a:cubicBezTo>
                  <a:pt x="4994336" y="46667"/>
                  <a:pt x="4999510" y="47771"/>
                  <a:pt x="5004765" y="49979"/>
                </a:cubicBezTo>
                <a:cubicBezTo>
                  <a:pt x="5010021" y="52186"/>
                  <a:pt x="5014275" y="55452"/>
                  <a:pt x="5017525" y="59775"/>
                </a:cubicBezTo>
                <a:lnTo>
                  <a:pt x="5008912" y="65954"/>
                </a:lnTo>
                <a:close/>
                <a:moveTo>
                  <a:pt x="5069700" y="57938"/>
                </a:moveTo>
                <a:lnTo>
                  <a:pt x="5048246" y="57938"/>
                </a:lnTo>
                <a:lnTo>
                  <a:pt x="5048246" y="102358"/>
                </a:lnTo>
                <a:cubicBezTo>
                  <a:pt x="5048246" y="105179"/>
                  <a:pt x="5048517" y="107511"/>
                  <a:pt x="5049057" y="109355"/>
                </a:cubicBezTo>
                <a:cubicBezTo>
                  <a:pt x="5049600" y="111198"/>
                  <a:pt x="5050385" y="112636"/>
                  <a:pt x="5051414" y="113668"/>
                </a:cubicBezTo>
                <a:cubicBezTo>
                  <a:pt x="5052444" y="114698"/>
                  <a:pt x="5053663" y="115403"/>
                  <a:pt x="5055072" y="115783"/>
                </a:cubicBezTo>
                <a:cubicBezTo>
                  <a:pt x="5056481" y="116162"/>
                  <a:pt x="5057998" y="116351"/>
                  <a:pt x="5059623" y="116351"/>
                </a:cubicBezTo>
                <a:cubicBezTo>
                  <a:pt x="5061141" y="116351"/>
                  <a:pt x="5062739" y="116130"/>
                  <a:pt x="5064417" y="115689"/>
                </a:cubicBezTo>
                <a:cubicBezTo>
                  <a:pt x="5066097" y="115246"/>
                  <a:pt x="5067696" y="114637"/>
                  <a:pt x="5069214" y="113861"/>
                </a:cubicBezTo>
                <a:lnTo>
                  <a:pt x="5069700" y="123442"/>
                </a:lnTo>
                <a:cubicBezTo>
                  <a:pt x="5067751" y="124201"/>
                  <a:pt x="5065719" y="124770"/>
                  <a:pt x="5063606" y="125148"/>
                </a:cubicBezTo>
                <a:cubicBezTo>
                  <a:pt x="5061493" y="125527"/>
                  <a:pt x="5059190" y="125716"/>
                  <a:pt x="5056696" y="125716"/>
                </a:cubicBezTo>
                <a:cubicBezTo>
                  <a:pt x="5054638" y="125716"/>
                  <a:pt x="5052471" y="125445"/>
                  <a:pt x="5050196" y="124903"/>
                </a:cubicBezTo>
                <a:cubicBezTo>
                  <a:pt x="5047921" y="124362"/>
                  <a:pt x="5045808" y="123334"/>
                  <a:pt x="5043856" y="121818"/>
                </a:cubicBezTo>
                <a:cubicBezTo>
                  <a:pt x="5041907" y="120300"/>
                  <a:pt x="5040309" y="118240"/>
                  <a:pt x="5039062" y="115639"/>
                </a:cubicBezTo>
                <a:cubicBezTo>
                  <a:pt x="5037816" y="113038"/>
                  <a:pt x="5037192" y="109625"/>
                  <a:pt x="5037192" y="105399"/>
                </a:cubicBezTo>
                <a:lnTo>
                  <a:pt x="5037192" y="57938"/>
                </a:lnTo>
                <a:lnTo>
                  <a:pt x="5021426" y="57938"/>
                </a:lnTo>
                <a:lnTo>
                  <a:pt x="5021426" y="48731"/>
                </a:lnTo>
                <a:lnTo>
                  <a:pt x="5037192" y="48731"/>
                </a:lnTo>
                <a:lnTo>
                  <a:pt x="5037192" y="27275"/>
                </a:lnTo>
                <a:lnTo>
                  <a:pt x="5048246" y="27275"/>
                </a:lnTo>
                <a:lnTo>
                  <a:pt x="5048246" y="48731"/>
                </a:lnTo>
                <a:lnTo>
                  <a:pt x="5069700" y="48731"/>
                </a:lnTo>
                <a:lnTo>
                  <a:pt x="5069700" y="57938"/>
                </a:lnTo>
                <a:close/>
                <a:moveTo>
                  <a:pt x="5098146" y="124764"/>
                </a:moveTo>
                <a:lnTo>
                  <a:pt x="5087094" y="124764"/>
                </a:lnTo>
                <a:lnTo>
                  <a:pt x="5087094" y="48694"/>
                </a:lnTo>
                <a:lnTo>
                  <a:pt x="5098146" y="48694"/>
                </a:lnTo>
                <a:lnTo>
                  <a:pt x="5098146" y="124764"/>
                </a:lnTo>
                <a:moveTo>
                  <a:pt x="5100423" y="19365"/>
                </a:moveTo>
                <a:cubicBezTo>
                  <a:pt x="5100423" y="21634"/>
                  <a:pt x="5099610" y="23497"/>
                  <a:pt x="5097985" y="24956"/>
                </a:cubicBezTo>
                <a:cubicBezTo>
                  <a:pt x="5096359" y="26414"/>
                  <a:pt x="5094571" y="27143"/>
                  <a:pt x="5092620" y="27143"/>
                </a:cubicBezTo>
                <a:cubicBezTo>
                  <a:pt x="5090669" y="27143"/>
                  <a:pt x="5088881" y="26414"/>
                  <a:pt x="5087255" y="24956"/>
                </a:cubicBezTo>
                <a:cubicBezTo>
                  <a:pt x="5085630" y="23497"/>
                  <a:pt x="5084817" y="21634"/>
                  <a:pt x="5084817" y="19365"/>
                </a:cubicBezTo>
                <a:cubicBezTo>
                  <a:pt x="5084817" y="17097"/>
                  <a:pt x="5085630" y="15233"/>
                  <a:pt x="5087255" y="13775"/>
                </a:cubicBezTo>
                <a:cubicBezTo>
                  <a:pt x="5088881" y="12317"/>
                  <a:pt x="5090669" y="11587"/>
                  <a:pt x="5092620" y="11587"/>
                </a:cubicBezTo>
                <a:cubicBezTo>
                  <a:pt x="5094571" y="11587"/>
                  <a:pt x="5096359" y="12317"/>
                  <a:pt x="5097985" y="13775"/>
                </a:cubicBezTo>
                <a:cubicBezTo>
                  <a:pt x="5099610" y="15233"/>
                  <a:pt x="5100423" y="17097"/>
                  <a:pt x="5100423" y="19365"/>
                </a:cubicBezTo>
                <a:close/>
                <a:moveTo>
                  <a:pt x="5203148" y="86668"/>
                </a:moveTo>
                <a:cubicBezTo>
                  <a:pt x="5203148" y="92414"/>
                  <a:pt x="5202145" y="97726"/>
                  <a:pt x="5200140" y="102603"/>
                </a:cubicBezTo>
                <a:cubicBezTo>
                  <a:pt x="5198136" y="107481"/>
                  <a:pt x="5195346" y="111709"/>
                  <a:pt x="5191769" y="115287"/>
                </a:cubicBezTo>
                <a:cubicBezTo>
                  <a:pt x="5188194" y="118864"/>
                  <a:pt x="5183914" y="121655"/>
                  <a:pt x="5178929" y="123660"/>
                </a:cubicBezTo>
                <a:cubicBezTo>
                  <a:pt x="5173946" y="125666"/>
                  <a:pt x="5168473" y="126669"/>
                  <a:pt x="5162513" y="126669"/>
                </a:cubicBezTo>
                <a:cubicBezTo>
                  <a:pt x="5156661" y="126669"/>
                  <a:pt x="5151243" y="125666"/>
                  <a:pt x="5146257" y="123660"/>
                </a:cubicBezTo>
                <a:cubicBezTo>
                  <a:pt x="5141274" y="121655"/>
                  <a:pt x="5136994" y="118864"/>
                  <a:pt x="5133417" y="115287"/>
                </a:cubicBezTo>
                <a:cubicBezTo>
                  <a:pt x="5129843" y="111709"/>
                  <a:pt x="5127052" y="107481"/>
                  <a:pt x="5125047" y="102603"/>
                </a:cubicBezTo>
                <a:cubicBezTo>
                  <a:pt x="5123043" y="97726"/>
                  <a:pt x="5122041" y="92414"/>
                  <a:pt x="5122041" y="86668"/>
                </a:cubicBezTo>
                <a:cubicBezTo>
                  <a:pt x="5122041" y="80922"/>
                  <a:pt x="5123043" y="75611"/>
                  <a:pt x="5125047" y="70733"/>
                </a:cubicBezTo>
                <a:cubicBezTo>
                  <a:pt x="5127052" y="65855"/>
                  <a:pt x="5129843" y="61628"/>
                  <a:pt x="5133417" y="58052"/>
                </a:cubicBezTo>
                <a:cubicBezTo>
                  <a:pt x="5136994" y="54473"/>
                  <a:pt x="5141274" y="51682"/>
                  <a:pt x="5146257" y="49676"/>
                </a:cubicBezTo>
                <a:cubicBezTo>
                  <a:pt x="5151243" y="47670"/>
                  <a:pt x="5156661" y="46667"/>
                  <a:pt x="5162513" y="46667"/>
                </a:cubicBezTo>
                <a:cubicBezTo>
                  <a:pt x="5168473" y="46667"/>
                  <a:pt x="5173946" y="47670"/>
                  <a:pt x="5178929" y="49676"/>
                </a:cubicBezTo>
                <a:cubicBezTo>
                  <a:pt x="5183914" y="51682"/>
                  <a:pt x="5188194" y="54473"/>
                  <a:pt x="5191769" y="58052"/>
                </a:cubicBezTo>
                <a:cubicBezTo>
                  <a:pt x="5195346" y="61628"/>
                  <a:pt x="5198136" y="65855"/>
                  <a:pt x="5200140" y="70733"/>
                </a:cubicBezTo>
                <a:cubicBezTo>
                  <a:pt x="5202145" y="75611"/>
                  <a:pt x="5203148" y="80922"/>
                  <a:pt x="5203148" y="86668"/>
                </a:cubicBezTo>
                <a:moveTo>
                  <a:pt x="5191447" y="86671"/>
                </a:moveTo>
                <a:cubicBezTo>
                  <a:pt x="5191447" y="82434"/>
                  <a:pt x="5190770" y="78443"/>
                  <a:pt x="5189415" y="74696"/>
                </a:cubicBezTo>
                <a:cubicBezTo>
                  <a:pt x="5188061" y="70948"/>
                  <a:pt x="5186137" y="67689"/>
                  <a:pt x="5183644" y="64919"/>
                </a:cubicBezTo>
                <a:cubicBezTo>
                  <a:pt x="5181152" y="62148"/>
                  <a:pt x="5178118" y="59948"/>
                  <a:pt x="5174542" y="58319"/>
                </a:cubicBezTo>
                <a:cubicBezTo>
                  <a:pt x="5170967" y="56689"/>
                  <a:pt x="5166958" y="55874"/>
                  <a:pt x="5162515" y="55874"/>
                </a:cubicBezTo>
                <a:cubicBezTo>
                  <a:pt x="5158072" y="55874"/>
                  <a:pt x="5154090" y="56689"/>
                  <a:pt x="5150568" y="58319"/>
                </a:cubicBezTo>
                <a:cubicBezTo>
                  <a:pt x="5147046" y="59948"/>
                  <a:pt x="5144038" y="62148"/>
                  <a:pt x="5141545" y="64919"/>
                </a:cubicBezTo>
                <a:cubicBezTo>
                  <a:pt x="5139053" y="67689"/>
                  <a:pt x="5137130" y="70948"/>
                  <a:pt x="5135776" y="74696"/>
                </a:cubicBezTo>
                <a:cubicBezTo>
                  <a:pt x="5134422" y="78443"/>
                  <a:pt x="5133745" y="82434"/>
                  <a:pt x="5133745" y="86671"/>
                </a:cubicBezTo>
                <a:cubicBezTo>
                  <a:pt x="5133745" y="90907"/>
                  <a:pt x="5134422" y="94899"/>
                  <a:pt x="5135776" y="98648"/>
                </a:cubicBezTo>
                <a:cubicBezTo>
                  <a:pt x="5137130" y="102394"/>
                  <a:pt x="5139053" y="105653"/>
                  <a:pt x="5141545" y="108424"/>
                </a:cubicBezTo>
                <a:cubicBezTo>
                  <a:pt x="5144038" y="111194"/>
                  <a:pt x="5147046" y="113367"/>
                  <a:pt x="5150568" y="114942"/>
                </a:cubicBezTo>
                <a:cubicBezTo>
                  <a:pt x="5154090" y="116517"/>
                  <a:pt x="5158072" y="117304"/>
                  <a:pt x="5162515" y="117304"/>
                </a:cubicBezTo>
                <a:cubicBezTo>
                  <a:pt x="5166958" y="117304"/>
                  <a:pt x="5170967" y="116517"/>
                  <a:pt x="5174542" y="114942"/>
                </a:cubicBezTo>
                <a:cubicBezTo>
                  <a:pt x="5178118" y="113367"/>
                  <a:pt x="5181152" y="111194"/>
                  <a:pt x="5183644" y="108424"/>
                </a:cubicBezTo>
                <a:cubicBezTo>
                  <a:pt x="5186137" y="105653"/>
                  <a:pt x="5188061" y="102394"/>
                  <a:pt x="5189415" y="98648"/>
                </a:cubicBezTo>
                <a:cubicBezTo>
                  <a:pt x="5190770" y="94899"/>
                  <a:pt x="5191447" y="90907"/>
                  <a:pt x="5191447" y="86671"/>
                </a:cubicBezTo>
                <a:close/>
                <a:moveTo>
                  <a:pt x="5236795" y="48632"/>
                </a:moveTo>
                <a:cubicBezTo>
                  <a:pt x="5237012" y="50690"/>
                  <a:pt x="5237174" y="52966"/>
                  <a:pt x="5237281" y="55460"/>
                </a:cubicBezTo>
                <a:cubicBezTo>
                  <a:pt x="5237390" y="57952"/>
                  <a:pt x="5237445" y="60010"/>
                  <a:pt x="5237445" y="61635"/>
                </a:cubicBezTo>
                <a:lnTo>
                  <a:pt x="5237770" y="61635"/>
                </a:lnTo>
                <a:cubicBezTo>
                  <a:pt x="5239938" y="57188"/>
                  <a:pt x="5243459" y="53581"/>
                  <a:pt x="5248336" y="50817"/>
                </a:cubicBezTo>
                <a:cubicBezTo>
                  <a:pt x="5253212" y="48051"/>
                  <a:pt x="5258359" y="46667"/>
                  <a:pt x="5263777" y="46667"/>
                </a:cubicBezTo>
                <a:cubicBezTo>
                  <a:pt x="5273420" y="46667"/>
                  <a:pt x="5280653" y="49542"/>
                  <a:pt x="5285474" y="55291"/>
                </a:cubicBezTo>
                <a:cubicBezTo>
                  <a:pt x="5290297" y="61040"/>
                  <a:pt x="5292709" y="68633"/>
                  <a:pt x="5292709" y="78069"/>
                </a:cubicBezTo>
                <a:lnTo>
                  <a:pt x="5292709" y="124764"/>
                </a:lnTo>
                <a:lnTo>
                  <a:pt x="5281657" y="124764"/>
                </a:lnTo>
                <a:lnTo>
                  <a:pt x="5281657" y="82583"/>
                </a:lnTo>
                <a:cubicBezTo>
                  <a:pt x="5281657" y="78565"/>
                  <a:pt x="5281332" y="74929"/>
                  <a:pt x="5280682" y="71673"/>
                </a:cubicBezTo>
                <a:cubicBezTo>
                  <a:pt x="5280033" y="68416"/>
                  <a:pt x="5278921" y="65620"/>
                  <a:pt x="5277349" y="63285"/>
                </a:cubicBezTo>
                <a:cubicBezTo>
                  <a:pt x="5275778" y="60950"/>
                  <a:pt x="5273665" y="59131"/>
                  <a:pt x="5271010" y="57828"/>
                </a:cubicBezTo>
                <a:cubicBezTo>
                  <a:pt x="5268356" y="56525"/>
                  <a:pt x="5265024" y="55874"/>
                  <a:pt x="5261014" y="55874"/>
                </a:cubicBezTo>
                <a:cubicBezTo>
                  <a:pt x="5258089" y="55874"/>
                  <a:pt x="5255245" y="56472"/>
                  <a:pt x="5252480" y="57667"/>
                </a:cubicBezTo>
                <a:cubicBezTo>
                  <a:pt x="5249717" y="58861"/>
                  <a:pt x="5247252" y="60680"/>
                  <a:pt x="5245084" y="63124"/>
                </a:cubicBezTo>
                <a:cubicBezTo>
                  <a:pt x="5242918" y="65566"/>
                  <a:pt x="5241184" y="68659"/>
                  <a:pt x="5239883" y="72405"/>
                </a:cubicBezTo>
                <a:cubicBezTo>
                  <a:pt x="5238583" y="76150"/>
                  <a:pt x="5237934" y="80574"/>
                  <a:pt x="5237934" y="85679"/>
                </a:cubicBezTo>
                <a:lnTo>
                  <a:pt x="5237934" y="124764"/>
                </a:lnTo>
                <a:lnTo>
                  <a:pt x="5226879" y="124764"/>
                </a:lnTo>
                <a:lnTo>
                  <a:pt x="5226879" y="65378"/>
                </a:lnTo>
                <a:cubicBezTo>
                  <a:pt x="5226879" y="63316"/>
                  <a:pt x="5226825" y="60660"/>
                  <a:pt x="5226716" y="57409"/>
                </a:cubicBezTo>
                <a:cubicBezTo>
                  <a:pt x="5226608" y="54159"/>
                  <a:pt x="5226446" y="51233"/>
                  <a:pt x="5226230" y="48632"/>
                </a:cubicBezTo>
                <a:lnTo>
                  <a:pt x="5236795" y="48632"/>
                </a:lnTo>
                <a:close/>
                <a:moveTo>
                  <a:pt x="5396249" y="57938"/>
                </a:moveTo>
                <a:lnTo>
                  <a:pt x="5374795" y="57938"/>
                </a:lnTo>
                <a:lnTo>
                  <a:pt x="5374795" y="102358"/>
                </a:lnTo>
                <a:cubicBezTo>
                  <a:pt x="5374795" y="105179"/>
                  <a:pt x="5375066" y="107511"/>
                  <a:pt x="5375606" y="109355"/>
                </a:cubicBezTo>
                <a:cubicBezTo>
                  <a:pt x="5376149" y="111198"/>
                  <a:pt x="5376934" y="112636"/>
                  <a:pt x="5377962" y="113668"/>
                </a:cubicBezTo>
                <a:cubicBezTo>
                  <a:pt x="5378993" y="114698"/>
                  <a:pt x="5380212" y="115403"/>
                  <a:pt x="5381621" y="115783"/>
                </a:cubicBezTo>
                <a:cubicBezTo>
                  <a:pt x="5383030" y="116162"/>
                  <a:pt x="5384547" y="116351"/>
                  <a:pt x="5386172" y="116351"/>
                </a:cubicBezTo>
                <a:cubicBezTo>
                  <a:pt x="5387690" y="116351"/>
                  <a:pt x="5389288" y="116130"/>
                  <a:pt x="5390966" y="115689"/>
                </a:cubicBezTo>
                <a:cubicBezTo>
                  <a:pt x="5392646" y="115246"/>
                  <a:pt x="5394245" y="114637"/>
                  <a:pt x="5395763" y="113861"/>
                </a:cubicBezTo>
                <a:lnTo>
                  <a:pt x="5396249" y="123442"/>
                </a:lnTo>
                <a:cubicBezTo>
                  <a:pt x="5394300" y="124201"/>
                  <a:pt x="5392268" y="124770"/>
                  <a:pt x="5390155" y="125148"/>
                </a:cubicBezTo>
                <a:cubicBezTo>
                  <a:pt x="5388042" y="125527"/>
                  <a:pt x="5385739" y="125716"/>
                  <a:pt x="5383245" y="125716"/>
                </a:cubicBezTo>
                <a:cubicBezTo>
                  <a:pt x="5381187" y="125716"/>
                  <a:pt x="5379020" y="125445"/>
                  <a:pt x="5376745" y="124903"/>
                </a:cubicBezTo>
                <a:cubicBezTo>
                  <a:pt x="5374470" y="124362"/>
                  <a:pt x="5372356" y="123334"/>
                  <a:pt x="5370405" y="121818"/>
                </a:cubicBezTo>
                <a:cubicBezTo>
                  <a:pt x="5368456" y="120300"/>
                  <a:pt x="5366858" y="118240"/>
                  <a:pt x="5365611" y="115639"/>
                </a:cubicBezTo>
                <a:cubicBezTo>
                  <a:pt x="5364364" y="113038"/>
                  <a:pt x="5363741" y="109625"/>
                  <a:pt x="5363741" y="105399"/>
                </a:cubicBezTo>
                <a:lnTo>
                  <a:pt x="5363741" y="57938"/>
                </a:lnTo>
                <a:lnTo>
                  <a:pt x="5347974" y="57938"/>
                </a:lnTo>
                <a:lnTo>
                  <a:pt x="5347974" y="48731"/>
                </a:lnTo>
                <a:lnTo>
                  <a:pt x="5363741" y="48731"/>
                </a:lnTo>
                <a:lnTo>
                  <a:pt x="5363741" y="27275"/>
                </a:lnTo>
                <a:lnTo>
                  <a:pt x="5374795" y="27275"/>
                </a:lnTo>
                <a:lnTo>
                  <a:pt x="5374795" y="48731"/>
                </a:lnTo>
                <a:lnTo>
                  <a:pt x="5396249" y="48731"/>
                </a:lnTo>
                <a:lnTo>
                  <a:pt x="5396249" y="57938"/>
                </a:lnTo>
                <a:close/>
                <a:moveTo>
                  <a:pt x="5425183" y="61147"/>
                </a:moveTo>
                <a:cubicBezTo>
                  <a:pt x="5427242" y="56701"/>
                  <a:pt x="5430654" y="53176"/>
                  <a:pt x="5435421" y="50574"/>
                </a:cubicBezTo>
                <a:cubicBezTo>
                  <a:pt x="5440190" y="47970"/>
                  <a:pt x="5445283" y="46667"/>
                  <a:pt x="5450702" y="46667"/>
                </a:cubicBezTo>
                <a:cubicBezTo>
                  <a:pt x="5460345" y="46667"/>
                  <a:pt x="5467577" y="49542"/>
                  <a:pt x="5472399" y="55291"/>
                </a:cubicBezTo>
                <a:cubicBezTo>
                  <a:pt x="5477222" y="61040"/>
                  <a:pt x="5479633" y="68633"/>
                  <a:pt x="5479633" y="78069"/>
                </a:cubicBezTo>
                <a:lnTo>
                  <a:pt x="5479633" y="124764"/>
                </a:lnTo>
                <a:lnTo>
                  <a:pt x="5468582" y="124764"/>
                </a:lnTo>
                <a:lnTo>
                  <a:pt x="5468582" y="82583"/>
                </a:lnTo>
                <a:cubicBezTo>
                  <a:pt x="5468582" y="78565"/>
                  <a:pt x="5468257" y="74929"/>
                  <a:pt x="5467607" y="71673"/>
                </a:cubicBezTo>
                <a:cubicBezTo>
                  <a:pt x="5466957" y="68416"/>
                  <a:pt x="5465846" y="65620"/>
                  <a:pt x="5464273" y="63285"/>
                </a:cubicBezTo>
                <a:cubicBezTo>
                  <a:pt x="5462703" y="60950"/>
                  <a:pt x="5460590" y="59131"/>
                  <a:pt x="5457934" y="57828"/>
                </a:cubicBezTo>
                <a:cubicBezTo>
                  <a:pt x="5455280" y="56525"/>
                  <a:pt x="5451949" y="55874"/>
                  <a:pt x="5447939" y="55874"/>
                </a:cubicBezTo>
                <a:cubicBezTo>
                  <a:pt x="5445014" y="55874"/>
                  <a:pt x="5442169" y="56472"/>
                  <a:pt x="5439404" y="57667"/>
                </a:cubicBezTo>
                <a:cubicBezTo>
                  <a:pt x="5436642" y="58861"/>
                  <a:pt x="5434176" y="60680"/>
                  <a:pt x="5432009" y="63124"/>
                </a:cubicBezTo>
                <a:cubicBezTo>
                  <a:pt x="5429842" y="65566"/>
                  <a:pt x="5428109" y="68659"/>
                  <a:pt x="5426808" y="72405"/>
                </a:cubicBezTo>
                <a:cubicBezTo>
                  <a:pt x="5425508" y="76150"/>
                  <a:pt x="5424858" y="80574"/>
                  <a:pt x="5424858" y="85679"/>
                </a:cubicBezTo>
                <a:lnTo>
                  <a:pt x="5424858" y="124764"/>
                </a:lnTo>
                <a:lnTo>
                  <a:pt x="5413804" y="124764"/>
                </a:lnTo>
                <a:lnTo>
                  <a:pt x="5413804" y="1806"/>
                </a:lnTo>
                <a:lnTo>
                  <a:pt x="5424858" y="1806"/>
                </a:lnTo>
                <a:lnTo>
                  <a:pt x="5424858" y="61147"/>
                </a:lnTo>
                <a:lnTo>
                  <a:pt x="5425183" y="61147"/>
                </a:lnTo>
                <a:close/>
                <a:moveTo>
                  <a:pt x="5556191" y="75646"/>
                </a:moveTo>
                <a:cubicBezTo>
                  <a:pt x="5556191" y="69001"/>
                  <a:pt x="5554458" y="64045"/>
                  <a:pt x="5550990" y="60777"/>
                </a:cubicBezTo>
                <a:cubicBezTo>
                  <a:pt x="5547523" y="57508"/>
                  <a:pt x="5542484" y="55874"/>
                  <a:pt x="5535874" y="55874"/>
                </a:cubicBezTo>
                <a:cubicBezTo>
                  <a:pt x="5531323" y="55874"/>
                  <a:pt x="5527097" y="56687"/>
                  <a:pt x="5523195" y="58312"/>
                </a:cubicBezTo>
                <a:cubicBezTo>
                  <a:pt x="5519294" y="59937"/>
                  <a:pt x="5515990" y="62105"/>
                  <a:pt x="5513281" y="64815"/>
                </a:cubicBezTo>
                <a:lnTo>
                  <a:pt x="5507103" y="57501"/>
                </a:lnTo>
                <a:cubicBezTo>
                  <a:pt x="5510246" y="54371"/>
                  <a:pt x="5514392" y="51783"/>
                  <a:pt x="5519539" y="49738"/>
                </a:cubicBezTo>
                <a:cubicBezTo>
                  <a:pt x="5524686" y="47691"/>
                  <a:pt x="5530511" y="46667"/>
                  <a:pt x="5537012" y="46667"/>
                </a:cubicBezTo>
                <a:cubicBezTo>
                  <a:pt x="5541131" y="46667"/>
                  <a:pt x="5544978" y="47237"/>
                  <a:pt x="5548552" y="48376"/>
                </a:cubicBezTo>
                <a:cubicBezTo>
                  <a:pt x="5552129" y="49516"/>
                  <a:pt x="5555271" y="51224"/>
                  <a:pt x="5557980" y="53503"/>
                </a:cubicBezTo>
                <a:cubicBezTo>
                  <a:pt x="5560690" y="55780"/>
                  <a:pt x="5562803" y="58653"/>
                  <a:pt x="5564319" y="62124"/>
                </a:cubicBezTo>
                <a:cubicBezTo>
                  <a:pt x="5565837" y="65595"/>
                  <a:pt x="5566596" y="69662"/>
                  <a:pt x="5566596" y="74327"/>
                </a:cubicBezTo>
                <a:lnTo>
                  <a:pt x="5566596" y="107680"/>
                </a:lnTo>
                <a:cubicBezTo>
                  <a:pt x="5566596" y="110609"/>
                  <a:pt x="5566704" y="113646"/>
                  <a:pt x="5566921" y="116793"/>
                </a:cubicBezTo>
                <a:cubicBezTo>
                  <a:pt x="5567137" y="119938"/>
                  <a:pt x="5567462" y="122595"/>
                  <a:pt x="5567895" y="124764"/>
                </a:cubicBezTo>
                <a:lnTo>
                  <a:pt x="5557982" y="124764"/>
                </a:lnTo>
                <a:cubicBezTo>
                  <a:pt x="5557656" y="122914"/>
                  <a:pt x="5557385" y="120901"/>
                  <a:pt x="5557169" y="118725"/>
                </a:cubicBezTo>
                <a:cubicBezTo>
                  <a:pt x="5556952" y="116549"/>
                  <a:pt x="5556844" y="114427"/>
                  <a:pt x="5556844" y="112361"/>
                </a:cubicBezTo>
                <a:lnTo>
                  <a:pt x="5556516" y="112361"/>
                </a:lnTo>
                <a:cubicBezTo>
                  <a:pt x="5553049" y="117455"/>
                  <a:pt x="5549120" y="121113"/>
                  <a:pt x="5544730" y="123335"/>
                </a:cubicBezTo>
                <a:cubicBezTo>
                  <a:pt x="5540342" y="125558"/>
                  <a:pt x="5535060" y="126669"/>
                  <a:pt x="5528884" y="126669"/>
                </a:cubicBezTo>
                <a:cubicBezTo>
                  <a:pt x="5525958" y="126669"/>
                  <a:pt x="5522950" y="126263"/>
                  <a:pt x="5519861" y="125451"/>
                </a:cubicBezTo>
                <a:cubicBezTo>
                  <a:pt x="5516774" y="124639"/>
                  <a:pt x="5513958" y="123313"/>
                  <a:pt x="5511411" y="121473"/>
                </a:cubicBezTo>
                <a:cubicBezTo>
                  <a:pt x="5508865" y="119631"/>
                  <a:pt x="5506752" y="117248"/>
                  <a:pt x="5505072" y="114325"/>
                </a:cubicBezTo>
                <a:cubicBezTo>
                  <a:pt x="5503392" y="111400"/>
                  <a:pt x="5502552" y="107825"/>
                  <a:pt x="5502552" y="103600"/>
                </a:cubicBezTo>
                <a:cubicBezTo>
                  <a:pt x="5502552" y="97752"/>
                  <a:pt x="5504042" y="93122"/>
                  <a:pt x="5507021" y="89711"/>
                </a:cubicBezTo>
                <a:cubicBezTo>
                  <a:pt x="5510001" y="86300"/>
                  <a:pt x="5513983" y="83756"/>
                  <a:pt x="5518969" y="82077"/>
                </a:cubicBezTo>
                <a:cubicBezTo>
                  <a:pt x="5523954" y="80397"/>
                  <a:pt x="5529670" y="79314"/>
                  <a:pt x="5536117" y="78828"/>
                </a:cubicBezTo>
                <a:cubicBezTo>
                  <a:pt x="5542565" y="78340"/>
                  <a:pt x="5549257" y="78097"/>
                  <a:pt x="5556191" y="78097"/>
                </a:cubicBezTo>
                <a:lnTo>
                  <a:pt x="5556191" y="75646"/>
                </a:lnTo>
                <a:moveTo>
                  <a:pt x="5552940" y="86827"/>
                </a:moveTo>
                <a:cubicBezTo>
                  <a:pt x="5548389" y="86827"/>
                  <a:pt x="5543811" y="87016"/>
                  <a:pt x="5539204" y="87395"/>
                </a:cubicBezTo>
                <a:cubicBezTo>
                  <a:pt x="5534600" y="87772"/>
                  <a:pt x="5530428" y="88528"/>
                  <a:pt x="5526689" y="89664"/>
                </a:cubicBezTo>
                <a:cubicBezTo>
                  <a:pt x="5522953" y="90799"/>
                  <a:pt x="5519892" y="92446"/>
                  <a:pt x="5517508" y="94607"/>
                </a:cubicBezTo>
                <a:cubicBezTo>
                  <a:pt x="5515123" y="96768"/>
                  <a:pt x="5513931" y="99631"/>
                  <a:pt x="5513931" y="103196"/>
                </a:cubicBezTo>
                <a:cubicBezTo>
                  <a:pt x="5513931" y="105898"/>
                  <a:pt x="5514445" y="108167"/>
                  <a:pt x="5515474" y="110004"/>
                </a:cubicBezTo>
                <a:cubicBezTo>
                  <a:pt x="5516504" y="111841"/>
                  <a:pt x="5517885" y="113327"/>
                  <a:pt x="5519618" y="114461"/>
                </a:cubicBezTo>
                <a:cubicBezTo>
                  <a:pt x="5521353" y="115596"/>
                  <a:pt x="5523277" y="116406"/>
                  <a:pt x="5525390" y="116892"/>
                </a:cubicBezTo>
                <a:cubicBezTo>
                  <a:pt x="5527503" y="117378"/>
                  <a:pt x="5529643" y="117621"/>
                  <a:pt x="5531811" y="117621"/>
                </a:cubicBezTo>
                <a:cubicBezTo>
                  <a:pt x="5535712" y="117621"/>
                  <a:pt x="5539179" y="116946"/>
                  <a:pt x="5542213" y="115595"/>
                </a:cubicBezTo>
                <a:cubicBezTo>
                  <a:pt x="5545247" y="114244"/>
                  <a:pt x="5547793" y="112407"/>
                  <a:pt x="5549852" y="110084"/>
                </a:cubicBezTo>
                <a:cubicBezTo>
                  <a:pt x="5551911" y="107761"/>
                  <a:pt x="5553481" y="105087"/>
                  <a:pt x="5554564" y="102063"/>
                </a:cubicBezTo>
                <a:cubicBezTo>
                  <a:pt x="5555649" y="99037"/>
                  <a:pt x="5556191" y="95849"/>
                  <a:pt x="5556191" y="92499"/>
                </a:cubicBezTo>
                <a:lnTo>
                  <a:pt x="5556191" y="86827"/>
                </a:lnTo>
                <a:lnTo>
                  <a:pt x="5552940" y="86827"/>
                </a:lnTo>
                <a:close/>
                <a:moveTo>
                  <a:pt x="5627710" y="57938"/>
                </a:moveTo>
                <a:lnTo>
                  <a:pt x="5606256" y="57938"/>
                </a:lnTo>
                <a:lnTo>
                  <a:pt x="5606256" y="102358"/>
                </a:lnTo>
                <a:cubicBezTo>
                  <a:pt x="5606256" y="105179"/>
                  <a:pt x="5606527" y="107511"/>
                  <a:pt x="5607067" y="109355"/>
                </a:cubicBezTo>
                <a:cubicBezTo>
                  <a:pt x="5607610" y="111198"/>
                  <a:pt x="5608395" y="112636"/>
                  <a:pt x="5609423" y="113668"/>
                </a:cubicBezTo>
                <a:cubicBezTo>
                  <a:pt x="5610454" y="114698"/>
                  <a:pt x="5611673" y="115403"/>
                  <a:pt x="5613082" y="115783"/>
                </a:cubicBezTo>
                <a:cubicBezTo>
                  <a:pt x="5614490" y="116162"/>
                  <a:pt x="5616008" y="116351"/>
                  <a:pt x="5617633" y="116351"/>
                </a:cubicBezTo>
                <a:cubicBezTo>
                  <a:pt x="5619151" y="116351"/>
                  <a:pt x="5620749" y="116130"/>
                  <a:pt x="5622427" y="115689"/>
                </a:cubicBezTo>
                <a:cubicBezTo>
                  <a:pt x="5624107" y="115246"/>
                  <a:pt x="5625706" y="114637"/>
                  <a:pt x="5627224" y="113861"/>
                </a:cubicBezTo>
                <a:lnTo>
                  <a:pt x="5627710" y="123442"/>
                </a:lnTo>
                <a:cubicBezTo>
                  <a:pt x="5625760" y="124201"/>
                  <a:pt x="5623729" y="124770"/>
                  <a:pt x="5621616" y="125148"/>
                </a:cubicBezTo>
                <a:cubicBezTo>
                  <a:pt x="5619503" y="125527"/>
                  <a:pt x="5617200" y="125716"/>
                  <a:pt x="5614706" y="125716"/>
                </a:cubicBezTo>
                <a:cubicBezTo>
                  <a:pt x="5612648" y="125716"/>
                  <a:pt x="5610481" y="125445"/>
                  <a:pt x="5608206" y="124903"/>
                </a:cubicBezTo>
                <a:cubicBezTo>
                  <a:pt x="5605930" y="124362"/>
                  <a:pt x="5603817" y="123334"/>
                  <a:pt x="5601866" y="121818"/>
                </a:cubicBezTo>
                <a:cubicBezTo>
                  <a:pt x="5599917" y="120300"/>
                  <a:pt x="5598319" y="118240"/>
                  <a:pt x="5597072" y="115639"/>
                </a:cubicBezTo>
                <a:cubicBezTo>
                  <a:pt x="5595825" y="113038"/>
                  <a:pt x="5595202" y="109625"/>
                  <a:pt x="5595202" y="105399"/>
                </a:cubicBezTo>
                <a:lnTo>
                  <a:pt x="5595202" y="57938"/>
                </a:lnTo>
                <a:lnTo>
                  <a:pt x="5579435" y="57938"/>
                </a:lnTo>
                <a:lnTo>
                  <a:pt x="5579435" y="48731"/>
                </a:lnTo>
                <a:lnTo>
                  <a:pt x="5595202" y="48731"/>
                </a:lnTo>
                <a:lnTo>
                  <a:pt x="5595202" y="27275"/>
                </a:lnTo>
                <a:lnTo>
                  <a:pt x="5606256" y="27275"/>
                </a:lnTo>
                <a:lnTo>
                  <a:pt x="5606256" y="48731"/>
                </a:lnTo>
                <a:lnTo>
                  <a:pt x="5627710" y="48731"/>
                </a:lnTo>
                <a:lnTo>
                  <a:pt x="5627710" y="57938"/>
                </a:lnTo>
                <a:close/>
                <a:moveTo>
                  <a:pt x="5696791" y="124764"/>
                </a:moveTo>
                <a:lnTo>
                  <a:pt x="5685739" y="124764"/>
                </a:lnTo>
                <a:lnTo>
                  <a:pt x="5685739" y="48694"/>
                </a:lnTo>
                <a:lnTo>
                  <a:pt x="5696791" y="48694"/>
                </a:lnTo>
                <a:lnTo>
                  <a:pt x="5696791" y="124764"/>
                </a:lnTo>
                <a:moveTo>
                  <a:pt x="5699068" y="19365"/>
                </a:moveTo>
                <a:cubicBezTo>
                  <a:pt x="5699068" y="21634"/>
                  <a:pt x="5698255" y="23497"/>
                  <a:pt x="5696630" y="24956"/>
                </a:cubicBezTo>
                <a:cubicBezTo>
                  <a:pt x="5695004" y="26414"/>
                  <a:pt x="5693216" y="27143"/>
                  <a:pt x="5691265" y="27143"/>
                </a:cubicBezTo>
                <a:cubicBezTo>
                  <a:pt x="5689314" y="27143"/>
                  <a:pt x="5687526" y="26414"/>
                  <a:pt x="5685900" y="24956"/>
                </a:cubicBezTo>
                <a:cubicBezTo>
                  <a:pt x="5684275" y="23497"/>
                  <a:pt x="5683462" y="21634"/>
                  <a:pt x="5683462" y="19365"/>
                </a:cubicBezTo>
                <a:cubicBezTo>
                  <a:pt x="5683462" y="17097"/>
                  <a:pt x="5684275" y="15233"/>
                  <a:pt x="5685900" y="13775"/>
                </a:cubicBezTo>
                <a:cubicBezTo>
                  <a:pt x="5687526" y="12317"/>
                  <a:pt x="5689314" y="11587"/>
                  <a:pt x="5691265" y="11587"/>
                </a:cubicBezTo>
                <a:cubicBezTo>
                  <a:pt x="5693216" y="11587"/>
                  <a:pt x="5695004" y="12317"/>
                  <a:pt x="5696630" y="13775"/>
                </a:cubicBezTo>
                <a:cubicBezTo>
                  <a:pt x="5698255" y="15233"/>
                  <a:pt x="5699068" y="17097"/>
                  <a:pt x="5699068" y="19365"/>
                </a:cubicBezTo>
                <a:close/>
                <a:moveTo>
                  <a:pt x="5766686" y="66603"/>
                </a:moveTo>
                <a:cubicBezTo>
                  <a:pt x="5765061" y="63460"/>
                  <a:pt x="5762595" y="60886"/>
                  <a:pt x="5759290" y="58882"/>
                </a:cubicBezTo>
                <a:cubicBezTo>
                  <a:pt x="5755985" y="56877"/>
                  <a:pt x="5752219" y="55874"/>
                  <a:pt x="5747993" y="55874"/>
                </a:cubicBezTo>
                <a:cubicBezTo>
                  <a:pt x="5746043" y="55874"/>
                  <a:pt x="5744093" y="56091"/>
                  <a:pt x="5742142" y="56526"/>
                </a:cubicBezTo>
                <a:cubicBezTo>
                  <a:pt x="5740191" y="56959"/>
                  <a:pt x="5738456" y="57665"/>
                  <a:pt x="5736939" y="58642"/>
                </a:cubicBezTo>
                <a:cubicBezTo>
                  <a:pt x="5735422" y="59617"/>
                  <a:pt x="5734204" y="60865"/>
                  <a:pt x="5733283" y="62385"/>
                </a:cubicBezTo>
                <a:cubicBezTo>
                  <a:pt x="5732362" y="63902"/>
                  <a:pt x="5731901" y="65692"/>
                  <a:pt x="5731901" y="67754"/>
                </a:cubicBezTo>
                <a:cubicBezTo>
                  <a:pt x="5731901" y="71336"/>
                  <a:pt x="5733364" y="74075"/>
                  <a:pt x="5736289" y="75974"/>
                </a:cubicBezTo>
                <a:cubicBezTo>
                  <a:pt x="5739215" y="77872"/>
                  <a:pt x="5743821" y="79472"/>
                  <a:pt x="5750106" y="80775"/>
                </a:cubicBezTo>
                <a:cubicBezTo>
                  <a:pt x="5759101" y="82619"/>
                  <a:pt x="5765738" y="85304"/>
                  <a:pt x="5770017" y="88831"/>
                </a:cubicBezTo>
                <a:cubicBezTo>
                  <a:pt x="5774298" y="92356"/>
                  <a:pt x="5776438" y="97102"/>
                  <a:pt x="5776438" y="103070"/>
                </a:cubicBezTo>
                <a:cubicBezTo>
                  <a:pt x="5776438" y="107410"/>
                  <a:pt x="5775598" y="111073"/>
                  <a:pt x="5773918" y="114057"/>
                </a:cubicBezTo>
                <a:cubicBezTo>
                  <a:pt x="5772238" y="117040"/>
                  <a:pt x="5770044" y="119481"/>
                  <a:pt x="5767333" y="121381"/>
                </a:cubicBezTo>
                <a:cubicBezTo>
                  <a:pt x="5764625" y="123279"/>
                  <a:pt x="5761565" y="124635"/>
                  <a:pt x="5758152" y="125449"/>
                </a:cubicBezTo>
                <a:cubicBezTo>
                  <a:pt x="5754739" y="126262"/>
                  <a:pt x="5751299" y="126669"/>
                  <a:pt x="5747832" y="126669"/>
                </a:cubicBezTo>
                <a:cubicBezTo>
                  <a:pt x="5742088" y="126669"/>
                  <a:pt x="5736506" y="125485"/>
                  <a:pt x="5731088" y="123117"/>
                </a:cubicBezTo>
                <a:cubicBezTo>
                  <a:pt x="5725671" y="120748"/>
                  <a:pt x="5721228" y="117023"/>
                  <a:pt x="5717759" y="111941"/>
                </a:cubicBezTo>
                <a:lnTo>
                  <a:pt x="5726537" y="105438"/>
                </a:lnTo>
                <a:cubicBezTo>
                  <a:pt x="5728488" y="108798"/>
                  <a:pt x="5731359" y="111616"/>
                  <a:pt x="5735150" y="113891"/>
                </a:cubicBezTo>
                <a:cubicBezTo>
                  <a:pt x="5738943" y="116166"/>
                  <a:pt x="5743116" y="117304"/>
                  <a:pt x="5747668" y="117304"/>
                </a:cubicBezTo>
                <a:cubicBezTo>
                  <a:pt x="5750052" y="117304"/>
                  <a:pt x="5752327" y="117087"/>
                  <a:pt x="5754493" y="116654"/>
                </a:cubicBezTo>
                <a:cubicBezTo>
                  <a:pt x="5756661" y="116219"/>
                  <a:pt x="5758558" y="115459"/>
                  <a:pt x="5760183" y="114374"/>
                </a:cubicBezTo>
                <a:cubicBezTo>
                  <a:pt x="5761808" y="113290"/>
                  <a:pt x="5763109" y="111907"/>
                  <a:pt x="5764084" y="110225"/>
                </a:cubicBezTo>
                <a:cubicBezTo>
                  <a:pt x="5765060" y="108542"/>
                  <a:pt x="5765548" y="106453"/>
                  <a:pt x="5765548" y="103958"/>
                </a:cubicBezTo>
                <a:cubicBezTo>
                  <a:pt x="5765548" y="99943"/>
                  <a:pt x="5763624" y="96932"/>
                  <a:pt x="5759776" y="94925"/>
                </a:cubicBezTo>
                <a:cubicBezTo>
                  <a:pt x="5755930" y="92917"/>
                  <a:pt x="5750377" y="91046"/>
                  <a:pt x="5743117" y="89310"/>
                </a:cubicBezTo>
                <a:cubicBezTo>
                  <a:pt x="5740842" y="88767"/>
                  <a:pt x="5738430" y="88089"/>
                  <a:pt x="5735882" y="87276"/>
                </a:cubicBezTo>
                <a:cubicBezTo>
                  <a:pt x="5733336" y="86462"/>
                  <a:pt x="5730979" y="85269"/>
                  <a:pt x="5728811" y="83697"/>
                </a:cubicBezTo>
                <a:cubicBezTo>
                  <a:pt x="5726645" y="82123"/>
                  <a:pt x="5724858" y="80142"/>
                  <a:pt x="5723449" y="77754"/>
                </a:cubicBezTo>
                <a:cubicBezTo>
                  <a:pt x="5722040" y="75367"/>
                  <a:pt x="5721336" y="72383"/>
                  <a:pt x="5721336" y="68803"/>
                </a:cubicBezTo>
                <a:cubicBezTo>
                  <a:pt x="5721336" y="64896"/>
                  <a:pt x="5722094" y="61559"/>
                  <a:pt x="5723610" y="58793"/>
                </a:cubicBezTo>
                <a:cubicBezTo>
                  <a:pt x="5725128" y="56025"/>
                  <a:pt x="5727160" y="53747"/>
                  <a:pt x="5729706" y="51958"/>
                </a:cubicBezTo>
                <a:cubicBezTo>
                  <a:pt x="5732253" y="50167"/>
                  <a:pt x="5735151" y="48838"/>
                  <a:pt x="5738402" y="47970"/>
                </a:cubicBezTo>
                <a:cubicBezTo>
                  <a:pt x="5741654" y="47102"/>
                  <a:pt x="5745014" y="46667"/>
                  <a:pt x="5748481" y="46667"/>
                </a:cubicBezTo>
                <a:cubicBezTo>
                  <a:pt x="5753791" y="46667"/>
                  <a:pt x="5758937" y="47852"/>
                  <a:pt x="5763921" y="50222"/>
                </a:cubicBezTo>
                <a:cubicBezTo>
                  <a:pt x="5768906" y="52589"/>
                  <a:pt x="5772645" y="55937"/>
                  <a:pt x="5775139" y="60264"/>
                </a:cubicBezTo>
                <a:lnTo>
                  <a:pt x="5766686" y="66603"/>
                </a:lnTo>
                <a:close/>
                <a:moveTo>
                  <a:pt x="5886965" y="75646"/>
                </a:moveTo>
                <a:cubicBezTo>
                  <a:pt x="5886965" y="69001"/>
                  <a:pt x="5885231" y="64045"/>
                  <a:pt x="5881764" y="60777"/>
                </a:cubicBezTo>
                <a:cubicBezTo>
                  <a:pt x="5878297" y="57508"/>
                  <a:pt x="5873258" y="55874"/>
                  <a:pt x="5866647" y="55874"/>
                </a:cubicBezTo>
                <a:cubicBezTo>
                  <a:pt x="5862097" y="55874"/>
                  <a:pt x="5857871" y="56687"/>
                  <a:pt x="5853968" y="58312"/>
                </a:cubicBezTo>
                <a:cubicBezTo>
                  <a:pt x="5850068" y="59937"/>
                  <a:pt x="5846763" y="62105"/>
                  <a:pt x="5844055" y="64815"/>
                </a:cubicBezTo>
                <a:lnTo>
                  <a:pt x="5837877" y="57501"/>
                </a:lnTo>
                <a:cubicBezTo>
                  <a:pt x="5841020" y="54371"/>
                  <a:pt x="5845165" y="51783"/>
                  <a:pt x="5850313" y="49738"/>
                </a:cubicBezTo>
                <a:cubicBezTo>
                  <a:pt x="5855460" y="47691"/>
                  <a:pt x="5861284" y="46667"/>
                  <a:pt x="5867786" y="46667"/>
                </a:cubicBezTo>
                <a:cubicBezTo>
                  <a:pt x="5871904" y="46667"/>
                  <a:pt x="5875751" y="47237"/>
                  <a:pt x="5879326" y="48376"/>
                </a:cubicBezTo>
                <a:cubicBezTo>
                  <a:pt x="5882902" y="49516"/>
                  <a:pt x="5886045" y="51224"/>
                  <a:pt x="5888753" y="53503"/>
                </a:cubicBezTo>
                <a:cubicBezTo>
                  <a:pt x="5891463" y="55780"/>
                  <a:pt x="5893576" y="58653"/>
                  <a:pt x="5895093" y="62124"/>
                </a:cubicBezTo>
                <a:cubicBezTo>
                  <a:pt x="5896611" y="65595"/>
                  <a:pt x="5897369" y="69662"/>
                  <a:pt x="5897369" y="74327"/>
                </a:cubicBezTo>
                <a:lnTo>
                  <a:pt x="5897369" y="107680"/>
                </a:lnTo>
                <a:cubicBezTo>
                  <a:pt x="5897369" y="110609"/>
                  <a:pt x="5897478" y="113646"/>
                  <a:pt x="5897694" y="116793"/>
                </a:cubicBezTo>
                <a:cubicBezTo>
                  <a:pt x="5897911" y="119938"/>
                  <a:pt x="5898236" y="122595"/>
                  <a:pt x="5898669" y="124764"/>
                </a:cubicBezTo>
                <a:lnTo>
                  <a:pt x="5888756" y="124764"/>
                </a:lnTo>
                <a:cubicBezTo>
                  <a:pt x="5888430" y="122914"/>
                  <a:pt x="5888159" y="120901"/>
                  <a:pt x="5887942" y="118725"/>
                </a:cubicBezTo>
                <a:cubicBezTo>
                  <a:pt x="5887726" y="116549"/>
                  <a:pt x="5887617" y="114427"/>
                  <a:pt x="5887617" y="112361"/>
                </a:cubicBezTo>
                <a:lnTo>
                  <a:pt x="5887290" y="112361"/>
                </a:lnTo>
                <a:cubicBezTo>
                  <a:pt x="5883823" y="117455"/>
                  <a:pt x="5879894" y="121113"/>
                  <a:pt x="5875504" y="123335"/>
                </a:cubicBezTo>
                <a:cubicBezTo>
                  <a:pt x="5871116" y="125558"/>
                  <a:pt x="5865834" y="126669"/>
                  <a:pt x="5859658" y="126669"/>
                </a:cubicBezTo>
                <a:cubicBezTo>
                  <a:pt x="5856731" y="126669"/>
                  <a:pt x="5853724" y="126263"/>
                  <a:pt x="5850635" y="125451"/>
                </a:cubicBezTo>
                <a:cubicBezTo>
                  <a:pt x="5847548" y="124639"/>
                  <a:pt x="5844731" y="123313"/>
                  <a:pt x="5842185" y="121473"/>
                </a:cubicBezTo>
                <a:cubicBezTo>
                  <a:pt x="5839639" y="119631"/>
                  <a:pt x="5837525" y="117248"/>
                  <a:pt x="5835846" y="114325"/>
                </a:cubicBezTo>
                <a:cubicBezTo>
                  <a:pt x="5834166" y="111400"/>
                  <a:pt x="5833326" y="107825"/>
                  <a:pt x="5833326" y="103600"/>
                </a:cubicBezTo>
                <a:cubicBezTo>
                  <a:pt x="5833326" y="97752"/>
                  <a:pt x="5834815" y="93122"/>
                  <a:pt x="5837795" y="89711"/>
                </a:cubicBezTo>
                <a:cubicBezTo>
                  <a:pt x="5840775" y="86300"/>
                  <a:pt x="5844757" y="83756"/>
                  <a:pt x="5849742" y="82077"/>
                </a:cubicBezTo>
                <a:cubicBezTo>
                  <a:pt x="5854727" y="80397"/>
                  <a:pt x="5860443" y="79314"/>
                  <a:pt x="5866890" y="78828"/>
                </a:cubicBezTo>
                <a:cubicBezTo>
                  <a:pt x="5873339" y="78340"/>
                  <a:pt x="5880030" y="78097"/>
                  <a:pt x="5886965" y="78097"/>
                </a:cubicBezTo>
                <a:lnTo>
                  <a:pt x="5886965" y="75646"/>
                </a:lnTo>
                <a:moveTo>
                  <a:pt x="5883713" y="86827"/>
                </a:moveTo>
                <a:cubicBezTo>
                  <a:pt x="5879163" y="86827"/>
                  <a:pt x="5874585" y="87016"/>
                  <a:pt x="5869978" y="87395"/>
                </a:cubicBezTo>
                <a:cubicBezTo>
                  <a:pt x="5865373" y="87772"/>
                  <a:pt x="5861201" y="88528"/>
                  <a:pt x="5857463" y="89664"/>
                </a:cubicBezTo>
                <a:cubicBezTo>
                  <a:pt x="5853726" y="90799"/>
                  <a:pt x="5850666" y="92446"/>
                  <a:pt x="5848281" y="94607"/>
                </a:cubicBezTo>
                <a:cubicBezTo>
                  <a:pt x="5845897" y="96768"/>
                  <a:pt x="5844705" y="99631"/>
                  <a:pt x="5844705" y="103196"/>
                </a:cubicBezTo>
                <a:cubicBezTo>
                  <a:pt x="5844705" y="105898"/>
                  <a:pt x="5845219" y="108167"/>
                  <a:pt x="5846248" y="110004"/>
                </a:cubicBezTo>
                <a:cubicBezTo>
                  <a:pt x="5847278" y="111841"/>
                  <a:pt x="5848659" y="113327"/>
                  <a:pt x="5850392" y="114461"/>
                </a:cubicBezTo>
                <a:cubicBezTo>
                  <a:pt x="5852126" y="115596"/>
                  <a:pt x="5854050" y="116406"/>
                  <a:pt x="5856163" y="116892"/>
                </a:cubicBezTo>
                <a:cubicBezTo>
                  <a:pt x="5858277" y="117378"/>
                  <a:pt x="5860417" y="117621"/>
                  <a:pt x="5862585" y="117621"/>
                </a:cubicBezTo>
                <a:cubicBezTo>
                  <a:pt x="5866485" y="117621"/>
                  <a:pt x="5869952" y="116946"/>
                  <a:pt x="5872987" y="115595"/>
                </a:cubicBezTo>
                <a:cubicBezTo>
                  <a:pt x="5876021" y="114244"/>
                  <a:pt x="5878567" y="112407"/>
                  <a:pt x="5880626" y="110084"/>
                </a:cubicBezTo>
                <a:cubicBezTo>
                  <a:pt x="5882684" y="107761"/>
                  <a:pt x="5884255" y="105087"/>
                  <a:pt x="5885338" y="102063"/>
                </a:cubicBezTo>
                <a:cubicBezTo>
                  <a:pt x="5886423" y="99037"/>
                  <a:pt x="5886965" y="95849"/>
                  <a:pt x="5886965" y="92499"/>
                </a:cubicBezTo>
                <a:lnTo>
                  <a:pt x="5886965" y="86827"/>
                </a:lnTo>
                <a:lnTo>
                  <a:pt x="5883713" y="868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5" name="Text slim-ﬁttedcasewithbolddesigns.(sim=.961)">
            <a:extLst xmlns:a="http://schemas.openxmlformats.org/drawingml/2006/main">
              <a:ext uri="{FF2B5EF4-FFF2-40B4-BE49-F238E27FC236}">
                <a16:creationId xmlns:a16="http://schemas.microsoft.com/office/drawing/2014/main" id="{E63E8086-B17E-4AE3-9F2B-CD786EF0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463" y="1742272"/>
            <a:ext cx="3400389" cy="163812"/>
          </a:xfrm>
          <a:custGeom xmlns:a="http://schemas.openxmlformats.org/drawingml/2006/main">
            <a:pathLst>
              <a:path w="3400389" h="163812">
                <a:moveTo>
                  <a:pt x="48927" y="66603"/>
                </a:moveTo>
                <a:cubicBezTo>
                  <a:pt x="47302" y="63460"/>
                  <a:pt x="44836" y="60886"/>
                  <a:pt x="41531" y="58882"/>
                </a:cubicBezTo>
                <a:cubicBezTo>
                  <a:pt x="38226" y="56877"/>
                  <a:pt x="34460" y="55874"/>
                  <a:pt x="30234" y="55874"/>
                </a:cubicBezTo>
                <a:cubicBezTo>
                  <a:pt x="28284" y="55874"/>
                  <a:pt x="26334" y="56091"/>
                  <a:pt x="24383" y="56526"/>
                </a:cubicBezTo>
                <a:cubicBezTo>
                  <a:pt x="22432" y="56959"/>
                  <a:pt x="20697" y="57665"/>
                  <a:pt x="19179" y="58642"/>
                </a:cubicBezTo>
                <a:cubicBezTo>
                  <a:pt x="17663" y="59617"/>
                  <a:pt x="16445" y="60865"/>
                  <a:pt x="15524" y="62385"/>
                </a:cubicBezTo>
                <a:cubicBezTo>
                  <a:pt x="14603" y="63902"/>
                  <a:pt x="14142" y="65692"/>
                  <a:pt x="14142" y="67754"/>
                </a:cubicBezTo>
                <a:cubicBezTo>
                  <a:pt x="14142" y="71336"/>
                  <a:pt x="15605" y="74075"/>
                  <a:pt x="18530" y="75974"/>
                </a:cubicBezTo>
                <a:cubicBezTo>
                  <a:pt x="21456" y="77872"/>
                  <a:pt x="26062" y="79472"/>
                  <a:pt x="32347" y="80775"/>
                </a:cubicBezTo>
                <a:cubicBezTo>
                  <a:pt x="41342" y="82619"/>
                  <a:pt x="47979" y="85304"/>
                  <a:pt x="52258" y="88831"/>
                </a:cubicBezTo>
                <a:cubicBezTo>
                  <a:pt x="56539" y="92356"/>
                  <a:pt x="58679" y="97102"/>
                  <a:pt x="58679" y="103070"/>
                </a:cubicBezTo>
                <a:cubicBezTo>
                  <a:pt x="58679" y="107410"/>
                  <a:pt x="57839" y="111073"/>
                  <a:pt x="56159" y="114057"/>
                </a:cubicBezTo>
                <a:cubicBezTo>
                  <a:pt x="54479" y="117040"/>
                  <a:pt x="52284" y="119481"/>
                  <a:pt x="49574" y="121381"/>
                </a:cubicBezTo>
                <a:cubicBezTo>
                  <a:pt x="46866" y="123279"/>
                  <a:pt x="43805" y="124635"/>
                  <a:pt x="40393" y="125449"/>
                </a:cubicBezTo>
                <a:cubicBezTo>
                  <a:pt x="36980" y="126262"/>
                  <a:pt x="33540" y="126669"/>
                  <a:pt x="30072" y="126669"/>
                </a:cubicBezTo>
                <a:cubicBezTo>
                  <a:pt x="24328" y="126669"/>
                  <a:pt x="18747" y="125485"/>
                  <a:pt x="13329" y="123117"/>
                </a:cubicBezTo>
                <a:cubicBezTo>
                  <a:pt x="7912" y="120748"/>
                  <a:pt x="3469" y="117023"/>
                  <a:pt x="0" y="111941"/>
                </a:cubicBezTo>
                <a:lnTo>
                  <a:pt x="8777" y="105438"/>
                </a:lnTo>
                <a:cubicBezTo>
                  <a:pt x="10729" y="108798"/>
                  <a:pt x="13600" y="111616"/>
                  <a:pt x="17391" y="113891"/>
                </a:cubicBezTo>
                <a:cubicBezTo>
                  <a:pt x="21184" y="116166"/>
                  <a:pt x="25357" y="117304"/>
                  <a:pt x="29909" y="117304"/>
                </a:cubicBezTo>
                <a:cubicBezTo>
                  <a:pt x="32293" y="117304"/>
                  <a:pt x="34568" y="117087"/>
                  <a:pt x="36734" y="116654"/>
                </a:cubicBezTo>
                <a:cubicBezTo>
                  <a:pt x="38902" y="116219"/>
                  <a:pt x="40798" y="115459"/>
                  <a:pt x="42424" y="114374"/>
                </a:cubicBezTo>
                <a:cubicBezTo>
                  <a:pt x="44049" y="113290"/>
                  <a:pt x="45350" y="111907"/>
                  <a:pt x="46325" y="110225"/>
                </a:cubicBezTo>
                <a:cubicBezTo>
                  <a:pt x="47301" y="108542"/>
                  <a:pt x="47789" y="106453"/>
                  <a:pt x="47789" y="103958"/>
                </a:cubicBezTo>
                <a:cubicBezTo>
                  <a:pt x="47789" y="99943"/>
                  <a:pt x="45865" y="96932"/>
                  <a:pt x="42017" y="94925"/>
                </a:cubicBezTo>
                <a:cubicBezTo>
                  <a:pt x="38171" y="92917"/>
                  <a:pt x="32618" y="91046"/>
                  <a:pt x="25358" y="89310"/>
                </a:cubicBezTo>
                <a:cubicBezTo>
                  <a:pt x="23082" y="88767"/>
                  <a:pt x="20671" y="88089"/>
                  <a:pt x="18123" y="87276"/>
                </a:cubicBezTo>
                <a:cubicBezTo>
                  <a:pt x="15576" y="86462"/>
                  <a:pt x="13219" y="85269"/>
                  <a:pt x="11052" y="83697"/>
                </a:cubicBezTo>
                <a:cubicBezTo>
                  <a:pt x="8886" y="82123"/>
                  <a:pt x="7098" y="80142"/>
                  <a:pt x="5690" y="77754"/>
                </a:cubicBezTo>
                <a:cubicBezTo>
                  <a:pt x="4281" y="75367"/>
                  <a:pt x="3576" y="72383"/>
                  <a:pt x="3576" y="68803"/>
                </a:cubicBezTo>
                <a:cubicBezTo>
                  <a:pt x="3576" y="64896"/>
                  <a:pt x="4335" y="61559"/>
                  <a:pt x="5851" y="58793"/>
                </a:cubicBezTo>
                <a:cubicBezTo>
                  <a:pt x="7369" y="56025"/>
                  <a:pt x="9401" y="53747"/>
                  <a:pt x="11947" y="51958"/>
                </a:cubicBezTo>
                <a:cubicBezTo>
                  <a:pt x="14493" y="50167"/>
                  <a:pt x="17392" y="48838"/>
                  <a:pt x="20643" y="47970"/>
                </a:cubicBezTo>
                <a:cubicBezTo>
                  <a:pt x="23895" y="47102"/>
                  <a:pt x="27255" y="46667"/>
                  <a:pt x="30722" y="46667"/>
                </a:cubicBezTo>
                <a:cubicBezTo>
                  <a:pt x="36032" y="46667"/>
                  <a:pt x="41178" y="47852"/>
                  <a:pt x="46162" y="50222"/>
                </a:cubicBezTo>
                <a:cubicBezTo>
                  <a:pt x="51147" y="52589"/>
                  <a:pt x="54886" y="55937"/>
                  <a:pt x="57379" y="60264"/>
                </a:cubicBezTo>
                <a:lnTo>
                  <a:pt x="48927" y="66603"/>
                </a:lnTo>
                <a:close/>
                <a:moveTo>
                  <a:pt x="92000" y="124764"/>
                </a:moveTo>
                <a:lnTo>
                  <a:pt x="80946" y="124764"/>
                </a:lnTo>
                <a:lnTo>
                  <a:pt x="80946" y="1882"/>
                </a:lnTo>
                <a:lnTo>
                  <a:pt x="92000" y="1882"/>
                </a:lnTo>
                <a:lnTo>
                  <a:pt x="92000" y="124764"/>
                </a:lnTo>
                <a:close/>
                <a:moveTo>
                  <a:pt x="132798" y="124764"/>
                </a:moveTo>
                <a:lnTo>
                  <a:pt x="121746" y="124764"/>
                </a:lnTo>
                <a:lnTo>
                  <a:pt x="121746" y="48694"/>
                </a:lnTo>
                <a:lnTo>
                  <a:pt x="132798" y="48694"/>
                </a:lnTo>
                <a:lnTo>
                  <a:pt x="132798" y="124764"/>
                </a:lnTo>
                <a:moveTo>
                  <a:pt x="135074" y="19365"/>
                </a:moveTo>
                <a:cubicBezTo>
                  <a:pt x="135074" y="21634"/>
                  <a:pt x="134262" y="23497"/>
                  <a:pt x="132636" y="24956"/>
                </a:cubicBezTo>
                <a:cubicBezTo>
                  <a:pt x="131011" y="26414"/>
                  <a:pt x="129223" y="27143"/>
                  <a:pt x="127272" y="27143"/>
                </a:cubicBezTo>
                <a:cubicBezTo>
                  <a:pt x="125321" y="27143"/>
                  <a:pt x="123532" y="26414"/>
                  <a:pt x="121907" y="24956"/>
                </a:cubicBezTo>
                <a:cubicBezTo>
                  <a:pt x="120282" y="23497"/>
                  <a:pt x="119469" y="21634"/>
                  <a:pt x="119469" y="19365"/>
                </a:cubicBezTo>
                <a:cubicBezTo>
                  <a:pt x="119469" y="17097"/>
                  <a:pt x="120282" y="15233"/>
                  <a:pt x="121907" y="13775"/>
                </a:cubicBezTo>
                <a:cubicBezTo>
                  <a:pt x="123532" y="12317"/>
                  <a:pt x="125321" y="11587"/>
                  <a:pt x="127272" y="11587"/>
                </a:cubicBezTo>
                <a:cubicBezTo>
                  <a:pt x="129223" y="11587"/>
                  <a:pt x="131011" y="12317"/>
                  <a:pt x="132636" y="13775"/>
                </a:cubicBezTo>
                <a:cubicBezTo>
                  <a:pt x="134262" y="15233"/>
                  <a:pt x="135074" y="17097"/>
                  <a:pt x="135074" y="19365"/>
                </a:cubicBezTo>
                <a:close/>
                <a:moveTo>
                  <a:pt x="173108" y="61635"/>
                </a:moveTo>
                <a:cubicBezTo>
                  <a:pt x="175276" y="57189"/>
                  <a:pt x="178608" y="53583"/>
                  <a:pt x="183104" y="50817"/>
                </a:cubicBezTo>
                <a:cubicBezTo>
                  <a:pt x="187601" y="48051"/>
                  <a:pt x="192613" y="46667"/>
                  <a:pt x="198141" y="46667"/>
                </a:cubicBezTo>
                <a:cubicBezTo>
                  <a:pt x="200200" y="46667"/>
                  <a:pt x="202339" y="46885"/>
                  <a:pt x="204560" y="47320"/>
                </a:cubicBezTo>
                <a:cubicBezTo>
                  <a:pt x="206782" y="47753"/>
                  <a:pt x="208950" y="48593"/>
                  <a:pt x="211063" y="49840"/>
                </a:cubicBezTo>
                <a:cubicBezTo>
                  <a:pt x="213176" y="51086"/>
                  <a:pt x="215126" y="52741"/>
                  <a:pt x="216914" y="54803"/>
                </a:cubicBezTo>
                <a:cubicBezTo>
                  <a:pt x="218703" y="56863"/>
                  <a:pt x="220247" y="59520"/>
                  <a:pt x="221547" y="62774"/>
                </a:cubicBezTo>
                <a:cubicBezTo>
                  <a:pt x="224148" y="57567"/>
                  <a:pt x="227696" y="53581"/>
                  <a:pt x="232192" y="50817"/>
                </a:cubicBezTo>
                <a:cubicBezTo>
                  <a:pt x="236689" y="48051"/>
                  <a:pt x="242026" y="46667"/>
                  <a:pt x="248204" y="46667"/>
                </a:cubicBezTo>
                <a:cubicBezTo>
                  <a:pt x="257847" y="46667"/>
                  <a:pt x="265079" y="49542"/>
                  <a:pt x="269901" y="55291"/>
                </a:cubicBezTo>
                <a:cubicBezTo>
                  <a:pt x="274724" y="61040"/>
                  <a:pt x="277135" y="68633"/>
                  <a:pt x="277135" y="78069"/>
                </a:cubicBezTo>
                <a:lnTo>
                  <a:pt x="277135" y="124764"/>
                </a:lnTo>
                <a:lnTo>
                  <a:pt x="266084" y="124764"/>
                </a:lnTo>
                <a:lnTo>
                  <a:pt x="266084" y="82583"/>
                </a:lnTo>
                <a:cubicBezTo>
                  <a:pt x="266084" y="74549"/>
                  <a:pt x="264594" y="68089"/>
                  <a:pt x="261614" y="63203"/>
                </a:cubicBezTo>
                <a:cubicBezTo>
                  <a:pt x="258635" y="58317"/>
                  <a:pt x="253569" y="55874"/>
                  <a:pt x="246416" y="55874"/>
                </a:cubicBezTo>
                <a:cubicBezTo>
                  <a:pt x="242406" y="55874"/>
                  <a:pt x="239020" y="56688"/>
                  <a:pt x="236257" y="58317"/>
                </a:cubicBezTo>
                <a:cubicBezTo>
                  <a:pt x="233494" y="59946"/>
                  <a:pt x="231272" y="62090"/>
                  <a:pt x="229592" y="64751"/>
                </a:cubicBezTo>
                <a:cubicBezTo>
                  <a:pt x="227912" y="67409"/>
                  <a:pt x="226693" y="70422"/>
                  <a:pt x="225934" y="73788"/>
                </a:cubicBezTo>
                <a:cubicBezTo>
                  <a:pt x="225177" y="77155"/>
                  <a:pt x="224798" y="80630"/>
                  <a:pt x="224798" y="84213"/>
                </a:cubicBezTo>
                <a:lnTo>
                  <a:pt x="224798" y="124764"/>
                </a:lnTo>
                <a:lnTo>
                  <a:pt x="213744" y="124764"/>
                </a:lnTo>
                <a:lnTo>
                  <a:pt x="213744" y="80304"/>
                </a:lnTo>
                <a:cubicBezTo>
                  <a:pt x="213744" y="76612"/>
                  <a:pt x="213473" y="73246"/>
                  <a:pt x="212930" y="70207"/>
                </a:cubicBezTo>
                <a:cubicBezTo>
                  <a:pt x="212390" y="67166"/>
                  <a:pt x="211441" y="64588"/>
                  <a:pt x="210086" y="62471"/>
                </a:cubicBezTo>
                <a:cubicBezTo>
                  <a:pt x="208731" y="60353"/>
                  <a:pt x="206862" y="58725"/>
                  <a:pt x="204478" y="57585"/>
                </a:cubicBezTo>
                <a:cubicBezTo>
                  <a:pt x="202095" y="56444"/>
                  <a:pt x="199062" y="55874"/>
                  <a:pt x="195378" y="55874"/>
                </a:cubicBezTo>
                <a:cubicBezTo>
                  <a:pt x="192777" y="55874"/>
                  <a:pt x="190149" y="56472"/>
                  <a:pt x="187493" y="57667"/>
                </a:cubicBezTo>
                <a:cubicBezTo>
                  <a:pt x="184840" y="58861"/>
                  <a:pt x="182456" y="60680"/>
                  <a:pt x="180343" y="63124"/>
                </a:cubicBezTo>
                <a:cubicBezTo>
                  <a:pt x="178230" y="65566"/>
                  <a:pt x="176523" y="68659"/>
                  <a:pt x="175221" y="72405"/>
                </a:cubicBezTo>
                <a:cubicBezTo>
                  <a:pt x="173922" y="76150"/>
                  <a:pt x="173272" y="80574"/>
                  <a:pt x="173272" y="85679"/>
                </a:cubicBezTo>
                <a:lnTo>
                  <a:pt x="173272" y="124764"/>
                </a:lnTo>
                <a:lnTo>
                  <a:pt x="162218" y="124764"/>
                </a:lnTo>
                <a:lnTo>
                  <a:pt x="162218" y="65378"/>
                </a:lnTo>
                <a:cubicBezTo>
                  <a:pt x="162218" y="63318"/>
                  <a:pt x="162163" y="60661"/>
                  <a:pt x="162054" y="57407"/>
                </a:cubicBezTo>
                <a:cubicBezTo>
                  <a:pt x="161947" y="54153"/>
                  <a:pt x="161785" y="51224"/>
                  <a:pt x="161568" y="48619"/>
                </a:cubicBezTo>
                <a:lnTo>
                  <a:pt x="172134" y="48619"/>
                </a:lnTo>
                <a:cubicBezTo>
                  <a:pt x="172350" y="50681"/>
                  <a:pt x="172512" y="52960"/>
                  <a:pt x="172620" y="55455"/>
                </a:cubicBezTo>
                <a:cubicBezTo>
                  <a:pt x="172729" y="57948"/>
                  <a:pt x="172783" y="60008"/>
                  <a:pt x="172783" y="61635"/>
                </a:cubicBezTo>
                <a:lnTo>
                  <a:pt x="173108" y="61635"/>
                </a:lnTo>
                <a:close/>
                <a:moveTo>
                  <a:pt x="335327" y="90002"/>
                </a:moveTo>
                <a:lnTo>
                  <a:pt x="298917" y="90002"/>
                </a:lnTo>
                <a:lnTo>
                  <a:pt x="298917" y="80795"/>
                </a:lnTo>
                <a:lnTo>
                  <a:pt x="335327" y="80795"/>
                </a:lnTo>
                <a:lnTo>
                  <a:pt x="335327" y="90002"/>
                </a:lnTo>
                <a:close/>
                <a:moveTo>
                  <a:pt x="416597" y="124764"/>
                </a:moveTo>
                <a:lnTo>
                  <a:pt x="405545" y="124764"/>
                </a:lnTo>
                <a:lnTo>
                  <a:pt x="405545" y="48731"/>
                </a:lnTo>
                <a:lnTo>
                  <a:pt x="416597" y="48731"/>
                </a:lnTo>
                <a:lnTo>
                  <a:pt x="416597" y="124764"/>
                </a:lnTo>
                <a:moveTo>
                  <a:pt x="419035" y="19365"/>
                </a:moveTo>
                <a:cubicBezTo>
                  <a:pt x="419035" y="21634"/>
                  <a:pt x="418222" y="23497"/>
                  <a:pt x="416597" y="24956"/>
                </a:cubicBezTo>
                <a:cubicBezTo>
                  <a:pt x="414971" y="26414"/>
                  <a:pt x="413184" y="27143"/>
                  <a:pt x="411235" y="27143"/>
                </a:cubicBezTo>
                <a:cubicBezTo>
                  <a:pt x="409283" y="27143"/>
                  <a:pt x="407495" y="26414"/>
                  <a:pt x="405870" y="24956"/>
                </a:cubicBezTo>
                <a:cubicBezTo>
                  <a:pt x="404245" y="23497"/>
                  <a:pt x="403432" y="21634"/>
                  <a:pt x="403432" y="19365"/>
                </a:cubicBezTo>
                <a:cubicBezTo>
                  <a:pt x="403432" y="17097"/>
                  <a:pt x="404245" y="15233"/>
                  <a:pt x="405870" y="13775"/>
                </a:cubicBezTo>
                <a:cubicBezTo>
                  <a:pt x="407495" y="12317"/>
                  <a:pt x="409283" y="11587"/>
                  <a:pt x="411235" y="11587"/>
                </a:cubicBezTo>
                <a:cubicBezTo>
                  <a:pt x="413184" y="11587"/>
                  <a:pt x="414971" y="12317"/>
                  <a:pt x="416597" y="13775"/>
                </a:cubicBezTo>
                <a:cubicBezTo>
                  <a:pt x="418222" y="15233"/>
                  <a:pt x="419035" y="17097"/>
                  <a:pt x="419035" y="19365"/>
                </a:cubicBezTo>
                <a:moveTo>
                  <a:pt x="389940" y="57938"/>
                </a:moveTo>
                <a:lnTo>
                  <a:pt x="372060" y="57938"/>
                </a:lnTo>
                <a:lnTo>
                  <a:pt x="372060" y="124764"/>
                </a:lnTo>
                <a:lnTo>
                  <a:pt x="361008" y="124764"/>
                </a:lnTo>
                <a:lnTo>
                  <a:pt x="361008" y="57938"/>
                </a:lnTo>
                <a:lnTo>
                  <a:pt x="345078" y="57938"/>
                </a:lnTo>
                <a:lnTo>
                  <a:pt x="345078" y="48731"/>
                </a:lnTo>
                <a:lnTo>
                  <a:pt x="361008" y="48731"/>
                </a:lnTo>
                <a:lnTo>
                  <a:pt x="361008" y="27939"/>
                </a:lnTo>
                <a:cubicBezTo>
                  <a:pt x="361008" y="19275"/>
                  <a:pt x="363121" y="12453"/>
                  <a:pt x="367347" y="7473"/>
                </a:cubicBezTo>
                <a:cubicBezTo>
                  <a:pt x="371574" y="2491"/>
                  <a:pt x="378075" y="0"/>
                  <a:pt x="386852" y="0"/>
                </a:cubicBezTo>
                <a:cubicBezTo>
                  <a:pt x="388260" y="0"/>
                  <a:pt x="389778" y="81"/>
                  <a:pt x="391403" y="243"/>
                </a:cubicBezTo>
                <a:cubicBezTo>
                  <a:pt x="393028" y="403"/>
                  <a:pt x="394545" y="699"/>
                  <a:pt x="395954" y="1128"/>
                </a:cubicBezTo>
                <a:lnTo>
                  <a:pt x="394005" y="10819"/>
                </a:lnTo>
                <a:cubicBezTo>
                  <a:pt x="392812" y="10495"/>
                  <a:pt x="391620" y="10224"/>
                  <a:pt x="390428" y="10008"/>
                </a:cubicBezTo>
                <a:cubicBezTo>
                  <a:pt x="389236" y="9791"/>
                  <a:pt x="387882" y="9683"/>
                  <a:pt x="386366" y="9683"/>
                </a:cubicBezTo>
                <a:cubicBezTo>
                  <a:pt x="383439" y="9683"/>
                  <a:pt x="381027" y="10171"/>
                  <a:pt x="379131" y="11148"/>
                </a:cubicBezTo>
                <a:cubicBezTo>
                  <a:pt x="377234" y="12124"/>
                  <a:pt x="375771" y="13507"/>
                  <a:pt x="374741" y="15298"/>
                </a:cubicBezTo>
                <a:cubicBezTo>
                  <a:pt x="373712" y="17087"/>
                  <a:pt x="373008" y="19174"/>
                  <a:pt x="372628" y="21560"/>
                </a:cubicBezTo>
                <a:cubicBezTo>
                  <a:pt x="372249" y="23946"/>
                  <a:pt x="372060" y="26495"/>
                  <a:pt x="372060" y="29207"/>
                </a:cubicBezTo>
                <a:lnTo>
                  <a:pt x="372060" y="48731"/>
                </a:lnTo>
                <a:lnTo>
                  <a:pt x="389940" y="48731"/>
                </a:lnTo>
                <a:lnTo>
                  <a:pt x="389940" y="57938"/>
                </a:lnTo>
                <a:close/>
                <a:moveTo>
                  <a:pt x="480476" y="57938"/>
                </a:moveTo>
                <a:lnTo>
                  <a:pt x="459022" y="57938"/>
                </a:lnTo>
                <a:lnTo>
                  <a:pt x="459022" y="102358"/>
                </a:lnTo>
                <a:cubicBezTo>
                  <a:pt x="459022" y="105179"/>
                  <a:pt x="459292" y="107511"/>
                  <a:pt x="459833" y="109355"/>
                </a:cubicBezTo>
                <a:cubicBezTo>
                  <a:pt x="460375" y="111198"/>
                  <a:pt x="461161" y="112636"/>
                  <a:pt x="462189" y="113668"/>
                </a:cubicBezTo>
                <a:cubicBezTo>
                  <a:pt x="463219" y="114698"/>
                  <a:pt x="464439" y="115403"/>
                  <a:pt x="465848" y="115783"/>
                </a:cubicBezTo>
                <a:cubicBezTo>
                  <a:pt x="467256" y="116162"/>
                  <a:pt x="468773" y="116351"/>
                  <a:pt x="470399" y="116351"/>
                </a:cubicBezTo>
                <a:cubicBezTo>
                  <a:pt x="471917" y="116351"/>
                  <a:pt x="473515" y="116130"/>
                  <a:pt x="475193" y="115689"/>
                </a:cubicBezTo>
                <a:cubicBezTo>
                  <a:pt x="476873" y="115246"/>
                  <a:pt x="478472" y="114637"/>
                  <a:pt x="479990" y="113861"/>
                </a:cubicBezTo>
                <a:lnTo>
                  <a:pt x="480476" y="123442"/>
                </a:lnTo>
                <a:cubicBezTo>
                  <a:pt x="478526" y="124201"/>
                  <a:pt x="476495" y="124770"/>
                  <a:pt x="474382" y="125148"/>
                </a:cubicBezTo>
                <a:cubicBezTo>
                  <a:pt x="472269" y="125527"/>
                  <a:pt x="469965" y="125716"/>
                  <a:pt x="467472" y="125716"/>
                </a:cubicBezTo>
                <a:cubicBezTo>
                  <a:pt x="465413" y="125716"/>
                  <a:pt x="463247" y="125445"/>
                  <a:pt x="460971" y="124903"/>
                </a:cubicBezTo>
                <a:cubicBezTo>
                  <a:pt x="458696" y="124362"/>
                  <a:pt x="456583" y="123334"/>
                  <a:pt x="454632" y="121818"/>
                </a:cubicBezTo>
                <a:cubicBezTo>
                  <a:pt x="452683" y="120300"/>
                  <a:pt x="451085" y="118240"/>
                  <a:pt x="449838" y="115639"/>
                </a:cubicBezTo>
                <a:cubicBezTo>
                  <a:pt x="448591" y="113038"/>
                  <a:pt x="447968" y="109625"/>
                  <a:pt x="447968" y="105399"/>
                </a:cubicBezTo>
                <a:lnTo>
                  <a:pt x="447968" y="57938"/>
                </a:lnTo>
                <a:lnTo>
                  <a:pt x="432201" y="57938"/>
                </a:lnTo>
                <a:lnTo>
                  <a:pt x="432201" y="48731"/>
                </a:lnTo>
                <a:lnTo>
                  <a:pt x="447968" y="48731"/>
                </a:lnTo>
                <a:lnTo>
                  <a:pt x="447968" y="27275"/>
                </a:lnTo>
                <a:lnTo>
                  <a:pt x="459022" y="27275"/>
                </a:lnTo>
                <a:lnTo>
                  <a:pt x="459022" y="48731"/>
                </a:lnTo>
                <a:lnTo>
                  <a:pt x="480476" y="48731"/>
                </a:lnTo>
                <a:lnTo>
                  <a:pt x="480476" y="57938"/>
                </a:lnTo>
                <a:close/>
                <a:moveTo>
                  <a:pt x="530051" y="57938"/>
                </a:moveTo>
                <a:lnTo>
                  <a:pt x="508597" y="57938"/>
                </a:lnTo>
                <a:lnTo>
                  <a:pt x="508597" y="102358"/>
                </a:lnTo>
                <a:cubicBezTo>
                  <a:pt x="508597" y="105179"/>
                  <a:pt x="508868" y="107511"/>
                  <a:pt x="509408" y="109355"/>
                </a:cubicBezTo>
                <a:cubicBezTo>
                  <a:pt x="509951" y="111198"/>
                  <a:pt x="510736" y="112636"/>
                  <a:pt x="511765" y="113668"/>
                </a:cubicBezTo>
                <a:cubicBezTo>
                  <a:pt x="512795" y="114698"/>
                  <a:pt x="514014" y="115403"/>
                  <a:pt x="515423" y="115783"/>
                </a:cubicBezTo>
                <a:cubicBezTo>
                  <a:pt x="516832" y="116162"/>
                  <a:pt x="518349" y="116351"/>
                  <a:pt x="519974" y="116351"/>
                </a:cubicBezTo>
                <a:cubicBezTo>
                  <a:pt x="521492" y="116351"/>
                  <a:pt x="523090" y="116130"/>
                  <a:pt x="524768" y="115689"/>
                </a:cubicBezTo>
                <a:cubicBezTo>
                  <a:pt x="526448" y="115246"/>
                  <a:pt x="528047" y="114637"/>
                  <a:pt x="529565" y="113861"/>
                </a:cubicBezTo>
                <a:lnTo>
                  <a:pt x="530051" y="123442"/>
                </a:lnTo>
                <a:cubicBezTo>
                  <a:pt x="528102" y="124201"/>
                  <a:pt x="526070" y="124770"/>
                  <a:pt x="523957" y="125148"/>
                </a:cubicBezTo>
                <a:cubicBezTo>
                  <a:pt x="521844" y="125527"/>
                  <a:pt x="519541" y="125716"/>
                  <a:pt x="517047" y="125716"/>
                </a:cubicBezTo>
                <a:cubicBezTo>
                  <a:pt x="514989" y="125716"/>
                  <a:pt x="512822" y="125445"/>
                  <a:pt x="510547" y="124903"/>
                </a:cubicBezTo>
                <a:cubicBezTo>
                  <a:pt x="508272" y="124362"/>
                  <a:pt x="506158" y="123334"/>
                  <a:pt x="504207" y="121818"/>
                </a:cubicBezTo>
                <a:cubicBezTo>
                  <a:pt x="502258" y="120300"/>
                  <a:pt x="500660" y="118240"/>
                  <a:pt x="499413" y="115639"/>
                </a:cubicBezTo>
                <a:cubicBezTo>
                  <a:pt x="498166" y="113038"/>
                  <a:pt x="497543" y="109625"/>
                  <a:pt x="497543" y="105399"/>
                </a:cubicBezTo>
                <a:lnTo>
                  <a:pt x="497543" y="57938"/>
                </a:lnTo>
                <a:lnTo>
                  <a:pt x="481776" y="57938"/>
                </a:lnTo>
                <a:lnTo>
                  <a:pt x="481776" y="48731"/>
                </a:lnTo>
                <a:lnTo>
                  <a:pt x="497543" y="48731"/>
                </a:lnTo>
                <a:lnTo>
                  <a:pt x="497543" y="27275"/>
                </a:lnTo>
                <a:lnTo>
                  <a:pt x="508597" y="27275"/>
                </a:lnTo>
                <a:lnTo>
                  <a:pt x="508597" y="48731"/>
                </a:lnTo>
                <a:lnTo>
                  <a:pt x="530051" y="48731"/>
                </a:lnTo>
                <a:lnTo>
                  <a:pt x="530051" y="57938"/>
                </a:lnTo>
                <a:close/>
                <a:moveTo>
                  <a:pt x="605310" y="80954"/>
                </a:moveTo>
                <a:cubicBezTo>
                  <a:pt x="604984" y="73741"/>
                  <a:pt x="602681" y="67758"/>
                  <a:pt x="598400" y="63005"/>
                </a:cubicBezTo>
                <a:cubicBezTo>
                  <a:pt x="594121" y="58251"/>
                  <a:pt x="588026" y="55874"/>
                  <a:pt x="580116" y="55874"/>
                </a:cubicBezTo>
                <a:cubicBezTo>
                  <a:pt x="576432" y="55874"/>
                  <a:pt x="573019" y="56557"/>
                  <a:pt x="569875" y="57923"/>
                </a:cubicBezTo>
                <a:cubicBezTo>
                  <a:pt x="566734" y="59288"/>
                  <a:pt x="563971" y="61146"/>
                  <a:pt x="561587" y="63496"/>
                </a:cubicBezTo>
                <a:cubicBezTo>
                  <a:pt x="559202" y="65845"/>
                  <a:pt x="557306" y="68523"/>
                  <a:pt x="555897" y="71529"/>
                </a:cubicBezTo>
                <a:cubicBezTo>
                  <a:pt x="554488" y="74533"/>
                  <a:pt x="553676" y="77675"/>
                  <a:pt x="553459" y="80954"/>
                </a:cubicBezTo>
                <a:lnTo>
                  <a:pt x="605310" y="80954"/>
                </a:lnTo>
                <a:moveTo>
                  <a:pt x="616525" y="84471"/>
                </a:moveTo>
                <a:cubicBezTo>
                  <a:pt x="616525" y="85231"/>
                  <a:pt x="616525" y="86046"/>
                  <a:pt x="616525" y="86916"/>
                </a:cubicBezTo>
                <a:cubicBezTo>
                  <a:pt x="616525" y="87784"/>
                  <a:pt x="616471" y="88707"/>
                  <a:pt x="616362" y="89684"/>
                </a:cubicBezTo>
                <a:lnTo>
                  <a:pt x="553295" y="89684"/>
                </a:lnTo>
                <a:cubicBezTo>
                  <a:pt x="553404" y="93475"/>
                  <a:pt x="554162" y="97050"/>
                  <a:pt x="555570" y="100408"/>
                </a:cubicBezTo>
                <a:cubicBezTo>
                  <a:pt x="556978" y="103765"/>
                  <a:pt x="558929" y="106689"/>
                  <a:pt x="561420" y="109181"/>
                </a:cubicBezTo>
                <a:cubicBezTo>
                  <a:pt x="563914" y="111671"/>
                  <a:pt x="566840" y="113648"/>
                  <a:pt x="570198" y="115111"/>
                </a:cubicBezTo>
                <a:cubicBezTo>
                  <a:pt x="573558" y="116573"/>
                  <a:pt x="577189" y="117304"/>
                  <a:pt x="581091" y="117304"/>
                </a:cubicBezTo>
                <a:cubicBezTo>
                  <a:pt x="586833" y="117304"/>
                  <a:pt x="591790" y="115977"/>
                  <a:pt x="595962" y="113323"/>
                </a:cubicBezTo>
                <a:cubicBezTo>
                  <a:pt x="600134" y="110667"/>
                  <a:pt x="603304" y="107606"/>
                  <a:pt x="605471" y="104139"/>
                </a:cubicBezTo>
                <a:lnTo>
                  <a:pt x="613760" y="110639"/>
                </a:lnTo>
                <a:cubicBezTo>
                  <a:pt x="609210" y="116374"/>
                  <a:pt x="604198" y="120479"/>
                  <a:pt x="598725" y="122956"/>
                </a:cubicBezTo>
                <a:cubicBezTo>
                  <a:pt x="593254" y="125431"/>
                  <a:pt x="587376" y="126669"/>
                  <a:pt x="581091" y="126669"/>
                </a:cubicBezTo>
                <a:cubicBezTo>
                  <a:pt x="575456" y="126669"/>
                  <a:pt x="570227" y="125666"/>
                  <a:pt x="565404" y="123660"/>
                </a:cubicBezTo>
                <a:cubicBezTo>
                  <a:pt x="560582" y="121655"/>
                  <a:pt x="556438" y="118864"/>
                  <a:pt x="552970" y="115287"/>
                </a:cubicBezTo>
                <a:cubicBezTo>
                  <a:pt x="549503" y="111709"/>
                  <a:pt x="546767" y="107481"/>
                  <a:pt x="544761" y="102603"/>
                </a:cubicBezTo>
                <a:cubicBezTo>
                  <a:pt x="542757" y="97726"/>
                  <a:pt x="541755" y="92414"/>
                  <a:pt x="541755" y="86668"/>
                </a:cubicBezTo>
                <a:cubicBezTo>
                  <a:pt x="541755" y="80922"/>
                  <a:pt x="542730" y="75611"/>
                  <a:pt x="544679" y="70733"/>
                </a:cubicBezTo>
                <a:cubicBezTo>
                  <a:pt x="546630" y="65855"/>
                  <a:pt x="549339" y="61628"/>
                  <a:pt x="552807" y="58052"/>
                </a:cubicBezTo>
                <a:cubicBezTo>
                  <a:pt x="556276" y="54473"/>
                  <a:pt x="560340" y="51682"/>
                  <a:pt x="564999" y="49676"/>
                </a:cubicBezTo>
                <a:cubicBezTo>
                  <a:pt x="569659" y="47670"/>
                  <a:pt x="574698" y="46667"/>
                  <a:pt x="580116" y="46667"/>
                </a:cubicBezTo>
                <a:cubicBezTo>
                  <a:pt x="586075" y="46667"/>
                  <a:pt x="591330" y="47673"/>
                  <a:pt x="595880" y="49683"/>
                </a:cubicBezTo>
                <a:cubicBezTo>
                  <a:pt x="600432" y="51692"/>
                  <a:pt x="604225" y="54408"/>
                  <a:pt x="607259" y="57831"/>
                </a:cubicBezTo>
                <a:cubicBezTo>
                  <a:pt x="610294" y="61252"/>
                  <a:pt x="612596" y="65243"/>
                  <a:pt x="614167" y="69805"/>
                </a:cubicBezTo>
                <a:cubicBezTo>
                  <a:pt x="615739" y="74367"/>
                  <a:pt x="616525" y="79256"/>
                  <a:pt x="616525" y="84471"/>
                </a:cubicBezTo>
                <a:close/>
                <a:moveTo>
                  <a:pt x="702835" y="111924"/>
                </a:moveTo>
                <a:cubicBezTo>
                  <a:pt x="699585" y="116800"/>
                  <a:pt x="695358" y="120477"/>
                  <a:pt x="690157" y="122954"/>
                </a:cubicBezTo>
                <a:cubicBezTo>
                  <a:pt x="684955" y="125430"/>
                  <a:pt x="679591" y="126669"/>
                  <a:pt x="674065" y="126669"/>
                </a:cubicBezTo>
                <a:cubicBezTo>
                  <a:pt x="668104" y="126669"/>
                  <a:pt x="662713" y="125640"/>
                  <a:pt x="657892" y="123581"/>
                </a:cubicBezTo>
                <a:cubicBezTo>
                  <a:pt x="653070" y="121521"/>
                  <a:pt x="648952" y="118702"/>
                  <a:pt x="645538" y="115126"/>
                </a:cubicBezTo>
                <a:cubicBezTo>
                  <a:pt x="642125" y="111548"/>
                  <a:pt x="639470" y="107320"/>
                  <a:pt x="637574" y="102442"/>
                </a:cubicBezTo>
                <a:cubicBezTo>
                  <a:pt x="635677" y="97563"/>
                  <a:pt x="634729" y="92305"/>
                  <a:pt x="634729" y="86668"/>
                </a:cubicBezTo>
                <a:cubicBezTo>
                  <a:pt x="634729" y="81031"/>
                  <a:pt x="635677" y="75774"/>
                  <a:pt x="637574" y="70897"/>
                </a:cubicBezTo>
                <a:cubicBezTo>
                  <a:pt x="639470" y="66017"/>
                  <a:pt x="642125" y="61789"/>
                  <a:pt x="645538" y="58213"/>
                </a:cubicBezTo>
                <a:cubicBezTo>
                  <a:pt x="648952" y="54635"/>
                  <a:pt x="653070" y="51816"/>
                  <a:pt x="657892" y="49758"/>
                </a:cubicBezTo>
                <a:cubicBezTo>
                  <a:pt x="662713" y="47698"/>
                  <a:pt x="668104" y="46667"/>
                  <a:pt x="674065" y="46667"/>
                </a:cubicBezTo>
                <a:cubicBezTo>
                  <a:pt x="679591" y="46667"/>
                  <a:pt x="684955" y="47941"/>
                  <a:pt x="690157" y="50489"/>
                </a:cubicBezTo>
                <a:cubicBezTo>
                  <a:pt x="695358" y="53036"/>
                  <a:pt x="699585" y="56802"/>
                  <a:pt x="702835" y="61789"/>
                </a:cubicBezTo>
                <a:lnTo>
                  <a:pt x="703160" y="61789"/>
                </a:lnTo>
                <a:lnTo>
                  <a:pt x="703160" y="1811"/>
                </a:lnTo>
                <a:lnTo>
                  <a:pt x="714212" y="1811"/>
                </a:lnTo>
                <a:lnTo>
                  <a:pt x="714212" y="124764"/>
                </a:lnTo>
                <a:lnTo>
                  <a:pt x="703160" y="124764"/>
                </a:lnTo>
                <a:lnTo>
                  <a:pt x="703160" y="111924"/>
                </a:lnTo>
                <a:lnTo>
                  <a:pt x="702835" y="111924"/>
                </a:lnTo>
                <a:moveTo>
                  <a:pt x="646433" y="86671"/>
                </a:moveTo>
                <a:cubicBezTo>
                  <a:pt x="646433" y="90907"/>
                  <a:pt x="647083" y="94899"/>
                  <a:pt x="648383" y="98648"/>
                </a:cubicBezTo>
                <a:cubicBezTo>
                  <a:pt x="649682" y="102394"/>
                  <a:pt x="651551" y="105653"/>
                  <a:pt x="653990" y="108424"/>
                </a:cubicBezTo>
                <a:cubicBezTo>
                  <a:pt x="656429" y="111194"/>
                  <a:pt x="659436" y="113367"/>
                  <a:pt x="663011" y="114942"/>
                </a:cubicBezTo>
                <a:cubicBezTo>
                  <a:pt x="666587" y="116517"/>
                  <a:pt x="670651" y="117304"/>
                  <a:pt x="675201" y="117304"/>
                </a:cubicBezTo>
                <a:cubicBezTo>
                  <a:pt x="679427" y="117304"/>
                  <a:pt x="683329" y="116517"/>
                  <a:pt x="686905" y="114942"/>
                </a:cubicBezTo>
                <a:cubicBezTo>
                  <a:pt x="690481" y="113367"/>
                  <a:pt x="693569" y="111221"/>
                  <a:pt x="696169" y="108506"/>
                </a:cubicBezTo>
                <a:cubicBezTo>
                  <a:pt x="698769" y="105790"/>
                  <a:pt x="700802" y="102558"/>
                  <a:pt x="702265" y="98811"/>
                </a:cubicBezTo>
                <a:cubicBezTo>
                  <a:pt x="703728" y="95063"/>
                  <a:pt x="704460" y="91016"/>
                  <a:pt x="704460" y="86671"/>
                </a:cubicBezTo>
                <a:cubicBezTo>
                  <a:pt x="704460" y="82325"/>
                  <a:pt x="703728" y="78279"/>
                  <a:pt x="702265" y="74533"/>
                </a:cubicBezTo>
                <a:cubicBezTo>
                  <a:pt x="700802" y="70784"/>
                  <a:pt x="698769" y="67525"/>
                  <a:pt x="696169" y="64756"/>
                </a:cubicBezTo>
                <a:cubicBezTo>
                  <a:pt x="693569" y="61984"/>
                  <a:pt x="690481" y="59812"/>
                  <a:pt x="686905" y="58238"/>
                </a:cubicBezTo>
                <a:cubicBezTo>
                  <a:pt x="683329" y="56662"/>
                  <a:pt x="679427" y="55874"/>
                  <a:pt x="675201" y="55874"/>
                </a:cubicBezTo>
                <a:cubicBezTo>
                  <a:pt x="670651" y="55874"/>
                  <a:pt x="666587" y="56689"/>
                  <a:pt x="663011" y="58319"/>
                </a:cubicBezTo>
                <a:cubicBezTo>
                  <a:pt x="659436" y="59948"/>
                  <a:pt x="656429" y="62148"/>
                  <a:pt x="653990" y="64919"/>
                </a:cubicBezTo>
                <a:cubicBezTo>
                  <a:pt x="651551" y="67689"/>
                  <a:pt x="649682" y="70948"/>
                  <a:pt x="648383" y="74696"/>
                </a:cubicBezTo>
                <a:cubicBezTo>
                  <a:pt x="647083" y="78443"/>
                  <a:pt x="646433" y="82434"/>
                  <a:pt x="646433" y="86671"/>
                </a:cubicBezTo>
                <a:close/>
                <a:moveTo>
                  <a:pt x="839208" y="65954"/>
                </a:moveTo>
                <a:cubicBezTo>
                  <a:pt x="837366" y="63027"/>
                  <a:pt x="834684" y="60615"/>
                  <a:pt x="831162" y="58719"/>
                </a:cubicBezTo>
                <a:cubicBezTo>
                  <a:pt x="827640" y="56822"/>
                  <a:pt x="823821" y="55874"/>
                  <a:pt x="819704" y="55874"/>
                </a:cubicBezTo>
                <a:cubicBezTo>
                  <a:pt x="815261" y="55874"/>
                  <a:pt x="811251" y="56662"/>
                  <a:pt x="807675" y="58238"/>
                </a:cubicBezTo>
                <a:cubicBezTo>
                  <a:pt x="804098" y="59812"/>
                  <a:pt x="801037" y="61984"/>
                  <a:pt x="798491" y="64756"/>
                </a:cubicBezTo>
                <a:cubicBezTo>
                  <a:pt x="795944" y="67525"/>
                  <a:pt x="793994" y="70784"/>
                  <a:pt x="792640" y="74533"/>
                </a:cubicBezTo>
                <a:cubicBezTo>
                  <a:pt x="791286" y="78279"/>
                  <a:pt x="790609" y="82325"/>
                  <a:pt x="790609" y="86671"/>
                </a:cubicBezTo>
                <a:cubicBezTo>
                  <a:pt x="790609" y="91016"/>
                  <a:pt x="791286" y="95036"/>
                  <a:pt x="792640" y="98729"/>
                </a:cubicBezTo>
                <a:cubicBezTo>
                  <a:pt x="793994" y="102422"/>
                  <a:pt x="795917" y="105653"/>
                  <a:pt x="798409" y="108424"/>
                </a:cubicBezTo>
                <a:cubicBezTo>
                  <a:pt x="800902" y="111194"/>
                  <a:pt x="803936" y="113367"/>
                  <a:pt x="807511" y="114942"/>
                </a:cubicBezTo>
                <a:cubicBezTo>
                  <a:pt x="811088" y="116517"/>
                  <a:pt x="815097" y="117304"/>
                  <a:pt x="819540" y="117304"/>
                </a:cubicBezTo>
                <a:cubicBezTo>
                  <a:pt x="824416" y="117304"/>
                  <a:pt x="828533" y="116383"/>
                  <a:pt x="831892" y="114541"/>
                </a:cubicBezTo>
                <a:cubicBezTo>
                  <a:pt x="835251" y="112699"/>
                  <a:pt x="838015" y="110315"/>
                  <a:pt x="840183" y="107390"/>
                </a:cubicBezTo>
                <a:lnTo>
                  <a:pt x="848472" y="113566"/>
                </a:lnTo>
                <a:cubicBezTo>
                  <a:pt x="845221" y="117564"/>
                  <a:pt x="841239" y="120748"/>
                  <a:pt x="836525" y="123117"/>
                </a:cubicBezTo>
                <a:cubicBezTo>
                  <a:pt x="831812" y="125485"/>
                  <a:pt x="826151" y="126669"/>
                  <a:pt x="819540" y="126669"/>
                </a:cubicBezTo>
                <a:cubicBezTo>
                  <a:pt x="813363" y="126669"/>
                  <a:pt x="807781" y="125666"/>
                  <a:pt x="802796" y="123660"/>
                </a:cubicBezTo>
                <a:cubicBezTo>
                  <a:pt x="797813" y="121655"/>
                  <a:pt x="793560" y="118864"/>
                  <a:pt x="790038" y="115287"/>
                </a:cubicBezTo>
                <a:cubicBezTo>
                  <a:pt x="786518" y="111709"/>
                  <a:pt x="783782" y="107481"/>
                  <a:pt x="781831" y="102603"/>
                </a:cubicBezTo>
                <a:cubicBezTo>
                  <a:pt x="779880" y="97726"/>
                  <a:pt x="778904" y="92414"/>
                  <a:pt x="778904" y="86668"/>
                </a:cubicBezTo>
                <a:cubicBezTo>
                  <a:pt x="778904" y="80922"/>
                  <a:pt x="779880" y="75611"/>
                  <a:pt x="781831" y="70733"/>
                </a:cubicBezTo>
                <a:cubicBezTo>
                  <a:pt x="783782" y="65855"/>
                  <a:pt x="786518" y="61628"/>
                  <a:pt x="790038" y="58052"/>
                </a:cubicBezTo>
                <a:cubicBezTo>
                  <a:pt x="793560" y="54473"/>
                  <a:pt x="797813" y="51682"/>
                  <a:pt x="802796" y="49676"/>
                </a:cubicBezTo>
                <a:cubicBezTo>
                  <a:pt x="807781" y="47670"/>
                  <a:pt x="813363" y="46667"/>
                  <a:pt x="819540" y="46667"/>
                </a:cubicBezTo>
                <a:cubicBezTo>
                  <a:pt x="824633" y="46667"/>
                  <a:pt x="829806" y="47771"/>
                  <a:pt x="835061" y="49979"/>
                </a:cubicBezTo>
                <a:cubicBezTo>
                  <a:pt x="840318" y="52186"/>
                  <a:pt x="844571" y="55452"/>
                  <a:pt x="847822" y="59775"/>
                </a:cubicBezTo>
                <a:lnTo>
                  <a:pt x="839208" y="65954"/>
                </a:lnTo>
                <a:close/>
                <a:moveTo>
                  <a:pt x="913651" y="75646"/>
                </a:moveTo>
                <a:cubicBezTo>
                  <a:pt x="913651" y="69001"/>
                  <a:pt x="911918" y="64045"/>
                  <a:pt x="908450" y="60777"/>
                </a:cubicBezTo>
                <a:cubicBezTo>
                  <a:pt x="904983" y="57508"/>
                  <a:pt x="899944" y="55874"/>
                  <a:pt x="893334" y="55874"/>
                </a:cubicBezTo>
                <a:cubicBezTo>
                  <a:pt x="888783" y="55874"/>
                  <a:pt x="884557" y="56687"/>
                  <a:pt x="880655" y="58312"/>
                </a:cubicBezTo>
                <a:cubicBezTo>
                  <a:pt x="876754" y="59937"/>
                  <a:pt x="873450" y="62105"/>
                  <a:pt x="870741" y="64815"/>
                </a:cubicBezTo>
                <a:lnTo>
                  <a:pt x="864563" y="57501"/>
                </a:lnTo>
                <a:cubicBezTo>
                  <a:pt x="867706" y="54371"/>
                  <a:pt x="871852" y="51783"/>
                  <a:pt x="876999" y="49738"/>
                </a:cubicBezTo>
                <a:cubicBezTo>
                  <a:pt x="882146" y="47691"/>
                  <a:pt x="887971" y="46667"/>
                  <a:pt x="894472" y="46667"/>
                </a:cubicBezTo>
                <a:cubicBezTo>
                  <a:pt x="898591" y="46667"/>
                  <a:pt x="902438" y="47237"/>
                  <a:pt x="906012" y="48376"/>
                </a:cubicBezTo>
                <a:cubicBezTo>
                  <a:pt x="909589" y="49516"/>
                  <a:pt x="912731" y="51224"/>
                  <a:pt x="915440" y="53503"/>
                </a:cubicBezTo>
                <a:cubicBezTo>
                  <a:pt x="918150" y="55780"/>
                  <a:pt x="920263" y="58653"/>
                  <a:pt x="921779" y="62124"/>
                </a:cubicBezTo>
                <a:cubicBezTo>
                  <a:pt x="923297" y="65595"/>
                  <a:pt x="924056" y="69662"/>
                  <a:pt x="924056" y="74327"/>
                </a:cubicBezTo>
                <a:lnTo>
                  <a:pt x="924056" y="107680"/>
                </a:lnTo>
                <a:cubicBezTo>
                  <a:pt x="924056" y="110609"/>
                  <a:pt x="924164" y="113646"/>
                  <a:pt x="924381" y="116793"/>
                </a:cubicBezTo>
                <a:cubicBezTo>
                  <a:pt x="924597" y="119938"/>
                  <a:pt x="924922" y="122595"/>
                  <a:pt x="925355" y="124764"/>
                </a:cubicBezTo>
                <a:lnTo>
                  <a:pt x="915442" y="124764"/>
                </a:lnTo>
                <a:cubicBezTo>
                  <a:pt x="915116" y="122914"/>
                  <a:pt x="914845" y="120901"/>
                  <a:pt x="914629" y="118725"/>
                </a:cubicBezTo>
                <a:cubicBezTo>
                  <a:pt x="914412" y="116549"/>
                  <a:pt x="914304" y="114427"/>
                  <a:pt x="914304" y="112361"/>
                </a:cubicBezTo>
                <a:lnTo>
                  <a:pt x="913976" y="112361"/>
                </a:lnTo>
                <a:cubicBezTo>
                  <a:pt x="910509" y="117455"/>
                  <a:pt x="906580" y="121113"/>
                  <a:pt x="902190" y="123335"/>
                </a:cubicBezTo>
                <a:cubicBezTo>
                  <a:pt x="897802" y="125558"/>
                  <a:pt x="892520" y="126669"/>
                  <a:pt x="886344" y="126669"/>
                </a:cubicBezTo>
                <a:cubicBezTo>
                  <a:pt x="883418" y="126669"/>
                  <a:pt x="880410" y="126263"/>
                  <a:pt x="877321" y="125451"/>
                </a:cubicBezTo>
                <a:cubicBezTo>
                  <a:pt x="874234" y="124639"/>
                  <a:pt x="871418" y="123313"/>
                  <a:pt x="868871" y="121473"/>
                </a:cubicBezTo>
                <a:cubicBezTo>
                  <a:pt x="866325" y="119631"/>
                  <a:pt x="864212" y="117248"/>
                  <a:pt x="862532" y="114325"/>
                </a:cubicBezTo>
                <a:cubicBezTo>
                  <a:pt x="860852" y="111400"/>
                  <a:pt x="860012" y="107825"/>
                  <a:pt x="860012" y="103600"/>
                </a:cubicBezTo>
                <a:cubicBezTo>
                  <a:pt x="860012" y="97752"/>
                  <a:pt x="861502" y="93122"/>
                  <a:pt x="864481" y="89711"/>
                </a:cubicBezTo>
                <a:cubicBezTo>
                  <a:pt x="867461" y="86300"/>
                  <a:pt x="871443" y="83756"/>
                  <a:pt x="876429" y="82077"/>
                </a:cubicBezTo>
                <a:cubicBezTo>
                  <a:pt x="881414" y="80397"/>
                  <a:pt x="887130" y="79314"/>
                  <a:pt x="893577" y="78828"/>
                </a:cubicBezTo>
                <a:cubicBezTo>
                  <a:pt x="900025" y="78340"/>
                  <a:pt x="906717" y="78097"/>
                  <a:pt x="913651" y="78097"/>
                </a:cubicBezTo>
                <a:lnTo>
                  <a:pt x="913651" y="75646"/>
                </a:lnTo>
                <a:moveTo>
                  <a:pt x="910400" y="86827"/>
                </a:moveTo>
                <a:cubicBezTo>
                  <a:pt x="905850" y="86827"/>
                  <a:pt x="901271" y="87016"/>
                  <a:pt x="896665" y="87395"/>
                </a:cubicBezTo>
                <a:cubicBezTo>
                  <a:pt x="892060" y="87772"/>
                  <a:pt x="887888" y="88528"/>
                  <a:pt x="884149" y="89664"/>
                </a:cubicBezTo>
                <a:cubicBezTo>
                  <a:pt x="880413" y="90799"/>
                  <a:pt x="877352" y="92446"/>
                  <a:pt x="874968" y="94607"/>
                </a:cubicBezTo>
                <a:cubicBezTo>
                  <a:pt x="872583" y="96768"/>
                  <a:pt x="871391" y="99631"/>
                  <a:pt x="871391" y="103196"/>
                </a:cubicBezTo>
                <a:cubicBezTo>
                  <a:pt x="871391" y="105898"/>
                  <a:pt x="871905" y="108167"/>
                  <a:pt x="872934" y="110004"/>
                </a:cubicBezTo>
                <a:cubicBezTo>
                  <a:pt x="873964" y="111841"/>
                  <a:pt x="875346" y="113327"/>
                  <a:pt x="877078" y="114461"/>
                </a:cubicBezTo>
                <a:cubicBezTo>
                  <a:pt x="878813" y="115596"/>
                  <a:pt x="880737" y="116406"/>
                  <a:pt x="882850" y="116892"/>
                </a:cubicBezTo>
                <a:cubicBezTo>
                  <a:pt x="884963" y="117378"/>
                  <a:pt x="887103" y="117621"/>
                  <a:pt x="889271" y="117621"/>
                </a:cubicBezTo>
                <a:cubicBezTo>
                  <a:pt x="893172" y="117621"/>
                  <a:pt x="896639" y="116946"/>
                  <a:pt x="899673" y="115595"/>
                </a:cubicBezTo>
                <a:cubicBezTo>
                  <a:pt x="902707" y="114244"/>
                  <a:pt x="905253" y="112407"/>
                  <a:pt x="907312" y="110084"/>
                </a:cubicBezTo>
                <a:cubicBezTo>
                  <a:pt x="909371" y="107761"/>
                  <a:pt x="910941" y="105087"/>
                  <a:pt x="912024" y="102063"/>
                </a:cubicBezTo>
                <a:cubicBezTo>
                  <a:pt x="913109" y="99037"/>
                  <a:pt x="913651" y="95849"/>
                  <a:pt x="913651" y="92499"/>
                </a:cubicBezTo>
                <a:lnTo>
                  <a:pt x="913651" y="86827"/>
                </a:lnTo>
                <a:lnTo>
                  <a:pt x="910400" y="86827"/>
                </a:lnTo>
                <a:close/>
                <a:moveTo>
                  <a:pt x="992974" y="66603"/>
                </a:moveTo>
                <a:cubicBezTo>
                  <a:pt x="991348" y="63460"/>
                  <a:pt x="988883" y="60886"/>
                  <a:pt x="985578" y="58882"/>
                </a:cubicBezTo>
                <a:cubicBezTo>
                  <a:pt x="982273" y="56877"/>
                  <a:pt x="978507" y="55874"/>
                  <a:pt x="974281" y="55874"/>
                </a:cubicBezTo>
                <a:cubicBezTo>
                  <a:pt x="972331" y="55874"/>
                  <a:pt x="970381" y="56091"/>
                  <a:pt x="968430" y="56526"/>
                </a:cubicBezTo>
                <a:cubicBezTo>
                  <a:pt x="966479" y="56959"/>
                  <a:pt x="964744" y="57665"/>
                  <a:pt x="963226" y="58642"/>
                </a:cubicBezTo>
                <a:cubicBezTo>
                  <a:pt x="961710" y="59617"/>
                  <a:pt x="960491" y="60865"/>
                  <a:pt x="959570" y="62385"/>
                </a:cubicBezTo>
                <a:cubicBezTo>
                  <a:pt x="958649" y="63902"/>
                  <a:pt x="958189" y="65692"/>
                  <a:pt x="958189" y="67754"/>
                </a:cubicBezTo>
                <a:cubicBezTo>
                  <a:pt x="958189" y="71336"/>
                  <a:pt x="959651" y="74075"/>
                  <a:pt x="962576" y="75974"/>
                </a:cubicBezTo>
                <a:cubicBezTo>
                  <a:pt x="965503" y="77872"/>
                  <a:pt x="970109" y="79472"/>
                  <a:pt x="976394" y="80775"/>
                </a:cubicBezTo>
                <a:cubicBezTo>
                  <a:pt x="985388" y="82619"/>
                  <a:pt x="992026" y="85304"/>
                  <a:pt x="996305" y="88831"/>
                </a:cubicBezTo>
                <a:cubicBezTo>
                  <a:pt x="1000586" y="92356"/>
                  <a:pt x="1002726" y="97102"/>
                  <a:pt x="1002726" y="103070"/>
                </a:cubicBezTo>
                <a:cubicBezTo>
                  <a:pt x="1002726" y="107410"/>
                  <a:pt x="1001886" y="111073"/>
                  <a:pt x="1000206" y="114057"/>
                </a:cubicBezTo>
                <a:cubicBezTo>
                  <a:pt x="998526" y="117040"/>
                  <a:pt x="996331" y="119481"/>
                  <a:pt x="993621" y="121381"/>
                </a:cubicBezTo>
                <a:cubicBezTo>
                  <a:pt x="990913" y="123279"/>
                  <a:pt x="987852" y="124635"/>
                  <a:pt x="984439" y="125449"/>
                </a:cubicBezTo>
                <a:cubicBezTo>
                  <a:pt x="981027" y="126262"/>
                  <a:pt x="977587" y="126669"/>
                  <a:pt x="974119" y="126669"/>
                </a:cubicBezTo>
                <a:cubicBezTo>
                  <a:pt x="968375" y="126669"/>
                  <a:pt x="962794" y="125485"/>
                  <a:pt x="957375" y="123117"/>
                </a:cubicBezTo>
                <a:cubicBezTo>
                  <a:pt x="951959" y="120748"/>
                  <a:pt x="947516" y="117023"/>
                  <a:pt x="944047" y="111941"/>
                </a:cubicBezTo>
                <a:lnTo>
                  <a:pt x="952824" y="105438"/>
                </a:lnTo>
                <a:cubicBezTo>
                  <a:pt x="954775" y="108798"/>
                  <a:pt x="957647" y="111616"/>
                  <a:pt x="961438" y="113891"/>
                </a:cubicBezTo>
                <a:cubicBezTo>
                  <a:pt x="965231" y="116166"/>
                  <a:pt x="969404" y="117304"/>
                  <a:pt x="973956" y="117304"/>
                </a:cubicBezTo>
                <a:cubicBezTo>
                  <a:pt x="976340" y="117304"/>
                  <a:pt x="978615" y="117087"/>
                  <a:pt x="980781" y="116654"/>
                </a:cubicBezTo>
                <a:cubicBezTo>
                  <a:pt x="982949" y="116219"/>
                  <a:pt x="984845" y="115459"/>
                  <a:pt x="986471" y="114374"/>
                </a:cubicBezTo>
                <a:cubicBezTo>
                  <a:pt x="988096" y="113290"/>
                  <a:pt x="989397" y="111907"/>
                  <a:pt x="990372" y="110225"/>
                </a:cubicBezTo>
                <a:cubicBezTo>
                  <a:pt x="991348" y="108542"/>
                  <a:pt x="991835" y="106453"/>
                  <a:pt x="991835" y="103958"/>
                </a:cubicBezTo>
                <a:cubicBezTo>
                  <a:pt x="991835" y="99943"/>
                  <a:pt x="989912" y="96932"/>
                  <a:pt x="986064" y="94925"/>
                </a:cubicBezTo>
                <a:cubicBezTo>
                  <a:pt x="982218" y="92917"/>
                  <a:pt x="976665" y="91046"/>
                  <a:pt x="969404" y="89310"/>
                </a:cubicBezTo>
                <a:cubicBezTo>
                  <a:pt x="967129" y="88767"/>
                  <a:pt x="964718" y="88089"/>
                  <a:pt x="962170" y="87276"/>
                </a:cubicBezTo>
                <a:cubicBezTo>
                  <a:pt x="959623" y="86462"/>
                  <a:pt x="957266" y="85269"/>
                  <a:pt x="955099" y="83697"/>
                </a:cubicBezTo>
                <a:cubicBezTo>
                  <a:pt x="952933" y="82123"/>
                  <a:pt x="951145" y="80142"/>
                  <a:pt x="949736" y="77754"/>
                </a:cubicBezTo>
                <a:cubicBezTo>
                  <a:pt x="948328" y="75367"/>
                  <a:pt x="947623" y="72383"/>
                  <a:pt x="947623" y="68803"/>
                </a:cubicBezTo>
                <a:cubicBezTo>
                  <a:pt x="947623" y="64896"/>
                  <a:pt x="948381" y="61559"/>
                  <a:pt x="949898" y="58793"/>
                </a:cubicBezTo>
                <a:cubicBezTo>
                  <a:pt x="951416" y="56025"/>
                  <a:pt x="953448" y="53747"/>
                  <a:pt x="955994" y="51958"/>
                </a:cubicBezTo>
                <a:cubicBezTo>
                  <a:pt x="958540" y="50167"/>
                  <a:pt x="961439" y="48838"/>
                  <a:pt x="964690" y="47970"/>
                </a:cubicBezTo>
                <a:cubicBezTo>
                  <a:pt x="967942" y="47102"/>
                  <a:pt x="971302" y="46667"/>
                  <a:pt x="974769" y="46667"/>
                </a:cubicBezTo>
                <a:cubicBezTo>
                  <a:pt x="980078" y="46667"/>
                  <a:pt x="985225" y="47852"/>
                  <a:pt x="990208" y="50222"/>
                </a:cubicBezTo>
                <a:cubicBezTo>
                  <a:pt x="995194" y="52589"/>
                  <a:pt x="998933" y="55937"/>
                  <a:pt x="1001426" y="60264"/>
                </a:cubicBezTo>
                <a:lnTo>
                  <a:pt x="992974" y="66603"/>
                </a:lnTo>
                <a:close/>
                <a:moveTo>
                  <a:pt x="1082697" y="80954"/>
                </a:moveTo>
                <a:cubicBezTo>
                  <a:pt x="1082372" y="73741"/>
                  <a:pt x="1080068" y="67758"/>
                  <a:pt x="1075788" y="63005"/>
                </a:cubicBezTo>
                <a:cubicBezTo>
                  <a:pt x="1071508" y="58251"/>
                  <a:pt x="1065414" y="55874"/>
                  <a:pt x="1057503" y="55874"/>
                </a:cubicBezTo>
                <a:cubicBezTo>
                  <a:pt x="1053820" y="55874"/>
                  <a:pt x="1050406" y="56557"/>
                  <a:pt x="1047263" y="57923"/>
                </a:cubicBezTo>
                <a:cubicBezTo>
                  <a:pt x="1044121" y="59288"/>
                  <a:pt x="1041358" y="61146"/>
                  <a:pt x="1038974" y="63496"/>
                </a:cubicBezTo>
                <a:cubicBezTo>
                  <a:pt x="1036590" y="65845"/>
                  <a:pt x="1034693" y="68523"/>
                  <a:pt x="1033284" y="71529"/>
                </a:cubicBezTo>
                <a:cubicBezTo>
                  <a:pt x="1031876" y="74533"/>
                  <a:pt x="1031063" y="77675"/>
                  <a:pt x="1030846" y="80954"/>
                </a:cubicBezTo>
                <a:lnTo>
                  <a:pt x="1082697" y="80954"/>
                </a:lnTo>
                <a:moveTo>
                  <a:pt x="1093913" y="84471"/>
                </a:moveTo>
                <a:cubicBezTo>
                  <a:pt x="1093913" y="85231"/>
                  <a:pt x="1093913" y="86046"/>
                  <a:pt x="1093913" y="86916"/>
                </a:cubicBezTo>
                <a:cubicBezTo>
                  <a:pt x="1093913" y="87784"/>
                  <a:pt x="1093858" y="88707"/>
                  <a:pt x="1093749" y="89684"/>
                </a:cubicBezTo>
                <a:lnTo>
                  <a:pt x="1030683" y="89684"/>
                </a:lnTo>
                <a:cubicBezTo>
                  <a:pt x="1030792" y="93475"/>
                  <a:pt x="1031550" y="97050"/>
                  <a:pt x="1032957" y="100408"/>
                </a:cubicBezTo>
                <a:cubicBezTo>
                  <a:pt x="1034366" y="103765"/>
                  <a:pt x="1036316" y="106689"/>
                  <a:pt x="1038808" y="109181"/>
                </a:cubicBezTo>
                <a:cubicBezTo>
                  <a:pt x="1041301" y="111671"/>
                  <a:pt x="1044227" y="113648"/>
                  <a:pt x="1047585" y="115111"/>
                </a:cubicBezTo>
                <a:cubicBezTo>
                  <a:pt x="1050945" y="116573"/>
                  <a:pt x="1054576" y="117304"/>
                  <a:pt x="1058478" y="117304"/>
                </a:cubicBezTo>
                <a:cubicBezTo>
                  <a:pt x="1064221" y="117304"/>
                  <a:pt x="1069178" y="115977"/>
                  <a:pt x="1073350" y="113323"/>
                </a:cubicBezTo>
                <a:cubicBezTo>
                  <a:pt x="1077521" y="110667"/>
                  <a:pt x="1080691" y="107606"/>
                  <a:pt x="1082859" y="104139"/>
                </a:cubicBezTo>
                <a:lnTo>
                  <a:pt x="1091147" y="110639"/>
                </a:lnTo>
                <a:cubicBezTo>
                  <a:pt x="1086597" y="116374"/>
                  <a:pt x="1081585" y="120479"/>
                  <a:pt x="1076112" y="122956"/>
                </a:cubicBezTo>
                <a:cubicBezTo>
                  <a:pt x="1070641" y="125431"/>
                  <a:pt x="1064763" y="126669"/>
                  <a:pt x="1058478" y="126669"/>
                </a:cubicBezTo>
                <a:cubicBezTo>
                  <a:pt x="1052843" y="126669"/>
                  <a:pt x="1047614" y="125666"/>
                  <a:pt x="1042791" y="123660"/>
                </a:cubicBezTo>
                <a:cubicBezTo>
                  <a:pt x="1037969" y="121655"/>
                  <a:pt x="1033825" y="118864"/>
                  <a:pt x="1030358" y="115287"/>
                </a:cubicBezTo>
                <a:cubicBezTo>
                  <a:pt x="1026890" y="111709"/>
                  <a:pt x="1024154" y="107481"/>
                  <a:pt x="1022148" y="102603"/>
                </a:cubicBezTo>
                <a:cubicBezTo>
                  <a:pt x="1020144" y="97726"/>
                  <a:pt x="1019142" y="92414"/>
                  <a:pt x="1019142" y="86668"/>
                </a:cubicBezTo>
                <a:cubicBezTo>
                  <a:pt x="1019142" y="80922"/>
                  <a:pt x="1020117" y="75611"/>
                  <a:pt x="1022066" y="70733"/>
                </a:cubicBezTo>
                <a:cubicBezTo>
                  <a:pt x="1024017" y="65855"/>
                  <a:pt x="1026727" y="61628"/>
                  <a:pt x="1030194" y="58052"/>
                </a:cubicBezTo>
                <a:cubicBezTo>
                  <a:pt x="1033663" y="54473"/>
                  <a:pt x="1037727" y="51682"/>
                  <a:pt x="1042387" y="49676"/>
                </a:cubicBezTo>
                <a:cubicBezTo>
                  <a:pt x="1047046" y="47670"/>
                  <a:pt x="1052085" y="46667"/>
                  <a:pt x="1057503" y="46667"/>
                </a:cubicBezTo>
                <a:cubicBezTo>
                  <a:pt x="1063463" y="46667"/>
                  <a:pt x="1068717" y="47673"/>
                  <a:pt x="1073268" y="49683"/>
                </a:cubicBezTo>
                <a:cubicBezTo>
                  <a:pt x="1077820" y="51692"/>
                  <a:pt x="1081613" y="54408"/>
                  <a:pt x="1084647" y="57831"/>
                </a:cubicBezTo>
                <a:cubicBezTo>
                  <a:pt x="1087681" y="61252"/>
                  <a:pt x="1089983" y="65243"/>
                  <a:pt x="1091554" y="69805"/>
                </a:cubicBezTo>
                <a:cubicBezTo>
                  <a:pt x="1093127" y="74367"/>
                  <a:pt x="1093913" y="79256"/>
                  <a:pt x="1093913" y="84471"/>
                </a:cubicBezTo>
                <a:close/>
                <a:moveTo>
                  <a:pt x="1159741" y="48731"/>
                </a:moveTo>
                <a:lnTo>
                  <a:pt x="1178110" y="110468"/>
                </a:lnTo>
                <a:lnTo>
                  <a:pt x="1178435" y="110468"/>
                </a:lnTo>
                <a:lnTo>
                  <a:pt x="1198914" y="48731"/>
                </a:lnTo>
                <a:lnTo>
                  <a:pt x="1209643" y="48731"/>
                </a:lnTo>
                <a:lnTo>
                  <a:pt x="1230447" y="110468"/>
                </a:lnTo>
                <a:lnTo>
                  <a:pt x="1230772" y="110468"/>
                </a:lnTo>
                <a:lnTo>
                  <a:pt x="1248976" y="48731"/>
                </a:lnTo>
                <a:lnTo>
                  <a:pt x="1260681" y="48731"/>
                </a:lnTo>
                <a:lnTo>
                  <a:pt x="1236625" y="124764"/>
                </a:lnTo>
                <a:lnTo>
                  <a:pt x="1224596" y="124764"/>
                </a:lnTo>
                <a:lnTo>
                  <a:pt x="1204278" y="63191"/>
                </a:lnTo>
                <a:lnTo>
                  <a:pt x="1203953" y="63191"/>
                </a:lnTo>
                <a:lnTo>
                  <a:pt x="1183960" y="124764"/>
                </a:lnTo>
                <a:lnTo>
                  <a:pt x="1171931" y="124764"/>
                </a:lnTo>
                <a:lnTo>
                  <a:pt x="1147876" y="48731"/>
                </a:lnTo>
                <a:lnTo>
                  <a:pt x="1159741" y="48731"/>
                </a:lnTo>
                <a:close/>
                <a:moveTo>
                  <a:pt x="1290750" y="124764"/>
                </a:moveTo>
                <a:lnTo>
                  <a:pt x="1279699" y="124764"/>
                </a:lnTo>
                <a:lnTo>
                  <a:pt x="1279699" y="48694"/>
                </a:lnTo>
                <a:lnTo>
                  <a:pt x="1290750" y="48694"/>
                </a:lnTo>
                <a:lnTo>
                  <a:pt x="1290750" y="124764"/>
                </a:lnTo>
                <a:moveTo>
                  <a:pt x="1293027" y="19365"/>
                </a:moveTo>
                <a:cubicBezTo>
                  <a:pt x="1293027" y="21634"/>
                  <a:pt x="1292214" y="23497"/>
                  <a:pt x="1290589" y="24956"/>
                </a:cubicBezTo>
                <a:cubicBezTo>
                  <a:pt x="1288964" y="26414"/>
                  <a:pt x="1287175" y="27143"/>
                  <a:pt x="1285224" y="27143"/>
                </a:cubicBezTo>
                <a:cubicBezTo>
                  <a:pt x="1283273" y="27143"/>
                  <a:pt x="1281485" y="26414"/>
                  <a:pt x="1279860" y="24956"/>
                </a:cubicBezTo>
                <a:cubicBezTo>
                  <a:pt x="1278234" y="23497"/>
                  <a:pt x="1277422" y="21634"/>
                  <a:pt x="1277422" y="19365"/>
                </a:cubicBezTo>
                <a:cubicBezTo>
                  <a:pt x="1277422" y="17097"/>
                  <a:pt x="1278234" y="15233"/>
                  <a:pt x="1279860" y="13775"/>
                </a:cubicBezTo>
                <a:cubicBezTo>
                  <a:pt x="1281485" y="12317"/>
                  <a:pt x="1283273" y="11587"/>
                  <a:pt x="1285224" y="11587"/>
                </a:cubicBezTo>
                <a:cubicBezTo>
                  <a:pt x="1287175" y="11587"/>
                  <a:pt x="1288964" y="12317"/>
                  <a:pt x="1290589" y="13775"/>
                </a:cubicBezTo>
                <a:cubicBezTo>
                  <a:pt x="1292214" y="15233"/>
                  <a:pt x="1293027" y="17097"/>
                  <a:pt x="1293027" y="19365"/>
                </a:cubicBezTo>
                <a:close/>
                <a:moveTo>
                  <a:pt x="1354467" y="57938"/>
                </a:moveTo>
                <a:lnTo>
                  <a:pt x="1333013" y="57938"/>
                </a:lnTo>
                <a:lnTo>
                  <a:pt x="1333013" y="102358"/>
                </a:lnTo>
                <a:cubicBezTo>
                  <a:pt x="1333013" y="105179"/>
                  <a:pt x="1333283" y="107511"/>
                  <a:pt x="1333824" y="109355"/>
                </a:cubicBezTo>
                <a:cubicBezTo>
                  <a:pt x="1334366" y="111198"/>
                  <a:pt x="1335152" y="112636"/>
                  <a:pt x="1336180" y="113668"/>
                </a:cubicBezTo>
                <a:cubicBezTo>
                  <a:pt x="1337210" y="114698"/>
                  <a:pt x="1338430" y="115403"/>
                  <a:pt x="1339838" y="115783"/>
                </a:cubicBezTo>
                <a:cubicBezTo>
                  <a:pt x="1341247" y="116162"/>
                  <a:pt x="1342764" y="116351"/>
                  <a:pt x="1344390" y="116351"/>
                </a:cubicBezTo>
                <a:cubicBezTo>
                  <a:pt x="1345908" y="116351"/>
                  <a:pt x="1347506" y="116130"/>
                  <a:pt x="1349184" y="115689"/>
                </a:cubicBezTo>
                <a:cubicBezTo>
                  <a:pt x="1350864" y="115246"/>
                  <a:pt x="1352463" y="114637"/>
                  <a:pt x="1353981" y="113861"/>
                </a:cubicBezTo>
                <a:lnTo>
                  <a:pt x="1354467" y="123442"/>
                </a:lnTo>
                <a:cubicBezTo>
                  <a:pt x="1352517" y="124201"/>
                  <a:pt x="1350486" y="124770"/>
                  <a:pt x="1348373" y="125148"/>
                </a:cubicBezTo>
                <a:cubicBezTo>
                  <a:pt x="1346260" y="125527"/>
                  <a:pt x="1343956" y="125716"/>
                  <a:pt x="1341463" y="125716"/>
                </a:cubicBezTo>
                <a:cubicBezTo>
                  <a:pt x="1339404" y="125716"/>
                  <a:pt x="1337238" y="125445"/>
                  <a:pt x="1334962" y="124903"/>
                </a:cubicBezTo>
                <a:cubicBezTo>
                  <a:pt x="1332687" y="124362"/>
                  <a:pt x="1330574" y="123334"/>
                  <a:pt x="1328623" y="121818"/>
                </a:cubicBezTo>
                <a:cubicBezTo>
                  <a:pt x="1326674" y="120300"/>
                  <a:pt x="1325075" y="118240"/>
                  <a:pt x="1323829" y="115639"/>
                </a:cubicBezTo>
                <a:cubicBezTo>
                  <a:pt x="1322582" y="113038"/>
                  <a:pt x="1321959" y="109625"/>
                  <a:pt x="1321959" y="105399"/>
                </a:cubicBezTo>
                <a:lnTo>
                  <a:pt x="1321959" y="57938"/>
                </a:lnTo>
                <a:lnTo>
                  <a:pt x="1306192" y="57938"/>
                </a:lnTo>
                <a:lnTo>
                  <a:pt x="1306192" y="48731"/>
                </a:lnTo>
                <a:lnTo>
                  <a:pt x="1321959" y="48731"/>
                </a:lnTo>
                <a:lnTo>
                  <a:pt x="1321959" y="27275"/>
                </a:lnTo>
                <a:lnTo>
                  <a:pt x="1333013" y="27275"/>
                </a:lnTo>
                <a:lnTo>
                  <a:pt x="1333013" y="48731"/>
                </a:lnTo>
                <a:lnTo>
                  <a:pt x="1354467" y="48731"/>
                </a:lnTo>
                <a:lnTo>
                  <a:pt x="1354467" y="57938"/>
                </a:lnTo>
                <a:close/>
                <a:moveTo>
                  <a:pt x="1383400" y="61147"/>
                </a:moveTo>
                <a:cubicBezTo>
                  <a:pt x="1385459" y="56701"/>
                  <a:pt x="1388872" y="53176"/>
                  <a:pt x="1393639" y="50574"/>
                </a:cubicBezTo>
                <a:cubicBezTo>
                  <a:pt x="1398407" y="47970"/>
                  <a:pt x="1403501" y="46667"/>
                  <a:pt x="1408919" y="46667"/>
                </a:cubicBezTo>
                <a:cubicBezTo>
                  <a:pt x="1418562" y="46667"/>
                  <a:pt x="1425794" y="49542"/>
                  <a:pt x="1430616" y="55291"/>
                </a:cubicBezTo>
                <a:cubicBezTo>
                  <a:pt x="1435439" y="61040"/>
                  <a:pt x="1437851" y="68633"/>
                  <a:pt x="1437851" y="78069"/>
                </a:cubicBezTo>
                <a:lnTo>
                  <a:pt x="1437851" y="124764"/>
                </a:lnTo>
                <a:lnTo>
                  <a:pt x="1426799" y="124764"/>
                </a:lnTo>
                <a:lnTo>
                  <a:pt x="1426799" y="82583"/>
                </a:lnTo>
                <a:cubicBezTo>
                  <a:pt x="1426799" y="78565"/>
                  <a:pt x="1426474" y="74929"/>
                  <a:pt x="1425824" y="71673"/>
                </a:cubicBezTo>
                <a:cubicBezTo>
                  <a:pt x="1425174" y="68416"/>
                  <a:pt x="1424063" y="65620"/>
                  <a:pt x="1422491" y="63285"/>
                </a:cubicBezTo>
                <a:cubicBezTo>
                  <a:pt x="1420920" y="60950"/>
                  <a:pt x="1418807" y="59131"/>
                  <a:pt x="1416151" y="57828"/>
                </a:cubicBezTo>
                <a:cubicBezTo>
                  <a:pt x="1413498" y="56525"/>
                  <a:pt x="1410166" y="55874"/>
                  <a:pt x="1406156" y="55874"/>
                </a:cubicBezTo>
                <a:cubicBezTo>
                  <a:pt x="1403231" y="55874"/>
                  <a:pt x="1400386" y="56472"/>
                  <a:pt x="1397622" y="57667"/>
                </a:cubicBezTo>
                <a:cubicBezTo>
                  <a:pt x="1394859" y="58861"/>
                  <a:pt x="1392394" y="60680"/>
                  <a:pt x="1390226" y="63124"/>
                </a:cubicBezTo>
                <a:cubicBezTo>
                  <a:pt x="1388060" y="65566"/>
                  <a:pt x="1386326" y="68659"/>
                  <a:pt x="1385025" y="72405"/>
                </a:cubicBezTo>
                <a:cubicBezTo>
                  <a:pt x="1383725" y="76150"/>
                  <a:pt x="1383076" y="80574"/>
                  <a:pt x="1383076" y="85679"/>
                </a:cubicBezTo>
                <a:lnTo>
                  <a:pt x="1383076" y="124764"/>
                </a:lnTo>
                <a:lnTo>
                  <a:pt x="1372021" y="124764"/>
                </a:lnTo>
                <a:lnTo>
                  <a:pt x="1372021" y="1806"/>
                </a:lnTo>
                <a:lnTo>
                  <a:pt x="1383076" y="1806"/>
                </a:lnTo>
                <a:lnTo>
                  <a:pt x="1383076" y="61147"/>
                </a:lnTo>
                <a:lnTo>
                  <a:pt x="1383400" y="61147"/>
                </a:lnTo>
                <a:close/>
                <a:moveTo>
                  <a:pt x="1518474" y="111924"/>
                </a:moveTo>
                <a:lnTo>
                  <a:pt x="1518474" y="124764"/>
                </a:lnTo>
                <a:lnTo>
                  <a:pt x="1507419" y="124764"/>
                </a:lnTo>
                <a:lnTo>
                  <a:pt x="1507419" y="1811"/>
                </a:lnTo>
                <a:lnTo>
                  <a:pt x="1518474" y="1811"/>
                </a:lnTo>
                <a:lnTo>
                  <a:pt x="1518474" y="61789"/>
                </a:lnTo>
                <a:lnTo>
                  <a:pt x="1518798" y="61789"/>
                </a:lnTo>
                <a:cubicBezTo>
                  <a:pt x="1522049" y="56802"/>
                  <a:pt x="1526275" y="53036"/>
                  <a:pt x="1531475" y="50489"/>
                </a:cubicBezTo>
                <a:cubicBezTo>
                  <a:pt x="1536677" y="47941"/>
                  <a:pt x="1542041" y="46667"/>
                  <a:pt x="1547569" y="46667"/>
                </a:cubicBezTo>
                <a:cubicBezTo>
                  <a:pt x="1553528" y="46667"/>
                  <a:pt x="1558918" y="47698"/>
                  <a:pt x="1563740" y="49758"/>
                </a:cubicBezTo>
                <a:cubicBezTo>
                  <a:pt x="1568563" y="51816"/>
                  <a:pt x="1572681" y="54635"/>
                  <a:pt x="1576094" y="58213"/>
                </a:cubicBezTo>
                <a:cubicBezTo>
                  <a:pt x="1579506" y="61789"/>
                  <a:pt x="1582161" y="66017"/>
                  <a:pt x="1584058" y="70897"/>
                </a:cubicBezTo>
                <a:cubicBezTo>
                  <a:pt x="1585954" y="75774"/>
                  <a:pt x="1586902" y="81031"/>
                  <a:pt x="1586902" y="86668"/>
                </a:cubicBezTo>
                <a:cubicBezTo>
                  <a:pt x="1586902" y="92305"/>
                  <a:pt x="1585954" y="97563"/>
                  <a:pt x="1584058" y="102442"/>
                </a:cubicBezTo>
                <a:cubicBezTo>
                  <a:pt x="1582161" y="107320"/>
                  <a:pt x="1579506" y="111548"/>
                  <a:pt x="1576094" y="115126"/>
                </a:cubicBezTo>
                <a:cubicBezTo>
                  <a:pt x="1572681" y="118702"/>
                  <a:pt x="1568563" y="121521"/>
                  <a:pt x="1563740" y="123581"/>
                </a:cubicBezTo>
                <a:cubicBezTo>
                  <a:pt x="1558918" y="125640"/>
                  <a:pt x="1553528" y="126669"/>
                  <a:pt x="1547569" y="126669"/>
                </a:cubicBezTo>
                <a:cubicBezTo>
                  <a:pt x="1542041" y="126669"/>
                  <a:pt x="1536677" y="125430"/>
                  <a:pt x="1531475" y="122954"/>
                </a:cubicBezTo>
                <a:cubicBezTo>
                  <a:pt x="1526275" y="120477"/>
                  <a:pt x="1522049" y="116800"/>
                  <a:pt x="1518798" y="111924"/>
                </a:cubicBezTo>
                <a:lnTo>
                  <a:pt x="1518474" y="111924"/>
                </a:lnTo>
                <a:moveTo>
                  <a:pt x="1575201" y="86671"/>
                </a:moveTo>
                <a:cubicBezTo>
                  <a:pt x="1575201" y="82434"/>
                  <a:pt x="1574550" y="78443"/>
                  <a:pt x="1573249" y="74696"/>
                </a:cubicBezTo>
                <a:cubicBezTo>
                  <a:pt x="1571949" y="70948"/>
                  <a:pt x="1570080" y="67689"/>
                  <a:pt x="1567641" y="64919"/>
                </a:cubicBezTo>
                <a:cubicBezTo>
                  <a:pt x="1565204" y="62148"/>
                  <a:pt x="1562197" y="59948"/>
                  <a:pt x="1558621" y="58319"/>
                </a:cubicBezTo>
                <a:cubicBezTo>
                  <a:pt x="1555044" y="56689"/>
                  <a:pt x="1550981" y="55874"/>
                  <a:pt x="1546430" y="55874"/>
                </a:cubicBezTo>
                <a:cubicBezTo>
                  <a:pt x="1542204" y="55874"/>
                  <a:pt x="1538303" y="56662"/>
                  <a:pt x="1534726" y="58238"/>
                </a:cubicBezTo>
                <a:cubicBezTo>
                  <a:pt x="1531152" y="59812"/>
                  <a:pt x="1528064" y="61984"/>
                  <a:pt x="1525463" y="64756"/>
                </a:cubicBezTo>
                <a:cubicBezTo>
                  <a:pt x="1522862" y="67525"/>
                  <a:pt x="1520830" y="70784"/>
                  <a:pt x="1519366" y="74533"/>
                </a:cubicBezTo>
                <a:cubicBezTo>
                  <a:pt x="1517903" y="78279"/>
                  <a:pt x="1517171" y="82325"/>
                  <a:pt x="1517171" y="86671"/>
                </a:cubicBezTo>
                <a:cubicBezTo>
                  <a:pt x="1517171" y="91016"/>
                  <a:pt x="1517903" y="95063"/>
                  <a:pt x="1519366" y="98811"/>
                </a:cubicBezTo>
                <a:cubicBezTo>
                  <a:pt x="1520830" y="102558"/>
                  <a:pt x="1522862" y="105790"/>
                  <a:pt x="1525463" y="108506"/>
                </a:cubicBezTo>
                <a:cubicBezTo>
                  <a:pt x="1528064" y="111221"/>
                  <a:pt x="1531152" y="113367"/>
                  <a:pt x="1534726" y="114942"/>
                </a:cubicBezTo>
                <a:cubicBezTo>
                  <a:pt x="1538303" y="116517"/>
                  <a:pt x="1542204" y="117304"/>
                  <a:pt x="1546430" y="117304"/>
                </a:cubicBezTo>
                <a:cubicBezTo>
                  <a:pt x="1550981" y="117304"/>
                  <a:pt x="1555044" y="116517"/>
                  <a:pt x="1558621" y="114942"/>
                </a:cubicBezTo>
                <a:cubicBezTo>
                  <a:pt x="1562197" y="113367"/>
                  <a:pt x="1565204" y="111194"/>
                  <a:pt x="1567641" y="108424"/>
                </a:cubicBezTo>
                <a:cubicBezTo>
                  <a:pt x="1570080" y="105653"/>
                  <a:pt x="1571949" y="102394"/>
                  <a:pt x="1573249" y="98648"/>
                </a:cubicBezTo>
                <a:cubicBezTo>
                  <a:pt x="1574550" y="94899"/>
                  <a:pt x="1575201" y="90907"/>
                  <a:pt x="1575201" y="86671"/>
                </a:cubicBezTo>
                <a:close/>
                <a:moveTo>
                  <a:pt x="1686216" y="86668"/>
                </a:moveTo>
                <a:cubicBezTo>
                  <a:pt x="1686216" y="92414"/>
                  <a:pt x="1685213" y="97726"/>
                  <a:pt x="1683207" y="102603"/>
                </a:cubicBezTo>
                <a:cubicBezTo>
                  <a:pt x="1681203" y="107481"/>
                  <a:pt x="1678413" y="111709"/>
                  <a:pt x="1674836" y="115287"/>
                </a:cubicBezTo>
                <a:cubicBezTo>
                  <a:pt x="1671262" y="118864"/>
                  <a:pt x="1666982" y="121655"/>
                  <a:pt x="1661996" y="123660"/>
                </a:cubicBezTo>
                <a:cubicBezTo>
                  <a:pt x="1657013" y="125666"/>
                  <a:pt x="1651541" y="126669"/>
                  <a:pt x="1645580" y="126669"/>
                </a:cubicBezTo>
                <a:cubicBezTo>
                  <a:pt x="1639728" y="126669"/>
                  <a:pt x="1634310" y="125666"/>
                  <a:pt x="1629325" y="123660"/>
                </a:cubicBezTo>
                <a:cubicBezTo>
                  <a:pt x="1624341" y="121655"/>
                  <a:pt x="1620061" y="118864"/>
                  <a:pt x="1616485" y="115287"/>
                </a:cubicBezTo>
                <a:cubicBezTo>
                  <a:pt x="1612910" y="111709"/>
                  <a:pt x="1610120" y="107481"/>
                  <a:pt x="1608114" y="102603"/>
                </a:cubicBezTo>
                <a:cubicBezTo>
                  <a:pt x="1606110" y="97726"/>
                  <a:pt x="1605108" y="92414"/>
                  <a:pt x="1605108" y="86668"/>
                </a:cubicBezTo>
                <a:cubicBezTo>
                  <a:pt x="1605108" y="80922"/>
                  <a:pt x="1606110" y="75611"/>
                  <a:pt x="1608114" y="70733"/>
                </a:cubicBezTo>
                <a:cubicBezTo>
                  <a:pt x="1610120" y="65855"/>
                  <a:pt x="1612910" y="61628"/>
                  <a:pt x="1616485" y="58052"/>
                </a:cubicBezTo>
                <a:cubicBezTo>
                  <a:pt x="1620061" y="54473"/>
                  <a:pt x="1624341" y="51682"/>
                  <a:pt x="1629325" y="49676"/>
                </a:cubicBezTo>
                <a:cubicBezTo>
                  <a:pt x="1634310" y="47670"/>
                  <a:pt x="1639728" y="46667"/>
                  <a:pt x="1645580" y="46667"/>
                </a:cubicBezTo>
                <a:cubicBezTo>
                  <a:pt x="1651541" y="46667"/>
                  <a:pt x="1657013" y="47670"/>
                  <a:pt x="1661996" y="49676"/>
                </a:cubicBezTo>
                <a:cubicBezTo>
                  <a:pt x="1666982" y="51682"/>
                  <a:pt x="1671262" y="54473"/>
                  <a:pt x="1674836" y="58052"/>
                </a:cubicBezTo>
                <a:cubicBezTo>
                  <a:pt x="1678413" y="61628"/>
                  <a:pt x="1681203" y="65855"/>
                  <a:pt x="1683207" y="70733"/>
                </a:cubicBezTo>
                <a:cubicBezTo>
                  <a:pt x="1685213" y="75611"/>
                  <a:pt x="1686216" y="80922"/>
                  <a:pt x="1686216" y="86668"/>
                </a:cubicBezTo>
                <a:moveTo>
                  <a:pt x="1674514" y="86671"/>
                </a:moveTo>
                <a:cubicBezTo>
                  <a:pt x="1674514" y="82434"/>
                  <a:pt x="1673837" y="78443"/>
                  <a:pt x="1672483" y="74696"/>
                </a:cubicBezTo>
                <a:cubicBezTo>
                  <a:pt x="1671129" y="70948"/>
                  <a:pt x="1669205" y="67689"/>
                  <a:pt x="1666711" y="64919"/>
                </a:cubicBezTo>
                <a:cubicBezTo>
                  <a:pt x="1664220" y="62148"/>
                  <a:pt x="1661185" y="59948"/>
                  <a:pt x="1657609" y="58319"/>
                </a:cubicBezTo>
                <a:cubicBezTo>
                  <a:pt x="1654034" y="56689"/>
                  <a:pt x="1650025" y="55874"/>
                  <a:pt x="1645582" y="55874"/>
                </a:cubicBezTo>
                <a:cubicBezTo>
                  <a:pt x="1641140" y="55874"/>
                  <a:pt x="1637157" y="56689"/>
                  <a:pt x="1633635" y="58319"/>
                </a:cubicBezTo>
                <a:cubicBezTo>
                  <a:pt x="1630113" y="59948"/>
                  <a:pt x="1627106" y="62148"/>
                  <a:pt x="1624612" y="64919"/>
                </a:cubicBezTo>
                <a:cubicBezTo>
                  <a:pt x="1622121" y="67689"/>
                  <a:pt x="1620198" y="70948"/>
                  <a:pt x="1618843" y="74696"/>
                </a:cubicBezTo>
                <a:cubicBezTo>
                  <a:pt x="1617489" y="78443"/>
                  <a:pt x="1616812" y="82434"/>
                  <a:pt x="1616812" y="86671"/>
                </a:cubicBezTo>
                <a:cubicBezTo>
                  <a:pt x="1616812" y="90907"/>
                  <a:pt x="1617489" y="94899"/>
                  <a:pt x="1618843" y="98648"/>
                </a:cubicBezTo>
                <a:cubicBezTo>
                  <a:pt x="1620198" y="102394"/>
                  <a:pt x="1622121" y="105653"/>
                  <a:pt x="1624612" y="108424"/>
                </a:cubicBezTo>
                <a:cubicBezTo>
                  <a:pt x="1627106" y="111194"/>
                  <a:pt x="1630113" y="113367"/>
                  <a:pt x="1633635" y="114942"/>
                </a:cubicBezTo>
                <a:cubicBezTo>
                  <a:pt x="1637157" y="116517"/>
                  <a:pt x="1641140" y="117304"/>
                  <a:pt x="1645582" y="117304"/>
                </a:cubicBezTo>
                <a:cubicBezTo>
                  <a:pt x="1650025" y="117304"/>
                  <a:pt x="1654034" y="116517"/>
                  <a:pt x="1657609" y="114942"/>
                </a:cubicBezTo>
                <a:cubicBezTo>
                  <a:pt x="1661185" y="113367"/>
                  <a:pt x="1664220" y="111194"/>
                  <a:pt x="1666711" y="108424"/>
                </a:cubicBezTo>
                <a:cubicBezTo>
                  <a:pt x="1669205" y="105653"/>
                  <a:pt x="1671129" y="102394"/>
                  <a:pt x="1672483" y="98648"/>
                </a:cubicBezTo>
                <a:cubicBezTo>
                  <a:pt x="1673837" y="94899"/>
                  <a:pt x="1674514" y="90907"/>
                  <a:pt x="1674514" y="86671"/>
                </a:cubicBezTo>
                <a:close/>
                <a:moveTo>
                  <a:pt x="1721327" y="124764"/>
                </a:moveTo>
                <a:lnTo>
                  <a:pt x="1710272" y="124764"/>
                </a:lnTo>
                <a:lnTo>
                  <a:pt x="1710272" y="1882"/>
                </a:lnTo>
                <a:lnTo>
                  <a:pt x="1721327" y="1882"/>
                </a:lnTo>
                <a:lnTo>
                  <a:pt x="1721327" y="124764"/>
                </a:lnTo>
                <a:close/>
                <a:moveTo>
                  <a:pt x="1813488" y="111924"/>
                </a:moveTo>
                <a:cubicBezTo>
                  <a:pt x="1810238" y="116800"/>
                  <a:pt x="1806011" y="120477"/>
                  <a:pt x="1800810" y="122954"/>
                </a:cubicBezTo>
                <a:cubicBezTo>
                  <a:pt x="1795608" y="125430"/>
                  <a:pt x="1790244" y="126669"/>
                  <a:pt x="1784718" y="126669"/>
                </a:cubicBezTo>
                <a:cubicBezTo>
                  <a:pt x="1778757" y="126669"/>
                  <a:pt x="1773366" y="125640"/>
                  <a:pt x="1768545" y="123581"/>
                </a:cubicBezTo>
                <a:cubicBezTo>
                  <a:pt x="1763723" y="121521"/>
                  <a:pt x="1759605" y="118702"/>
                  <a:pt x="1756191" y="115126"/>
                </a:cubicBezTo>
                <a:cubicBezTo>
                  <a:pt x="1752778" y="111548"/>
                  <a:pt x="1750123" y="107320"/>
                  <a:pt x="1748227" y="102442"/>
                </a:cubicBezTo>
                <a:cubicBezTo>
                  <a:pt x="1746330" y="97563"/>
                  <a:pt x="1745382" y="92305"/>
                  <a:pt x="1745382" y="86668"/>
                </a:cubicBezTo>
                <a:cubicBezTo>
                  <a:pt x="1745382" y="81031"/>
                  <a:pt x="1746330" y="75774"/>
                  <a:pt x="1748227" y="70897"/>
                </a:cubicBezTo>
                <a:cubicBezTo>
                  <a:pt x="1750123" y="66017"/>
                  <a:pt x="1752778" y="61789"/>
                  <a:pt x="1756191" y="58213"/>
                </a:cubicBezTo>
                <a:cubicBezTo>
                  <a:pt x="1759605" y="54635"/>
                  <a:pt x="1763723" y="51816"/>
                  <a:pt x="1768545" y="49758"/>
                </a:cubicBezTo>
                <a:cubicBezTo>
                  <a:pt x="1773366" y="47698"/>
                  <a:pt x="1778757" y="46667"/>
                  <a:pt x="1784718" y="46667"/>
                </a:cubicBezTo>
                <a:cubicBezTo>
                  <a:pt x="1790244" y="46667"/>
                  <a:pt x="1795608" y="47941"/>
                  <a:pt x="1800810" y="50489"/>
                </a:cubicBezTo>
                <a:cubicBezTo>
                  <a:pt x="1806011" y="53036"/>
                  <a:pt x="1810238" y="56802"/>
                  <a:pt x="1813488" y="61789"/>
                </a:cubicBezTo>
                <a:lnTo>
                  <a:pt x="1813813" y="61789"/>
                </a:lnTo>
                <a:lnTo>
                  <a:pt x="1813813" y="1811"/>
                </a:lnTo>
                <a:lnTo>
                  <a:pt x="1824865" y="1811"/>
                </a:lnTo>
                <a:lnTo>
                  <a:pt x="1824865" y="124764"/>
                </a:lnTo>
                <a:lnTo>
                  <a:pt x="1813813" y="124764"/>
                </a:lnTo>
                <a:lnTo>
                  <a:pt x="1813813" y="111924"/>
                </a:lnTo>
                <a:lnTo>
                  <a:pt x="1813488" y="111924"/>
                </a:lnTo>
                <a:moveTo>
                  <a:pt x="1757086" y="86671"/>
                </a:moveTo>
                <a:cubicBezTo>
                  <a:pt x="1757086" y="90907"/>
                  <a:pt x="1757736" y="94899"/>
                  <a:pt x="1759036" y="98648"/>
                </a:cubicBezTo>
                <a:cubicBezTo>
                  <a:pt x="1760335" y="102394"/>
                  <a:pt x="1762205" y="105653"/>
                  <a:pt x="1764643" y="108424"/>
                </a:cubicBezTo>
                <a:cubicBezTo>
                  <a:pt x="1767082" y="111194"/>
                  <a:pt x="1770089" y="113367"/>
                  <a:pt x="1773664" y="114942"/>
                </a:cubicBezTo>
                <a:cubicBezTo>
                  <a:pt x="1777240" y="116517"/>
                  <a:pt x="1781304" y="117304"/>
                  <a:pt x="1785854" y="117304"/>
                </a:cubicBezTo>
                <a:cubicBezTo>
                  <a:pt x="1790080" y="117304"/>
                  <a:pt x="1793982" y="116517"/>
                  <a:pt x="1797558" y="114942"/>
                </a:cubicBezTo>
                <a:cubicBezTo>
                  <a:pt x="1801135" y="113367"/>
                  <a:pt x="1804222" y="111221"/>
                  <a:pt x="1806822" y="108506"/>
                </a:cubicBezTo>
                <a:cubicBezTo>
                  <a:pt x="1809423" y="105790"/>
                  <a:pt x="1811455" y="102558"/>
                  <a:pt x="1812918" y="98811"/>
                </a:cubicBezTo>
                <a:cubicBezTo>
                  <a:pt x="1814381" y="95063"/>
                  <a:pt x="1815113" y="91016"/>
                  <a:pt x="1815113" y="86671"/>
                </a:cubicBezTo>
                <a:cubicBezTo>
                  <a:pt x="1815113" y="82325"/>
                  <a:pt x="1814381" y="78279"/>
                  <a:pt x="1812918" y="74533"/>
                </a:cubicBezTo>
                <a:cubicBezTo>
                  <a:pt x="1811455" y="70784"/>
                  <a:pt x="1809423" y="67525"/>
                  <a:pt x="1806822" y="64756"/>
                </a:cubicBezTo>
                <a:cubicBezTo>
                  <a:pt x="1804222" y="61984"/>
                  <a:pt x="1801135" y="59812"/>
                  <a:pt x="1797558" y="58238"/>
                </a:cubicBezTo>
                <a:cubicBezTo>
                  <a:pt x="1793982" y="56662"/>
                  <a:pt x="1790080" y="55874"/>
                  <a:pt x="1785854" y="55874"/>
                </a:cubicBezTo>
                <a:cubicBezTo>
                  <a:pt x="1781304" y="55874"/>
                  <a:pt x="1777240" y="56689"/>
                  <a:pt x="1773664" y="58319"/>
                </a:cubicBezTo>
                <a:cubicBezTo>
                  <a:pt x="1770089" y="59948"/>
                  <a:pt x="1767082" y="62148"/>
                  <a:pt x="1764643" y="64919"/>
                </a:cubicBezTo>
                <a:cubicBezTo>
                  <a:pt x="1762205" y="67689"/>
                  <a:pt x="1760335" y="70948"/>
                  <a:pt x="1759036" y="74696"/>
                </a:cubicBezTo>
                <a:cubicBezTo>
                  <a:pt x="1757736" y="78443"/>
                  <a:pt x="1757086" y="82434"/>
                  <a:pt x="1757086" y="86671"/>
                </a:cubicBezTo>
                <a:close/>
                <a:moveTo>
                  <a:pt x="1957664" y="111924"/>
                </a:moveTo>
                <a:cubicBezTo>
                  <a:pt x="1954413" y="116800"/>
                  <a:pt x="1950187" y="120477"/>
                  <a:pt x="1944985" y="122954"/>
                </a:cubicBezTo>
                <a:cubicBezTo>
                  <a:pt x="1939784" y="125430"/>
                  <a:pt x="1934420" y="126669"/>
                  <a:pt x="1928894" y="126669"/>
                </a:cubicBezTo>
                <a:cubicBezTo>
                  <a:pt x="1922933" y="126669"/>
                  <a:pt x="1917542" y="125640"/>
                  <a:pt x="1912720" y="123581"/>
                </a:cubicBezTo>
                <a:cubicBezTo>
                  <a:pt x="1907899" y="121521"/>
                  <a:pt x="1903781" y="118702"/>
                  <a:pt x="1900367" y="115126"/>
                </a:cubicBezTo>
                <a:cubicBezTo>
                  <a:pt x="1896954" y="111548"/>
                  <a:pt x="1894299" y="107320"/>
                  <a:pt x="1892403" y="102442"/>
                </a:cubicBezTo>
                <a:cubicBezTo>
                  <a:pt x="1890506" y="97563"/>
                  <a:pt x="1889558" y="92305"/>
                  <a:pt x="1889558" y="86668"/>
                </a:cubicBezTo>
                <a:cubicBezTo>
                  <a:pt x="1889558" y="81031"/>
                  <a:pt x="1890506" y="75774"/>
                  <a:pt x="1892403" y="70897"/>
                </a:cubicBezTo>
                <a:cubicBezTo>
                  <a:pt x="1894299" y="66017"/>
                  <a:pt x="1896954" y="61789"/>
                  <a:pt x="1900367" y="58213"/>
                </a:cubicBezTo>
                <a:cubicBezTo>
                  <a:pt x="1903781" y="54635"/>
                  <a:pt x="1907899" y="51816"/>
                  <a:pt x="1912720" y="49758"/>
                </a:cubicBezTo>
                <a:cubicBezTo>
                  <a:pt x="1917542" y="47698"/>
                  <a:pt x="1922933" y="46667"/>
                  <a:pt x="1928894" y="46667"/>
                </a:cubicBezTo>
                <a:cubicBezTo>
                  <a:pt x="1934420" y="46667"/>
                  <a:pt x="1939784" y="47941"/>
                  <a:pt x="1944985" y="50489"/>
                </a:cubicBezTo>
                <a:cubicBezTo>
                  <a:pt x="1950187" y="53036"/>
                  <a:pt x="1954413" y="56802"/>
                  <a:pt x="1957664" y="61789"/>
                </a:cubicBezTo>
                <a:lnTo>
                  <a:pt x="1957989" y="61789"/>
                </a:lnTo>
                <a:lnTo>
                  <a:pt x="1957989" y="1811"/>
                </a:lnTo>
                <a:lnTo>
                  <a:pt x="1969041" y="1811"/>
                </a:lnTo>
                <a:lnTo>
                  <a:pt x="1969041" y="124764"/>
                </a:lnTo>
                <a:lnTo>
                  <a:pt x="1957989" y="124764"/>
                </a:lnTo>
                <a:lnTo>
                  <a:pt x="1957989" y="111924"/>
                </a:lnTo>
                <a:lnTo>
                  <a:pt x="1957664" y="111924"/>
                </a:lnTo>
                <a:moveTo>
                  <a:pt x="1901262" y="86671"/>
                </a:moveTo>
                <a:cubicBezTo>
                  <a:pt x="1901262" y="90907"/>
                  <a:pt x="1901912" y="94899"/>
                  <a:pt x="1903211" y="98648"/>
                </a:cubicBezTo>
                <a:cubicBezTo>
                  <a:pt x="1904511" y="102394"/>
                  <a:pt x="1906380" y="105653"/>
                  <a:pt x="1908819" y="108424"/>
                </a:cubicBezTo>
                <a:cubicBezTo>
                  <a:pt x="1911258" y="111194"/>
                  <a:pt x="1914265" y="113367"/>
                  <a:pt x="1917840" y="114942"/>
                </a:cubicBezTo>
                <a:cubicBezTo>
                  <a:pt x="1921416" y="116517"/>
                  <a:pt x="1925479" y="117304"/>
                  <a:pt x="1930030" y="117304"/>
                </a:cubicBezTo>
                <a:cubicBezTo>
                  <a:pt x="1934256" y="117304"/>
                  <a:pt x="1938157" y="116517"/>
                  <a:pt x="1941734" y="114942"/>
                </a:cubicBezTo>
                <a:cubicBezTo>
                  <a:pt x="1945310" y="113367"/>
                  <a:pt x="1948398" y="111221"/>
                  <a:pt x="1950997" y="108506"/>
                </a:cubicBezTo>
                <a:cubicBezTo>
                  <a:pt x="1953598" y="105790"/>
                  <a:pt x="1955630" y="102558"/>
                  <a:pt x="1957094" y="98811"/>
                </a:cubicBezTo>
                <a:cubicBezTo>
                  <a:pt x="1958557" y="95063"/>
                  <a:pt x="1959289" y="91016"/>
                  <a:pt x="1959289" y="86671"/>
                </a:cubicBezTo>
                <a:cubicBezTo>
                  <a:pt x="1959289" y="82325"/>
                  <a:pt x="1958557" y="78279"/>
                  <a:pt x="1957094" y="74533"/>
                </a:cubicBezTo>
                <a:cubicBezTo>
                  <a:pt x="1955630" y="70784"/>
                  <a:pt x="1953598" y="67525"/>
                  <a:pt x="1950997" y="64756"/>
                </a:cubicBezTo>
                <a:cubicBezTo>
                  <a:pt x="1948398" y="61984"/>
                  <a:pt x="1945310" y="59812"/>
                  <a:pt x="1941734" y="58238"/>
                </a:cubicBezTo>
                <a:cubicBezTo>
                  <a:pt x="1938157" y="56662"/>
                  <a:pt x="1934256" y="55874"/>
                  <a:pt x="1930030" y="55874"/>
                </a:cubicBezTo>
                <a:cubicBezTo>
                  <a:pt x="1925479" y="55874"/>
                  <a:pt x="1921416" y="56689"/>
                  <a:pt x="1917840" y="58319"/>
                </a:cubicBezTo>
                <a:cubicBezTo>
                  <a:pt x="1914265" y="59948"/>
                  <a:pt x="1911258" y="62148"/>
                  <a:pt x="1908819" y="64919"/>
                </a:cubicBezTo>
                <a:cubicBezTo>
                  <a:pt x="1906380" y="67689"/>
                  <a:pt x="1904511" y="70948"/>
                  <a:pt x="1903211" y="74696"/>
                </a:cubicBezTo>
                <a:cubicBezTo>
                  <a:pt x="1901912" y="78443"/>
                  <a:pt x="1901262" y="82434"/>
                  <a:pt x="1901262" y="86671"/>
                </a:cubicBezTo>
                <a:close/>
                <a:moveTo>
                  <a:pt x="2056652" y="80954"/>
                </a:moveTo>
                <a:cubicBezTo>
                  <a:pt x="2056326" y="73741"/>
                  <a:pt x="2054023" y="67758"/>
                  <a:pt x="2049742" y="63005"/>
                </a:cubicBezTo>
                <a:cubicBezTo>
                  <a:pt x="2045463" y="58251"/>
                  <a:pt x="2039368" y="55874"/>
                  <a:pt x="2031458" y="55874"/>
                </a:cubicBezTo>
                <a:cubicBezTo>
                  <a:pt x="2027774" y="55874"/>
                  <a:pt x="2024360" y="56557"/>
                  <a:pt x="2021217" y="57923"/>
                </a:cubicBezTo>
                <a:cubicBezTo>
                  <a:pt x="2018075" y="59288"/>
                  <a:pt x="2015313" y="61146"/>
                  <a:pt x="2012928" y="63496"/>
                </a:cubicBezTo>
                <a:cubicBezTo>
                  <a:pt x="2010544" y="65845"/>
                  <a:pt x="2008647" y="68523"/>
                  <a:pt x="2007239" y="71529"/>
                </a:cubicBezTo>
                <a:cubicBezTo>
                  <a:pt x="2005830" y="74533"/>
                  <a:pt x="2005017" y="77675"/>
                  <a:pt x="2004801" y="80954"/>
                </a:cubicBezTo>
                <a:lnTo>
                  <a:pt x="2056652" y="80954"/>
                </a:lnTo>
                <a:moveTo>
                  <a:pt x="2067867" y="84471"/>
                </a:moveTo>
                <a:cubicBezTo>
                  <a:pt x="2067867" y="85231"/>
                  <a:pt x="2067867" y="86046"/>
                  <a:pt x="2067867" y="86916"/>
                </a:cubicBezTo>
                <a:cubicBezTo>
                  <a:pt x="2067867" y="87784"/>
                  <a:pt x="2067813" y="88707"/>
                  <a:pt x="2067703" y="89684"/>
                </a:cubicBezTo>
                <a:lnTo>
                  <a:pt x="2004637" y="89684"/>
                </a:lnTo>
                <a:cubicBezTo>
                  <a:pt x="2004746" y="93475"/>
                  <a:pt x="2005504" y="97050"/>
                  <a:pt x="2006911" y="100408"/>
                </a:cubicBezTo>
                <a:cubicBezTo>
                  <a:pt x="2008320" y="103765"/>
                  <a:pt x="2010270" y="106689"/>
                  <a:pt x="2012762" y="109181"/>
                </a:cubicBezTo>
                <a:cubicBezTo>
                  <a:pt x="2015255" y="111671"/>
                  <a:pt x="2018181" y="113648"/>
                  <a:pt x="2021539" y="115111"/>
                </a:cubicBezTo>
                <a:cubicBezTo>
                  <a:pt x="2024899" y="116573"/>
                  <a:pt x="2028530" y="117304"/>
                  <a:pt x="2032433" y="117304"/>
                </a:cubicBezTo>
                <a:cubicBezTo>
                  <a:pt x="2038175" y="117304"/>
                  <a:pt x="2043132" y="115977"/>
                  <a:pt x="2047304" y="113323"/>
                </a:cubicBezTo>
                <a:cubicBezTo>
                  <a:pt x="2051476" y="110667"/>
                  <a:pt x="2054645" y="107606"/>
                  <a:pt x="2056813" y="104139"/>
                </a:cubicBezTo>
                <a:lnTo>
                  <a:pt x="2065102" y="110639"/>
                </a:lnTo>
                <a:cubicBezTo>
                  <a:pt x="2060551" y="116374"/>
                  <a:pt x="2055540" y="120479"/>
                  <a:pt x="2050067" y="122956"/>
                </a:cubicBezTo>
                <a:cubicBezTo>
                  <a:pt x="2044595" y="125431"/>
                  <a:pt x="2038717" y="126669"/>
                  <a:pt x="2032433" y="126669"/>
                </a:cubicBezTo>
                <a:cubicBezTo>
                  <a:pt x="2026798" y="126669"/>
                  <a:pt x="2021568" y="125666"/>
                  <a:pt x="2016745" y="123660"/>
                </a:cubicBezTo>
                <a:cubicBezTo>
                  <a:pt x="2011924" y="121655"/>
                  <a:pt x="2007779" y="118864"/>
                  <a:pt x="2004312" y="115287"/>
                </a:cubicBezTo>
                <a:cubicBezTo>
                  <a:pt x="2000845" y="111709"/>
                  <a:pt x="1998108" y="107481"/>
                  <a:pt x="1996103" y="102603"/>
                </a:cubicBezTo>
                <a:cubicBezTo>
                  <a:pt x="1994099" y="97726"/>
                  <a:pt x="1993097" y="92414"/>
                  <a:pt x="1993097" y="86668"/>
                </a:cubicBezTo>
                <a:cubicBezTo>
                  <a:pt x="1993097" y="80922"/>
                  <a:pt x="1994071" y="75611"/>
                  <a:pt x="1996021" y="70733"/>
                </a:cubicBezTo>
                <a:cubicBezTo>
                  <a:pt x="1997972" y="65855"/>
                  <a:pt x="2000681" y="61628"/>
                  <a:pt x="2004148" y="58052"/>
                </a:cubicBezTo>
                <a:cubicBezTo>
                  <a:pt x="2007617" y="54473"/>
                  <a:pt x="2011681" y="51682"/>
                  <a:pt x="2016341" y="49676"/>
                </a:cubicBezTo>
                <a:cubicBezTo>
                  <a:pt x="2021000" y="47670"/>
                  <a:pt x="2026039" y="46667"/>
                  <a:pt x="2031458" y="46667"/>
                </a:cubicBezTo>
                <a:cubicBezTo>
                  <a:pt x="2037417" y="46667"/>
                  <a:pt x="2042672" y="47673"/>
                  <a:pt x="2047222" y="49683"/>
                </a:cubicBezTo>
                <a:cubicBezTo>
                  <a:pt x="2051774" y="51692"/>
                  <a:pt x="2055567" y="54408"/>
                  <a:pt x="2058601" y="57831"/>
                </a:cubicBezTo>
                <a:cubicBezTo>
                  <a:pt x="2061635" y="61252"/>
                  <a:pt x="2063938" y="65243"/>
                  <a:pt x="2065508" y="69805"/>
                </a:cubicBezTo>
                <a:cubicBezTo>
                  <a:pt x="2067081" y="74367"/>
                  <a:pt x="2067867" y="79256"/>
                  <a:pt x="2067867" y="84471"/>
                </a:cubicBezTo>
                <a:close/>
                <a:moveTo>
                  <a:pt x="2132071" y="66603"/>
                </a:moveTo>
                <a:cubicBezTo>
                  <a:pt x="2130446" y="63460"/>
                  <a:pt x="2127981" y="60886"/>
                  <a:pt x="2124675" y="58882"/>
                </a:cubicBezTo>
                <a:cubicBezTo>
                  <a:pt x="2121370" y="56877"/>
                  <a:pt x="2117604" y="55874"/>
                  <a:pt x="2113378" y="55874"/>
                </a:cubicBezTo>
                <a:cubicBezTo>
                  <a:pt x="2111429" y="55874"/>
                  <a:pt x="2109478" y="56091"/>
                  <a:pt x="2107527" y="56526"/>
                </a:cubicBezTo>
                <a:cubicBezTo>
                  <a:pt x="2105576" y="56959"/>
                  <a:pt x="2103842" y="57665"/>
                  <a:pt x="2102324" y="58642"/>
                </a:cubicBezTo>
                <a:cubicBezTo>
                  <a:pt x="2100808" y="59617"/>
                  <a:pt x="2099589" y="60865"/>
                  <a:pt x="2098668" y="62385"/>
                </a:cubicBezTo>
                <a:cubicBezTo>
                  <a:pt x="2097747" y="63902"/>
                  <a:pt x="2097286" y="65692"/>
                  <a:pt x="2097286" y="67754"/>
                </a:cubicBezTo>
                <a:cubicBezTo>
                  <a:pt x="2097286" y="71336"/>
                  <a:pt x="2098749" y="74075"/>
                  <a:pt x="2101674" y="75974"/>
                </a:cubicBezTo>
                <a:cubicBezTo>
                  <a:pt x="2104601" y="77872"/>
                  <a:pt x="2109206" y="79472"/>
                  <a:pt x="2115491" y="80775"/>
                </a:cubicBezTo>
                <a:cubicBezTo>
                  <a:pt x="2124486" y="82619"/>
                  <a:pt x="2131123" y="85304"/>
                  <a:pt x="2135402" y="88831"/>
                </a:cubicBezTo>
                <a:cubicBezTo>
                  <a:pt x="2139683" y="92356"/>
                  <a:pt x="2141823" y="97102"/>
                  <a:pt x="2141823" y="103070"/>
                </a:cubicBezTo>
                <a:cubicBezTo>
                  <a:pt x="2141823" y="107410"/>
                  <a:pt x="2140983" y="111073"/>
                  <a:pt x="2139304" y="114057"/>
                </a:cubicBezTo>
                <a:cubicBezTo>
                  <a:pt x="2137624" y="117040"/>
                  <a:pt x="2135429" y="119481"/>
                  <a:pt x="2132719" y="121381"/>
                </a:cubicBezTo>
                <a:cubicBezTo>
                  <a:pt x="2130010" y="123279"/>
                  <a:pt x="2126950" y="124635"/>
                  <a:pt x="2123537" y="125449"/>
                </a:cubicBezTo>
                <a:cubicBezTo>
                  <a:pt x="2120124" y="126262"/>
                  <a:pt x="2116684" y="126669"/>
                  <a:pt x="2113217" y="126669"/>
                </a:cubicBezTo>
                <a:cubicBezTo>
                  <a:pt x="2107473" y="126669"/>
                  <a:pt x="2101891" y="125485"/>
                  <a:pt x="2096473" y="123117"/>
                </a:cubicBezTo>
                <a:cubicBezTo>
                  <a:pt x="2091056" y="120748"/>
                  <a:pt x="2086613" y="117023"/>
                  <a:pt x="2083144" y="111941"/>
                </a:cubicBezTo>
                <a:lnTo>
                  <a:pt x="2091922" y="105438"/>
                </a:lnTo>
                <a:cubicBezTo>
                  <a:pt x="2093873" y="108798"/>
                  <a:pt x="2096744" y="111616"/>
                  <a:pt x="2100536" y="113891"/>
                </a:cubicBezTo>
                <a:cubicBezTo>
                  <a:pt x="2104329" y="116166"/>
                  <a:pt x="2108501" y="117304"/>
                  <a:pt x="2113053" y="117304"/>
                </a:cubicBezTo>
                <a:cubicBezTo>
                  <a:pt x="2115437" y="117304"/>
                  <a:pt x="2117713" y="117087"/>
                  <a:pt x="2119879" y="116654"/>
                </a:cubicBezTo>
                <a:cubicBezTo>
                  <a:pt x="2122046" y="116219"/>
                  <a:pt x="2123943" y="115459"/>
                  <a:pt x="2125568" y="114374"/>
                </a:cubicBezTo>
                <a:cubicBezTo>
                  <a:pt x="2127194" y="113290"/>
                  <a:pt x="2128494" y="111907"/>
                  <a:pt x="2129470" y="110225"/>
                </a:cubicBezTo>
                <a:cubicBezTo>
                  <a:pt x="2130445" y="108542"/>
                  <a:pt x="2130933" y="106453"/>
                  <a:pt x="2130933" y="103958"/>
                </a:cubicBezTo>
                <a:cubicBezTo>
                  <a:pt x="2130933" y="99943"/>
                  <a:pt x="2129009" y="96932"/>
                  <a:pt x="2125161" y="94925"/>
                </a:cubicBezTo>
                <a:cubicBezTo>
                  <a:pt x="2121315" y="92917"/>
                  <a:pt x="2115762" y="91046"/>
                  <a:pt x="2108502" y="89310"/>
                </a:cubicBezTo>
                <a:cubicBezTo>
                  <a:pt x="2106227" y="88767"/>
                  <a:pt x="2103815" y="88089"/>
                  <a:pt x="2101267" y="87276"/>
                </a:cubicBezTo>
                <a:cubicBezTo>
                  <a:pt x="2098721" y="86462"/>
                  <a:pt x="2096364" y="85269"/>
                  <a:pt x="2094196" y="83697"/>
                </a:cubicBezTo>
                <a:cubicBezTo>
                  <a:pt x="2092030" y="82123"/>
                  <a:pt x="2090243" y="80142"/>
                  <a:pt x="2088834" y="77754"/>
                </a:cubicBezTo>
                <a:cubicBezTo>
                  <a:pt x="2087425" y="75367"/>
                  <a:pt x="2086721" y="72383"/>
                  <a:pt x="2086721" y="68803"/>
                </a:cubicBezTo>
                <a:cubicBezTo>
                  <a:pt x="2086721" y="64896"/>
                  <a:pt x="2087479" y="61559"/>
                  <a:pt x="2088995" y="58793"/>
                </a:cubicBezTo>
                <a:cubicBezTo>
                  <a:pt x="2090513" y="56025"/>
                  <a:pt x="2092545" y="53747"/>
                  <a:pt x="2095091" y="51958"/>
                </a:cubicBezTo>
                <a:cubicBezTo>
                  <a:pt x="2097638" y="50167"/>
                  <a:pt x="2100536" y="48838"/>
                  <a:pt x="2103787" y="47970"/>
                </a:cubicBezTo>
                <a:cubicBezTo>
                  <a:pt x="2107039" y="47102"/>
                  <a:pt x="2110399" y="46667"/>
                  <a:pt x="2113867" y="46667"/>
                </a:cubicBezTo>
                <a:cubicBezTo>
                  <a:pt x="2119176" y="46667"/>
                  <a:pt x="2124322" y="47852"/>
                  <a:pt x="2129306" y="50222"/>
                </a:cubicBezTo>
                <a:cubicBezTo>
                  <a:pt x="2134291" y="52589"/>
                  <a:pt x="2138030" y="55937"/>
                  <a:pt x="2140524" y="60264"/>
                </a:cubicBezTo>
                <a:lnTo>
                  <a:pt x="2132071" y="66603"/>
                </a:lnTo>
                <a:close/>
                <a:moveTo>
                  <a:pt x="2174981" y="124764"/>
                </a:moveTo>
                <a:lnTo>
                  <a:pt x="2163930" y="124764"/>
                </a:lnTo>
                <a:lnTo>
                  <a:pt x="2163930" y="48694"/>
                </a:lnTo>
                <a:lnTo>
                  <a:pt x="2174981" y="48694"/>
                </a:lnTo>
                <a:lnTo>
                  <a:pt x="2174981" y="124764"/>
                </a:lnTo>
                <a:moveTo>
                  <a:pt x="2177258" y="19365"/>
                </a:moveTo>
                <a:cubicBezTo>
                  <a:pt x="2177258" y="21634"/>
                  <a:pt x="2176446" y="23497"/>
                  <a:pt x="2174820" y="24956"/>
                </a:cubicBezTo>
                <a:cubicBezTo>
                  <a:pt x="2173195" y="26414"/>
                  <a:pt x="2171407" y="27143"/>
                  <a:pt x="2169455" y="27143"/>
                </a:cubicBezTo>
                <a:cubicBezTo>
                  <a:pt x="2167504" y="27143"/>
                  <a:pt x="2165716" y="26414"/>
                  <a:pt x="2164091" y="24956"/>
                </a:cubicBezTo>
                <a:cubicBezTo>
                  <a:pt x="2162465" y="23497"/>
                  <a:pt x="2161653" y="21634"/>
                  <a:pt x="2161653" y="19365"/>
                </a:cubicBezTo>
                <a:cubicBezTo>
                  <a:pt x="2161653" y="17097"/>
                  <a:pt x="2162465" y="15233"/>
                  <a:pt x="2164091" y="13775"/>
                </a:cubicBezTo>
                <a:cubicBezTo>
                  <a:pt x="2165716" y="12317"/>
                  <a:pt x="2167504" y="11587"/>
                  <a:pt x="2169455" y="11587"/>
                </a:cubicBezTo>
                <a:cubicBezTo>
                  <a:pt x="2171407" y="11587"/>
                  <a:pt x="2173195" y="12317"/>
                  <a:pt x="2174820" y="13775"/>
                </a:cubicBezTo>
                <a:cubicBezTo>
                  <a:pt x="2176446" y="15233"/>
                  <a:pt x="2177258" y="17097"/>
                  <a:pt x="2177258" y="19365"/>
                </a:cubicBezTo>
                <a:close/>
                <a:moveTo>
                  <a:pt x="2208467" y="140151"/>
                </a:moveTo>
                <a:cubicBezTo>
                  <a:pt x="2211501" y="144053"/>
                  <a:pt x="2215645" y="147359"/>
                  <a:pt x="2220900" y="150067"/>
                </a:cubicBezTo>
                <a:cubicBezTo>
                  <a:pt x="2226156" y="152775"/>
                  <a:pt x="2231710" y="154130"/>
                  <a:pt x="2237562" y="154130"/>
                </a:cubicBezTo>
                <a:cubicBezTo>
                  <a:pt x="2242979" y="154130"/>
                  <a:pt x="2247584" y="153342"/>
                  <a:pt x="2251377" y="151766"/>
                </a:cubicBezTo>
                <a:cubicBezTo>
                  <a:pt x="2255170" y="150190"/>
                  <a:pt x="2258231" y="148043"/>
                  <a:pt x="2260561" y="145325"/>
                </a:cubicBezTo>
                <a:cubicBezTo>
                  <a:pt x="2262890" y="142608"/>
                  <a:pt x="2264597" y="139429"/>
                  <a:pt x="2265680" y="135786"/>
                </a:cubicBezTo>
                <a:cubicBezTo>
                  <a:pt x="2266765" y="132145"/>
                  <a:pt x="2267307" y="128259"/>
                  <a:pt x="2267307" y="124129"/>
                </a:cubicBezTo>
                <a:lnTo>
                  <a:pt x="2267307" y="109796"/>
                </a:lnTo>
                <a:lnTo>
                  <a:pt x="2266982" y="109796"/>
                </a:lnTo>
                <a:cubicBezTo>
                  <a:pt x="2264055" y="114568"/>
                  <a:pt x="2259910" y="118256"/>
                  <a:pt x="2254546" y="120860"/>
                </a:cubicBezTo>
                <a:cubicBezTo>
                  <a:pt x="2249182" y="123463"/>
                  <a:pt x="2243738" y="124764"/>
                  <a:pt x="2238212" y="124764"/>
                </a:cubicBezTo>
                <a:cubicBezTo>
                  <a:pt x="2232251" y="124764"/>
                  <a:pt x="2226860" y="123788"/>
                  <a:pt x="2222038" y="121835"/>
                </a:cubicBezTo>
                <a:cubicBezTo>
                  <a:pt x="2217217" y="119882"/>
                  <a:pt x="2213099" y="117198"/>
                  <a:pt x="2209684" y="113782"/>
                </a:cubicBezTo>
                <a:cubicBezTo>
                  <a:pt x="2206272" y="110366"/>
                  <a:pt x="2203617" y="106272"/>
                  <a:pt x="2201720" y="101500"/>
                </a:cubicBezTo>
                <a:cubicBezTo>
                  <a:pt x="2199824" y="96726"/>
                  <a:pt x="2198876" y="91573"/>
                  <a:pt x="2198876" y="86041"/>
                </a:cubicBezTo>
                <a:cubicBezTo>
                  <a:pt x="2198876" y="80617"/>
                  <a:pt x="2199824" y="75520"/>
                  <a:pt x="2201720" y="70748"/>
                </a:cubicBezTo>
                <a:cubicBezTo>
                  <a:pt x="2203617" y="65974"/>
                  <a:pt x="2206272" y="61798"/>
                  <a:pt x="2209684" y="58220"/>
                </a:cubicBezTo>
                <a:cubicBezTo>
                  <a:pt x="2213099" y="54640"/>
                  <a:pt x="2217217" y="51820"/>
                  <a:pt x="2222038" y="49760"/>
                </a:cubicBezTo>
                <a:cubicBezTo>
                  <a:pt x="2226860" y="47698"/>
                  <a:pt x="2232251" y="46667"/>
                  <a:pt x="2238212" y="46667"/>
                </a:cubicBezTo>
                <a:cubicBezTo>
                  <a:pt x="2243738" y="46667"/>
                  <a:pt x="2249155" y="47970"/>
                  <a:pt x="2254464" y="50574"/>
                </a:cubicBezTo>
                <a:cubicBezTo>
                  <a:pt x="2259775" y="53176"/>
                  <a:pt x="2263948" y="56918"/>
                  <a:pt x="2266982" y="61799"/>
                </a:cubicBezTo>
                <a:lnTo>
                  <a:pt x="2267307" y="61799"/>
                </a:lnTo>
                <a:lnTo>
                  <a:pt x="2267307" y="48632"/>
                </a:lnTo>
                <a:lnTo>
                  <a:pt x="2278359" y="48632"/>
                </a:lnTo>
                <a:lnTo>
                  <a:pt x="2278359" y="124129"/>
                </a:lnTo>
                <a:cubicBezTo>
                  <a:pt x="2278359" y="128250"/>
                  <a:pt x="2277790" y="132640"/>
                  <a:pt x="2276652" y="137301"/>
                </a:cubicBezTo>
                <a:cubicBezTo>
                  <a:pt x="2275515" y="141964"/>
                  <a:pt x="2273402" y="146247"/>
                  <a:pt x="2270313" y="150149"/>
                </a:cubicBezTo>
                <a:cubicBezTo>
                  <a:pt x="2267224" y="154053"/>
                  <a:pt x="2263025" y="157306"/>
                  <a:pt x="2257716" y="159909"/>
                </a:cubicBezTo>
                <a:cubicBezTo>
                  <a:pt x="2252407" y="162511"/>
                  <a:pt x="2245526" y="163812"/>
                  <a:pt x="2237073" y="163812"/>
                </a:cubicBezTo>
                <a:cubicBezTo>
                  <a:pt x="2230029" y="163812"/>
                  <a:pt x="2223311" y="162467"/>
                  <a:pt x="2216917" y="159777"/>
                </a:cubicBezTo>
                <a:cubicBezTo>
                  <a:pt x="2210524" y="157089"/>
                  <a:pt x="2205052" y="153364"/>
                  <a:pt x="2200500" y="148604"/>
                </a:cubicBezTo>
                <a:lnTo>
                  <a:pt x="2208467" y="140151"/>
                </a:lnTo>
                <a:moveTo>
                  <a:pt x="2210580" y="85718"/>
                </a:moveTo>
                <a:cubicBezTo>
                  <a:pt x="2210580" y="89741"/>
                  <a:pt x="2211230" y="93547"/>
                  <a:pt x="2212529" y="97135"/>
                </a:cubicBezTo>
                <a:cubicBezTo>
                  <a:pt x="2213829" y="100721"/>
                  <a:pt x="2215698" y="103873"/>
                  <a:pt x="2218137" y="106592"/>
                </a:cubicBezTo>
                <a:cubicBezTo>
                  <a:pt x="2220576" y="109310"/>
                  <a:pt x="2223583" y="111458"/>
                  <a:pt x="2227157" y="113035"/>
                </a:cubicBezTo>
                <a:cubicBezTo>
                  <a:pt x="2230734" y="114611"/>
                  <a:pt x="2234797" y="115399"/>
                  <a:pt x="2239348" y="115399"/>
                </a:cubicBezTo>
                <a:cubicBezTo>
                  <a:pt x="2243574" y="115399"/>
                  <a:pt x="2247475" y="114692"/>
                  <a:pt x="2251052" y="113278"/>
                </a:cubicBezTo>
                <a:cubicBezTo>
                  <a:pt x="2254628" y="111865"/>
                  <a:pt x="2257716" y="109853"/>
                  <a:pt x="2260315" y="107244"/>
                </a:cubicBezTo>
                <a:cubicBezTo>
                  <a:pt x="2262916" y="104635"/>
                  <a:pt x="2264948" y="101510"/>
                  <a:pt x="2266412" y="97869"/>
                </a:cubicBezTo>
                <a:cubicBezTo>
                  <a:pt x="2267875" y="94226"/>
                  <a:pt x="2268607" y="90176"/>
                  <a:pt x="2268607" y="85718"/>
                </a:cubicBezTo>
                <a:cubicBezTo>
                  <a:pt x="2268607" y="81695"/>
                  <a:pt x="2267875" y="77890"/>
                  <a:pt x="2266412" y="74302"/>
                </a:cubicBezTo>
                <a:cubicBezTo>
                  <a:pt x="2264948" y="70714"/>
                  <a:pt x="2262916" y="67562"/>
                  <a:pt x="2260315" y="64845"/>
                </a:cubicBezTo>
                <a:cubicBezTo>
                  <a:pt x="2257716" y="62127"/>
                  <a:pt x="2254628" y="59952"/>
                  <a:pt x="2251052" y="58322"/>
                </a:cubicBezTo>
                <a:cubicBezTo>
                  <a:pt x="2247475" y="56690"/>
                  <a:pt x="2243574" y="55874"/>
                  <a:pt x="2239348" y="55874"/>
                </a:cubicBezTo>
                <a:cubicBezTo>
                  <a:pt x="2234797" y="55874"/>
                  <a:pt x="2230734" y="56690"/>
                  <a:pt x="2227157" y="58322"/>
                </a:cubicBezTo>
                <a:cubicBezTo>
                  <a:pt x="2223583" y="59952"/>
                  <a:pt x="2220576" y="62127"/>
                  <a:pt x="2218137" y="64845"/>
                </a:cubicBezTo>
                <a:cubicBezTo>
                  <a:pt x="2215698" y="67562"/>
                  <a:pt x="2213829" y="70714"/>
                  <a:pt x="2212529" y="74302"/>
                </a:cubicBezTo>
                <a:cubicBezTo>
                  <a:pt x="2211230" y="77890"/>
                  <a:pt x="2210580" y="81695"/>
                  <a:pt x="2210580" y="85718"/>
                </a:cubicBezTo>
                <a:close/>
                <a:moveTo>
                  <a:pt x="2317045" y="48632"/>
                </a:moveTo>
                <a:cubicBezTo>
                  <a:pt x="2317261" y="50690"/>
                  <a:pt x="2317423" y="52966"/>
                  <a:pt x="2317531" y="55460"/>
                </a:cubicBezTo>
                <a:cubicBezTo>
                  <a:pt x="2317640" y="57952"/>
                  <a:pt x="2317694" y="60010"/>
                  <a:pt x="2317694" y="61635"/>
                </a:cubicBezTo>
                <a:lnTo>
                  <a:pt x="2318019" y="61635"/>
                </a:lnTo>
                <a:cubicBezTo>
                  <a:pt x="2320187" y="57188"/>
                  <a:pt x="2323709" y="53581"/>
                  <a:pt x="2328585" y="50817"/>
                </a:cubicBezTo>
                <a:cubicBezTo>
                  <a:pt x="2333461" y="48051"/>
                  <a:pt x="2338608" y="46667"/>
                  <a:pt x="2344027" y="46667"/>
                </a:cubicBezTo>
                <a:cubicBezTo>
                  <a:pt x="2353670" y="46667"/>
                  <a:pt x="2360902" y="49542"/>
                  <a:pt x="2365723" y="55291"/>
                </a:cubicBezTo>
                <a:cubicBezTo>
                  <a:pt x="2370547" y="61040"/>
                  <a:pt x="2372958" y="68633"/>
                  <a:pt x="2372958" y="78069"/>
                </a:cubicBezTo>
                <a:lnTo>
                  <a:pt x="2372958" y="124764"/>
                </a:lnTo>
                <a:lnTo>
                  <a:pt x="2361906" y="124764"/>
                </a:lnTo>
                <a:lnTo>
                  <a:pt x="2361906" y="82583"/>
                </a:lnTo>
                <a:cubicBezTo>
                  <a:pt x="2361906" y="78565"/>
                  <a:pt x="2361582" y="74929"/>
                  <a:pt x="2360932" y="71673"/>
                </a:cubicBezTo>
                <a:cubicBezTo>
                  <a:pt x="2360282" y="68416"/>
                  <a:pt x="2359171" y="65620"/>
                  <a:pt x="2357598" y="63285"/>
                </a:cubicBezTo>
                <a:cubicBezTo>
                  <a:pt x="2356028" y="60950"/>
                  <a:pt x="2353914" y="59131"/>
                  <a:pt x="2351259" y="57828"/>
                </a:cubicBezTo>
                <a:cubicBezTo>
                  <a:pt x="2348605" y="56525"/>
                  <a:pt x="2345273" y="55874"/>
                  <a:pt x="2341264" y="55874"/>
                </a:cubicBezTo>
                <a:cubicBezTo>
                  <a:pt x="2338339" y="55874"/>
                  <a:pt x="2335494" y="56472"/>
                  <a:pt x="2332729" y="57667"/>
                </a:cubicBezTo>
                <a:cubicBezTo>
                  <a:pt x="2329966" y="58861"/>
                  <a:pt x="2327501" y="60680"/>
                  <a:pt x="2325333" y="63124"/>
                </a:cubicBezTo>
                <a:cubicBezTo>
                  <a:pt x="2323167" y="65566"/>
                  <a:pt x="2321434" y="68659"/>
                  <a:pt x="2320132" y="72405"/>
                </a:cubicBezTo>
                <a:cubicBezTo>
                  <a:pt x="2318833" y="76150"/>
                  <a:pt x="2318183" y="80574"/>
                  <a:pt x="2318183" y="85679"/>
                </a:cubicBezTo>
                <a:lnTo>
                  <a:pt x="2318183" y="124764"/>
                </a:lnTo>
                <a:lnTo>
                  <a:pt x="2307129" y="124764"/>
                </a:lnTo>
                <a:lnTo>
                  <a:pt x="2307129" y="65378"/>
                </a:lnTo>
                <a:cubicBezTo>
                  <a:pt x="2307129" y="63316"/>
                  <a:pt x="2307074" y="60660"/>
                  <a:pt x="2306965" y="57409"/>
                </a:cubicBezTo>
                <a:cubicBezTo>
                  <a:pt x="2306858" y="54159"/>
                  <a:pt x="2306695" y="51233"/>
                  <a:pt x="2306479" y="48632"/>
                </a:cubicBezTo>
                <a:lnTo>
                  <a:pt x="2317045" y="48632"/>
                </a:lnTo>
                <a:close/>
                <a:moveTo>
                  <a:pt x="2442041" y="66603"/>
                </a:moveTo>
                <a:cubicBezTo>
                  <a:pt x="2440416" y="63460"/>
                  <a:pt x="2437950" y="60886"/>
                  <a:pt x="2434645" y="58882"/>
                </a:cubicBezTo>
                <a:cubicBezTo>
                  <a:pt x="2431340" y="56877"/>
                  <a:pt x="2427574" y="55874"/>
                  <a:pt x="2423348" y="55874"/>
                </a:cubicBezTo>
                <a:cubicBezTo>
                  <a:pt x="2421398" y="55874"/>
                  <a:pt x="2419448" y="56091"/>
                  <a:pt x="2417497" y="56526"/>
                </a:cubicBezTo>
                <a:cubicBezTo>
                  <a:pt x="2415546" y="56959"/>
                  <a:pt x="2413811" y="57665"/>
                  <a:pt x="2412293" y="58642"/>
                </a:cubicBezTo>
                <a:cubicBezTo>
                  <a:pt x="2410777" y="59617"/>
                  <a:pt x="2409559" y="60865"/>
                  <a:pt x="2408638" y="62385"/>
                </a:cubicBezTo>
                <a:cubicBezTo>
                  <a:pt x="2407717" y="63902"/>
                  <a:pt x="2407256" y="65692"/>
                  <a:pt x="2407256" y="67754"/>
                </a:cubicBezTo>
                <a:cubicBezTo>
                  <a:pt x="2407256" y="71336"/>
                  <a:pt x="2408719" y="74075"/>
                  <a:pt x="2411644" y="75974"/>
                </a:cubicBezTo>
                <a:cubicBezTo>
                  <a:pt x="2414570" y="77872"/>
                  <a:pt x="2419176" y="79472"/>
                  <a:pt x="2425461" y="80775"/>
                </a:cubicBezTo>
                <a:cubicBezTo>
                  <a:pt x="2434456" y="82619"/>
                  <a:pt x="2441093" y="85304"/>
                  <a:pt x="2445372" y="88831"/>
                </a:cubicBezTo>
                <a:cubicBezTo>
                  <a:pt x="2449653" y="92356"/>
                  <a:pt x="2451793" y="97102"/>
                  <a:pt x="2451793" y="103070"/>
                </a:cubicBezTo>
                <a:cubicBezTo>
                  <a:pt x="2451793" y="107410"/>
                  <a:pt x="2450953" y="111073"/>
                  <a:pt x="2449273" y="114057"/>
                </a:cubicBezTo>
                <a:cubicBezTo>
                  <a:pt x="2447593" y="117040"/>
                  <a:pt x="2445398" y="119481"/>
                  <a:pt x="2442688" y="121381"/>
                </a:cubicBezTo>
                <a:cubicBezTo>
                  <a:pt x="2439980" y="123279"/>
                  <a:pt x="2436919" y="124635"/>
                  <a:pt x="2433507" y="125449"/>
                </a:cubicBezTo>
                <a:cubicBezTo>
                  <a:pt x="2430094" y="126262"/>
                  <a:pt x="2426654" y="126669"/>
                  <a:pt x="2423186" y="126669"/>
                </a:cubicBezTo>
                <a:cubicBezTo>
                  <a:pt x="2417442" y="126669"/>
                  <a:pt x="2411861" y="125485"/>
                  <a:pt x="2406443" y="123117"/>
                </a:cubicBezTo>
                <a:cubicBezTo>
                  <a:pt x="2401026" y="120748"/>
                  <a:pt x="2396583" y="117023"/>
                  <a:pt x="2393114" y="111941"/>
                </a:cubicBezTo>
                <a:lnTo>
                  <a:pt x="2401891" y="105438"/>
                </a:lnTo>
                <a:cubicBezTo>
                  <a:pt x="2403842" y="108798"/>
                  <a:pt x="2406714" y="111616"/>
                  <a:pt x="2410505" y="113891"/>
                </a:cubicBezTo>
                <a:cubicBezTo>
                  <a:pt x="2414298" y="116166"/>
                  <a:pt x="2418471" y="117304"/>
                  <a:pt x="2423023" y="117304"/>
                </a:cubicBezTo>
                <a:cubicBezTo>
                  <a:pt x="2425407" y="117304"/>
                  <a:pt x="2427682" y="117087"/>
                  <a:pt x="2429848" y="116654"/>
                </a:cubicBezTo>
                <a:cubicBezTo>
                  <a:pt x="2432016" y="116219"/>
                  <a:pt x="2433912" y="115459"/>
                  <a:pt x="2435538" y="114374"/>
                </a:cubicBezTo>
                <a:cubicBezTo>
                  <a:pt x="2437163" y="113290"/>
                  <a:pt x="2438464" y="111907"/>
                  <a:pt x="2439439" y="110225"/>
                </a:cubicBezTo>
                <a:cubicBezTo>
                  <a:pt x="2440415" y="108542"/>
                  <a:pt x="2440902" y="106453"/>
                  <a:pt x="2440902" y="103958"/>
                </a:cubicBezTo>
                <a:cubicBezTo>
                  <a:pt x="2440902" y="99943"/>
                  <a:pt x="2438979" y="96932"/>
                  <a:pt x="2435131" y="94925"/>
                </a:cubicBezTo>
                <a:cubicBezTo>
                  <a:pt x="2431285" y="92917"/>
                  <a:pt x="2425732" y="91046"/>
                  <a:pt x="2418472" y="89310"/>
                </a:cubicBezTo>
                <a:cubicBezTo>
                  <a:pt x="2416196" y="88767"/>
                  <a:pt x="2413785" y="88089"/>
                  <a:pt x="2411237" y="87276"/>
                </a:cubicBezTo>
                <a:cubicBezTo>
                  <a:pt x="2408690" y="86462"/>
                  <a:pt x="2406333" y="85269"/>
                  <a:pt x="2404166" y="83697"/>
                </a:cubicBezTo>
                <a:cubicBezTo>
                  <a:pt x="2402000" y="82123"/>
                  <a:pt x="2400212" y="80142"/>
                  <a:pt x="2398804" y="77754"/>
                </a:cubicBezTo>
                <a:cubicBezTo>
                  <a:pt x="2397395" y="75367"/>
                  <a:pt x="2396690" y="72383"/>
                  <a:pt x="2396690" y="68803"/>
                </a:cubicBezTo>
                <a:cubicBezTo>
                  <a:pt x="2396690" y="64896"/>
                  <a:pt x="2397449" y="61559"/>
                  <a:pt x="2398965" y="58793"/>
                </a:cubicBezTo>
                <a:cubicBezTo>
                  <a:pt x="2400483" y="56025"/>
                  <a:pt x="2402515" y="53747"/>
                  <a:pt x="2405061" y="51958"/>
                </a:cubicBezTo>
                <a:cubicBezTo>
                  <a:pt x="2407607" y="50167"/>
                  <a:pt x="2410506" y="48838"/>
                  <a:pt x="2413757" y="47970"/>
                </a:cubicBezTo>
                <a:cubicBezTo>
                  <a:pt x="2417009" y="47102"/>
                  <a:pt x="2420369" y="46667"/>
                  <a:pt x="2423836" y="46667"/>
                </a:cubicBezTo>
                <a:cubicBezTo>
                  <a:pt x="2429146" y="46667"/>
                  <a:pt x="2434292" y="47852"/>
                  <a:pt x="2439275" y="50222"/>
                </a:cubicBezTo>
                <a:cubicBezTo>
                  <a:pt x="2444261" y="52589"/>
                  <a:pt x="2448000" y="55937"/>
                  <a:pt x="2450493" y="60264"/>
                </a:cubicBezTo>
                <a:lnTo>
                  <a:pt x="2442041" y="66603"/>
                </a:lnTo>
                <a:close/>
                <a:moveTo>
                  <a:pt x="2489015" y="116907"/>
                </a:moveTo>
                <a:cubicBezTo>
                  <a:pt x="2489015" y="119190"/>
                  <a:pt x="2488202" y="121230"/>
                  <a:pt x="2486577" y="123025"/>
                </a:cubicBezTo>
                <a:cubicBezTo>
                  <a:pt x="2484952" y="124819"/>
                  <a:pt x="2482839" y="125716"/>
                  <a:pt x="2480238" y="125716"/>
                </a:cubicBezTo>
                <a:cubicBezTo>
                  <a:pt x="2477637" y="125716"/>
                  <a:pt x="2475524" y="124819"/>
                  <a:pt x="2473898" y="123025"/>
                </a:cubicBezTo>
                <a:cubicBezTo>
                  <a:pt x="2472273" y="121230"/>
                  <a:pt x="2471460" y="119190"/>
                  <a:pt x="2471460" y="116907"/>
                </a:cubicBezTo>
                <a:cubicBezTo>
                  <a:pt x="2471460" y="114623"/>
                  <a:pt x="2472273" y="112585"/>
                  <a:pt x="2473898" y="110791"/>
                </a:cubicBezTo>
                <a:cubicBezTo>
                  <a:pt x="2475524" y="108995"/>
                  <a:pt x="2477637" y="108097"/>
                  <a:pt x="2480238" y="108097"/>
                </a:cubicBezTo>
                <a:cubicBezTo>
                  <a:pt x="2482839" y="108097"/>
                  <a:pt x="2484952" y="108995"/>
                  <a:pt x="2486577" y="110791"/>
                </a:cubicBezTo>
                <a:cubicBezTo>
                  <a:pt x="2488202" y="112585"/>
                  <a:pt x="2489015" y="114623"/>
                  <a:pt x="2489015" y="116907"/>
                </a:cubicBezTo>
                <a:close/>
                <a:moveTo>
                  <a:pt x="2550617" y="97678"/>
                </a:moveTo>
                <a:cubicBezTo>
                  <a:pt x="2550617" y="107101"/>
                  <a:pt x="2551592" y="115874"/>
                  <a:pt x="2553543" y="123998"/>
                </a:cubicBezTo>
                <a:cubicBezTo>
                  <a:pt x="2555495" y="132121"/>
                  <a:pt x="2558258" y="139432"/>
                  <a:pt x="2561832" y="145930"/>
                </a:cubicBezTo>
                <a:lnTo>
                  <a:pt x="2553382" y="150479"/>
                </a:lnTo>
                <a:cubicBezTo>
                  <a:pt x="2549263" y="143872"/>
                  <a:pt x="2545985" y="135937"/>
                  <a:pt x="2543546" y="126676"/>
                </a:cubicBezTo>
                <a:cubicBezTo>
                  <a:pt x="2541109" y="117417"/>
                  <a:pt x="2539890" y="107751"/>
                  <a:pt x="2539890" y="97678"/>
                </a:cubicBezTo>
                <a:cubicBezTo>
                  <a:pt x="2539890" y="88688"/>
                  <a:pt x="2540892" y="79915"/>
                  <a:pt x="2542896" y="71358"/>
                </a:cubicBezTo>
                <a:cubicBezTo>
                  <a:pt x="2544902" y="62801"/>
                  <a:pt x="2547638" y="54569"/>
                  <a:pt x="2551105" y="46663"/>
                </a:cubicBezTo>
                <a:cubicBezTo>
                  <a:pt x="2554573" y="38756"/>
                  <a:pt x="2558636" y="31337"/>
                  <a:pt x="2563296" y="24405"/>
                </a:cubicBezTo>
                <a:cubicBezTo>
                  <a:pt x="2567955" y="17474"/>
                  <a:pt x="2572994" y="11138"/>
                  <a:pt x="2578412" y="5397"/>
                </a:cubicBezTo>
                <a:lnTo>
                  <a:pt x="2585890" y="10759"/>
                </a:lnTo>
                <a:cubicBezTo>
                  <a:pt x="2580905" y="16282"/>
                  <a:pt x="2576272" y="22401"/>
                  <a:pt x="2571991" y="29118"/>
                </a:cubicBezTo>
                <a:cubicBezTo>
                  <a:pt x="2567712" y="35832"/>
                  <a:pt x="2563974" y="42899"/>
                  <a:pt x="2560776" y="50318"/>
                </a:cubicBezTo>
                <a:cubicBezTo>
                  <a:pt x="2557580" y="57737"/>
                  <a:pt x="2555087" y="65455"/>
                  <a:pt x="2553298" y="73471"/>
                </a:cubicBezTo>
                <a:cubicBezTo>
                  <a:pt x="2551511" y="81485"/>
                  <a:pt x="2550617" y="89554"/>
                  <a:pt x="2550617" y="97678"/>
                </a:cubicBezTo>
                <a:close/>
                <a:moveTo>
                  <a:pt x="2643430" y="65304"/>
                </a:moveTo>
                <a:cubicBezTo>
                  <a:pt x="2641912" y="62486"/>
                  <a:pt x="2639636" y="60184"/>
                  <a:pt x="2636602" y="58396"/>
                </a:cubicBezTo>
                <a:cubicBezTo>
                  <a:pt x="2633568" y="56609"/>
                  <a:pt x="2629938" y="55715"/>
                  <a:pt x="2625712" y="55715"/>
                </a:cubicBezTo>
                <a:cubicBezTo>
                  <a:pt x="2623762" y="55715"/>
                  <a:pt x="2621731" y="55933"/>
                  <a:pt x="2619618" y="56368"/>
                </a:cubicBezTo>
                <a:cubicBezTo>
                  <a:pt x="2617505" y="56801"/>
                  <a:pt x="2615553" y="57506"/>
                  <a:pt x="2613764" y="58483"/>
                </a:cubicBezTo>
                <a:cubicBezTo>
                  <a:pt x="2611977" y="59459"/>
                  <a:pt x="2610515" y="60734"/>
                  <a:pt x="2609377" y="62308"/>
                </a:cubicBezTo>
                <a:cubicBezTo>
                  <a:pt x="2608239" y="63880"/>
                  <a:pt x="2607671" y="65806"/>
                  <a:pt x="2607671" y="68084"/>
                </a:cubicBezTo>
                <a:cubicBezTo>
                  <a:pt x="2607671" y="70144"/>
                  <a:pt x="2608023" y="71826"/>
                  <a:pt x="2608727" y="73129"/>
                </a:cubicBezTo>
                <a:cubicBezTo>
                  <a:pt x="2609431" y="74430"/>
                  <a:pt x="2610433" y="75542"/>
                  <a:pt x="2611733" y="76465"/>
                </a:cubicBezTo>
                <a:cubicBezTo>
                  <a:pt x="2613034" y="77387"/>
                  <a:pt x="2614606" y="78202"/>
                  <a:pt x="2616448" y="78908"/>
                </a:cubicBezTo>
                <a:cubicBezTo>
                  <a:pt x="2618290" y="79612"/>
                  <a:pt x="2620403" y="80289"/>
                  <a:pt x="2622787" y="80939"/>
                </a:cubicBezTo>
                <a:cubicBezTo>
                  <a:pt x="2630264" y="83110"/>
                  <a:pt x="2635953" y="85850"/>
                  <a:pt x="2639854" y="89158"/>
                </a:cubicBezTo>
                <a:cubicBezTo>
                  <a:pt x="2643754" y="92467"/>
                  <a:pt x="2645704" y="97159"/>
                  <a:pt x="2645704" y="103233"/>
                </a:cubicBezTo>
                <a:cubicBezTo>
                  <a:pt x="2645704" y="107357"/>
                  <a:pt x="2644783" y="110911"/>
                  <a:pt x="2642941" y="113896"/>
                </a:cubicBezTo>
                <a:cubicBezTo>
                  <a:pt x="2641100" y="116879"/>
                  <a:pt x="2638770" y="119319"/>
                  <a:pt x="2635952" y="121217"/>
                </a:cubicBezTo>
                <a:cubicBezTo>
                  <a:pt x="2633135" y="123116"/>
                  <a:pt x="2629992" y="124499"/>
                  <a:pt x="2626525" y="125367"/>
                </a:cubicBezTo>
                <a:cubicBezTo>
                  <a:pt x="2623058" y="126235"/>
                  <a:pt x="2619644" y="126669"/>
                  <a:pt x="2616284" y="126669"/>
                </a:cubicBezTo>
                <a:cubicBezTo>
                  <a:pt x="2609892" y="126669"/>
                  <a:pt x="2603905" y="125485"/>
                  <a:pt x="2598323" y="123117"/>
                </a:cubicBezTo>
                <a:cubicBezTo>
                  <a:pt x="2592742" y="120748"/>
                  <a:pt x="2588381" y="117129"/>
                  <a:pt x="2585240" y="112261"/>
                </a:cubicBezTo>
                <a:lnTo>
                  <a:pt x="2594667" y="106083"/>
                </a:lnTo>
                <a:cubicBezTo>
                  <a:pt x="2596509" y="109226"/>
                  <a:pt x="2599272" y="111909"/>
                  <a:pt x="2602956" y="114131"/>
                </a:cubicBezTo>
                <a:cubicBezTo>
                  <a:pt x="2606641" y="116352"/>
                  <a:pt x="2610922" y="117462"/>
                  <a:pt x="2615798" y="117462"/>
                </a:cubicBezTo>
                <a:cubicBezTo>
                  <a:pt x="2618181" y="117462"/>
                  <a:pt x="2620510" y="117218"/>
                  <a:pt x="2622785" y="116731"/>
                </a:cubicBezTo>
                <a:cubicBezTo>
                  <a:pt x="2625062" y="116241"/>
                  <a:pt x="2627094" y="115481"/>
                  <a:pt x="2628881" y="114451"/>
                </a:cubicBezTo>
                <a:cubicBezTo>
                  <a:pt x="2630670" y="113421"/>
                  <a:pt x="2632106" y="112065"/>
                  <a:pt x="2633189" y="110384"/>
                </a:cubicBezTo>
                <a:cubicBezTo>
                  <a:pt x="2634272" y="108702"/>
                  <a:pt x="2634814" y="106722"/>
                  <a:pt x="2634814" y="104444"/>
                </a:cubicBezTo>
                <a:cubicBezTo>
                  <a:pt x="2634814" y="100429"/>
                  <a:pt x="2633215" y="97364"/>
                  <a:pt x="2630017" y="95250"/>
                </a:cubicBezTo>
                <a:cubicBezTo>
                  <a:pt x="2626821" y="93133"/>
                  <a:pt x="2622243" y="91098"/>
                  <a:pt x="2616284" y="89143"/>
                </a:cubicBezTo>
                <a:cubicBezTo>
                  <a:pt x="2614009" y="88384"/>
                  <a:pt x="2611733" y="87517"/>
                  <a:pt x="2609456" y="86542"/>
                </a:cubicBezTo>
                <a:cubicBezTo>
                  <a:pt x="2607181" y="85564"/>
                  <a:pt x="2605123" y="84290"/>
                  <a:pt x="2603281" y="82717"/>
                </a:cubicBezTo>
                <a:cubicBezTo>
                  <a:pt x="2601439" y="81143"/>
                  <a:pt x="2599949" y="79244"/>
                  <a:pt x="2598811" y="77020"/>
                </a:cubicBezTo>
                <a:cubicBezTo>
                  <a:pt x="2597674" y="74796"/>
                  <a:pt x="2597105" y="72111"/>
                  <a:pt x="2597105" y="68964"/>
                </a:cubicBezTo>
                <a:cubicBezTo>
                  <a:pt x="2597105" y="65057"/>
                  <a:pt x="2597999" y="61693"/>
                  <a:pt x="2599786" y="58873"/>
                </a:cubicBezTo>
                <a:cubicBezTo>
                  <a:pt x="2601575" y="56052"/>
                  <a:pt x="2603851" y="53747"/>
                  <a:pt x="2606614" y="51958"/>
                </a:cubicBezTo>
                <a:cubicBezTo>
                  <a:pt x="2609377" y="50167"/>
                  <a:pt x="2612492" y="48838"/>
                  <a:pt x="2615959" y="47970"/>
                </a:cubicBezTo>
                <a:cubicBezTo>
                  <a:pt x="2619427" y="47102"/>
                  <a:pt x="2622894" y="46667"/>
                  <a:pt x="2626361" y="46667"/>
                </a:cubicBezTo>
                <a:cubicBezTo>
                  <a:pt x="2632213" y="46667"/>
                  <a:pt x="2637441" y="47798"/>
                  <a:pt x="2642046" y="50060"/>
                </a:cubicBezTo>
                <a:cubicBezTo>
                  <a:pt x="2646653" y="52322"/>
                  <a:pt x="2649985" y="55345"/>
                  <a:pt x="2652044" y="59128"/>
                </a:cubicBezTo>
                <a:lnTo>
                  <a:pt x="2643430" y="65304"/>
                </a:lnTo>
                <a:close/>
                <a:moveTo>
                  <a:pt x="2674963" y="124764"/>
                </a:moveTo>
                <a:lnTo>
                  <a:pt x="2664073" y="124764"/>
                </a:lnTo>
                <a:lnTo>
                  <a:pt x="2677563" y="48694"/>
                </a:lnTo>
                <a:lnTo>
                  <a:pt x="2688453" y="48694"/>
                </a:lnTo>
                <a:lnTo>
                  <a:pt x="2674963" y="124764"/>
                </a:lnTo>
                <a:moveTo>
                  <a:pt x="2694956" y="19204"/>
                </a:moveTo>
                <a:cubicBezTo>
                  <a:pt x="2694956" y="21365"/>
                  <a:pt x="2694225" y="23202"/>
                  <a:pt x="2692761" y="24715"/>
                </a:cubicBezTo>
                <a:cubicBezTo>
                  <a:pt x="2691298" y="26228"/>
                  <a:pt x="2689483" y="26985"/>
                  <a:pt x="2687317" y="26985"/>
                </a:cubicBezTo>
                <a:cubicBezTo>
                  <a:pt x="2685259" y="26985"/>
                  <a:pt x="2683498" y="26336"/>
                  <a:pt x="2682035" y="25040"/>
                </a:cubicBezTo>
                <a:cubicBezTo>
                  <a:pt x="2680571" y="23742"/>
                  <a:pt x="2679840" y="21959"/>
                  <a:pt x="2679840" y="19690"/>
                </a:cubicBezTo>
                <a:cubicBezTo>
                  <a:pt x="2679840" y="17420"/>
                  <a:pt x="2680625" y="15529"/>
                  <a:pt x="2682196" y="14016"/>
                </a:cubicBezTo>
                <a:cubicBezTo>
                  <a:pt x="2683768" y="12503"/>
                  <a:pt x="2685584" y="11746"/>
                  <a:pt x="2687642" y="11746"/>
                </a:cubicBezTo>
                <a:cubicBezTo>
                  <a:pt x="2689701" y="11746"/>
                  <a:pt x="2691435" y="12422"/>
                  <a:pt x="2692843" y="13773"/>
                </a:cubicBezTo>
                <a:cubicBezTo>
                  <a:pt x="2694252" y="15123"/>
                  <a:pt x="2694956" y="16934"/>
                  <a:pt x="2694956" y="19204"/>
                </a:cubicBezTo>
                <a:close/>
                <a:moveTo>
                  <a:pt x="2800772" y="46667"/>
                </a:moveTo>
                <a:cubicBezTo>
                  <a:pt x="2809006" y="46667"/>
                  <a:pt x="2815426" y="48756"/>
                  <a:pt x="2820031" y="52932"/>
                </a:cubicBezTo>
                <a:cubicBezTo>
                  <a:pt x="2824637" y="57107"/>
                  <a:pt x="2826940" y="62775"/>
                  <a:pt x="2826940" y="69934"/>
                </a:cubicBezTo>
                <a:cubicBezTo>
                  <a:pt x="2826940" y="71236"/>
                  <a:pt x="2826858" y="72537"/>
                  <a:pt x="2826695" y="73838"/>
                </a:cubicBezTo>
                <a:cubicBezTo>
                  <a:pt x="2826533" y="75139"/>
                  <a:pt x="2826343" y="76550"/>
                  <a:pt x="2826127" y="78069"/>
                </a:cubicBezTo>
                <a:lnTo>
                  <a:pt x="2817838" y="124764"/>
                </a:lnTo>
                <a:lnTo>
                  <a:pt x="2806947" y="124764"/>
                </a:lnTo>
                <a:lnTo>
                  <a:pt x="2814425" y="82586"/>
                </a:lnTo>
                <a:cubicBezTo>
                  <a:pt x="2815075" y="79219"/>
                  <a:pt x="2815400" y="76017"/>
                  <a:pt x="2815400" y="72977"/>
                </a:cubicBezTo>
                <a:cubicBezTo>
                  <a:pt x="2815400" y="67658"/>
                  <a:pt x="2814153" y="63452"/>
                  <a:pt x="2811660" y="60358"/>
                </a:cubicBezTo>
                <a:cubicBezTo>
                  <a:pt x="2809168" y="57263"/>
                  <a:pt x="2804780" y="55715"/>
                  <a:pt x="2798495" y="55715"/>
                </a:cubicBezTo>
                <a:cubicBezTo>
                  <a:pt x="2794485" y="55715"/>
                  <a:pt x="2791044" y="56530"/>
                  <a:pt x="2788172" y="58158"/>
                </a:cubicBezTo>
                <a:cubicBezTo>
                  <a:pt x="2785302" y="59787"/>
                  <a:pt x="2782864" y="61959"/>
                  <a:pt x="2780858" y="64674"/>
                </a:cubicBezTo>
                <a:cubicBezTo>
                  <a:pt x="2778854" y="67387"/>
                  <a:pt x="2777283" y="70427"/>
                  <a:pt x="2776146" y="73793"/>
                </a:cubicBezTo>
                <a:cubicBezTo>
                  <a:pt x="2775008" y="77158"/>
                  <a:pt x="2774115" y="80632"/>
                  <a:pt x="2773465" y="84215"/>
                </a:cubicBezTo>
                <a:lnTo>
                  <a:pt x="2766312" y="124764"/>
                </a:lnTo>
                <a:lnTo>
                  <a:pt x="2755421" y="124764"/>
                </a:lnTo>
                <a:lnTo>
                  <a:pt x="2763388" y="80468"/>
                </a:lnTo>
                <a:cubicBezTo>
                  <a:pt x="2764037" y="76886"/>
                  <a:pt x="2764362" y="73575"/>
                  <a:pt x="2764362" y="70534"/>
                </a:cubicBezTo>
                <a:cubicBezTo>
                  <a:pt x="2764362" y="65974"/>
                  <a:pt x="2763251" y="62365"/>
                  <a:pt x="2761029" y="59706"/>
                </a:cubicBezTo>
                <a:cubicBezTo>
                  <a:pt x="2758808" y="57045"/>
                  <a:pt x="2754881" y="55715"/>
                  <a:pt x="2749246" y="55715"/>
                </a:cubicBezTo>
                <a:cubicBezTo>
                  <a:pt x="2746645" y="55715"/>
                  <a:pt x="2743935" y="56313"/>
                  <a:pt x="2741118" y="57508"/>
                </a:cubicBezTo>
                <a:cubicBezTo>
                  <a:pt x="2738300" y="58702"/>
                  <a:pt x="2735646" y="60548"/>
                  <a:pt x="2733154" y="63044"/>
                </a:cubicBezTo>
                <a:cubicBezTo>
                  <a:pt x="2730662" y="65541"/>
                  <a:pt x="2728441" y="68662"/>
                  <a:pt x="2726490" y="72407"/>
                </a:cubicBezTo>
                <a:cubicBezTo>
                  <a:pt x="2724539" y="76152"/>
                  <a:pt x="2723130" y="80577"/>
                  <a:pt x="2722263" y="85681"/>
                </a:cubicBezTo>
                <a:lnTo>
                  <a:pt x="2715435" y="124764"/>
                </a:lnTo>
                <a:lnTo>
                  <a:pt x="2704545" y="124764"/>
                </a:lnTo>
                <a:lnTo>
                  <a:pt x="2714949" y="65378"/>
                </a:lnTo>
                <a:cubicBezTo>
                  <a:pt x="2715383" y="63316"/>
                  <a:pt x="2715843" y="60660"/>
                  <a:pt x="2716331" y="57409"/>
                </a:cubicBezTo>
                <a:cubicBezTo>
                  <a:pt x="2716819" y="54159"/>
                  <a:pt x="2717171" y="51233"/>
                  <a:pt x="2717387" y="48632"/>
                </a:cubicBezTo>
                <a:lnTo>
                  <a:pt x="2727789" y="48632"/>
                </a:lnTo>
                <a:cubicBezTo>
                  <a:pt x="2727573" y="50690"/>
                  <a:pt x="2727302" y="52966"/>
                  <a:pt x="2726976" y="55460"/>
                </a:cubicBezTo>
                <a:cubicBezTo>
                  <a:pt x="2726652" y="57952"/>
                  <a:pt x="2726327" y="60010"/>
                  <a:pt x="2726001" y="61635"/>
                </a:cubicBezTo>
                <a:lnTo>
                  <a:pt x="2726326" y="61635"/>
                </a:lnTo>
                <a:cubicBezTo>
                  <a:pt x="2729469" y="56971"/>
                  <a:pt x="2733261" y="53310"/>
                  <a:pt x="2737703" y="50653"/>
                </a:cubicBezTo>
                <a:cubicBezTo>
                  <a:pt x="2742146" y="47996"/>
                  <a:pt x="2747131" y="46667"/>
                  <a:pt x="2752658" y="46667"/>
                </a:cubicBezTo>
                <a:cubicBezTo>
                  <a:pt x="2754717" y="46667"/>
                  <a:pt x="2756856" y="46885"/>
                  <a:pt x="2759077" y="47320"/>
                </a:cubicBezTo>
                <a:cubicBezTo>
                  <a:pt x="2761299" y="47753"/>
                  <a:pt x="2763412" y="48593"/>
                  <a:pt x="2765416" y="49840"/>
                </a:cubicBezTo>
                <a:cubicBezTo>
                  <a:pt x="2767422" y="51086"/>
                  <a:pt x="2769183" y="52741"/>
                  <a:pt x="2770699" y="54803"/>
                </a:cubicBezTo>
                <a:cubicBezTo>
                  <a:pt x="2772217" y="56863"/>
                  <a:pt x="2773301" y="59520"/>
                  <a:pt x="2773951" y="62774"/>
                </a:cubicBezTo>
                <a:cubicBezTo>
                  <a:pt x="2776876" y="57567"/>
                  <a:pt x="2780614" y="53581"/>
                  <a:pt x="2785166" y="50817"/>
                </a:cubicBezTo>
                <a:cubicBezTo>
                  <a:pt x="2789718" y="48051"/>
                  <a:pt x="2794920" y="46667"/>
                  <a:pt x="2800772" y="46667"/>
                </a:cubicBezTo>
                <a:close/>
                <a:moveTo>
                  <a:pt x="2976966" y="58414"/>
                </a:moveTo>
                <a:lnTo>
                  <a:pt x="2976966" y="68096"/>
                </a:lnTo>
                <a:lnTo>
                  <a:pt x="2894071" y="68096"/>
                </a:lnTo>
                <a:lnTo>
                  <a:pt x="2894071" y="58414"/>
                </a:lnTo>
                <a:lnTo>
                  <a:pt x="2976966" y="58414"/>
                </a:lnTo>
                <a:moveTo>
                  <a:pt x="2976966" y="82859"/>
                </a:moveTo>
                <a:lnTo>
                  <a:pt x="2976966" y="92541"/>
                </a:lnTo>
                <a:lnTo>
                  <a:pt x="2894071" y="92541"/>
                </a:lnTo>
                <a:lnTo>
                  <a:pt x="2894071" y="82859"/>
                </a:lnTo>
                <a:lnTo>
                  <a:pt x="2976966" y="82859"/>
                </a:lnTo>
                <a:close/>
                <a:moveTo>
                  <a:pt x="3051574" y="116743"/>
                </a:moveTo>
                <a:cubicBezTo>
                  <a:pt x="3051574" y="119136"/>
                  <a:pt x="3050734" y="121230"/>
                  <a:pt x="3049054" y="123025"/>
                </a:cubicBezTo>
                <a:cubicBezTo>
                  <a:pt x="3047374" y="124819"/>
                  <a:pt x="3045288" y="125716"/>
                  <a:pt x="3042796" y="125716"/>
                </a:cubicBezTo>
                <a:cubicBezTo>
                  <a:pt x="3040414" y="125716"/>
                  <a:pt x="3038382" y="124955"/>
                  <a:pt x="3036702" y="123432"/>
                </a:cubicBezTo>
                <a:cubicBezTo>
                  <a:pt x="3035023" y="121909"/>
                  <a:pt x="3034183" y="119843"/>
                  <a:pt x="3034183" y="117234"/>
                </a:cubicBezTo>
                <a:cubicBezTo>
                  <a:pt x="3034183" y="114623"/>
                  <a:pt x="3035076" y="112448"/>
                  <a:pt x="3036864" y="110709"/>
                </a:cubicBezTo>
                <a:cubicBezTo>
                  <a:pt x="3038653" y="108968"/>
                  <a:pt x="3040739" y="108097"/>
                  <a:pt x="3043121" y="108097"/>
                </a:cubicBezTo>
                <a:cubicBezTo>
                  <a:pt x="3045506" y="108097"/>
                  <a:pt x="3047510" y="108859"/>
                  <a:pt x="3049136" y="110381"/>
                </a:cubicBezTo>
                <a:cubicBezTo>
                  <a:pt x="3050761" y="111904"/>
                  <a:pt x="3051574" y="114025"/>
                  <a:pt x="3051574" y="116743"/>
                </a:cubicBezTo>
                <a:close/>
                <a:moveTo>
                  <a:pt x="3135445" y="74540"/>
                </a:moveTo>
                <a:lnTo>
                  <a:pt x="3135120" y="74215"/>
                </a:lnTo>
                <a:cubicBezTo>
                  <a:pt x="3133061" y="75506"/>
                  <a:pt x="3130731" y="76529"/>
                  <a:pt x="3128130" y="77283"/>
                </a:cubicBezTo>
                <a:cubicBezTo>
                  <a:pt x="3125530" y="78037"/>
                  <a:pt x="3122767" y="78414"/>
                  <a:pt x="3119842" y="78414"/>
                </a:cubicBezTo>
                <a:cubicBezTo>
                  <a:pt x="3115290" y="78414"/>
                  <a:pt x="3111090" y="77684"/>
                  <a:pt x="3107242" y="76224"/>
                </a:cubicBezTo>
                <a:cubicBezTo>
                  <a:pt x="3103396" y="74762"/>
                  <a:pt x="3100092" y="72679"/>
                  <a:pt x="3097329" y="69974"/>
                </a:cubicBezTo>
                <a:cubicBezTo>
                  <a:pt x="3094566" y="67267"/>
                  <a:pt x="3092425" y="64047"/>
                  <a:pt x="3090908" y="60314"/>
                </a:cubicBezTo>
                <a:cubicBezTo>
                  <a:pt x="3089391" y="56580"/>
                  <a:pt x="3088633" y="52441"/>
                  <a:pt x="3088633" y="47895"/>
                </a:cubicBezTo>
                <a:cubicBezTo>
                  <a:pt x="3088633" y="41835"/>
                  <a:pt x="3089662" y="36289"/>
                  <a:pt x="3091721" y="31258"/>
                </a:cubicBezTo>
                <a:cubicBezTo>
                  <a:pt x="3093780" y="26225"/>
                  <a:pt x="3096678" y="21896"/>
                  <a:pt x="3100417" y="18272"/>
                </a:cubicBezTo>
                <a:cubicBezTo>
                  <a:pt x="3104155" y="14646"/>
                  <a:pt x="3108571" y="11831"/>
                  <a:pt x="3113663" y="9829"/>
                </a:cubicBezTo>
                <a:cubicBezTo>
                  <a:pt x="3118758" y="7827"/>
                  <a:pt x="3124393" y="6826"/>
                  <a:pt x="3130568" y="6826"/>
                </a:cubicBezTo>
                <a:cubicBezTo>
                  <a:pt x="3135554" y="6826"/>
                  <a:pt x="3140132" y="7665"/>
                  <a:pt x="3144304" y="9343"/>
                </a:cubicBezTo>
                <a:cubicBezTo>
                  <a:pt x="3148476" y="11021"/>
                  <a:pt x="3152078" y="13350"/>
                  <a:pt x="3155113" y="16330"/>
                </a:cubicBezTo>
                <a:cubicBezTo>
                  <a:pt x="3158147" y="19308"/>
                  <a:pt x="3160476" y="22800"/>
                  <a:pt x="3162102" y="26808"/>
                </a:cubicBezTo>
                <a:cubicBezTo>
                  <a:pt x="3163727" y="30815"/>
                  <a:pt x="3164540" y="35092"/>
                  <a:pt x="3164540" y="39641"/>
                </a:cubicBezTo>
                <a:cubicBezTo>
                  <a:pt x="3164540" y="45273"/>
                  <a:pt x="3163185" y="50823"/>
                  <a:pt x="3160475" y="56293"/>
                </a:cubicBezTo>
                <a:cubicBezTo>
                  <a:pt x="3157766" y="61761"/>
                  <a:pt x="3153703" y="67853"/>
                  <a:pt x="3148285" y="74567"/>
                </a:cubicBezTo>
                <a:lnTo>
                  <a:pt x="3107651" y="124764"/>
                </a:lnTo>
                <a:lnTo>
                  <a:pt x="3093509" y="124764"/>
                </a:lnTo>
                <a:lnTo>
                  <a:pt x="3135445" y="74540"/>
                </a:lnTo>
                <a:moveTo>
                  <a:pt x="3152999" y="39281"/>
                </a:moveTo>
                <a:cubicBezTo>
                  <a:pt x="3152999" y="36246"/>
                  <a:pt x="3152457" y="33318"/>
                  <a:pt x="3151372" y="30499"/>
                </a:cubicBezTo>
                <a:cubicBezTo>
                  <a:pt x="3150289" y="27680"/>
                  <a:pt x="3148772" y="25240"/>
                  <a:pt x="3146821" y="23180"/>
                </a:cubicBezTo>
                <a:cubicBezTo>
                  <a:pt x="3144872" y="21120"/>
                  <a:pt x="3142488" y="19466"/>
                  <a:pt x="3139671" y="18220"/>
                </a:cubicBezTo>
                <a:cubicBezTo>
                  <a:pt x="3136853" y="16973"/>
                  <a:pt x="3133711" y="16349"/>
                  <a:pt x="3130244" y="16349"/>
                </a:cubicBezTo>
                <a:cubicBezTo>
                  <a:pt x="3125693" y="16349"/>
                  <a:pt x="3121575" y="17163"/>
                  <a:pt x="3117890" y="18790"/>
                </a:cubicBezTo>
                <a:cubicBezTo>
                  <a:pt x="3114206" y="20415"/>
                  <a:pt x="3111036" y="22611"/>
                  <a:pt x="3108381" y="25377"/>
                </a:cubicBezTo>
                <a:cubicBezTo>
                  <a:pt x="3105727" y="28142"/>
                  <a:pt x="3103695" y="31368"/>
                  <a:pt x="3102287" y="35055"/>
                </a:cubicBezTo>
                <a:cubicBezTo>
                  <a:pt x="3100878" y="38741"/>
                  <a:pt x="3100174" y="42697"/>
                  <a:pt x="3100174" y="46925"/>
                </a:cubicBezTo>
                <a:cubicBezTo>
                  <a:pt x="3100174" y="49961"/>
                  <a:pt x="3100661" y="52835"/>
                  <a:pt x="3101637" y="55547"/>
                </a:cubicBezTo>
                <a:cubicBezTo>
                  <a:pt x="3102612" y="58257"/>
                  <a:pt x="3104021" y="60614"/>
                  <a:pt x="3105863" y="62620"/>
                </a:cubicBezTo>
                <a:cubicBezTo>
                  <a:pt x="3107705" y="64626"/>
                  <a:pt x="3109980" y="66226"/>
                  <a:pt x="3112689" y="67419"/>
                </a:cubicBezTo>
                <a:cubicBezTo>
                  <a:pt x="3115399" y="68611"/>
                  <a:pt x="3118487" y="69208"/>
                  <a:pt x="3121955" y="69208"/>
                </a:cubicBezTo>
                <a:cubicBezTo>
                  <a:pt x="3126288" y="69208"/>
                  <a:pt x="3130352" y="68449"/>
                  <a:pt x="3134145" y="66931"/>
                </a:cubicBezTo>
                <a:cubicBezTo>
                  <a:pt x="3137938" y="65413"/>
                  <a:pt x="3141242" y="63326"/>
                  <a:pt x="3144058" y="60671"/>
                </a:cubicBezTo>
                <a:cubicBezTo>
                  <a:pt x="3146876" y="58014"/>
                  <a:pt x="3149070" y="54842"/>
                  <a:pt x="3150641" y="51157"/>
                </a:cubicBezTo>
                <a:cubicBezTo>
                  <a:pt x="3152213" y="47469"/>
                  <a:pt x="3152999" y="43511"/>
                  <a:pt x="3152999" y="39281"/>
                </a:cubicBezTo>
                <a:close/>
                <a:moveTo>
                  <a:pt x="3202087" y="59909"/>
                </a:moveTo>
                <a:lnTo>
                  <a:pt x="3202412" y="60234"/>
                </a:lnTo>
                <a:cubicBezTo>
                  <a:pt x="3204471" y="58941"/>
                  <a:pt x="3206800" y="57918"/>
                  <a:pt x="3209401" y="57164"/>
                </a:cubicBezTo>
                <a:cubicBezTo>
                  <a:pt x="3212002" y="56410"/>
                  <a:pt x="3214766" y="56033"/>
                  <a:pt x="3217693" y="56033"/>
                </a:cubicBezTo>
                <a:cubicBezTo>
                  <a:pt x="3222243" y="56033"/>
                  <a:pt x="3226415" y="56764"/>
                  <a:pt x="3230208" y="58225"/>
                </a:cubicBezTo>
                <a:cubicBezTo>
                  <a:pt x="3234001" y="59685"/>
                  <a:pt x="3237279" y="61769"/>
                  <a:pt x="3240042" y="64475"/>
                </a:cubicBezTo>
                <a:cubicBezTo>
                  <a:pt x="3242805" y="67180"/>
                  <a:pt x="3244972" y="70400"/>
                  <a:pt x="3246542" y="74133"/>
                </a:cubicBezTo>
                <a:cubicBezTo>
                  <a:pt x="3248115" y="77867"/>
                  <a:pt x="3248901" y="82006"/>
                  <a:pt x="3248901" y="86552"/>
                </a:cubicBezTo>
                <a:cubicBezTo>
                  <a:pt x="3248901" y="92612"/>
                  <a:pt x="3247872" y="98158"/>
                  <a:pt x="3245813" y="103191"/>
                </a:cubicBezTo>
                <a:cubicBezTo>
                  <a:pt x="3243755" y="108223"/>
                  <a:pt x="3240855" y="112552"/>
                  <a:pt x="3237115" y="116178"/>
                </a:cubicBezTo>
                <a:cubicBezTo>
                  <a:pt x="3233377" y="119802"/>
                  <a:pt x="3228961" y="122615"/>
                  <a:pt x="3223868" y="124618"/>
                </a:cubicBezTo>
                <a:cubicBezTo>
                  <a:pt x="3218776" y="126620"/>
                  <a:pt x="3213141" y="127621"/>
                  <a:pt x="3206963" y="127621"/>
                </a:cubicBezTo>
                <a:cubicBezTo>
                  <a:pt x="3201871" y="127621"/>
                  <a:pt x="3197265" y="126782"/>
                  <a:pt x="3193146" y="125104"/>
                </a:cubicBezTo>
                <a:cubicBezTo>
                  <a:pt x="3189029" y="123426"/>
                  <a:pt x="3185453" y="121097"/>
                  <a:pt x="3182419" y="118120"/>
                </a:cubicBezTo>
                <a:cubicBezTo>
                  <a:pt x="3179385" y="115140"/>
                  <a:pt x="3177055" y="111647"/>
                  <a:pt x="3175430" y="107641"/>
                </a:cubicBezTo>
                <a:cubicBezTo>
                  <a:pt x="3173805" y="103633"/>
                  <a:pt x="3172992" y="99354"/>
                  <a:pt x="3172992" y="94806"/>
                </a:cubicBezTo>
                <a:cubicBezTo>
                  <a:pt x="3172992" y="89174"/>
                  <a:pt x="3174346" y="83624"/>
                  <a:pt x="3177055" y="78156"/>
                </a:cubicBezTo>
                <a:cubicBezTo>
                  <a:pt x="3179765" y="72686"/>
                  <a:pt x="3183829" y="66594"/>
                  <a:pt x="3189247" y="59879"/>
                </a:cubicBezTo>
                <a:lnTo>
                  <a:pt x="3229883" y="9683"/>
                </a:lnTo>
                <a:lnTo>
                  <a:pt x="3244025" y="9683"/>
                </a:lnTo>
                <a:lnTo>
                  <a:pt x="3202087" y="59909"/>
                </a:lnTo>
                <a:moveTo>
                  <a:pt x="3184696" y="95168"/>
                </a:moveTo>
                <a:cubicBezTo>
                  <a:pt x="3184696" y="98311"/>
                  <a:pt x="3185210" y="101265"/>
                  <a:pt x="3186239" y="104030"/>
                </a:cubicBezTo>
                <a:cubicBezTo>
                  <a:pt x="3187269" y="106794"/>
                  <a:pt x="3188759" y="109207"/>
                  <a:pt x="3190711" y="111267"/>
                </a:cubicBezTo>
                <a:cubicBezTo>
                  <a:pt x="3192662" y="113327"/>
                  <a:pt x="3195045" y="114980"/>
                  <a:pt x="3197861" y="116227"/>
                </a:cubicBezTo>
                <a:cubicBezTo>
                  <a:pt x="3200678" y="117474"/>
                  <a:pt x="3203822" y="118097"/>
                  <a:pt x="3207291" y="118097"/>
                </a:cubicBezTo>
                <a:cubicBezTo>
                  <a:pt x="3211841" y="118097"/>
                  <a:pt x="3215958" y="117311"/>
                  <a:pt x="3219642" y="115739"/>
                </a:cubicBezTo>
                <a:cubicBezTo>
                  <a:pt x="3223328" y="114166"/>
                  <a:pt x="3226497" y="111998"/>
                  <a:pt x="3229151" y="109233"/>
                </a:cubicBezTo>
                <a:cubicBezTo>
                  <a:pt x="3231807" y="106468"/>
                  <a:pt x="3233839" y="103216"/>
                  <a:pt x="3235248" y="99476"/>
                </a:cubicBezTo>
                <a:cubicBezTo>
                  <a:pt x="3236656" y="95736"/>
                  <a:pt x="3237361" y="91752"/>
                  <a:pt x="3237361" y="87524"/>
                </a:cubicBezTo>
                <a:cubicBezTo>
                  <a:pt x="3237361" y="84488"/>
                  <a:pt x="3236873" y="81615"/>
                  <a:pt x="3235897" y="78905"/>
                </a:cubicBezTo>
                <a:cubicBezTo>
                  <a:pt x="3234922" y="76193"/>
                  <a:pt x="3233513" y="73808"/>
                  <a:pt x="3231671" y="71750"/>
                </a:cubicBezTo>
                <a:cubicBezTo>
                  <a:pt x="3229829" y="69690"/>
                  <a:pt x="3227553" y="68063"/>
                  <a:pt x="3224843" y="66871"/>
                </a:cubicBezTo>
                <a:cubicBezTo>
                  <a:pt x="3222135" y="65677"/>
                  <a:pt x="3219047" y="65080"/>
                  <a:pt x="3215580" y="65080"/>
                </a:cubicBezTo>
                <a:cubicBezTo>
                  <a:pt x="3211137" y="65080"/>
                  <a:pt x="3207046" y="65839"/>
                  <a:pt x="3203308" y="67357"/>
                </a:cubicBezTo>
                <a:cubicBezTo>
                  <a:pt x="3199569" y="68875"/>
                  <a:pt x="3196318" y="70990"/>
                  <a:pt x="3193555" y="73702"/>
                </a:cubicBezTo>
                <a:cubicBezTo>
                  <a:pt x="3190792" y="76412"/>
                  <a:pt x="3188625" y="79610"/>
                  <a:pt x="3187052" y="83295"/>
                </a:cubicBezTo>
                <a:cubicBezTo>
                  <a:pt x="3185481" y="86981"/>
                  <a:pt x="3184696" y="90938"/>
                  <a:pt x="3184696" y="95168"/>
                </a:cubicBezTo>
                <a:close/>
                <a:moveTo>
                  <a:pt x="3310505" y="124764"/>
                </a:moveTo>
                <a:lnTo>
                  <a:pt x="3299126" y="124764"/>
                </a:lnTo>
                <a:lnTo>
                  <a:pt x="3316844" y="23825"/>
                </a:lnTo>
                <a:lnTo>
                  <a:pt x="3292625" y="41868"/>
                </a:lnTo>
                <a:lnTo>
                  <a:pt x="3286935" y="33416"/>
                </a:lnTo>
                <a:lnTo>
                  <a:pt x="3320421" y="9683"/>
                </a:lnTo>
                <a:lnTo>
                  <a:pt x="3330823" y="9683"/>
                </a:lnTo>
                <a:lnTo>
                  <a:pt x="3310505" y="124764"/>
                </a:lnTo>
                <a:close/>
                <a:moveTo>
                  <a:pt x="3389662" y="58357"/>
                </a:moveTo>
                <a:cubicBezTo>
                  <a:pt x="3389662" y="48934"/>
                  <a:pt x="3388686" y="40160"/>
                  <a:pt x="3386735" y="32037"/>
                </a:cubicBezTo>
                <a:cubicBezTo>
                  <a:pt x="3384786" y="23913"/>
                  <a:pt x="3382023" y="16602"/>
                  <a:pt x="3378446" y="10104"/>
                </a:cubicBezTo>
                <a:lnTo>
                  <a:pt x="3386899" y="5556"/>
                </a:lnTo>
                <a:cubicBezTo>
                  <a:pt x="3391016" y="12163"/>
                  <a:pt x="3394293" y="20097"/>
                  <a:pt x="3396730" y="29358"/>
                </a:cubicBezTo>
                <a:cubicBezTo>
                  <a:pt x="3399169" y="38618"/>
                  <a:pt x="3400389" y="48284"/>
                  <a:pt x="3400389" y="58357"/>
                </a:cubicBezTo>
                <a:cubicBezTo>
                  <a:pt x="3400389" y="67347"/>
                  <a:pt x="3399386" y="76120"/>
                  <a:pt x="3397380" y="84677"/>
                </a:cubicBezTo>
                <a:cubicBezTo>
                  <a:pt x="3395376" y="93233"/>
                  <a:pt x="3392641" y="101465"/>
                  <a:pt x="3389173" y="109372"/>
                </a:cubicBezTo>
                <a:cubicBezTo>
                  <a:pt x="3385706" y="117279"/>
                  <a:pt x="3381615" y="124698"/>
                  <a:pt x="3376901" y="131629"/>
                </a:cubicBezTo>
                <a:cubicBezTo>
                  <a:pt x="3372189" y="138561"/>
                  <a:pt x="3367177" y="144897"/>
                  <a:pt x="3361866" y="150638"/>
                </a:cubicBezTo>
                <a:lnTo>
                  <a:pt x="3354391" y="145275"/>
                </a:lnTo>
                <a:cubicBezTo>
                  <a:pt x="3359374" y="139753"/>
                  <a:pt x="3364007" y="133633"/>
                  <a:pt x="3368287" y="126917"/>
                </a:cubicBezTo>
                <a:cubicBezTo>
                  <a:pt x="3372568" y="120202"/>
                  <a:pt x="3376307" y="113135"/>
                  <a:pt x="3379503" y="105716"/>
                </a:cubicBezTo>
                <a:cubicBezTo>
                  <a:pt x="3382699" y="98297"/>
                  <a:pt x="3385191" y="90580"/>
                  <a:pt x="3386978" y="82566"/>
                </a:cubicBezTo>
                <a:cubicBezTo>
                  <a:pt x="3388767" y="74550"/>
                  <a:pt x="3389662" y="66480"/>
                  <a:pt x="3389662" y="583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1DBF00-B2C8-4651-8FE2-AC65F61D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51" y="3338083"/>
            <a:ext cx="2110127" cy="223496"/>
          </a:xfrm>
          <a:custGeom xmlns:a="http://schemas.openxmlformats.org/drawingml/2006/main">
            <a:pathLst>
              <a:path w="2110127" h="223496">
                <a:moveTo>
                  <a:pt x="0" y="0"/>
                </a:moveTo>
                <a:lnTo>
                  <a:pt x="2110127" y="0"/>
                </a:lnTo>
                <a:lnTo>
                  <a:pt x="2110127" y="223496"/>
                </a:lnTo>
                <a:lnTo>
                  <a:pt x="0" y="2234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FD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490AAE-0593-40AC-9031-D1E12DF3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5713" y="3338083"/>
            <a:ext cx="1872489" cy="223496"/>
          </a:xfrm>
          <a:custGeom xmlns:a="http://schemas.openxmlformats.org/drawingml/2006/main">
            <a:pathLst>
              <a:path w="1872489" h="223496">
                <a:moveTo>
                  <a:pt x="0" y="0"/>
                </a:moveTo>
                <a:lnTo>
                  <a:pt x="1872489" y="0"/>
                </a:lnTo>
                <a:lnTo>
                  <a:pt x="1872489" y="223496"/>
                </a:lnTo>
                <a:lnTo>
                  <a:pt x="0" y="2234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FD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DAC786-6CB4-4C4C-9B37-FEBAC8D7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5458" y="3539229"/>
            <a:ext cx="655696" cy="223496"/>
          </a:xfrm>
          <a:custGeom xmlns:a="http://schemas.openxmlformats.org/drawingml/2006/main">
            <a:pathLst>
              <a:path w="655696" h="223496">
                <a:moveTo>
                  <a:pt x="0" y="0"/>
                </a:moveTo>
                <a:lnTo>
                  <a:pt x="655696" y="0"/>
                </a:lnTo>
                <a:lnTo>
                  <a:pt x="655696" y="223496"/>
                </a:lnTo>
                <a:lnTo>
                  <a:pt x="0" y="2234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FD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4B0B30-3DAD-436E-9B78-202F2E1D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790" y="3539229"/>
            <a:ext cx="381975" cy="223496"/>
          </a:xfrm>
          <a:custGeom xmlns:a="http://schemas.openxmlformats.org/drawingml/2006/main">
            <a:pathLst>
              <a:path w="381975" h="223496">
                <a:moveTo>
                  <a:pt x="0" y="0"/>
                </a:moveTo>
                <a:lnTo>
                  <a:pt x="381975" y="0"/>
                </a:lnTo>
                <a:lnTo>
                  <a:pt x="381975" y="223496"/>
                </a:lnTo>
                <a:lnTo>
                  <a:pt x="0" y="2234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FD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80B55E-2AAC-4D0C-BAC2-C40226E9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401" y="3539229"/>
            <a:ext cx="769801" cy="223496"/>
          </a:xfrm>
          <a:custGeom xmlns:a="http://schemas.openxmlformats.org/drawingml/2006/main">
            <a:pathLst>
              <a:path w="769801" h="223496">
                <a:moveTo>
                  <a:pt x="0" y="0"/>
                </a:moveTo>
                <a:lnTo>
                  <a:pt x="769801" y="0"/>
                </a:lnTo>
                <a:lnTo>
                  <a:pt x="769801" y="223496"/>
                </a:lnTo>
                <a:lnTo>
                  <a:pt x="0" y="2234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FD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F3A282-AD78-4A1D-86A6-934318C9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3018" y="3539229"/>
            <a:ext cx="783292" cy="223496"/>
          </a:xfrm>
          <a:custGeom xmlns:a="http://schemas.openxmlformats.org/drawingml/2006/main">
            <a:pathLst>
              <a:path w="783292" h="223496">
                <a:moveTo>
                  <a:pt x="0" y="0"/>
                </a:moveTo>
                <a:lnTo>
                  <a:pt x="783292" y="0"/>
                </a:lnTo>
                <a:lnTo>
                  <a:pt x="783292" y="223496"/>
                </a:lnTo>
                <a:lnTo>
                  <a:pt x="0" y="2234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FD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BFAB68-9301-4BCD-81BB-139A69DD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0351" y="3740376"/>
            <a:ext cx="631803" cy="223496"/>
          </a:xfrm>
          <a:custGeom xmlns:a="http://schemas.openxmlformats.org/drawingml/2006/main">
            <a:pathLst>
              <a:path w="631803" h="223496">
                <a:moveTo>
                  <a:pt x="0" y="0"/>
                </a:moveTo>
                <a:lnTo>
                  <a:pt x="631803" y="0"/>
                </a:lnTo>
                <a:lnTo>
                  <a:pt x="631803" y="223496"/>
                </a:lnTo>
                <a:lnTo>
                  <a:pt x="0" y="2234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FD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677A24-AA43-448F-A3D9-44D6009A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461" y="3740376"/>
            <a:ext cx="800847" cy="223496"/>
          </a:xfrm>
          <a:custGeom xmlns:a="http://schemas.openxmlformats.org/drawingml/2006/main">
            <a:pathLst>
              <a:path w="800847" h="223496">
                <a:moveTo>
                  <a:pt x="0" y="0"/>
                </a:moveTo>
                <a:lnTo>
                  <a:pt x="800847" y="0"/>
                </a:lnTo>
                <a:lnTo>
                  <a:pt x="800847" y="223496"/>
                </a:lnTo>
                <a:lnTo>
                  <a:pt x="0" y="2234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FD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EE68C0-119F-4E76-8574-D4949B00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377" y="3740376"/>
            <a:ext cx="528426" cy="223496"/>
          </a:xfrm>
          <a:custGeom xmlns:a="http://schemas.openxmlformats.org/drawingml/2006/main">
            <a:pathLst>
              <a:path w="528426" h="223496">
                <a:moveTo>
                  <a:pt x="0" y="0"/>
                </a:moveTo>
                <a:lnTo>
                  <a:pt x="528426" y="0"/>
                </a:lnTo>
                <a:lnTo>
                  <a:pt x="528426" y="223496"/>
                </a:lnTo>
                <a:lnTo>
                  <a:pt x="0" y="2234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FD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FD59BB-C04D-4A25-8B7D-E02273BF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408" y="3740376"/>
            <a:ext cx="850422" cy="223496"/>
          </a:xfrm>
          <a:custGeom xmlns:a="http://schemas.openxmlformats.org/drawingml/2006/main">
            <a:pathLst>
              <a:path w="850422" h="223496">
                <a:moveTo>
                  <a:pt x="0" y="0"/>
                </a:moveTo>
                <a:lnTo>
                  <a:pt x="850422" y="0"/>
                </a:lnTo>
                <a:lnTo>
                  <a:pt x="850422" y="223496"/>
                </a:lnTo>
                <a:lnTo>
                  <a:pt x="0" y="2234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FD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C3B720-697B-4781-9A71-2036655C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0864" y="3941522"/>
            <a:ext cx="490716" cy="223496"/>
          </a:xfrm>
          <a:custGeom xmlns:a="http://schemas.openxmlformats.org/drawingml/2006/main">
            <a:pathLst>
              <a:path w="490716" h="223496">
                <a:moveTo>
                  <a:pt x="0" y="0"/>
                </a:moveTo>
                <a:lnTo>
                  <a:pt x="490716" y="0"/>
                </a:lnTo>
                <a:lnTo>
                  <a:pt x="490716" y="223496"/>
                </a:lnTo>
                <a:lnTo>
                  <a:pt x="0" y="2234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FD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6FC06F-CA39-428B-92BB-FAEA3E78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2666" y="3941522"/>
            <a:ext cx="336951" cy="223496"/>
          </a:xfrm>
          <a:custGeom xmlns:a="http://schemas.openxmlformats.org/drawingml/2006/main">
            <a:pathLst>
              <a:path w="336951" h="223496">
                <a:moveTo>
                  <a:pt x="0" y="0"/>
                </a:moveTo>
                <a:lnTo>
                  <a:pt x="336951" y="0"/>
                </a:lnTo>
                <a:lnTo>
                  <a:pt x="336951" y="223496"/>
                </a:lnTo>
                <a:lnTo>
                  <a:pt x="0" y="2234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FD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E1FABE-219A-4B8D-A63A-237DFF5D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0252" y="3941522"/>
            <a:ext cx="1038159" cy="223496"/>
          </a:xfrm>
          <a:custGeom xmlns:a="http://schemas.openxmlformats.org/drawingml/2006/main">
            <a:pathLst>
              <a:path w="1038159" h="223496">
                <a:moveTo>
                  <a:pt x="0" y="0"/>
                </a:moveTo>
                <a:lnTo>
                  <a:pt x="1038159" y="0"/>
                </a:lnTo>
                <a:lnTo>
                  <a:pt x="1038159" y="223496"/>
                </a:lnTo>
                <a:lnTo>
                  <a:pt x="0" y="2234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FD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84AA13-4B9D-4766-8DC3-86E70556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844" y="3941522"/>
            <a:ext cx="834493" cy="223496"/>
          </a:xfrm>
          <a:custGeom xmlns:a="http://schemas.openxmlformats.org/drawingml/2006/main">
            <a:pathLst>
              <a:path w="834493" h="223496">
                <a:moveTo>
                  <a:pt x="0" y="0"/>
                </a:moveTo>
                <a:lnTo>
                  <a:pt x="834493" y="0"/>
                </a:lnTo>
                <a:lnTo>
                  <a:pt x="834493" y="223496"/>
                </a:lnTo>
                <a:lnTo>
                  <a:pt x="0" y="2234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FD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9571C4-A127-40FF-9C5F-811BA065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9651" y="4142668"/>
            <a:ext cx="1307654" cy="223496"/>
          </a:xfrm>
          <a:custGeom xmlns:a="http://schemas.openxmlformats.org/drawingml/2006/main">
            <a:pathLst>
              <a:path w="1307654" h="223496">
                <a:moveTo>
                  <a:pt x="0" y="0"/>
                </a:moveTo>
                <a:lnTo>
                  <a:pt x="1307654" y="0"/>
                </a:lnTo>
                <a:lnTo>
                  <a:pt x="1307654" y="223496"/>
                </a:lnTo>
                <a:lnTo>
                  <a:pt x="0" y="2234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FD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9C4745-3FB3-4137-A3D7-BE37711C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941" y="4142668"/>
            <a:ext cx="553457" cy="223496"/>
          </a:xfrm>
          <a:custGeom xmlns:a="http://schemas.openxmlformats.org/drawingml/2006/main">
            <a:pathLst>
              <a:path w="553457" h="223496">
                <a:moveTo>
                  <a:pt x="0" y="0"/>
                </a:moveTo>
                <a:lnTo>
                  <a:pt x="553457" y="0"/>
                </a:lnTo>
                <a:lnTo>
                  <a:pt x="553457" y="223496"/>
                </a:lnTo>
                <a:lnTo>
                  <a:pt x="0" y="2234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FD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D59946-9237-4F9F-A0C5-888B85DC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0351" y="4343815"/>
            <a:ext cx="1310743" cy="223496"/>
          </a:xfrm>
          <a:custGeom xmlns:a="http://schemas.openxmlformats.org/drawingml/2006/main">
            <a:pathLst>
              <a:path w="1310743" h="223496">
                <a:moveTo>
                  <a:pt x="0" y="0"/>
                </a:moveTo>
                <a:lnTo>
                  <a:pt x="1310743" y="0"/>
                </a:lnTo>
                <a:lnTo>
                  <a:pt x="1310743" y="223496"/>
                </a:lnTo>
                <a:lnTo>
                  <a:pt x="0" y="2234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FD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3" name="Text :ElevateyouriPhonewithourslim-ﬁttedcasecollection,">
            <a:extLst xmlns:a="http://schemas.openxmlformats.org/drawingml/2006/main">
              <a:ext uri="{FF2B5EF4-FFF2-40B4-BE49-F238E27FC236}">
                <a16:creationId xmlns:a16="http://schemas.microsoft.com/office/drawing/2014/main" id="{2D0B7ED0-BDD4-4FD8-9D0F-EE025F5A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402" y="3377324"/>
            <a:ext cx="4136545" cy="163812"/>
          </a:xfrm>
          <a:custGeom xmlns:a="http://schemas.openxmlformats.org/drawingml/2006/main">
            <a:pathLst>
              <a:path w="4136545" h="163812">
                <a:moveTo>
                  <a:pt x="31861" y="58171"/>
                </a:moveTo>
                <a:cubicBezTo>
                  <a:pt x="31861" y="60343"/>
                  <a:pt x="31427" y="62380"/>
                  <a:pt x="30559" y="64282"/>
                </a:cubicBezTo>
                <a:cubicBezTo>
                  <a:pt x="29692" y="66182"/>
                  <a:pt x="28555" y="67838"/>
                  <a:pt x="27146" y="69250"/>
                </a:cubicBezTo>
                <a:cubicBezTo>
                  <a:pt x="25737" y="70662"/>
                  <a:pt x="24057" y="71775"/>
                  <a:pt x="22106" y="72591"/>
                </a:cubicBezTo>
                <a:cubicBezTo>
                  <a:pt x="20157" y="73404"/>
                  <a:pt x="18153" y="73811"/>
                  <a:pt x="16094" y="73811"/>
                </a:cubicBezTo>
                <a:cubicBezTo>
                  <a:pt x="13926" y="73811"/>
                  <a:pt x="11867" y="73430"/>
                  <a:pt x="9916" y="72670"/>
                </a:cubicBezTo>
                <a:cubicBezTo>
                  <a:pt x="7965" y="71909"/>
                  <a:pt x="6258" y="70824"/>
                  <a:pt x="4794" y="69413"/>
                </a:cubicBezTo>
                <a:cubicBezTo>
                  <a:pt x="3333" y="68001"/>
                  <a:pt x="2168" y="66372"/>
                  <a:pt x="1300" y="64525"/>
                </a:cubicBezTo>
                <a:cubicBezTo>
                  <a:pt x="433" y="62678"/>
                  <a:pt x="0" y="60669"/>
                  <a:pt x="0" y="58498"/>
                </a:cubicBezTo>
                <a:cubicBezTo>
                  <a:pt x="0" y="56325"/>
                  <a:pt x="433" y="54289"/>
                  <a:pt x="1300" y="52389"/>
                </a:cubicBezTo>
                <a:cubicBezTo>
                  <a:pt x="2168" y="50488"/>
                  <a:pt x="3333" y="48831"/>
                  <a:pt x="4794" y="47419"/>
                </a:cubicBezTo>
                <a:cubicBezTo>
                  <a:pt x="6258" y="46007"/>
                  <a:pt x="7965" y="44894"/>
                  <a:pt x="9916" y="44081"/>
                </a:cubicBezTo>
                <a:cubicBezTo>
                  <a:pt x="11867" y="43265"/>
                  <a:pt x="13926" y="42858"/>
                  <a:pt x="16094" y="42858"/>
                </a:cubicBezTo>
                <a:cubicBezTo>
                  <a:pt x="18153" y="42858"/>
                  <a:pt x="20157" y="43265"/>
                  <a:pt x="22106" y="44081"/>
                </a:cubicBezTo>
                <a:cubicBezTo>
                  <a:pt x="24057" y="44894"/>
                  <a:pt x="25737" y="45980"/>
                  <a:pt x="27146" y="47337"/>
                </a:cubicBezTo>
                <a:cubicBezTo>
                  <a:pt x="28555" y="48695"/>
                  <a:pt x="29692" y="50324"/>
                  <a:pt x="30559" y="52226"/>
                </a:cubicBezTo>
                <a:cubicBezTo>
                  <a:pt x="31427" y="54125"/>
                  <a:pt x="31861" y="56107"/>
                  <a:pt x="31861" y="58171"/>
                </a:cubicBezTo>
                <a:moveTo>
                  <a:pt x="31861" y="110240"/>
                </a:moveTo>
                <a:cubicBezTo>
                  <a:pt x="31861" y="112413"/>
                  <a:pt x="31427" y="114450"/>
                  <a:pt x="30559" y="116351"/>
                </a:cubicBezTo>
                <a:cubicBezTo>
                  <a:pt x="29692" y="118251"/>
                  <a:pt x="28555" y="119880"/>
                  <a:pt x="27146" y="121237"/>
                </a:cubicBezTo>
                <a:cubicBezTo>
                  <a:pt x="25737" y="122595"/>
                  <a:pt x="24057" y="123681"/>
                  <a:pt x="22106" y="124496"/>
                </a:cubicBezTo>
                <a:cubicBezTo>
                  <a:pt x="20157" y="125310"/>
                  <a:pt x="18153" y="125716"/>
                  <a:pt x="16094" y="125716"/>
                </a:cubicBezTo>
                <a:cubicBezTo>
                  <a:pt x="13926" y="125716"/>
                  <a:pt x="11867" y="125336"/>
                  <a:pt x="9916" y="124576"/>
                </a:cubicBezTo>
                <a:cubicBezTo>
                  <a:pt x="7965" y="123815"/>
                  <a:pt x="6258" y="122729"/>
                  <a:pt x="4794" y="121319"/>
                </a:cubicBezTo>
                <a:cubicBezTo>
                  <a:pt x="3333" y="119907"/>
                  <a:pt x="2168" y="118277"/>
                  <a:pt x="1300" y="116431"/>
                </a:cubicBezTo>
                <a:cubicBezTo>
                  <a:pt x="433" y="114584"/>
                  <a:pt x="0" y="112575"/>
                  <a:pt x="0" y="110404"/>
                </a:cubicBezTo>
                <a:cubicBezTo>
                  <a:pt x="0" y="108231"/>
                  <a:pt x="433" y="106195"/>
                  <a:pt x="1300" y="104295"/>
                </a:cubicBezTo>
                <a:cubicBezTo>
                  <a:pt x="2168" y="102393"/>
                  <a:pt x="3333" y="100737"/>
                  <a:pt x="4794" y="99325"/>
                </a:cubicBezTo>
                <a:cubicBezTo>
                  <a:pt x="6258" y="97913"/>
                  <a:pt x="7965" y="96800"/>
                  <a:pt x="9916" y="95986"/>
                </a:cubicBezTo>
                <a:cubicBezTo>
                  <a:pt x="11867" y="95171"/>
                  <a:pt x="13926" y="94764"/>
                  <a:pt x="16094" y="94764"/>
                </a:cubicBezTo>
                <a:cubicBezTo>
                  <a:pt x="18153" y="94764"/>
                  <a:pt x="20157" y="95171"/>
                  <a:pt x="22106" y="95986"/>
                </a:cubicBezTo>
                <a:cubicBezTo>
                  <a:pt x="24057" y="96800"/>
                  <a:pt x="25737" y="97885"/>
                  <a:pt x="27146" y="99243"/>
                </a:cubicBezTo>
                <a:cubicBezTo>
                  <a:pt x="28555" y="100600"/>
                  <a:pt x="29692" y="102230"/>
                  <a:pt x="30559" y="104131"/>
                </a:cubicBezTo>
                <a:cubicBezTo>
                  <a:pt x="31427" y="106031"/>
                  <a:pt x="31861" y="108067"/>
                  <a:pt x="31861" y="110240"/>
                </a:cubicBezTo>
                <a:close/>
                <a:moveTo>
                  <a:pt x="110531" y="114288"/>
                </a:moveTo>
                <a:lnTo>
                  <a:pt x="172134" y="114288"/>
                </a:lnTo>
                <a:lnTo>
                  <a:pt x="172134" y="124764"/>
                </a:lnTo>
                <a:lnTo>
                  <a:pt x="98827" y="124764"/>
                </a:lnTo>
                <a:lnTo>
                  <a:pt x="98827" y="9683"/>
                </a:lnTo>
                <a:lnTo>
                  <a:pt x="170185" y="9683"/>
                </a:lnTo>
                <a:lnTo>
                  <a:pt x="170185" y="20159"/>
                </a:lnTo>
                <a:lnTo>
                  <a:pt x="110531" y="20159"/>
                </a:lnTo>
                <a:lnTo>
                  <a:pt x="110531" y="59684"/>
                </a:lnTo>
                <a:lnTo>
                  <a:pt x="166283" y="59684"/>
                </a:lnTo>
                <a:lnTo>
                  <a:pt x="166283" y="70001"/>
                </a:lnTo>
                <a:lnTo>
                  <a:pt x="110531" y="70001"/>
                </a:lnTo>
                <a:lnTo>
                  <a:pt x="110531" y="114288"/>
                </a:lnTo>
                <a:close/>
                <a:moveTo>
                  <a:pt x="205781" y="124764"/>
                </a:moveTo>
                <a:lnTo>
                  <a:pt x="194727" y="124764"/>
                </a:lnTo>
                <a:lnTo>
                  <a:pt x="194727" y="1882"/>
                </a:lnTo>
                <a:lnTo>
                  <a:pt x="205781" y="1882"/>
                </a:lnTo>
                <a:lnTo>
                  <a:pt x="205781" y="124764"/>
                </a:lnTo>
                <a:close/>
                <a:moveTo>
                  <a:pt x="293392" y="80954"/>
                </a:moveTo>
                <a:cubicBezTo>
                  <a:pt x="293066" y="73741"/>
                  <a:pt x="290763" y="67758"/>
                  <a:pt x="286482" y="63005"/>
                </a:cubicBezTo>
                <a:cubicBezTo>
                  <a:pt x="282203" y="58251"/>
                  <a:pt x="276108" y="55874"/>
                  <a:pt x="268198" y="55874"/>
                </a:cubicBezTo>
                <a:cubicBezTo>
                  <a:pt x="264514" y="55874"/>
                  <a:pt x="261100" y="56557"/>
                  <a:pt x="257957" y="57923"/>
                </a:cubicBezTo>
                <a:cubicBezTo>
                  <a:pt x="254816" y="59288"/>
                  <a:pt x="252053" y="61146"/>
                  <a:pt x="249668" y="63496"/>
                </a:cubicBezTo>
                <a:cubicBezTo>
                  <a:pt x="247284" y="65845"/>
                  <a:pt x="245388" y="68523"/>
                  <a:pt x="243979" y="71529"/>
                </a:cubicBezTo>
                <a:cubicBezTo>
                  <a:pt x="242570" y="74533"/>
                  <a:pt x="241757" y="77675"/>
                  <a:pt x="241541" y="80954"/>
                </a:cubicBezTo>
                <a:lnTo>
                  <a:pt x="293392" y="80954"/>
                </a:lnTo>
                <a:moveTo>
                  <a:pt x="304607" y="84471"/>
                </a:moveTo>
                <a:cubicBezTo>
                  <a:pt x="304607" y="85231"/>
                  <a:pt x="304607" y="86046"/>
                  <a:pt x="304607" y="86916"/>
                </a:cubicBezTo>
                <a:cubicBezTo>
                  <a:pt x="304607" y="87784"/>
                  <a:pt x="304553" y="88707"/>
                  <a:pt x="304444" y="89684"/>
                </a:cubicBezTo>
                <a:lnTo>
                  <a:pt x="241377" y="89684"/>
                </a:lnTo>
                <a:cubicBezTo>
                  <a:pt x="241486" y="93475"/>
                  <a:pt x="242244" y="97050"/>
                  <a:pt x="243651" y="100408"/>
                </a:cubicBezTo>
                <a:cubicBezTo>
                  <a:pt x="245060" y="103765"/>
                  <a:pt x="247010" y="106689"/>
                  <a:pt x="249502" y="109181"/>
                </a:cubicBezTo>
                <a:cubicBezTo>
                  <a:pt x="251996" y="111671"/>
                  <a:pt x="254921" y="113648"/>
                  <a:pt x="258280" y="115111"/>
                </a:cubicBezTo>
                <a:cubicBezTo>
                  <a:pt x="261639" y="116573"/>
                  <a:pt x="265270" y="117304"/>
                  <a:pt x="269173" y="117304"/>
                </a:cubicBezTo>
                <a:cubicBezTo>
                  <a:pt x="274915" y="117304"/>
                  <a:pt x="279872" y="115977"/>
                  <a:pt x="284044" y="113323"/>
                </a:cubicBezTo>
                <a:cubicBezTo>
                  <a:pt x="288216" y="110667"/>
                  <a:pt x="291385" y="107606"/>
                  <a:pt x="293553" y="104139"/>
                </a:cubicBezTo>
                <a:lnTo>
                  <a:pt x="301842" y="110639"/>
                </a:lnTo>
                <a:cubicBezTo>
                  <a:pt x="297292" y="116374"/>
                  <a:pt x="292280" y="120479"/>
                  <a:pt x="286807" y="122956"/>
                </a:cubicBezTo>
                <a:cubicBezTo>
                  <a:pt x="281336" y="125431"/>
                  <a:pt x="275458" y="126669"/>
                  <a:pt x="269173" y="126669"/>
                </a:cubicBezTo>
                <a:cubicBezTo>
                  <a:pt x="263538" y="126669"/>
                  <a:pt x="258309" y="125666"/>
                  <a:pt x="253485" y="123660"/>
                </a:cubicBezTo>
                <a:cubicBezTo>
                  <a:pt x="248664" y="121655"/>
                  <a:pt x="244519" y="118864"/>
                  <a:pt x="241052" y="115287"/>
                </a:cubicBezTo>
                <a:cubicBezTo>
                  <a:pt x="237585" y="111709"/>
                  <a:pt x="234848" y="107481"/>
                  <a:pt x="232843" y="102603"/>
                </a:cubicBezTo>
                <a:cubicBezTo>
                  <a:pt x="230839" y="97726"/>
                  <a:pt x="229837" y="92414"/>
                  <a:pt x="229837" y="86668"/>
                </a:cubicBezTo>
                <a:cubicBezTo>
                  <a:pt x="229837" y="80922"/>
                  <a:pt x="230811" y="75611"/>
                  <a:pt x="232761" y="70733"/>
                </a:cubicBezTo>
                <a:cubicBezTo>
                  <a:pt x="234712" y="65855"/>
                  <a:pt x="237421" y="61628"/>
                  <a:pt x="240888" y="58052"/>
                </a:cubicBezTo>
                <a:cubicBezTo>
                  <a:pt x="244357" y="54473"/>
                  <a:pt x="248422" y="51682"/>
                  <a:pt x="253081" y="49676"/>
                </a:cubicBezTo>
                <a:cubicBezTo>
                  <a:pt x="257741" y="47670"/>
                  <a:pt x="262780" y="46667"/>
                  <a:pt x="268198" y="46667"/>
                </a:cubicBezTo>
                <a:cubicBezTo>
                  <a:pt x="274157" y="46667"/>
                  <a:pt x="279412" y="47673"/>
                  <a:pt x="283962" y="49683"/>
                </a:cubicBezTo>
                <a:cubicBezTo>
                  <a:pt x="288514" y="51692"/>
                  <a:pt x="292307" y="54408"/>
                  <a:pt x="295341" y="57831"/>
                </a:cubicBezTo>
                <a:cubicBezTo>
                  <a:pt x="298375" y="61252"/>
                  <a:pt x="300678" y="65243"/>
                  <a:pt x="302249" y="69805"/>
                </a:cubicBezTo>
                <a:cubicBezTo>
                  <a:pt x="303821" y="74367"/>
                  <a:pt x="304607" y="79256"/>
                  <a:pt x="304607" y="84471"/>
                </a:cubicBezTo>
                <a:close/>
                <a:moveTo>
                  <a:pt x="359545" y="124764"/>
                </a:moveTo>
                <a:lnTo>
                  <a:pt x="347355" y="124764"/>
                </a:lnTo>
                <a:lnTo>
                  <a:pt x="316311" y="48694"/>
                </a:lnTo>
                <a:lnTo>
                  <a:pt x="328662" y="48694"/>
                </a:lnTo>
                <a:lnTo>
                  <a:pt x="353370" y="113060"/>
                </a:lnTo>
                <a:lnTo>
                  <a:pt x="353695" y="113060"/>
                </a:lnTo>
                <a:lnTo>
                  <a:pt x="378564" y="48694"/>
                </a:lnTo>
                <a:lnTo>
                  <a:pt x="390429" y="48694"/>
                </a:lnTo>
                <a:lnTo>
                  <a:pt x="359545" y="124764"/>
                </a:lnTo>
                <a:close/>
                <a:moveTo>
                  <a:pt x="455607" y="75646"/>
                </a:moveTo>
                <a:cubicBezTo>
                  <a:pt x="455607" y="69001"/>
                  <a:pt x="453874" y="64045"/>
                  <a:pt x="450406" y="60777"/>
                </a:cubicBezTo>
                <a:cubicBezTo>
                  <a:pt x="446939" y="57508"/>
                  <a:pt x="441900" y="55874"/>
                  <a:pt x="435289" y="55874"/>
                </a:cubicBezTo>
                <a:cubicBezTo>
                  <a:pt x="430739" y="55874"/>
                  <a:pt x="426513" y="56687"/>
                  <a:pt x="422611" y="58312"/>
                </a:cubicBezTo>
                <a:cubicBezTo>
                  <a:pt x="418710" y="59937"/>
                  <a:pt x="415406" y="62105"/>
                  <a:pt x="412697" y="64815"/>
                </a:cubicBezTo>
                <a:lnTo>
                  <a:pt x="406519" y="57501"/>
                </a:lnTo>
                <a:cubicBezTo>
                  <a:pt x="409662" y="54371"/>
                  <a:pt x="413808" y="51783"/>
                  <a:pt x="418955" y="49738"/>
                </a:cubicBezTo>
                <a:cubicBezTo>
                  <a:pt x="424102" y="47691"/>
                  <a:pt x="429926" y="46667"/>
                  <a:pt x="436428" y="46667"/>
                </a:cubicBezTo>
                <a:cubicBezTo>
                  <a:pt x="440547" y="46667"/>
                  <a:pt x="444393" y="47237"/>
                  <a:pt x="447968" y="48376"/>
                </a:cubicBezTo>
                <a:cubicBezTo>
                  <a:pt x="451545" y="49516"/>
                  <a:pt x="454687" y="51224"/>
                  <a:pt x="457395" y="53503"/>
                </a:cubicBezTo>
                <a:cubicBezTo>
                  <a:pt x="460106" y="55780"/>
                  <a:pt x="462219" y="58653"/>
                  <a:pt x="463735" y="62124"/>
                </a:cubicBezTo>
                <a:cubicBezTo>
                  <a:pt x="465253" y="65595"/>
                  <a:pt x="466012" y="69662"/>
                  <a:pt x="466012" y="74327"/>
                </a:cubicBezTo>
                <a:lnTo>
                  <a:pt x="466012" y="107680"/>
                </a:lnTo>
                <a:cubicBezTo>
                  <a:pt x="466012" y="110609"/>
                  <a:pt x="466120" y="113646"/>
                  <a:pt x="466337" y="116793"/>
                </a:cubicBezTo>
                <a:cubicBezTo>
                  <a:pt x="466553" y="119938"/>
                  <a:pt x="466878" y="122595"/>
                  <a:pt x="467311" y="124764"/>
                </a:cubicBezTo>
                <a:lnTo>
                  <a:pt x="457398" y="124764"/>
                </a:lnTo>
                <a:cubicBezTo>
                  <a:pt x="457072" y="122914"/>
                  <a:pt x="456801" y="120901"/>
                  <a:pt x="456584" y="118725"/>
                </a:cubicBezTo>
                <a:cubicBezTo>
                  <a:pt x="456368" y="116549"/>
                  <a:pt x="456260" y="114427"/>
                  <a:pt x="456260" y="112361"/>
                </a:cubicBezTo>
                <a:lnTo>
                  <a:pt x="455932" y="112361"/>
                </a:lnTo>
                <a:cubicBezTo>
                  <a:pt x="452465" y="117455"/>
                  <a:pt x="448536" y="121113"/>
                  <a:pt x="444146" y="123335"/>
                </a:cubicBezTo>
                <a:cubicBezTo>
                  <a:pt x="439758" y="125558"/>
                  <a:pt x="434476" y="126669"/>
                  <a:pt x="428300" y="126669"/>
                </a:cubicBezTo>
                <a:cubicBezTo>
                  <a:pt x="425374" y="126669"/>
                  <a:pt x="422366" y="126263"/>
                  <a:pt x="419277" y="125451"/>
                </a:cubicBezTo>
                <a:cubicBezTo>
                  <a:pt x="416190" y="124639"/>
                  <a:pt x="413374" y="123313"/>
                  <a:pt x="410827" y="121473"/>
                </a:cubicBezTo>
                <a:cubicBezTo>
                  <a:pt x="408281" y="119631"/>
                  <a:pt x="406168" y="117248"/>
                  <a:pt x="404488" y="114325"/>
                </a:cubicBezTo>
                <a:cubicBezTo>
                  <a:pt x="402808" y="111400"/>
                  <a:pt x="401968" y="107825"/>
                  <a:pt x="401968" y="103600"/>
                </a:cubicBezTo>
                <a:cubicBezTo>
                  <a:pt x="401968" y="97752"/>
                  <a:pt x="403458" y="93122"/>
                  <a:pt x="406437" y="89711"/>
                </a:cubicBezTo>
                <a:cubicBezTo>
                  <a:pt x="409417" y="86300"/>
                  <a:pt x="413399" y="83756"/>
                  <a:pt x="418384" y="82077"/>
                </a:cubicBezTo>
                <a:cubicBezTo>
                  <a:pt x="423370" y="80397"/>
                  <a:pt x="429086" y="79314"/>
                  <a:pt x="435533" y="78828"/>
                </a:cubicBezTo>
                <a:cubicBezTo>
                  <a:pt x="441981" y="78340"/>
                  <a:pt x="448673" y="78097"/>
                  <a:pt x="455607" y="78097"/>
                </a:cubicBezTo>
                <a:lnTo>
                  <a:pt x="455607" y="75646"/>
                </a:lnTo>
                <a:moveTo>
                  <a:pt x="452356" y="86827"/>
                </a:moveTo>
                <a:cubicBezTo>
                  <a:pt x="447805" y="86827"/>
                  <a:pt x="443227" y="87016"/>
                  <a:pt x="438620" y="87395"/>
                </a:cubicBezTo>
                <a:cubicBezTo>
                  <a:pt x="434015" y="87772"/>
                  <a:pt x="429844" y="88528"/>
                  <a:pt x="426105" y="89664"/>
                </a:cubicBezTo>
                <a:cubicBezTo>
                  <a:pt x="422368" y="90799"/>
                  <a:pt x="419308" y="92446"/>
                  <a:pt x="416924" y="94607"/>
                </a:cubicBezTo>
                <a:cubicBezTo>
                  <a:pt x="414539" y="96768"/>
                  <a:pt x="413347" y="99631"/>
                  <a:pt x="413347" y="103196"/>
                </a:cubicBezTo>
                <a:cubicBezTo>
                  <a:pt x="413347" y="105898"/>
                  <a:pt x="413861" y="108167"/>
                  <a:pt x="414890" y="110004"/>
                </a:cubicBezTo>
                <a:cubicBezTo>
                  <a:pt x="415920" y="111841"/>
                  <a:pt x="417301" y="113327"/>
                  <a:pt x="419034" y="114461"/>
                </a:cubicBezTo>
                <a:cubicBezTo>
                  <a:pt x="420769" y="115596"/>
                  <a:pt x="422693" y="116406"/>
                  <a:pt x="424806" y="116892"/>
                </a:cubicBezTo>
                <a:cubicBezTo>
                  <a:pt x="426919" y="117378"/>
                  <a:pt x="429059" y="117621"/>
                  <a:pt x="431227" y="117621"/>
                </a:cubicBezTo>
                <a:cubicBezTo>
                  <a:pt x="435127" y="117621"/>
                  <a:pt x="438595" y="116946"/>
                  <a:pt x="441629" y="115595"/>
                </a:cubicBezTo>
                <a:cubicBezTo>
                  <a:pt x="444663" y="114244"/>
                  <a:pt x="447209" y="112407"/>
                  <a:pt x="449268" y="110084"/>
                </a:cubicBezTo>
                <a:cubicBezTo>
                  <a:pt x="451326" y="107761"/>
                  <a:pt x="452897" y="105087"/>
                  <a:pt x="453980" y="102063"/>
                </a:cubicBezTo>
                <a:cubicBezTo>
                  <a:pt x="455065" y="99037"/>
                  <a:pt x="455607" y="95849"/>
                  <a:pt x="455607" y="92499"/>
                </a:cubicBezTo>
                <a:lnTo>
                  <a:pt x="455607" y="86827"/>
                </a:lnTo>
                <a:lnTo>
                  <a:pt x="452356" y="86827"/>
                </a:lnTo>
                <a:close/>
                <a:moveTo>
                  <a:pt x="527126" y="57938"/>
                </a:moveTo>
                <a:lnTo>
                  <a:pt x="505672" y="57938"/>
                </a:lnTo>
                <a:lnTo>
                  <a:pt x="505672" y="102358"/>
                </a:lnTo>
                <a:cubicBezTo>
                  <a:pt x="505672" y="105179"/>
                  <a:pt x="505943" y="107511"/>
                  <a:pt x="506483" y="109355"/>
                </a:cubicBezTo>
                <a:cubicBezTo>
                  <a:pt x="507026" y="111198"/>
                  <a:pt x="507811" y="112636"/>
                  <a:pt x="508840" y="113668"/>
                </a:cubicBezTo>
                <a:cubicBezTo>
                  <a:pt x="509870" y="114698"/>
                  <a:pt x="511089" y="115403"/>
                  <a:pt x="512498" y="115783"/>
                </a:cubicBezTo>
                <a:cubicBezTo>
                  <a:pt x="513907" y="116162"/>
                  <a:pt x="515424" y="116351"/>
                  <a:pt x="517049" y="116351"/>
                </a:cubicBezTo>
                <a:cubicBezTo>
                  <a:pt x="518567" y="116351"/>
                  <a:pt x="520165" y="116130"/>
                  <a:pt x="521843" y="115689"/>
                </a:cubicBezTo>
                <a:cubicBezTo>
                  <a:pt x="523523" y="115246"/>
                  <a:pt x="525122" y="114637"/>
                  <a:pt x="526640" y="113861"/>
                </a:cubicBezTo>
                <a:lnTo>
                  <a:pt x="527126" y="123442"/>
                </a:lnTo>
                <a:cubicBezTo>
                  <a:pt x="525177" y="124201"/>
                  <a:pt x="523145" y="124770"/>
                  <a:pt x="521032" y="125148"/>
                </a:cubicBezTo>
                <a:cubicBezTo>
                  <a:pt x="518919" y="125527"/>
                  <a:pt x="516616" y="125716"/>
                  <a:pt x="514122" y="125716"/>
                </a:cubicBezTo>
                <a:cubicBezTo>
                  <a:pt x="512064" y="125716"/>
                  <a:pt x="509897" y="125445"/>
                  <a:pt x="507622" y="124903"/>
                </a:cubicBezTo>
                <a:cubicBezTo>
                  <a:pt x="505347" y="124362"/>
                  <a:pt x="503234" y="123334"/>
                  <a:pt x="501282" y="121818"/>
                </a:cubicBezTo>
                <a:cubicBezTo>
                  <a:pt x="499333" y="120300"/>
                  <a:pt x="497735" y="118240"/>
                  <a:pt x="496488" y="115639"/>
                </a:cubicBezTo>
                <a:cubicBezTo>
                  <a:pt x="495241" y="113038"/>
                  <a:pt x="494618" y="109625"/>
                  <a:pt x="494618" y="105399"/>
                </a:cubicBezTo>
                <a:lnTo>
                  <a:pt x="494618" y="57938"/>
                </a:lnTo>
                <a:lnTo>
                  <a:pt x="478851" y="57938"/>
                </a:lnTo>
                <a:lnTo>
                  <a:pt x="478851" y="48731"/>
                </a:lnTo>
                <a:lnTo>
                  <a:pt x="494618" y="48731"/>
                </a:lnTo>
                <a:lnTo>
                  <a:pt x="494618" y="27275"/>
                </a:lnTo>
                <a:lnTo>
                  <a:pt x="505672" y="27275"/>
                </a:lnTo>
                <a:lnTo>
                  <a:pt x="505672" y="48731"/>
                </a:lnTo>
                <a:lnTo>
                  <a:pt x="527126" y="48731"/>
                </a:lnTo>
                <a:lnTo>
                  <a:pt x="527126" y="57938"/>
                </a:lnTo>
                <a:close/>
                <a:moveTo>
                  <a:pt x="602385" y="80954"/>
                </a:moveTo>
                <a:cubicBezTo>
                  <a:pt x="602059" y="73741"/>
                  <a:pt x="599756" y="67758"/>
                  <a:pt x="595475" y="63005"/>
                </a:cubicBezTo>
                <a:cubicBezTo>
                  <a:pt x="591196" y="58251"/>
                  <a:pt x="585101" y="55874"/>
                  <a:pt x="577191" y="55874"/>
                </a:cubicBezTo>
                <a:cubicBezTo>
                  <a:pt x="573507" y="55874"/>
                  <a:pt x="570093" y="56557"/>
                  <a:pt x="566950" y="57923"/>
                </a:cubicBezTo>
                <a:cubicBezTo>
                  <a:pt x="563809" y="59288"/>
                  <a:pt x="561046" y="61146"/>
                  <a:pt x="558661" y="63496"/>
                </a:cubicBezTo>
                <a:cubicBezTo>
                  <a:pt x="556277" y="65845"/>
                  <a:pt x="554380" y="68523"/>
                  <a:pt x="552972" y="71529"/>
                </a:cubicBezTo>
                <a:cubicBezTo>
                  <a:pt x="551563" y="74533"/>
                  <a:pt x="550750" y="77675"/>
                  <a:pt x="550534" y="80954"/>
                </a:cubicBezTo>
                <a:lnTo>
                  <a:pt x="602385" y="80954"/>
                </a:lnTo>
                <a:moveTo>
                  <a:pt x="613600" y="84471"/>
                </a:moveTo>
                <a:cubicBezTo>
                  <a:pt x="613600" y="85231"/>
                  <a:pt x="613600" y="86046"/>
                  <a:pt x="613600" y="86916"/>
                </a:cubicBezTo>
                <a:cubicBezTo>
                  <a:pt x="613600" y="87784"/>
                  <a:pt x="613546" y="88707"/>
                  <a:pt x="613437" y="89684"/>
                </a:cubicBezTo>
                <a:lnTo>
                  <a:pt x="550370" y="89684"/>
                </a:lnTo>
                <a:cubicBezTo>
                  <a:pt x="550479" y="93475"/>
                  <a:pt x="551237" y="97050"/>
                  <a:pt x="552644" y="100408"/>
                </a:cubicBezTo>
                <a:cubicBezTo>
                  <a:pt x="554053" y="103765"/>
                  <a:pt x="556003" y="106689"/>
                  <a:pt x="558495" y="109181"/>
                </a:cubicBezTo>
                <a:cubicBezTo>
                  <a:pt x="560989" y="111671"/>
                  <a:pt x="563914" y="113648"/>
                  <a:pt x="567273" y="115111"/>
                </a:cubicBezTo>
                <a:cubicBezTo>
                  <a:pt x="570632" y="116573"/>
                  <a:pt x="574263" y="117304"/>
                  <a:pt x="578166" y="117304"/>
                </a:cubicBezTo>
                <a:cubicBezTo>
                  <a:pt x="583908" y="117304"/>
                  <a:pt x="588865" y="115977"/>
                  <a:pt x="593037" y="113323"/>
                </a:cubicBezTo>
                <a:cubicBezTo>
                  <a:pt x="597209" y="110667"/>
                  <a:pt x="600378" y="107606"/>
                  <a:pt x="602546" y="104139"/>
                </a:cubicBezTo>
                <a:lnTo>
                  <a:pt x="610835" y="110639"/>
                </a:lnTo>
                <a:cubicBezTo>
                  <a:pt x="606284" y="116374"/>
                  <a:pt x="601273" y="120479"/>
                  <a:pt x="595800" y="122956"/>
                </a:cubicBezTo>
                <a:cubicBezTo>
                  <a:pt x="590328" y="125431"/>
                  <a:pt x="584450" y="126669"/>
                  <a:pt x="578166" y="126669"/>
                </a:cubicBezTo>
                <a:cubicBezTo>
                  <a:pt x="572531" y="126669"/>
                  <a:pt x="567301" y="125666"/>
                  <a:pt x="562478" y="123660"/>
                </a:cubicBezTo>
                <a:cubicBezTo>
                  <a:pt x="557657" y="121655"/>
                  <a:pt x="553512" y="118864"/>
                  <a:pt x="550045" y="115287"/>
                </a:cubicBezTo>
                <a:cubicBezTo>
                  <a:pt x="546578" y="111709"/>
                  <a:pt x="543841" y="107481"/>
                  <a:pt x="541836" y="102603"/>
                </a:cubicBezTo>
                <a:cubicBezTo>
                  <a:pt x="539832" y="97726"/>
                  <a:pt x="538830" y="92414"/>
                  <a:pt x="538830" y="86668"/>
                </a:cubicBezTo>
                <a:cubicBezTo>
                  <a:pt x="538830" y="80922"/>
                  <a:pt x="539804" y="75611"/>
                  <a:pt x="541754" y="70733"/>
                </a:cubicBezTo>
                <a:cubicBezTo>
                  <a:pt x="543705" y="65855"/>
                  <a:pt x="546414" y="61628"/>
                  <a:pt x="549881" y="58052"/>
                </a:cubicBezTo>
                <a:cubicBezTo>
                  <a:pt x="553350" y="54473"/>
                  <a:pt x="557415" y="51682"/>
                  <a:pt x="562074" y="49676"/>
                </a:cubicBezTo>
                <a:cubicBezTo>
                  <a:pt x="566733" y="47670"/>
                  <a:pt x="571772" y="46667"/>
                  <a:pt x="577191" y="46667"/>
                </a:cubicBezTo>
                <a:cubicBezTo>
                  <a:pt x="583150" y="46667"/>
                  <a:pt x="588405" y="47673"/>
                  <a:pt x="592955" y="49683"/>
                </a:cubicBezTo>
                <a:cubicBezTo>
                  <a:pt x="597507" y="51692"/>
                  <a:pt x="601300" y="54408"/>
                  <a:pt x="604334" y="57831"/>
                </a:cubicBezTo>
                <a:cubicBezTo>
                  <a:pt x="607368" y="61252"/>
                  <a:pt x="609671" y="65243"/>
                  <a:pt x="611242" y="69805"/>
                </a:cubicBezTo>
                <a:cubicBezTo>
                  <a:pt x="612814" y="74367"/>
                  <a:pt x="613600" y="79256"/>
                  <a:pt x="613600" y="84471"/>
                </a:cubicBezTo>
                <a:close/>
                <a:moveTo>
                  <a:pt x="704137" y="113008"/>
                </a:moveTo>
                <a:lnTo>
                  <a:pt x="704462" y="113008"/>
                </a:lnTo>
                <a:lnTo>
                  <a:pt x="728028" y="48803"/>
                </a:lnTo>
                <a:lnTo>
                  <a:pt x="740057" y="48803"/>
                </a:lnTo>
                <a:lnTo>
                  <a:pt x="702185" y="144541"/>
                </a:lnTo>
                <a:cubicBezTo>
                  <a:pt x="699910" y="150393"/>
                  <a:pt x="697011" y="155067"/>
                  <a:pt x="693489" y="158564"/>
                </a:cubicBezTo>
                <a:cubicBezTo>
                  <a:pt x="689967" y="162063"/>
                  <a:pt x="684901" y="163812"/>
                  <a:pt x="678291" y="163812"/>
                </a:cubicBezTo>
                <a:cubicBezTo>
                  <a:pt x="674932" y="163812"/>
                  <a:pt x="671628" y="163495"/>
                  <a:pt x="668377" y="162860"/>
                </a:cubicBezTo>
                <a:lnTo>
                  <a:pt x="669513" y="152830"/>
                </a:lnTo>
                <a:cubicBezTo>
                  <a:pt x="672114" y="153696"/>
                  <a:pt x="674823" y="154130"/>
                  <a:pt x="677641" y="154130"/>
                </a:cubicBezTo>
                <a:cubicBezTo>
                  <a:pt x="681434" y="154130"/>
                  <a:pt x="684413" y="152965"/>
                  <a:pt x="686579" y="150635"/>
                </a:cubicBezTo>
                <a:cubicBezTo>
                  <a:pt x="688747" y="148305"/>
                  <a:pt x="690644" y="144974"/>
                  <a:pt x="692269" y="140640"/>
                </a:cubicBezTo>
                <a:lnTo>
                  <a:pt x="698447" y="124709"/>
                </a:lnTo>
                <a:lnTo>
                  <a:pt x="665939" y="48803"/>
                </a:lnTo>
                <a:lnTo>
                  <a:pt x="678291" y="48803"/>
                </a:lnTo>
                <a:lnTo>
                  <a:pt x="704137" y="113008"/>
                </a:lnTo>
                <a:close/>
                <a:moveTo>
                  <a:pt x="832868" y="86668"/>
                </a:moveTo>
                <a:cubicBezTo>
                  <a:pt x="832868" y="92414"/>
                  <a:pt x="831865" y="97726"/>
                  <a:pt x="829860" y="102603"/>
                </a:cubicBezTo>
                <a:cubicBezTo>
                  <a:pt x="827856" y="107481"/>
                  <a:pt x="825065" y="111709"/>
                  <a:pt x="821489" y="115287"/>
                </a:cubicBezTo>
                <a:cubicBezTo>
                  <a:pt x="817914" y="118864"/>
                  <a:pt x="813634" y="121655"/>
                  <a:pt x="808649" y="123660"/>
                </a:cubicBezTo>
                <a:cubicBezTo>
                  <a:pt x="803665" y="125666"/>
                  <a:pt x="798193" y="126669"/>
                  <a:pt x="792232" y="126669"/>
                </a:cubicBezTo>
                <a:cubicBezTo>
                  <a:pt x="786381" y="126669"/>
                  <a:pt x="780962" y="125666"/>
                  <a:pt x="775977" y="123660"/>
                </a:cubicBezTo>
                <a:cubicBezTo>
                  <a:pt x="770994" y="121655"/>
                  <a:pt x="766714" y="118864"/>
                  <a:pt x="763137" y="115287"/>
                </a:cubicBezTo>
                <a:cubicBezTo>
                  <a:pt x="759562" y="111709"/>
                  <a:pt x="756772" y="107481"/>
                  <a:pt x="754766" y="102603"/>
                </a:cubicBezTo>
                <a:cubicBezTo>
                  <a:pt x="752762" y="97726"/>
                  <a:pt x="751760" y="92414"/>
                  <a:pt x="751760" y="86668"/>
                </a:cubicBezTo>
                <a:cubicBezTo>
                  <a:pt x="751760" y="80922"/>
                  <a:pt x="752762" y="75611"/>
                  <a:pt x="754766" y="70733"/>
                </a:cubicBezTo>
                <a:cubicBezTo>
                  <a:pt x="756772" y="65855"/>
                  <a:pt x="759562" y="61628"/>
                  <a:pt x="763137" y="58052"/>
                </a:cubicBezTo>
                <a:cubicBezTo>
                  <a:pt x="766714" y="54473"/>
                  <a:pt x="770994" y="51682"/>
                  <a:pt x="775977" y="49676"/>
                </a:cubicBezTo>
                <a:cubicBezTo>
                  <a:pt x="780962" y="47670"/>
                  <a:pt x="786381" y="46667"/>
                  <a:pt x="792232" y="46667"/>
                </a:cubicBezTo>
                <a:cubicBezTo>
                  <a:pt x="798193" y="46667"/>
                  <a:pt x="803665" y="47670"/>
                  <a:pt x="808649" y="49676"/>
                </a:cubicBezTo>
                <a:cubicBezTo>
                  <a:pt x="813634" y="51682"/>
                  <a:pt x="817914" y="54473"/>
                  <a:pt x="821489" y="58052"/>
                </a:cubicBezTo>
                <a:cubicBezTo>
                  <a:pt x="825065" y="61628"/>
                  <a:pt x="827856" y="65855"/>
                  <a:pt x="829860" y="70733"/>
                </a:cubicBezTo>
                <a:cubicBezTo>
                  <a:pt x="831865" y="75611"/>
                  <a:pt x="832868" y="80922"/>
                  <a:pt x="832868" y="86668"/>
                </a:cubicBezTo>
                <a:moveTo>
                  <a:pt x="821166" y="86671"/>
                </a:moveTo>
                <a:cubicBezTo>
                  <a:pt x="821166" y="82434"/>
                  <a:pt x="820489" y="78443"/>
                  <a:pt x="819135" y="74696"/>
                </a:cubicBezTo>
                <a:cubicBezTo>
                  <a:pt x="817781" y="70948"/>
                  <a:pt x="815857" y="67689"/>
                  <a:pt x="813364" y="64919"/>
                </a:cubicBezTo>
                <a:cubicBezTo>
                  <a:pt x="810872" y="62148"/>
                  <a:pt x="807838" y="59948"/>
                  <a:pt x="804261" y="58319"/>
                </a:cubicBezTo>
                <a:cubicBezTo>
                  <a:pt x="800687" y="56689"/>
                  <a:pt x="796678" y="55874"/>
                  <a:pt x="792235" y="55874"/>
                </a:cubicBezTo>
                <a:cubicBezTo>
                  <a:pt x="787792" y="55874"/>
                  <a:pt x="783810" y="56689"/>
                  <a:pt x="780288" y="58319"/>
                </a:cubicBezTo>
                <a:cubicBezTo>
                  <a:pt x="776766" y="59948"/>
                  <a:pt x="773758" y="62148"/>
                  <a:pt x="771265" y="64919"/>
                </a:cubicBezTo>
                <a:cubicBezTo>
                  <a:pt x="768773" y="67689"/>
                  <a:pt x="766850" y="70948"/>
                  <a:pt x="765496" y="74696"/>
                </a:cubicBezTo>
                <a:cubicBezTo>
                  <a:pt x="764142" y="78443"/>
                  <a:pt x="763465" y="82434"/>
                  <a:pt x="763465" y="86671"/>
                </a:cubicBezTo>
                <a:cubicBezTo>
                  <a:pt x="763465" y="90907"/>
                  <a:pt x="764142" y="94899"/>
                  <a:pt x="765496" y="98648"/>
                </a:cubicBezTo>
                <a:cubicBezTo>
                  <a:pt x="766850" y="102394"/>
                  <a:pt x="768773" y="105653"/>
                  <a:pt x="771265" y="108424"/>
                </a:cubicBezTo>
                <a:cubicBezTo>
                  <a:pt x="773758" y="111194"/>
                  <a:pt x="776766" y="113367"/>
                  <a:pt x="780288" y="114942"/>
                </a:cubicBezTo>
                <a:cubicBezTo>
                  <a:pt x="783810" y="116517"/>
                  <a:pt x="787792" y="117304"/>
                  <a:pt x="792235" y="117304"/>
                </a:cubicBezTo>
                <a:cubicBezTo>
                  <a:pt x="796678" y="117304"/>
                  <a:pt x="800687" y="116517"/>
                  <a:pt x="804261" y="114942"/>
                </a:cubicBezTo>
                <a:cubicBezTo>
                  <a:pt x="807838" y="113367"/>
                  <a:pt x="810872" y="111194"/>
                  <a:pt x="813364" y="108424"/>
                </a:cubicBezTo>
                <a:cubicBezTo>
                  <a:pt x="815857" y="105653"/>
                  <a:pt x="817781" y="102394"/>
                  <a:pt x="819135" y="98648"/>
                </a:cubicBezTo>
                <a:cubicBezTo>
                  <a:pt x="820489" y="94899"/>
                  <a:pt x="821166" y="90907"/>
                  <a:pt x="821166" y="86671"/>
                </a:cubicBezTo>
                <a:close/>
                <a:moveTo>
                  <a:pt x="911864" y="124764"/>
                </a:moveTo>
                <a:cubicBezTo>
                  <a:pt x="911647" y="122705"/>
                  <a:pt x="911485" y="120430"/>
                  <a:pt x="911375" y="117939"/>
                </a:cubicBezTo>
                <a:cubicBezTo>
                  <a:pt x="911268" y="115445"/>
                  <a:pt x="911214" y="113386"/>
                  <a:pt x="911214" y="111760"/>
                </a:cubicBezTo>
                <a:lnTo>
                  <a:pt x="910889" y="111760"/>
                </a:lnTo>
                <a:cubicBezTo>
                  <a:pt x="908722" y="116203"/>
                  <a:pt x="905200" y="119799"/>
                  <a:pt x="900324" y="122547"/>
                </a:cubicBezTo>
                <a:cubicBezTo>
                  <a:pt x="895448" y="125295"/>
                  <a:pt x="890300" y="126669"/>
                  <a:pt x="884882" y="126669"/>
                </a:cubicBezTo>
                <a:cubicBezTo>
                  <a:pt x="875239" y="126669"/>
                  <a:pt x="868006" y="123808"/>
                  <a:pt x="863183" y="118085"/>
                </a:cubicBezTo>
                <a:cubicBezTo>
                  <a:pt x="858361" y="112361"/>
                  <a:pt x="855950" y="104784"/>
                  <a:pt x="855950" y="95356"/>
                </a:cubicBezTo>
                <a:lnTo>
                  <a:pt x="855950" y="48706"/>
                </a:lnTo>
                <a:lnTo>
                  <a:pt x="867005" y="48706"/>
                </a:lnTo>
                <a:lnTo>
                  <a:pt x="867005" y="90805"/>
                </a:lnTo>
                <a:cubicBezTo>
                  <a:pt x="867005" y="94815"/>
                  <a:pt x="867330" y="98445"/>
                  <a:pt x="867979" y="101696"/>
                </a:cubicBezTo>
                <a:cubicBezTo>
                  <a:pt x="868629" y="104946"/>
                  <a:pt x="869739" y="107737"/>
                  <a:pt x="871310" y="110066"/>
                </a:cubicBezTo>
                <a:cubicBezTo>
                  <a:pt x="872883" y="112396"/>
                  <a:pt x="874996" y="114212"/>
                  <a:pt x="877650" y="115513"/>
                </a:cubicBezTo>
                <a:cubicBezTo>
                  <a:pt x="880305" y="116813"/>
                  <a:pt x="883638" y="117462"/>
                  <a:pt x="887647" y="117462"/>
                </a:cubicBezTo>
                <a:cubicBezTo>
                  <a:pt x="890572" y="117462"/>
                  <a:pt x="893416" y="116866"/>
                  <a:pt x="896179" y="115674"/>
                </a:cubicBezTo>
                <a:cubicBezTo>
                  <a:pt x="898944" y="114482"/>
                  <a:pt x="901409" y="112667"/>
                  <a:pt x="903575" y="110230"/>
                </a:cubicBezTo>
                <a:cubicBezTo>
                  <a:pt x="905743" y="107791"/>
                  <a:pt x="907477" y="104703"/>
                  <a:pt x="908776" y="100964"/>
                </a:cubicBezTo>
                <a:cubicBezTo>
                  <a:pt x="910077" y="97226"/>
                  <a:pt x="910728" y="92810"/>
                  <a:pt x="910728" y="87717"/>
                </a:cubicBezTo>
                <a:lnTo>
                  <a:pt x="910728" y="48706"/>
                </a:lnTo>
                <a:lnTo>
                  <a:pt x="921780" y="48706"/>
                </a:lnTo>
                <a:lnTo>
                  <a:pt x="921780" y="108035"/>
                </a:lnTo>
                <a:cubicBezTo>
                  <a:pt x="921780" y="110094"/>
                  <a:pt x="921834" y="112747"/>
                  <a:pt x="921941" y="115997"/>
                </a:cubicBezTo>
                <a:cubicBezTo>
                  <a:pt x="922050" y="119246"/>
                  <a:pt x="922213" y="122168"/>
                  <a:pt x="922430" y="124764"/>
                </a:cubicBezTo>
                <a:lnTo>
                  <a:pt x="911864" y="124764"/>
                </a:lnTo>
                <a:close/>
                <a:moveTo>
                  <a:pt x="951037" y="65378"/>
                </a:moveTo>
                <a:cubicBezTo>
                  <a:pt x="951037" y="63316"/>
                  <a:pt x="950982" y="60660"/>
                  <a:pt x="950873" y="57409"/>
                </a:cubicBezTo>
                <a:cubicBezTo>
                  <a:pt x="950766" y="54159"/>
                  <a:pt x="950604" y="51233"/>
                  <a:pt x="950387" y="48632"/>
                </a:cubicBezTo>
                <a:lnTo>
                  <a:pt x="960953" y="48632"/>
                </a:lnTo>
                <a:cubicBezTo>
                  <a:pt x="961169" y="50690"/>
                  <a:pt x="961331" y="52966"/>
                  <a:pt x="961439" y="55460"/>
                </a:cubicBezTo>
                <a:cubicBezTo>
                  <a:pt x="961548" y="57952"/>
                  <a:pt x="961603" y="60010"/>
                  <a:pt x="961603" y="61635"/>
                </a:cubicBezTo>
                <a:lnTo>
                  <a:pt x="961927" y="61635"/>
                </a:lnTo>
                <a:cubicBezTo>
                  <a:pt x="964095" y="57188"/>
                  <a:pt x="967346" y="53581"/>
                  <a:pt x="971680" y="50817"/>
                </a:cubicBezTo>
                <a:cubicBezTo>
                  <a:pt x="976015" y="48051"/>
                  <a:pt x="980892" y="46667"/>
                  <a:pt x="986310" y="46667"/>
                </a:cubicBezTo>
                <a:cubicBezTo>
                  <a:pt x="987719" y="46667"/>
                  <a:pt x="988992" y="46731"/>
                  <a:pt x="990130" y="46858"/>
                </a:cubicBezTo>
                <a:cubicBezTo>
                  <a:pt x="991267" y="46986"/>
                  <a:pt x="992432" y="47240"/>
                  <a:pt x="993624" y="47620"/>
                </a:cubicBezTo>
                <a:lnTo>
                  <a:pt x="992161" y="57962"/>
                </a:lnTo>
                <a:cubicBezTo>
                  <a:pt x="991511" y="57746"/>
                  <a:pt x="990427" y="57529"/>
                  <a:pt x="988910" y="57312"/>
                </a:cubicBezTo>
                <a:cubicBezTo>
                  <a:pt x="987393" y="57094"/>
                  <a:pt x="985876" y="56985"/>
                  <a:pt x="984358" y="56985"/>
                </a:cubicBezTo>
                <a:cubicBezTo>
                  <a:pt x="981433" y="56985"/>
                  <a:pt x="978616" y="57527"/>
                  <a:pt x="975906" y="58612"/>
                </a:cubicBezTo>
                <a:cubicBezTo>
                  <a:pt x="973197" y="59695"/>
                  <a:pt x="970840" y="61402"/>
                  <a:pt x="968835" y="63731"/>
                </a:cubicBezTo>
                <a:cubicBezTo>
                  <a:pt x="966831" y="66061"/>
                  <a:pt x="965205" y="69041"/>
                  <a:pt x="963959" y="72672"/>
                </a:cubicBezTo>
                <a:cubicBezTo>
                  <a:pt x="962714" y="76302"/>
                  <a:pt x="962091" y="80663"/>
                  <a:pt x="962091" y="85755"/>
                </a:cubicBezTo>
                <a:lnTo>
                  <a:pt x="962091" y="124764"/>
                </a:lnTo>
                <a:lnTo>
                  <a:pt x="951037" y="124764"/>
                </a:lnTo>
                <a:lnTo>
                  <a:pt x="951037" y="65378"/>
                </a:lnTo>
                <a:close/>
                <a:moveTo>
                  <a:pt x="1061403" y="124764"/>
                </a:moveTo>
                <a:lnTo>
                  <a:pt x="1050351" y="124764"/>
                </a:lnTo>
                <a:lnTo>
                  <a:pt x="1050351" y="48694"/>
                </a:lnTo>
                <a:lnTo>
                  <a:pt x="1061403" y="48694"/>
                </a:lnTo>
                <a:lnTo>
                  <a:pt x="1061403" y="124764"/>
                </a:lnTo>
                <a:moveTo>
                  <a:pt x="1063680" y="19365"/>
                </a:moveTo>
                <a:cubicBezTo>
                  <a:pt x="1063680" y="21634"/>
                  <a:pt x="1062867" y="23497"/>
                  <a:pt x="1061242" y="24956"/>
                </a:cubicBezTo>
                <a:cubicBezTo>
                  <a:pt x="1059616" y="26414"/>
                  <a:pt x="1057828" y="27143"/>
                  <a:pt x="1055877" y="27143"/>
                </a:cubicBezTo>
                <a:cubicBezTo>
                  <a:pt x="1053926" y="27143"/>
                  <a:pt x="1052138" y="26414"/>
                  <a:pt x="1050512" y="24956"/>
                </a:cubicBezTo>
                <a:cubicBezTo>
                  <a:pt x="1048887" y="23497"/>
                  <a:pt x="1048074" y="21634"/>
                  <a:pt x="1048074" y="19365"/>
                </a:cubicBezTo>
                <a:cubicBezTo>
                  <a:pt x="1048074" y="17097"/>
                  <a:pt x="1048887" y="15233"/>
                  <a:pt x="1050512" y="13775"/>
                </a:cubicBezTo>
                <a:cubicBezTo>
                  <a:pt x="1052138" y="12317"/>
                  <a:pt x="1053926" y="11587"/>
                  <a:pt x="1055877" y="11587"/>
                </a:cubicBezTo>
                <a:cubicBezTo>
                  <a:pt x="1057828" y="11587"/>
                  <a:pt x="1059616" y="12317"/>
                  <a:pt x="1061242" y="13775"/>
                </a:cubicBezTo>
                <a:cubicBezTo>
                  <a:pt x="1062867" y="15233"/>
                  <a:pt x="1063680" y="17097"/>
                  <a:pt x="1063680" y="19365"/>
                </a:cubicBezTo>
                <a:close/>
                <a:moveTo>
                  <a:pt x="1091474" y="9683"/>
                </a:moveTo>
                <a:lnTo>
                  <a:pt x="1123984" y="9683"/>
                </a:lnTo>
                <a:cubicBezTo>
                  <a:pt x="1129836" y="9683"/>
                  <a:pt x="1135145" y="10306"/>
                  <a:pt x="1139912" y="11553"/>
                </a:cubicBezTo>
                <a:cubicBezTo>
                  <a:pt x="1144681" y="12798"/>
                  <a:pt x="1148771" y="14694"/>
                  <a:pt x="1152184" y="17240"/>
                </a:cubicBezTo>
                <a:cubicBezTo>
                  <a:pt x="1155598" y="19785"/>
                  <a:pt x="1158227" y="22980"/>
                  <a:pt x="1160069" y="26826"/>
                </a:cubicBezTo>
                <a:cubicBezTo>
                  <a:pt x="1161910" y="30672"/>
                  <a:pt x="1162831" y="35195"/>
                  <a:pt x="1162831" y="40395"/>
                </a:cubicBezTo>
                <a:cubicBezTo>
                  <a:pt x="1162831" y="45595"/>
                  <a:pt x="1161883" y="50118"/>
                  <a:pt x="1159987" y="53964"/>
                </a:cubicBezTo>
                <a:cubicBezTo>
                  <a:pt x="1158090" y="57810"/>
                  <a:pt x="1155435" y="61006"/>
                  <a:pt x="1152020" y="63553"/>
                </a:cubicBezTo>
                <a:cubicBezTo>
                  <a:pt x="1148608" y="66099"/>
                  <a:pt x="1144490" y="68022"/>
                  <a:pt x="1139669" y="69322"/>
                </a:cubicBezTo>
                <a:cubicBezTo>
                  <a:pt x="1134847" y="70621"/>
                  <a:pt x="1129511" y="71271"/>
                  <a:pt x="1123659" y="71271"/>
                </a:cubicBezTo>
                <a:lnTo>
                  <a:pt x="1103178" y="71271"/>
                </a:lnTo>
                <a:lnTo>
                  <a:pt x="1103178" y="124764"/>
                </a:lnTo>
                <a:lnTo>
                  <a:pt x="1091474" y="124764"/>
                </a:lnTo>
                <a:lnTo>
                  <a:pt x="1091474" y="9683"/>
                </a:lnTo>
                <a:moveTo>
                  <a:pt x="1103178" y="61430"/>
                </a:moveTo>
                <a:lnTo>
                  <a:pt x="1123007" y="61430"/>
                </a:lnTo>
                <a:cubicBezTo>
                  <a:pt x="1132218" y="61430"/>
                  <a:pt x="1139208" y="59636"/>
                  <a:pt x="1143974" y="56048"/>
                </a:cubicBezTo>
                <a:cubicBezTo>
                  <a:pt x="1148743" y="52460"/>
                  <a:pt x="1151127" y="47241"/>
                  <a:pt x="1151127" y="40393"/>
                </a:cubicBezTo>
                <a:cubicBezTo>
                  <a:pt x="1151127" y="33218"/>
                  <a:pt x="1148662" y="27973"/>
                  <a:pt x="1143731" y="24658"/>
                </a:cubicBezTo>
                <a:cubicBezTo>
                  <a:pt x="1138801" y="21341"/>
                  <a:pt x="1131893" y="19683"/>
                  <a:pt x="1123007" y="19683"/>
                </a:cubicBezTo>
                <a:lnTo>
                  <a:pt x="1103178" y="19683"/>
                </a:lnTo>
                <a:lnTo>
                  <a:pt x="1103178" y="61430"/>
                </a:lnTo>
                <a:close/>
                <a:moveTo>
                  <a:pt x="1196802" y="61147"/>
                </a:moveTo>
                <a:cubicBezTo>
                  <a:pt x="1198861" y="56701"/>
                  <a:pt x="1202274" y="53176"/>
                  <a:pt x="1207041" y="50574"/>
                </a:cubicBezTo>
                <a:cubicBezTo>
                  <a:pt x="1211809" y="47970"/>
                  <a:pt x="1216903" y="46667"/>
                  <a:pt x="1222321" y="46667"/>
                </a:cubicBezTo>
                <a:cubicBezTo>
                  <a:pt x="1231964" y="46667"/>
                  <a:pt x="1239197" y="49542"/>
                  <a:pt x="1244018" y="55291"/>
                </a:cubicBezTo>
                <a:cubicBezTo>
                  <a:pt x="1248841" y="61040"/>
                  <a:pt x="1251253" y="68633"/>
                  <a:pt x="1251253" y="78069"/>
                </a:cubicBezTo>
                <a:lnTo>
                  <a:pt x="1251253" y="124764"/>
                </a:lnTo>
                <a:lnTo>
                  <a:pt x="1240201" y="124764"/>
                </a:lnTo>
                <a:lnTo>
                  <a:pt x="1240201" y="82583"/>
                </a:lnTo>
                <a:cubicBezTo>
                  <a:pt x="1240201" y="78565"/>
                  <a:pt x="1239876" y="74929"/>
                  <a:pt x="1239226" y="71673"/>
                </a:cubicBezTo>
                <a:cubicBezTo>
                  <a:pt x="1238577" y="68416"/>
                  <a:pt x="1237465" y="65620"/>
                  <a:pt x="1235893" y="63285"/>
                </a:cubicBezTo>
                <a:cubicBezTo>
                  <a:pt x="1234322" y="60950"/>
                  <a:pt x="1232209" y="59131"/>
                  <a:pt x="1229554" y="57828"/>
                </a:cubicBezTo>
                <a:cubicBezTo>
                  <a:pt x="1226900" y="56525"/>
                  <a:pt x="1223568" y="55874"/>
                  <a:pt x="1219558" y="55874"/>
                </a:cubicBezTo>
                <a:cubicBezTo>
                  <a:pt x="1216633" y="55874"/>
                  <a:pt x="1213789" y="56472"/>
                  <a:pt x="1211024" y="57667"/>
                </a:cubicBezTo>
                <a:cubicBezTo>
                  <a:pt x="1208261" y="58861"/>
                  <a:pt x="1205796" y="60680"/>
                  <a:pt x="1203628" y="63124"/>
                </a:cubicBezTo>
                <a:cubicBezTo>
                  <a:pt x="1201462" y="65566"/>
                  <a:pt x="1199728" y="68659"/>
                  <a:pt x="1198427" y="72405"/>
                </a:cubicBezTo>
                <a:cubicBezTo>
                  <a:pt x="1197127" y="76150"/>
                  <a:pt x="1196478" y="80574"/>
                  <a:pt x="1196478" y="85679"/>
                </a:cubicBezTo>
                <a:lnTo>
                  <a:pt x="1196478" y="124764"/>
                </a:lnTo>
                <a:lnTo>
                  <a:pt x="1185423" y="124764"/>
                </a:lnTo>
                <a:lnTo>
                  <a:pt x="1185423" y="1806"/>
                </a:lnTo>
                <a:lnTo>
                  <a:pt x="1196478" y="1806"/>
                </a:lnTo>
                <a:lnTo>
                  <a:pt x="1196478" y="61147"/>
                </a:lnTo>
                <a:lnTo>
                  <a:pt x="1196802" y="61147"/>
                </a:lnTo>
                <a:close/>
                <a:moveTo>
                  <a:pt x="1355442" y="86668"/>
                </a:moveTo>
                <a:cubicBezTo>
                  <a:pt x="1355442" y="92414"/>
                  <a:pt x="1354439" y="97726"/>
                  <a:pt x="1352434" y="102603"/>
                </a:cubicBezTo>
                <a:cubicBezTo>
                  <a:pt x="1350430" y="107481"/>
                  <a:pt x="1347639" y="111709"/>
                  <a:pt x="1344063" y="115287"/>
                </a:cubicBezTo>
                <a:cubicBezTo>
                  <a:pt x="1340488" y="118864"/>
                  <a:pt x="1336208" y="121655"/>
                  <a:pt x="1331223" y="123660"/>
                </a:cubicBezTo>
                <a:cubicBezTo>
                  <a:pt x="1326239" y="125666"/>
                  <a:pt x="1320767" y="126669"/>
                  <a:pt x="1314807" y="126669"/>
                </a:cubicBezTo>
                <a:cubicBezTo>
                  <a:pt x="1308955" y="126669"/>
                  <a:pt x="1303537" y="125666"/>
                  <a:pt x="1298551" y="123660"/>
                </a:cubicBezTo>
                <a:cubicBezTo>
                  <a:pt x="1293568" y="121655"/>
                  <a:pt x="1289288" y="118864"/>
                  <a:pt x="1285711" y="115287"/>
                </a:cubicBezTo>
                <a:cubicBezTo>
                  <a:pt x="1282137" y="111709"/>
                  <a:pt x="1279346" y="107481"/>
                  <a:pt x="1277341" y="102603"/>
                </a:cubicBezTo>
                <a:cubicBezTo>
                  <a:pt x="1275337" y="97726"/>
                  <a:pt x="1274335" y="92414"/>
                  <a:pt x="1274335" y="86668"/>
                </a:cubicBezTo>
                <a:cubicBezTo>
                  <a:pt x="1274335" y="80922"/>
                  <a:pt x="1275337" y="75611"/>
                  <a:pt x="1277341" y="70733"/>
                </a:cubicBezTo>
                <a:cubicBezTo>
                  <a:pt x="1279346" y="65855"/>
                  <a:pt x="1282137" y="61628"/>
                  <a:pt x="1285711" y="58052"/>
                </a:cubicBezTo>
                <a:cubicBezTo>
                  <a:pt x="1289288" y="54473"/>
                  <a:pt x="1293568" y="51682"/>
                  <a:pt x="1298551" y="49676"/>
                </a:cubicBezTo>
                <a:cubicBezTo>
                  <a:pt x="1303537" y="47670"/>
                  <a:pt x="1308955" y="46667"/>
                  <a:pt x="1314807" y="46667"/>
                </a:cubicBezTo>
                <a:cubicBezTo>
                  <a:pt x="1320767" y="46667"/>
                  <a:pt x="1326239" y="47670"/>
                  <a:pt x="1331223" y="49676"/>
                </a:cubicBezTo>
                <a:cubicBezTo>
                  <a:pt x="1336208" y="51682"/>
                  <a:pt x="1340488" y="54473"/>
                  <a:pt x="1344063" y="58052"/>
                </a:cubicBezTo>
                <a:cubicBezTo>
                  <a:pt x="1347639" y="61628"/>
                  <a:pt x="1350430" y="65855"/>
                  <a:pt x="1352434" y="70733"/>
                </a:cubicBezTo>
                <a:cubicBezTo>
                  <a:pt x="1354439" y="75611"/>
                  <a:pt x="1355442" y="80922"/>
                  <a:pt x="1355442" y="86668"/>
                </a:cubicBezTo>
                <a:moveTo>
                  <a:pt x="1343741" y="86671"/>
                </a:moveTo>
                <a:cubicBezTo>
                  <a:pt x="1343741" y="82434"/>
                  <a:pt x="1343064" y="78443"/>
                  <a:pt x="1341709" y="74696"/>
                </a:cubicBezTo>
                <a:cubicBezTo>
                  <a:pt x="1340355" y="70948"/>
                  <a:pt x="1338431" y="67689"/>
                  <a:pt x="1335938" y="64919"/>
                </a:cubicBezTo>
                <a:cubicBezTo>
                  <a:pt x="1333446" y="62148"/>
                  <a:pt x="1330412" y="59948"/>
                  <a:pt x="1326836" y="58319"/>
                </a:cubicBezTo>
                <a:cubicBezTo>
                  <a:pt x="1323261" y="56689"/>
                  <a:pt x="1319252" y="55874"/>
                  <a:pt x="1314809" y="55874"/>
                </a:cubicBezTo>
                <a:cubicBezTo>
                  <a:pt x="1310366" y="55874"/>
                  <a:pt x="1306384" y="56689"/>
                  <a:pt x="1302862" y="58319"/>
                </a:cubicBezTo>
                <a:cubicBezTo>
                  <a:pt x="1299340" y="59948"/>
                  <a:pt x="1296332" y="62148"/>
                  <a:pt x="1293839" y="64919"/>
                </a:cubicBezTo>
                <a:cubicBezTo>
                  <a:pt x="1291347" y="67689"/>
                  <a:pt x="1289424" y="70948"/>
                  <a:pt x="1288070" y="74696"/>
                </a:cubicBezTo>
                <a:cubicBezTo>
                  <a:pt x="1286716" y="78443"/>
                  <a:pt x="1286039" y="82434"/>
                  <a:pt x="1286039" y="86671"/>
                </a:cubicBezTo>
                <a:cubicBezTo>
                  <a:pt x="1286039" y="90907"/>
                  <a:pt x="1286716" y="94899"/>
                  <a:pt x="1288070" y="98648"/>
                </a:cubicBezTo>
                <a:cubicBezTo>
                  <a:pt x="1289424" y="102394"/>
                  <a:pt x="1291347" y="105653"/>
                  <a:pt x="1293839" y="108424"/>
                </a:cubicBezTo>
                <a:cubicBezTo>
                  <a:pt x="1296332" y="111194"/>
                  <a:pt x="1299340" y="113367"/>
                  <a:pt x="1302862" y="114942"/>
                </a:cubicBezTo>
                <a:cubicBezTo>
                  <a:pt x="1306384" y="116517"/>
                  <a:pt x="1310366" y="117304"/>
                  <a:pt x="1314809" y="117304"/>
                </a:cubicBezTo>
                <a:cubicBezTo>
                  <a:pt x="1319252" y="117304"/>
                  <a:pt x="1323261" y="116517"/>
                  <a:pt x="1326836" y="114942"/>
                </a:cubicBezTo>
                <a:cubicBezTo>
                  <a:pt x="1330412" y="113367"/>
                  <a:pt x="1333446" y="111194"/>
                  <a:pt x="1335938" y="108424"/>
                </a:cubicBezTo>
                <a:cubicBezTo>
                  <a:pt x="1338431" y="105653"/>
                  <a:pt x="1340355" y="102394"/>
                  <a:pt x="1341709" y="98648"/>
                </a:cubicBezTo>
                <a:cubicBezTo>
                  <a:pt x="1343064" y="94899"/>
                  <a:pt x="1343741" y="90907"/>
                  <a:pt x="1343741" y="86671"/>
                </a:cubicBezTo>
                <a:close/>
                <a:moveTo>
                  <a:pt x="1389090" y="48632"/>
                </a:moveTo>
                <a:cubicBezTo>
                  <a:pt x="1389307" y="50690"/>
                  <a:pt x="1389469" y="52966"/>
                  <a:pt x="1389576" y="55460"/>
                </a:cubicBezTo>
                <a:cubicBezTo>
                  <a:pt x="1389685" y="57952"/>
                  <a:pt x="1389740" y="60010"/>
                  <a:pt x="1389740" y="61635"/>
                </a:cubicBezTo>
                <a:lnTo>
                  <a:pt x="1390065" y="61635"/>
                </a:lnTo>
                <a:cubicBezTo>
                  <a:pt x="1392232" y="57188"/>
                  <a:pt x="1395754" y="53581"/>
                  <a:pt x="1400630" y="50817"/>
                </a:cubicBezTo>
                <a:cubicBezTo>
                  <a:pt x="1405506" y="48051"/>
                  <a:pt x="1410654" y="46667"/>
                  <a:pt x="1416072" y="46667"/>
                </a:cubicBezTo>
                <a:cubicBezTo>
                  <a:pt x="1425715" y="46667"/>
                  <a:pt x="1432947" y="49542"/>
                  <a:pt x="1437769" y="55291"/>
                </a:cubicBezTo>
                <a:cubicBezTo>
                  <a:pt x="1442592" y="61040"/>
                  <a:pt x="1445004" y="68633"/>
                  <a:pt x="1445004" y="78069"/>
                </a:cubicBezTo>
                <a:lnTo>
                  <a:pt x="1445004" y="124764"/>
                </a:lnTo>
                <a:lnTo>
                  <a:pt x="1433952" y="124764"/>
                </a:lnTo>
                <a:lnTo>
                  <a:pt x="1433952" y="82583"/>
                </a:lnTo>
                <a:cubicBezTo>
                  <a:pt x="1433952" y="78565"/>
                  <a:pt x="1433627" y="74929"/>
                  <a:pt x="1432977" y="71673"/>
                </a:cubicBezTo>
                <a:cubicBezTo>
                  <a:pt x="1432327" y="68416"/>
                  <a:pt x="1431216" y="65620"/>
                  <a:pt x="1429644" y="63285"/>
                </a:cubicBezTo>
                <a:cubicBezTo>
                  <a:pt x="1428073" y="60950"/>
                  <a:pt x="1425960" y="59131"/>
                  <a:pt x="1423304" y="57828"/>
                </a:cubicBezTo>
                <a:cubicBezTo>
                  <a:pt x="1420651" y="56525"/>
                  <a:pt x="1417319" y="55874"/>
                  <a:pt x="1413309" y="55874"/>
                </a:cubicBezTo>
                <a:cubicBezTo>
                  <a:pt x="1410384" y="55874"/>
                  <a:pt x="1407539" y="56472"/>
                  <a:pt x="1404775" y="57667"/>
                </a:cubicBezTo>
                <a:cubicBezTo>
                  <a:pt x="1402012" y="58861"/>
                  <a:pt x="1399546" y="60680"/>
                  <a:pt x="1397379" y="63124"/>
                </a:cubicBezTo>
                <a:cubicBezTo>
                  <a:pt x="1395213" y="65566"/>
                  <a:pt x="1393479" y="68659"/>
                  <a:pt x="1392178" y="72405"/>
                </a:cubicBezTo>
                <a:cubicBezTo>
                  <a:pt x="1390878" y="76150"/>
                  <a:pt x="1390228" y="80574"/>
                  <a:pt x="1390228" y="85679"/>
                </a:cubicBezTo>
                <a:lnTo>
                  <a:pt x="1390228" y="124764"/>
                </a:lnTo>
                <a:lnTo>
                  <a:pt x="1379174" y="124764"/>
                </a:lnTo>
                <a:lnTo>
                  <a:pt x="1379174" y="65378"/>
                </a:lnTo>
                <a:cubicBezTo>
                  <a:pt x="1379174" y="63316"/>
                  <a:pt x="1379120" y="60660"/>
                  <a:pt x="1379010" y="57409"/>
                </a:cubicBezTo>
                <a:cubicBezTo>
                  <a:pt x="1378903" y="54159"/>
                  <a:pt x="1378741" y="51233"/>
                  <a:pt x="1378524" y="48632"/>
                </a:cubicBezTo>
                <a:lnTo>
                  <a:pt x="1389090" y="48632"/>
                </a:lnTo>
                <a:close/>
                <a:moveTo>
                  <a:pt x="1531641" y="80954"/>
                </a:moveTo>
                <a:cubicBezTo>
                  <a:pt x="1531315" y="73741"/>
                  <a:pt x="1529012" y="67758"/>
                  <a:pt x="1524731" y="63005"/>
                </a:cubicBezTo>
                <a:cubicBezTo>
                  <a:pt x="1520452" y="58251"/>
                  <a:pt x="1514357" y="55874"/>
                  <a:pt x="1506447" y="55874"/>
                </a:cubicBezTo>
                <a:cubicBezTo>
                  <a:pt x="1502763" y="55874"/>
                  <a:pt x="1499349" y="56557"/>
                  <a:pt x="1496206" y="57923"/>
                </a:cubicBezTo>
                <a:cubicBezTo>
                  <a:pt x="1493064" y="59288"/>
                  <a:pt x="1490301" y="61146"/>
                  <a:pt x="1487917" y="63496"/>
                </a:cubicBezTo>
                <a:cubicBezTo>
                  <a:pt x="1485533" y="65845"/>
                  <a:pt x="1483636" y="68523"/>
                  <a:pt x="1482228" y="71529"/>
                </a:cubicBezTo>
                <a:cubicBezTo>
                  <a:pt x="1480819" y="74533"/>
                  <a:pt x="1480006" y="77675"/>
                  <a:pt x="1479790" y="80954"/>
                </a:cubicBezTo>
                <a:lnTo>
                  <a:pt x="1531641" y="80954"/>
                </a:lnTo>
                <a:moveTo>
                  <a:pt x="1542856" y="84471"/>
                </a:moveTo>
                <a:cubicBezTo>
                  <a:pt x="1542856" y="85231"/>
                  <a:pt x="1542856" y="86046"/>
                  <a:pt x="1542856" y="86916"/>
                </a:cubicBezTo>
                <a:cubicBezTo>
                  <a:pt x="1542856" y="87784"/>
                  <a:pt x="1542802" y="88707"/>
                  <a:pt x="1542692" y="89684"/>
                </a:cubicBezTo>
                <a:lnTo>
                  <a:pt x="1479626" y="89684"/>
                </a:lnTo>
                <a:cubicBezTo>
                  <a:pt x="1479735" y="93475"/>
                  <a:pt x="1480493" y="97050"/>
                  <a:pt x="1481900" y="100408"/>
                </a:cubicBezTo>
                <a:cubicBezTo>
                  <a:pt x="1483309" y="103765"/>
                  <a:pt x="1485259" y="106689"/>
                  <a:pt x="1487751" y="109181"/>
                </a:cubicBezTo>
                <a:cubicBezTo>
                  <a:pt x="1490244" y="111671"/>
                  <a:pt x="1493170" y="113648"/>
                  <a:pt x="1496528" y="115111"/>
                </a:cubicBezTo>
                <a:cubicBezTo>
                  <a:pt x="1499888" y="116573"/>
                  <a:pt x="1503519" y="117304"/>
                  <a:pt x="1507421" y="117304"/>
                </a:cubicBezTo>
                <a:cubicBezTo>
                  <a:pt x="1513164" y="117304"/>
                  <a:pt x="1518121" y="115977"/>
                  <a:pt x="1522293" y="113323"/>
                </a:cubicBezTo>
                <a:cubicBezTo>
                  <a:pt x="1526464" y="110667"/>
                  <a:pt x="1529634" y="107606"/>
                  <a:pt x="1531802" y="104139"/>
                </a:cubicBezTo>
                <a:lnTo>
                  <a:pt x="1540091" y="110639"/>
                </a:lnTo>
                <a:cubicBezTo>
                  <a:pt x="1535540" y="116374"/>
                  <a:pt x="1530529" y="120479"/>
                  <a:pt x="1525056" y="122956"/>
                </a:cubicBezTo>
                <a:cubicBezTo>
                  <a:pt x="1519584" y="125431"/>
                  <a:pt x="1513706" y="126669"/>
                  <a:pt x="1507421" y="126669"/>
                </a:cubicBezTo>
                <a:cubicBezTo>
                  <a:pt x="1501786" y="126669"/>
                  <a:pt x="1496557" y="125666"/>
                  <a:pt x="1491734" y="123660"/>
                </a:cubicBezTo>
                <a:cubicBezTo>
                  <a:pt x="1486913" y="121655"/>
                  <a:pt x="1482768" y="118864"/>
                  <a:pt x="1479301" y="115287"/>
                </a:cubicBezTo>
                <a:cubicBezTo>
                  <a:pt x="1475834" y="111709"/>
                  <a:pt x="1473097" y="107481"/>
                  <a:pt x="1471091" y="102603"/>
                </a:cubicBezTo>
                <a:cubicBezTo>
                  <a:pt x="1469087" y="97726"/>
                  <a:pt x="1468085" y="92414"/>
                  <a:pt x="1468085" y="86668"/>
                </a:cubicBezTo>
                <a:cubicBezTo>
                  <a:pt x="1468085" y="80922"/>
                  <a:pt x="1469060" y="75611"/>
                  <a:pt x="1471010" y="70733"/>
                </a:cubicBezTo>
                <a:cubicBezTo>
                  <a:pt x="1472961" y="65855"/>
                  <a:pt x="1475670" y="61628"/>
                  <a:pt x="1479137" y="58052"/>
                </a:cubicBezTo>
                <a:cubicBezTo>
                  <a:pt x="1482606" y="54473"/>
                  <a:pt x="1486670" y="51682"/>
                  <a:pt x="1491330" y="49676"/>
                </a:cubicBezTo>
                <a:cubicBezTo>
                  <a:pt x="1495989" y="47670"/>
                  <a:pt x="1501028" y="46667"/>
                  <a:pt x="1506447" y="46667"/>
                </a:cubicBezTo>
                <a:cubicBezTo>
                  <a:pt x="1512406" y="46667"/>
                  <a:pt x="1517661" y="47673"/>
                  <a:pt x="1522211" y="49683"/>
                </a:cubicBezTo>
                <a:cubicBezTo>
                  <a:pt x="1526763" y="51692"/>
                  <a:pt x="1530556" y="54408"/>
                  <a:pt x="1533590" y="57831"/>
                </a:cubicBezTo>
                <a:cubicBezTo>
                  <a:pt x="1536624" y="61252"/>
                  <a:pt x="1538927" y="65243"/>
                  <a:pt x="1540497" y="69805"/>
                </a:cubicBezTo>
                <a:cubicBezTo>
                  <a:pt x="1542070" y="74367"/>
                  <a:pt x="1542856" y="79256"/>
                  <a:pt x="1542856" y="84471"/>
                </a:cubicBezTo>
                <a:close/>
                <a:moveTo>
                  <a:pt x="1608685" y="48731"/>
                </a:moveTo>
                <a:lnTo>
                  <a:pt x="1627053" y="110468"/>
                </a:lnTo>
                <a:lnTo>
                  <a:pt x="1627378" y="110468"/>
                </a:lnTo>
                <a:lnTo>
                  <a:pt x="1647857" y="48731"/>
                </a:lnTo>
                <a:lnTo>
                  <a:pt x="1658587" y="48731"/>
                </a:lnTo>
                <a:lnTo>
                  <a:pt x="1679391" y="110468"/>
                </a:lnTo>
                <a:lnTo>
                  <a:pt x="1679716" y="110468"/>
                </a:lnTo>
                <a:lnTo>
                  <a:pt x="1697920" y="48731"/>
                </a:lnTo>
                <a:lnTo>
                  <a:pt x="1709624" y="48731"/>
                </a:lnTo>
                <a:lnTo>
                  <a:pt x="1685569" y="124764"/>
                </a:lnTo>
                <a:lnTo>
                  <a:pt x="1673540" y="124764"/>
                </a:lnTo>
                <a:lnTo>
                  <a:pt x="1653222" y="63191"/>
                </a:lnTo>
                <a:lnTo>
                  <a:pt x="1652897" y="63191"/>
                </a:lnTo>
                <a:lnTo>
                  <a:pt x="1632904" y="124764"/>
                </a:lnTo>
                <a:lnTo>
                  <a:pt x="1620875" y="124764"/>
                </a:lnTo>
                <a:lnTo>
                  <a:pt x="1596820" y="48731"/>
                </a:lnTo>
                <a:lnTo>
                  <a:pt x="1608685" y="48731"/>
                </a:lnTo>
                <a:close/>
                <a:moveTo>
                  <a:pt x="1739693" y="124764"/>
                </a:moveTo>
                <a:lnTo>
                  <a:pt x="1728641" y="124764"/>
                </a:lnTo>
                <a:lnTo>
                  <a:pt x="1728641" y="48694"/>
                </a:lnTo>
                <a:lnTo>
                  <a:pt x="1739693" y="48694"/>
                </a:lnTo>
                <a:lnTo>
                  <a:pt x="1739693" y="124764"/>
                </a:lnTo>
                <a:moveTo>
                  <a:pt x="1741970" y="19365"/>
                </a:moveTo>
                <a:cubicBezTo>
                  <a:pt x="1741970" y="21634"/>
                  <a:pt x="1741157" y="23497"/>
                  <a:pt x="1739532" y="24956"/>
                </a:cubicBezTo>
                <a:cubicBezTo>
                  <a:pt x="1737907" y="26414"/>
                  <a:pt x="1736118" y="27143"/>
                  <a:pt x="1734167" y="27143"/>
                </a:cubicBezTo>
                <a:cubicBezTo>
                  <a:pt x="1732216" y="27143"/>
                  <a:pt x="1730428" y="26414"/>
                  <a:pt x="1728803" y="24956"/>
                </a:cubicBezTo>
                <a:cubicBezTo>
                  <a:pt x="1727177" y="23497"/>
                  <a:pt x="1726365" y="21634"/>
                  <a:pt x="1726365" y="19365"/>
                </a:cubicBezTo>
                <a:cubicBezTo>
                  <a:pt x="1726365" y="17097"/>
                  <a:pt x="1727177" y="15233"/>
                  <a:pt x="1728803" y="13775"/>
                </a:cubicBezTo>
                <a:cubicBezTo>
                  <a:pt x="1730428" y="12317"/>
                  <a:pt x="1732216" y="11587"/>
                  <a:pt x="1734167" y="11587"/>
                </a:cubicBezTo>
                <a:cubicBezTo>
                  <a:pt x="1736118" y="11587"/>
                  <a:pt x="1737907" y="12317"/>
                  <a:pt x="1739532" y="13775"/>
                </a:cubicBezTo>
                <a:cubicBezTo>
                  <a:pt x="1741157" y="15233"/>
                  <a:pt x="1741970" y="17097"/>
                  <a:pt x="1741970" y="19365"/>
                </a:cubicBezTo>
                <a:close/>
                <a:moveTo>
                  <a:pt x="1803410" y="57938"/>
                </a:moveTo>
                <a:lnTo>
                  <a:pt x="1781956" y="57938"/>
                </a:lnTo>
                <a:lnTo>
                  <a:pt x="1781956" y="102358"/>
                </a:lnTo>
                <a:cubicBezTo>
                  <a:pt x="1781956" y="105179"/>
                  <a:pt x="1782227" y="107511"/>
                  <a:pt x="1782767" y="109355"/>
                </a:cubicBezTo>
                <a:cubicBezTo>
                  <a:pt x="1783310" y="111198"/>
                  <a:pt x="1784095" y="112636"/>
                  <a:pt x="1785124" y="113668"/>
                </a:cubicBezTo>
                <a:cubicBezTo>
                  <a:pt x="1786154" y="114698"/>
                  <a:pt x="1787373" y="115403"/>
                  <a:pt x="1788782" y="115783"/>
                </a:cubicBezTo>
                <a:cubicBezTo>
                  <a:pt x="1790191" y="116162"/>
                  <a:pt x="1791708" y="116351"/>
                  <a:pt x="1793333" y="116351"/>
                </a:cubicBezTo>
                <a:cubicBezTo>
                  <a:pt x="1794851" y="116351"/>
                  <a:pt x="1796449" y="116130"/>
                  <a:pt x="1798127" y="115689"/>
                </a:cubicBezTo>
                <a:cubicBezTo>
                  <a:pt x="1799807" y="115246"/>
                  <a:pt x="1801406" y="114637"/>
                  <a:pt x="1802924" y="113861"/>
                </a:cubicBezTo>
                <a:lnTo>
                  <a:pt x="1803410" y="123442"/>
                </a:lnTo>
                <a:cubicBezTo>
                  <a:pt x="1801461" y="124201"/>
                  <a:pt x="1799429" y="124770"/>
                  <a:pt x="1797316" y="125148"/>
                </a:cubicBezTo>
                <a:cubicBezTo>
                  <a:pt x="1795203" y="125527"/>
                  <a:pt x="1792900" y="125716"/>
                  <a:pt x="1790407" y="125716"/>
                </a:cubicBezTo>
                <a:cubicBezTo>
                  <a:pt x="1788348" y="125716"/>
                  <a:pt x="1786181" y="125445"/>
                  <a:pt x="1783906" y="124903"/>
                </a:cubicBezTo>
                <a:cubicBezTo>
                  <a:pt x="1781631" y="124362"/>
                  <a:pt x="1779518" y="123334"/>
                  <a:pt x="1777566" y="121818"/>
                </a:cubicBezTo>
                <a:cubicBezTo>
                  <a:pt x="1775617" y="120300"/>
                  <a:pt x="1774019" y="118240"/>
                  <a:pt x="1772772" y="115639"/>
                </a:cubicBezTo>
                <a:cubicBezTo>
                  <a:pt x="1771526" y="113038"/>
                  <a:pt x="1770902" y="109625"/>
                  <a:pt x="1770902" y="105399"/>
                </a:cubicBezTo>
                <a:lnTo>
                  <a:pt x="1770902" y="57938"/>
                </a:lnTo>
                <a:lnTo>
                  <a:pt x="1755136" y="57938"/>
                </a:lnTo>
                <a:lnTo>
                  <a:pt x="1755136" y="48731"/>
                </a:lnTo>
                <a:lnTo>
                  <a:pt x="1770902" y="48731"/>
                </a:lnTo>
                <a:lnTo>
                  <a:pt x="1770902" y="27275"/>
                </a:lnTo>
                <a:lnTo>
                  <a:pt x="1781956" y="27275"/>
                </a:lnTo>
                <a:lnTo>
                  <a:pt x="1781956" y="48731"/>
                </a:lnTo>
                <a:lnTo>
                  <a:pt x="1803410" y="48731"/>
                </a:lnTo>
                <a:lnTo>
                  <a:pt x="1803410" y="57938"/>
                </a:lnTo>
                <a:close/>
                <a:moveTo>
                  <a:pt x="1832344" y="61147"/>
                </a:moveTo>
                <a:cubicBezTo>
                  <a:pt x="1834402" y="56701"/>
                  <a:pt x="1837815" y="53176"/>
                  <a:pt x="1842582" y="50574"/>
                </a:cubicBezTo>
                <a:cubicBezTo>
                  <a:pt x="1847350" y="47970"/>
                  <a:pt x="1852444" y="46667"/>
                  <a:pt x="1857862" y="46667"/>
                </a:cubicBezTo>
                <a:cubicBezTo>
                  <a:pt x="1867505" y="46667"/>
                  <a:pt x="1874738" y="49542"/>
                  <a:pt x="1879559" y="55291"/>
                </a:cubicBezTo>
                <a:cubicBezTo>
                  <a:pt x="1884382" y="61040"/>
                  <a:pt x="1886794" y="68633"/>
                  <a:pt x="1886794" y="78069"/>
                </a:cubicBezTo>
                <a:lnTo>
                  <a:pt x="1886794" y="124764"/>
                </a:lnTo>
                <a:lnTo>
                  <a:pt x="1875742" y="124764"/>
                </a:lnTo>
                <a:lnTo>
                  <a:pt x="1875742" y="82583"/>
                </a:lnTo>
                <a:cubicBezTo>
                  <a:pt x="1875742" y="78565"/>
                  <a:pt x="1875417" y="74929"/>
                  <a:pt x="1874767" y="71673"/>
                </a:cubicBezTo>
                <a:cubicBezTo>
                  <a:pt x="1874118" y="68416"/>
                  <a:pt x="1873007" y="65620"/>
                  <a:pt x="1871434" y="63285"/>
                </a:cubicBezTo>
                <a:cubicBezTo>
                  <a:pt x="1869863" y="60950"/>
                  <a:pt x="1867750" y="59131"/>
                  <a:pt x="1865095" y="57828"/>
                </a:cubicBezTo>
                <a:cubicBezTo>
                  <a:pt x="1862441" y="56525"/>
                  <a:pt x="1859109" y="55874"/>
                  <a:pt x="1855099" y="55874"/>
                </a:cubicBezTo>
                <a:cubicBezTo>
                  <a:pt x="1852174" y="55874"/>
                  <a:pt x="1849330" y="56472"/>
                  <a:pt x="1846565" y="57667"/>
                </a:cubicBezTo>
                <a:cubicBezTo>
                  <a:pt x="1843802" y="58861"/>
                  <a:pt x="1841337" y="60680"/>
                  <a:pt x="1839169" y="63124"/>
                </a:cubicBezTo>
                <a:cubicBezTo>
                  <a:pt x="1837003" y="65566"/>
                  <a:pt x="1835269" y="68659"/>
                  <a:pt x="1833968" y="72405"/>
                </a:cubicBezTo>
                <a:cubicBezTo>
                  <a:pt x="1832669" y="76150"/>
                  <a:pt x="1832019" y="80574"/>
                  <a:pt x="1832019" y="85679"/>
                </a:cubicBezTo>
                <a:lnTo>
                  <a:pt x="1832019" y="124764"/>
                </a:lnTo>
                <a:lnTo>
                  <a:pt x="1820964" y="124764"/>
                </a:lnTo>
                <a:lnTo>
                  <a:pt x="1820964" y="1806"/>
                </a:lnTo>
                <a:lnTo>
                  <a:pt x="1832019" y="1806"/>
                </a:lnTo>
                <a:lnTo>
                  <a:pt x="1832019" y="61147"/>
                </a:lnTo>
                <a:lnTo>
                  <a:pt x="1832344" y="61147"/>
                </a:lnTo>
                <a:close/>
                <a:moveTo>
                  <a:pt x="2031619" y="86668"/>
                </a:moveTo>
                <a:cubicBezTo>
                  <a:pt x="2031619" y="92414"/>
                  <a:pt x="2030616" y="97726"/>
                  <a:pt x="2028611" y="102603"/>
                </a:cubicBezTo>
                <a:cubicBezTo>
                  <a:pt x="2026607" y="107481"/>
                  <a:pt x="2023817" y="111709"/>
                  <a:pt x="2020240" y="115287"/>
                </a:cubicBezTo>
                <a:cubicBezTo>
                  <a:pt x="2016665" y="118864"/>
                  <a:pt x="2012385" y="121655"/>
                  <a:pt x="2007400" y="123660"/>
                </a:cubicBezTo>
                <a:cubicBezTo>
                  <a:pt x="2002417" y="125666"/>
                  <a:pt x="1996944" y="126669"/>
                  <a:pt x="1990984" y="126669"/>
                </a:cubicBezTo>
                <a:cubicBezTo>
                  <a:pt x="1985132" y="126669"/>
                  <a:pt x="1979714" y="125666"/>
                  <a:pt x="1974728" y="123660"/>
                </a:cubicBezTo>
                <a:cubicBezTo>
                  <a:pt x="1969745" y="121655"/>
                  <a:pt x="1965465" y="118864"/>
                  <a:pt x="1961888" y="115287"/>
                </a:cubicBezTo>
                <a:cubicBezTo>
                  <a:pt x="1958314" y="111709"/>
                  <a:pt x="1955523" y="107481"/>
                  <a:pt x="1953518" y="102603"/>
                </a:cubicBezTo>
                <a:cubicBezTo>
                  <a:pt x="1951514" y="97726"/>
                  <a:pt x="1950512" y="92414"/>
                  <a:pt x="1950512" y="86668"/>
                </a:cubicBezTo>
                <a:cubicBezTo>
                  <a:pt x="1950512" y="80922"/>
                  <a:pt x="1951514" y="75611"/>
                  <a:pt x="1953518" y="70733"/>
                </a:cubicBezTo>
                <a:cubicBezTo>
                  <a:pt x="1955523" y="65855"/>
                  <a:pt x="1958314" y="61628"/>
                  <a:pt x="1961888" y="58052"/>
                </a:cubicBezTo>
                <a:cubicBezTo>
                  <a:pt x="1965465" y="54473"/>
                  <a:pt x="1969745" y="51682"/>
                  <a:pt x="1974728" y="49676"/>
                </a:cubicBezTo>
                <a:cubicBezTo>
                  <a:pt x="1979714" y="47670"/>
                  <a:pt x="1985132" y="46667"/>
                  <a:pt x="1990984" y="46667"/>
                </a:cubicBezTo>
                <a:cubicBezTo>
                  <a:pt x="1996944" y="46667"/>
                  <a:pt x="2002417" y="47670"/>
                  <a:pt x="2007400" y="49676"/>
                </a:cubicBezTo>
                <a:cubicBezTo>
                  <a:pt x="2012385" y="51682"/>
                  <a:pt x="2016665" y="54473"/>
                  <a:pt x="2020240" y="58052"/>
                </a:cubicBezTo>
                <a:cubicBezTo>
                  <a:pt x="2023817" y="61628"/>
                  <a:pt x="2026607" y="65855"/>
                  <a:pt x="2028611" y="70733"/>
                </a:cubicBezTo>
                <a:cubicBezTo>
                  <a:pt x="2030616" y="75611"/>
                  <a:pt x="2031619" y="80922"/>
                  <a:pt x="2031619" y="86668"/>
                </a:cubicBezTo>
                <a:moveTo>
                  <a:pt x="2019918" y="86671"/>
                </a:moveTo>
                <a:cubicBezTo>
                  <a:pt x="2019918" y="82434"/>
                  <a:pt x="2019241" y="78443"/>
                  <a:pt x="2017886" y="74696"/>
                </a:cubicBezTo>
                <a:cubicBezTo>
                  <a:pt x="2016532" y="70948"/>
                  <a:pt x="2014608" y="67689"/>
                  <a:pt x="2012115" y="64919"/>
                </a:cubicBezTo>
                <a:cubicBezTo>
                  <a:pt x="2009623" y="62148"/>
                  <a:pt x="2006589" y="59948"/>
                  <a:pt x="2003013" y="58319"/>
                </a:cubicBezTo>
                <a:cubicBezTo>
                  <a:pt x="1999438" y="56689"/>
                  <a:pt x="1995429" y="55874"/>
                  <a:pt x="1990986" y="55874"/>
                </a:cubicBezTo>
                <a:cubicBezTo>
                  <a:pt x="1986543" y="55874"/>
                  <a:pt x="1982561" y="56689"/>
                  <a:pt x="1979039" y="58319"/>
                </a:cubicBezTo>
                <a:cubicBezTo>
                  <a:pt x="1975517" y="59948"/>
                  <a:pt x="1972509" y="62148"/>
                  <a:pt x="1970016" y="64919"/>
                </a:cubicBezTo>
                <a:cubicBezTo>
                  <a:pt x="1967524" y="67689"/>
                  <a:pt x="1965601" y="70948"/>
                  <a:pt x="1964247" y="74696"/>
                </a:cubicBezTo>
                <a:cubicBezTo>
                  <a:pt x="1962893" y="78443"/>
                  <a:pt x="1962216" y="82434"/>
                  <a:pt x="1962216" y="86671"/>
                </a:cubicBezTo>
                <a:cubicBezTo>
                  <a:pt x="1962216" y="90907"/>
                  <a:pt x="1962893" y="94899"/>
                  <a:pt x="1964247" y="98648"/>
                </a:cubicBezTo>
                <a:cubicBezTo>
                  <a:pt x="1965601" y="102394"/>
                  <a:pt x="1967524" y="105653"/>
                  <a:pt x="1970016" y="108424"/>
                </a:cubicBezTo>
                <a:cubicBezTo>
                  <a:pt x="1972509" y="111194"/>
                  <a:pt x="1975517" y="113367"/>
                  <a:pt x="1979039" y="114942"/>
                </a:cubicBezTo>
                <a:cubicBezTo>
                  <a:pt x="1982561" y="116517"/>
                  <a:pt x="1986543" y="117304"/>
                  <a:pt x="1990986" y="117304"/>
                </a:cubicBezTo>
                <a:cubicBezTo>
                  <a:pt x="1995429" y="117304"/>
                  <a:pt x="1999438" y="116517"/>
                  <a:pt x="2003013" y="114942"/>
                </a:cubicBezTo>
                <a:cubicBezTo>
                  <a:pt x="2006589" y="113367"/>
                  <a:pt x="2009623" y="111194"/>
                  <a:pt x="2012115" y="108424"/>
                </a:cubicBezTo>
                <a:cubicBezTo>
                  <a:pt x="2014608" y="105653"/>
                  <a:pt x="2016532" y="102394"/>
                  <a:pt x="2017886" y="98648"/>
                </a:cubicBezTo>
                <a:cubicBezTo>
                  <a:pt x="2019241" y="94899"/>
                  <a:pt x="2019918" y="90907"/>
                  <a:pt x="2019918" y="86671"/>
                </a:cubicBezTo>
                <a:close/>
                <a:moveTo>
                  <a:pt x="2110614" y="124764"/>
                </a:moveTo>
                <a:cubicBezTo>
                  <a:pt x="2110397" y="122705"/>
                  <a:pt x="2110234" y="120430"/>
                  <a:pt x="2110125" y="117939"/>
                </a:cubicBezTo>
                <a:cubicBezTo>
                  <a:pt x="2110018" y="115445"/>
                  <a:pt x="2109964" y="113386"/>
                  <a:pt x="2109964" y="111760"/>
                </a:cubicBezTo>
                <a:lnTo>
                  <a:pt x="2109639" y="111760"/>
                </a:lnTo>
                <a:cubicBezTo>
                  <a:pt x="2107471" y="116203"/>
                  <a:pt x="2103950" y="119799"/>
                  <a:pt x="2099074" y="122547"/>
                </a:cubicBezTo>
                <a:cubicBezTo>
                  <a:pt x="2094197" y="125295"/>
                  <a:pt x="2089050" y="126669"/>
                  <a:pt x="2083632" y="126669"/>
                </a:cubicBezTo>
                <a:cubicBezTo>
                  <a:pt x="2073989" y="126669"/>
                  <a:pt x="2066756" y="123808"/>
                  <a:pt x="2061932" y="118085"/>
                </a:cubicBezTo>
                <a:cubicBezTo>
                  <a:pt x="2057111" y="112361"/>
                  <a:pt x="2054700" y="104784"/>
                  <a:pt x="2054700" y="95356"/>
                </a:cubicBezTo>
                <a:lnTo>
                  <a:pt x="2054700" y="48706"/>
                </a:lnTo>
                <a:lnTo>
                  <a:pt x="2065754" y="48706"/>
                </a:lnTo>
                <a:lnTo>
                  <a:pt x="2065754" y="90805"/>
                </a:lnTo>
                <a:cubicBezTo>
                  <a:pt x="2065754" y="94815"/>
                  <a:pt x="2066079" y="98445"/>
                  <a:pt x="2066729" y="101696"/>
                </a:cubicBezTo>
                <a:cubicBezTo>
                  <a:pt x="2067379" y="104946"/>
                  <a:pt x="2068489" y="107737"/>
                  <a:pt x="2070060" y="110066"/>
                </a:cubicBezTo>
                <a:cubicBezTo>
                  <a:pt x="2071633" y="112396"/>
                  <a:pt x="2073746" y="114212"/>
                  <a:pt x="2076400" y="115513"/>
                </a:cubicBezTo>
                <a:cubicBezTo>
                  <a:pt x="2079055" y="116813"/>
                  <a:pt x="2082388" y="117462"/>
                  <a:pt x="2086397" y="117462"/>
                </a:cubicBezTo>
                <a:cubicBezTo>
                  <a:pt x="2089322" y="117462"/>
                  <a:pt x="2092166" y="116866"/>
                  <a:pt x="2094929" y="115674"/>
                </a:cubicBezTo>
                <a:cubicBezTo>
                  <a:pt x="2097694" y="114482"/>
                  <a:pt x="2100159" y="112667"/>
                  <a:pt x="2102325" y="110230"/>
                </a:cubicBezTo>
                <a:cubicBezTo>
                  <a:pt x="2104493" y="107791"/>
                  <a:pt x="2106226" y="104703"/>
                  <a:pt x="2107526" y="100964"/>
                </a:cubicBezTo>
                <a:cubicBezTo>
                  <a:pt x="2108827" y="97226"/>
                  <a:pt x="2109478" y="92810"/>
                  <a:pt x="2109478" y="87717"/>
                </a:cubicBezTo>
                <a:lnTo>
                  <a:pt x="2109478" y="48706"/>
                </a:lnTo>
                <a:lnTo>
                  <a:pt x="2120530" y="48706"/>
                </a:lnTo>
                <a:lnTo>
                  <a:pt x="2120530" y="108035"/>
                </a:lnTo>
                <a:cubicBezTo>
                  <a:pt x="2120530" y="110094"/>
                  <a:pt x="2120583" y="112747"/>
                  <a:pt x="2120691" y="115997"/>
                </a:cubicBezTo>
                <a:cubicBezTo>
                  <a:pt x="2120800" y="119246"/>
                  <a:pt x="2120963" y="122168"/>
                  <a:pt x="2121180" y="124764"/>
                </a:cubicBezTo>
                <a:lnTo>
                  <a:pt x="2110614" y="124764"/>
                </a:lnTo>
                <a:close/>
                <a:moveTo>
                  <a:pt x="2149788" y="65378"/>
                </a:moveTo>
                <a:cubicBezTo>
                  <a:pt x="2149788" y="63316"/>
                  <a:pt x="2149733" y="60660"/>
                  <a:pt x="2149624" y="57409"/>
                </a:cubicBezTo>
                <a:cubicBezTo>
                  <a:pt x="2149516" y="54159"/>
                  <a:pt x="2149354" y="51233"/>
                  <a:pt x="2149138" y="48632"/>
                </a:cubicBezTo>
                <a:lnTo>
                  <a:pt x="2159703" y="48632"/>
                </a:lnTo>
                <a:cubicBezTo>
                  <a:pt x="2159920" y="50690"/>
                  <a:pt x="2160082" y="52966"/>
                  <a:pt x="2160190" y="55460"/>
                </a:cubicBezTo>
                <a:cubicBezTo>
                  <a:pt x="2160299" y="57952"/>
                  <a:pt x="2160353" y="60010"/>
                  <a:pt x="2160353" y="61635"/>
                </a:cubicBezTo>
                <a:lnTo>
                  <a:pt x="2160678" y="61635"/>
                </a:lnTo>
                <a:cubicBezTo>
                  <a:pt x="2162846" y="57188"/>
                  <a:pt x="2166097" y="53581"/>
                  <a:pt x="2170430" y="50817"/>
                </a:cubicBezTo>
                <a:cubicBezTo>
                  <a:pt x="2174766" y="48051"/>
                  <a:pt x="2179643" y="46667"/>
                  <a:pt x="2185061" y="46667"/>
                </a:cubicBezTo>
                <a:cubicBezTo>
                  <a:pt x="2186470" y="46667"/>
                  <a:pt x="2187743" y="46731"/>
                  <a:pt x="2188880" y="46858"/>
                </a:cubicBezTo>
                <a:cubicBezTo>
                  <a:pt x="2190018" y="46986"/>
                  <a:pt x="2191183" y="47240"/>
                  <a:pt x="2192375" y="47620"/>
                </a:cubicBezTo>
                <a:lnTo>
                  <a:pt x="2190912" y="57962"/>
                </a:lnTo>
                <a:cubicBezTo>
                  <a:pt x="2190262" y="57746"/>
                  <a:pt x="2189178" y="57529"/>
                  <a:pt x="2187660" y="57312"/>
                </a:cubicBezTo>
                <a:cubicBezTo>
                  <a:pt x="2186144" y="57094"/>
                  <a:pt x="2184627" y="56985"/>
                  <a:pt x="2183109" y="56985"/>
                </a:cubicBezTo>
                <a:cubicBezTo>
                  <a:pt x="2180184" y="56985"/>
                  <a:pt x="2177367" y="57527"/>
                  <a:pt x="2174657" y="58612"/>
                </a:cubicBezTo>
                <a:cubicBezTo>
                  <a:pt x="2171948" y="59695"/>
                  <a:pt x="2169591" y="61402"/>
                  <a:pt x="2167585" y="63731"/>
                </a:cubicBezTo>
                <a:cubicBezTo>
                  <a:pt x="2165581" y="66061"/>
                  <a:pt x="2163956" y="69041"/>
                  <a:pt x="2162709" y="72672"/>
                </a:cubicBezTo>
                <a:cubicBezTo>
                  <a:pt x="2161464" y="76302"/>
                  <a:pt x="2160842" y="80663"/>
                  <a:pt x="2160842" y="85755"/>
                </a:cubicBezTo>
                <a:lnTo>
                  <a:pt x="2160842" y="124764"/>
                </a:lnTo>
                <a:lnTo>
                  <a:pt x="2149788" y="124764"/>
                </a:lnTo>
                <a:lnTo>
                  <a:pt x="2149788" y="65378"/>
                </a:lnTo>
                <a:close/>
                <a:moveTo>
                  <a:pt x="2289413" y="66603"/>
                </a:moveTo>
                <a:cubicBezTo>
                  <a:pt x="2287788" y="63460"/>
                  <a:pt x="2285323" y="60886"/>
                  <a:pt x="2282018" y="58882"/>
                </a:cubicBezTo>
                <a:cubicBezTo>
                  <a:pt x="2278712" y="56877"/>
                  <a:pt x="2274946" y="55874"/>
                  <a:pt x="2270720" y="55874"/>
                </a:cubicBezTo>
                <a:cubicBezTo>
                  <a:pt x="2268771" y="55874"/>
                  <a:pt x="2266821" y="56091"/>
                  <a:pt x="2264869" y="56526"/>
                </a:cubicBezTo>
                <a:cubicBezTo>
                  <a:pt x="2262918" y="56959"/>
                  <a:pt x="2261184" y="57665"/>
                  <a:pt x="2259666" y="58642"/>
                </a:cubicBezTo>
                <a:cubicBezTo>
                  <a:pt x="2258150" y="59617"/>
                  <a:pt x="2256931" y="60865"/>
                  <a:pt x="2256010" y="62385"/>
                </a:cubicBezTo>
                <a:cubicBezTo>
                  <a:pt x="2255089" y="63902"/>
                  <a:pt x="2254629" y="65692"/>
                  <a:pt x="2254629" y="67754"/>
                </a:cubicBezTo>
                <a:cubicBezTo>
                  <a:pt x="2254629" y="71336"/>
                  <a:pt x="2256091" y="74075"/>
                  <a:pt x="2259016" y="75974"/>
                </a:cubicBezTo>
                <a:cubicBezTo>
                  <a:pt x="2261943" y="77872"/>
                  <a:pt x="2266549" y="79472"/>
                  <a:pt x="2272833" y="80775"/>
                </a:cubicBezTo>
                <a:cubicBezTo>
                  <a:pt x="2281828" y="82619"/>
                  <a:pt x="2288465" y="85304"/>
                  <a:pt x="2292744" y="88831"/>
                </a:cubicBezTo>
                <a:cubicBezTo>
                  <a:pt x="2297025" y="92356"/>
                  <a:pt x="2299166" y="97102"/>
                  <a:pt x="2299166" y="103070"/>
                </a:cubicBezTo>
                <a:cubicBezTo>
                  <a:pt x="2299166" y="107410"/>
                  <a:pt x="2298326" y="111073"/>
                  <a:pt x="2296646" y="114057"/>
                </a:cubicBezTo>
                <a:cubicBezTo>
                  <a:pt x="2294966" y="117040"/>
                  <a:pt x="2292771" y="119481"/>
                  <a:pt x="2290061" y="121381"/>
                </a:cubicBezTo>
                <a:cubicBezTo>
                  <a:pt x="2287352" y="123279"/>
                  <a:pt x="2284292" y="124635"/>
                  <a:pt x="2280879" y="125449"/>
                </a:cubicBezTo>
                <a:cubicBezTo>
                  <a:pt x="2277466" y="126262"/>
                  <a:pt x="2274026" y="126669"/>
                  <a:pt x="2270559" y="126669"/>
                </a:cubicBezTo>
                <a:cubicBezTo>
                  <a:pt x="2264815" y="126669"/>
                  <a:pt x="2259234" y="125485"/>
                  <a:pt x="2253815" y="123117"/>
                </a:cubicBezTo>
                <a:cubicBezTo>
                  <a:pt x="2248398" y="120748"/>
                  <a:pt x="2243956" y="117023"/>
                  <a:pt x="2240487" y="111941"/>
                </a:cubicBezTo>
                <a:lnTo>
                  <a:pt x="2249264" y="105438"/>
                </a:lnTo>
                <a:cubicBezTo>
                  <a:pt x="2251215" y="108798"/>
                  <a:pt x="2254086" y="111616"/>
                  <a:pt x="2257878" y="113891"/>
                </a:cubicBezTo>
                <a:cubicBezTo>
                  <a:pt x="2261671" y="116166"/>
                  <a:pt x="2265843" y="117304"/>
                  <a:pt x="2270395" y="117304"/>
                </a:cubicBezTo>
                <a:cubicBezTo>
                  <a:pt x="2272780" y="117304"/>
                  <a:pt x="2275055" y="117087"/>
                  <a:pt x="2277221" y="116654"/>
                </a:cubicBezTo>
                <a:cubicBezTo>
                  <a:pt x="2279389" y="116219"/>
                  <a:pt x="2281285" y="115459"/>
                  <a:pt x="2282910" y="114374"/>
                </a:cubicBezTo>
                <a:cubicBezTo>
                  <a:pt x="2284536" y="113290"/>
                  <a:pt x="2285836" y="111907"/>
                  <a:pt x="2286812" y="110225"/>
                </a:cubicBezTo>
                <a:cubicBezTo>
                  <a:pt x="2287787" y="108542"/>
                  <a:pt x="2288275" y="106453"/>
                  <a:pt x="2288275" y="103958"/>
                </a:cubicBezTo>
                <a:cubicBezTo>
                  <a:pt x="2288275" y="99943"/>
                  <a:pt x="2286351" y="96932"/>
                  <a:pt x="2282504" y="94925"/>
                </a:cubicBezTo>
                <a:cubicBezTo>
                  <a:pt x="2278658" y="92917"/>
                  <a:pt x="2273105" y="91046"/>
                  <a:pt x="2265844" y="89310"/>
                </a:cubicBezTo>
                <a:cubicBezTo>
                  <a:pt x="2263569" y="88767"/>
                  <a:pt x="2261157" y="88089"/>
                  <a:pt x="2258609" y="87276"/>
                </a:cubicBezTo>
                <a:cubicBezTo>
                  <a:pt x="2256063" y="86462"/>
                  <a:pt x="2253706" y="85269"/>
                  <a:pt x="2251538" y="83697"/>
                </a:cubicBezTo>
                <a:cubicBezTo>
                  <a:pt x="2249372" y="82123"/>
                  <a:pt x="2247585" y="80142"/>
                  <a:pt x="2246176" y="77754"/>
                </a:cubicBezTo>
                <a:cubicBezTo>
                  <a:pt x="2244767" y="75367"/>
                  <a:pt x="2244063" y="72383"/>
                  <a:pt x="2244063" y="68803"/>
                </a:cubicBezTo>
                <a:cubicBezTo>
                  <a:pt x="2244063" y="64896"/>
                  <a:pt x="2244821" y="61559"/>
                  <a:pt x="2246337" y="58793"/>
                </a:cubicBezTo>
                <a:cubicBezTo>
                  <a:pt x="2247855" y="56025"/>
                  <a:pt x="2249887" y="53747"/>
                  <a:pt x="2252434" y="51958"/>
                </a:cubicBezTo>
                <a:cubicBezTo>
                  <a:pt x="2254980" y="50167"/>
                  <a:pt x="2257879" y="48838"/>
                  <a:pt x="2261129" y="47970"/>
                </a:cubicBezTo>
                <a:cubicBezTo>
                  <a:pt x="2264382" y="47102"/>
                  <a:pt x="2267741" y="46667"/>
                  <a:pt x="2271209" y="46667"/>
                </a:cubicBezTo>
                <a:cubicBezTo>
                  <a:pt x="2276518" y="46667"/>
                  <a:pt x="2281665" y="47852"/>
                  <a:pt x="2286648" y="50222"/>
                </a:cubicBezTo>
                <a:cubicBezTo>
                  <a:pt x="2291633" y="52589"/>
                  <a:pt x="2295373" y="55937"/>
                  <a:pt x="2297866" y="60264"/>
                </a:cubicBezTo>
                <a:lnTo>
                  <a:pt x="2289413" y="66603"/>
                </a:lnTo>
                <a:close/>
                <a:moveTo>
                  <a:pt x="2332488" y="124764"/>
                </a:moveTo>
                <a:lnTo>
                  <a:pt x="2321433" y="124764"/>
                </a:lnTo>
                <a:lnTo>
                  <a:pt x="2321433" y="1882"/>
                </a:lnTo>
                <a:lnTo>
                  <a:pt x="2332488" y="1882"/>
                </a:lnTo>
                <a:lnTo>
                  <a:pt x="2332488" y="124764"/>
                </a:lnTo>
                <a:close/>
                <a:moveTo>
                  <a:pt x="2373284" y="124764"/>
                </a:moveTo>
                <a:lnTo>
                  <a:pt x="2362232" y="124764"/>
                </a:lnTo>
                <a:lnTo>
                  <a:pt x="2362232" y="48694"/>
                </a:lnTo>
                <a:lnTo>
                  <a:pt x="2373284" y="48694"/>
                </a:lnTo>
                <a:lnTo>
                  <a:pt x="2373284" y="124764"/>
                </a:lnTo>
                <a:moveTo>
                  <a:pt x="2375560" y="19365"/>
                </a:moveTo>
                <a:cubicBezTo>
                  <a:pt x="2375560" y="21634"/>
                  <a:pt x="2374748" y="23497"/>
                  <a:pt x="2373122" y="24956"/>
                </a:cubicBezTo>
                <a:cubicBezTo>
                  <a:pt x="2371497" y="26414"/>
                  <a:pt x="2369709" y="27143"/>
                  <a:pt x="2367758" y="27143"/>
                </a:cubicBezTo>
                <a:cubicBezTo>
                  <a:pt x="2365807" y="27143"/>
                  <a:pt x="2364018" y="26414"/>
                  <a:pt x="2362393" y="24956"/>
                </a:cubicBezTo>
                <a:cubicBezTo>
                  <a:pt x="2360768" y="23497"/>
                  <a:pt x="2359955" y="21634"/>
                  <a:pt x="2359955" y="19365"/>
                </a:cubicBezTo>
                <a:cubicBezTo>
                  <a:pt x="2359955" y="17097"/>
                  <a:pt x="2360768" y="15233"/>
                  <a:pt x="2362393" y="13775"/>
                </a:cubicBezTo>
                <a:cubicBezTo>
                  <a:pt x="2364018" y="12317"/>
                  <a:pt x="2365807" y="11587"/>
                  <a:pt x="2367758" y="11587"/>
                </a:cubicBezTo>
                <a:cubicBezTo>
                  <a:pt x="2369709" y="11587"/>
                  <a:pt x="2371497" y="12317"/>
                  <a:pt x="2373122" y="13775"/>
                </a:cubicBezTo>
                <a:cubicBezTo>
                  <a:pt x="2374748" y="15233"/>
                  <a:pt x="2375560" y="17097"/>
                  <a:pt x="2375560" y="19365"/>
                </a:cubicBezTo>
                <a:close/>
                <a:moveTo>
                  <a:pt x="2413595" y="61635"/>
                </a:moveTo>
                <a:cubicBezTo>
                  <a:pt x="2415763" y="57189"/>
                  <a:pt x="2419094" y="53583"/>
                  <a:pt x="2423590" y="50817"/>
                </a:cubicBezTo>
                <a:cubicBezTo>
                  <a:pt x="2428088" y="48051"/>
                  <a:pt x="2433100" y="46667"/>
                  <a:pt x="2438628" y="46667"/>
                </a:cubicBezTo>
                <a:cubicBezTo>
                  <a:pt x="2440686" y="46667"/>
                  <a:pt x="2442826" y="46885"/>
                  <a:pt x="2445046" y="47320"/>
                </a:cubicBezTo>
                <a:cubicBezTo>
                  <a:pt x="2447269" y="47753"/>
                  <a:pt x="2449436" y="48593"/>
                  <a:pt x="2451549" y="49840"/>
                </a:cubicBezTo>
                <a:cubicBezTo>
                  <a:pt x="2453663" y="51086"/>
                  <a:pt x="2455613" y="52741"/>
                  <a:pt x="2457400" y="54803"/>
                </a:cubicBezTo>
                <a:cubicBezTo>
                  <a:pt x="2459189" y="56863"/>
                  <a:pt x="2460734" y="59520"/>
                  <a:pt x="2462033" y="62774"/>
                </a:cubicBezTo>
                <a:cubicBezTo>
                  <a:pt x="2464634" y="57567"/>
                  <a:pt x="2468182" y="53581"/>
                  <a:pt x="2472678" y="50817"/>
                </a:cubicBezTo>
                <a:cubicBezTo>
                  <a:pt x="2477176" y="48051"/>
                  <a:pt x="2482513" y="46667"/>
                  <a:pt x="2488690" y="46667"/>
                </a:cubicBezTo>
                <a:cubicBezTo>
                  <a:pt x="2498333" y="46667"/>
                  <a:pt x="2505566" y="49542"/>
                  <a:pt x="2510387" y="55291"/>
                </a:cubicBezTo>
                <a:cubicBezTo>
                  <a:pt x="2515210" y="61040"/>
                  <a:pt x="2517622" y="68633"/>
                  <a:pt x="2517622" y="78069"/>
                </a:cubicBezTo>
                <a:lnTo>
                  <a:pt x="2517622" y="124764"/>
                </a:lnTo>
                <a:lnTo>
                  <a:pt x="2506570" y="124764"/>
                </a:lnTo>
                <a:lnTo>
                  <a:pt x="2506570" y="82583"/>
                </a:lnTo>
                <a:cubicBezTo>
                  <a:pt x="2506570" y="74549"/>
                  <a:pt x="2505080" y="68089"/>
                  <a:pt x="2502101" y="63203"/>
                </a:cubicBezTo>
                <a:cubicBezTo>
                  <a:pt x="2499121" y="58317"/>
                  <a:pt x="2494055" y="55874"/>
                  <a:pt x="2486902" y="55874"/>
                </a:cubicBezTo>
                <a:cubicBezTo>
                  <a:pt x="2482893" y="55874"/>
                  <a:pt x="2479506" y="56688"/>
                  <a:pt x="2476743" y="58317"/>
                </a:cubicBezTo>
                <a:cubicBezTo>
                  <a:pt x="2473980" y="59946"/>
                  <a:pt x="2471759" y="62090"/>
                  <a:pt x="2470079" y="64751"/>
                </a:cubicBezTo>
                <a:cubicBezTo>
                  <a:pt x="2468399" y="67409"/>
                  <a:pt x="2467180" y="70422"/>
                  <a:pt x="2466421" y="73788"/>
                </a:cubicBezTo>
                <a:cubicBezTo>
                  <a:pt x="2465663" y="77155"/>
                  <a:pt x="2465285" y="80630"/>
                  <a:pt x="2465285" y="84213"/>
                </a:cubicBezTo>
                <a:lnTo>
                  <a:pt x="2465285" y="124764"/>
                </a:lnTo>
                <a:lnTo>
                  <a:pt x="2454230" y="124764"/>
                </a:lnTo>
                <a:lnTo>
                  <a:pt x="2454230" y="80304"/>
                </a:lnTo>
                <a:cubicBezTo>
                  <a:pt x="2454230" y="76612"/>
                  <a:pt x="2453959" y="73246"/>
                  <a:pt x="2453417" y="70207"/>
                </a:cubicBezTo>
                <a:cubicBezTo>
                  <a:pt x="2452876" y="67166"/>
                  <a:pt x="2451928" y="64588"/>
                  <a:pt x="2450572" y="62471"/>
                </a:cubicBezTo>
                <a:cubicBezTo>
                  <a:pt x="2449218" y="60353"/>
                  <a:pt x="2447349" y="58725"/>
                  <a:pt x="2444964" y="57585"/>
                </a:cubicBezTo>
                <a:cubicBezTo>
                  <a:pt x="2442582" y="56444"/>
                  <a:pt x="2439549" y="55874"/>
                  <a:pt x="2435865" y="55874"/>
                </a:cubicBezTo>
                <a:cubicBezTo>
                  <a:pt x="2433264" y="55874"/>
                  <a:pt x="2430636" y="56472"/>
                  <a:pt x="2427980" y="57667"/>
                </a:cubicBezTo>
                <a:cubicBezTo>
                  <a:pt x="2425326" y="58861"/>
                  <a:pt x="2422943" y="60680"/>
                  <a:pt x="2420830" y="63124"/>
                </a:cubicBezTo>
                <a:cubicBezTo>
                  <a:pt x="2418716" y="65566"/>
                  <a:pt x="2417009" y="68659"/>
                  <a:pt x="2415708" y="72405"/>
                </a:cubicBezTo>
                <a:cubicBezTo>
                  <a:pt x="2414408" y="76150"/>
                  <a:pt x="2413759" y="80574"/>
                  <a:pt x="2413759" y="85679"/>
                </a:cubicBezTo>
                <a:lnTo>
                  <a:pt x="2413759" y="124764"/>
                </a:lnTo>
                <a:lnTo>
                  <a:pt x="2402704" y="124764"/>
                </a:lnTo>
                <a:lnTo>
                  <a:pt x="2402704" y="65378"/>
                </a:lnTo>
                <a:cubicBezTo>
                  <a:pt x="2402704" y="63318"/>
                  <a:pt x="2402650" y="60661"/>
                  <a:pt x="2402541" y="57407"/>
                </a:cubicBezTo>
                <a:cubicBezTo>
                  <a:pt x="2402433" y="54153"/>
                  <a:pt x="2402271" y="51224"/>
                  <a:pt x="2402054" y="48619"/>
                </a:cubicBezTo>
                <a:lnTo>
                  <a:pt x="2412620" y="48619"/>
                </a:lnTo>
                <a:cubicBezTo>
                  <a:pt x="2412837" y="50681"/>
                  <a:pt x="2412999" y="52960"/>
                  <a:pt x="2413106" y="55455"/>
                </a:cubicBezTo>
                <a:cubicBezTo>
                  <a:pt x="2413215" y="57948"/>
                  <a:pt x="2413270" y="60008"/>
                  <a:pt x="2413270" y="61635"/>
                </a:cubicBezTo>
                <a:lnTo>
                  <a:pt x="2413595" y="61635"/>
                </a:lnTo>
                <a:close/>
                <a:moveTo>
                  <a:pt x="2575812" y="90002"/>
                </a:moveTo>
                <a:lnTo>
                  <a:pt x="2539403" y="90002"/>
                </a:lnTo>
                <a:lnTo>
                  <a:pt x="2539403" y="80795"/>
                </a:lnTo>
                <a:lnTo>
                  <a:pt x="2575812" y="80795"/>
                </a:lnTo>
                <a:lnTo>
                  <a:pt x="2575812" y="90002"/>
                </a:lnTo>
                <a:close/>
                <a:moveTo>
                  <a:pt x="2657083" y="124764"/>
                </a:moveTo>
                <a:lnTo>
                  <a:pt x="2646031" y="124764"/>
                </a:lnTo>
                <a:lnTo>
                  <a:pt x="2646031" y="48731"/>
                </a:lnTo>
                <a:lnTo>
                  <a:pt x="2657083" y="48731"/>
                </a:lnTo>
                <a:lnTo>
                  <a:pt x="2657083" y="124764"/>
                </a:lnTo>
                <a:moveTo>
                  <a:pt x="2659521" y="19365"/>
                </a:moveTo>
                <a:cubicBezTo>
                  <a:pt x="2659521" y="21634"/>
                  <a:pt x="2658708" y="23497"/>
                  <a:pt x="2657083" y="24956"/>
                </a:cubicBezTo>
                <a:cubicBezTo>
                  <a:pt x="2655457" y="26414"/>
                  <a:pt x="2653670" y="27143"/>
                  <a:pt x="2651721" y="27143"/>
                </a:cubicBezTo>
                <a:cubicBezTo>
                  <a:pt x="2649769" y="27143"/>
                  <a:pt x="2647981" y="26414"/>
                  <a:pt x="2646356" y="24956"/>
                </a:cubicBezTo>
                <a:cubicBezTo>
                  <a:pt x="2644731" y="23497"/>
                  <a:pt x="2643918" y="21634"/>
                  <a:pt x="2643918" y="19365"/>
                </a:cubicBezTo>
                <a:cubicBezTo>
                  <a:pt x="2643918" y="17097"/>
                  <a:pt x="2644731" y="15233"/>
                  <a:pt x="2646356" y="13775"/>
                </a:cubicBezTo>
                <a:cubicBezTo>
                  <a:pt x="2647981" y="12317"/>
                  <a:pt x="2649769" y="11587"/>
                  <a:pt x="2651721" y="11587"/>
                </a:cubicBezTo>
                <a:cubicBezTo>
                  <a:pt x="2653670" y="11587"/>
                  <a:pt x="2655457" y="12317"/>
                  <a:pt x="2657083" y="13775"/>
                </a:cubicBezTo>
                <a:cubicBezTo>
                  <a:pt x="2658708" y="15233"/>
                  <a:pt x="2659521" y="17097"/>
                  <a:pt x="2659521" y="19365"/>
                </a:cubicBezTo>
                <a:moveTo>
                  <a:pt x="2630426" y="57938"/>
                </a:moveTo>
                <a:lnTo>
                  <a:pt x="2612546" y="57938"/>
                </a:lnTo>
                <a:lnTo>
                  <a:pt x="2612546" y="124764"/>
                </a:lnTo>
                <a:lnTo>
                  <a:pt x="2601494" y="124764"/>
                </a:lnTo>
                <a:lnTo>
                  <a:pt x="2601494" y="57938"/>
                </a:lnTo>
                <a:lnTo>
                  <a:pt x="2585564" y="57938"/>
                </a:lnTo>
                <a:lnTo>
                  <a:pt x="2585564" y="48731"/>
                </a:lnTo>
                <a:lnTo>
                  <a:pt x="2601494" y="48731"/>
                </a:lnTo>
                <a:lnTo>
                  <a:pt x="2601494" y="27939"/>
                </a:lnTo>
                <a:cubicBezTo>
                  <a:pt x="2601494" y="19275"/>
                  <a:pt x="2603607" y="12453"/>
                  <a:pt x="2607833" y="7473"/>
                </a:cubicBezTo>
                <a:cubicBezTo>
                  <a:pt x="2612060" y="2491"/>
                  <a:pt x="2618561" y="0"/>
                  <a:pt x="2627338" y="0"/>
                </a:cubicBezTo>
                <a:cubicBezTo>
                  <a:pt x="2628746" y="0"/>
                  <a:pt x="2630264" y="81"/>
                  <a:pt x="2631889" y="243"/>
                </a:cubicBezTo>
                <a:cubicBezTo>
                  <a:pt x="2633514" y="403"/>
                  <a:pt x="2635031" y="699"/>
                  <a:pt x="2636440" y="1128"/>
                </a:cubicBezTo>
                <a:lnTo>
                  <a:pt x="2634491" y="10819"/>
                </a:lnTo>
                <a:cubicBezTo>
                  <a:pt x="2633298" y="10495"/>
                  <a:pt x="2632106" y="10224"/>
                  <a:pt x="2630914" y="10008"/>
                </a:cubicBezTo>
                <a:cubicBezTo>
                  <a:pt x="2629722" y="9791"/>
                  <a:pt x="2628368" y="9683"/>
                  <a:pt x="2626852" y="9683"/>
                </a:cubicBezTo>
                <a:cubicBezTo>
                  <a:pt x="2623925" y="9683"/>
                  <a:pt x="2621513" y="10171"/>
                  <a:pt x="2619617" y="11148"/>
                </a:cubicBezTo>
                <a:cubicBezTo>
                  <a:pt x="2617720" y="12124"/>
                  <a:pt x="2616257" y="13507"/>
                  <a:pt x="2615227" y="15298"/>
                </a:cubicBezTo>
                <a:cubicBezTo>
                  <a:pt x="2614198" y="17087"/>
                  <a:pt x="2613494" y="19174"/>
                  <a:pt x="2613114" y="21560"/>
                </a:cubicBezTo>
                <a:cubicBezTo>
                  <a:pt x="2612735" y="23946"/>
                  <a:pt x="2612546" y="26495"/>
                  <a:pt x="2612546" y="29207"/>
                </a:cubicBezTo>
                <a:lnTo>
                  <a:pt x="2612546" y="48731"/>
                </a:lnTo>
                <a:lnTo>
                  <a:pt x="2630426" y="48731"/>
                </a:lnTo>
                <a:lnTo>
                  <a:pt x="2630426" y="57938"/>
                </a:lnTo>
                <a:close/>
                <a:moveTo>
                  <a:pt x="2720962" y="57938"/>
                </a:moveTo>
                <a:lnTo>
                  <a:pt x="2699508" y="57938"/>
                </a:lnTo>
                <a:lnTo>
                  <a:pt x="2699508" y="102358"/>
                </a:lnTo>
                <a:cubicBezTo>
                  <a:pt x="2699508" y="105179"/>
                  <a:pt x="2699778" y="107511"/>
                  <a:pt x="2700319" y="109355"/>
                </a:cubicBezTo>
                <a:cubicBezTo>
                  <a:pt x="2700861" y="111198"/>
                  <a:pt x="2701647" y="112636"/>
                  <a:pt x="2702675" y="113668"/>
                </a:cubicBezTo>
                <a:cubicBezTo>
                  <a:pt x="2703705" y="114698"/>
                  <a:pt x="2704925" y="115403"/>
                  <a:pt x="2706334" y="115783"/>
                </a:cubicBezTo>
                <a:cubicBezTo>
                  <a:pt x="2707742" y="116162"/>
                  <a:pt x="2709259" y="116351"/>
                  <a:pt x="2710885" y="116351"/>
                </a:cubicBezTo>
                <a:cubicBezTo>
                  <a:pt x="2712403" y="116351"/>
                  <a:pt x="2714001" y="116130"/>
                  <a:pt x="2715679" y="115689"/>
                </a:cubicBezTo>
                <a:cubicBezTo>
                  <a:pt x="2717359" y="115246"/>
                  <a:pt x="2718958" y="114637"/>
                  <a:pt x="2720476" y="113861"/>
                </a:cubicBezTo>
                <a:lnTo>
                  <a:pt x="2720962" y="123442"/>
                </a:lnTo>
                <a:cubicBezTo>
                  <a:pt x="2719012" y="124201"/>
                  <a:pt x="2716981" y="124770"/>
                  <a:pt x="2714868" y="125148"/>
                </a:cubicBezTo>
                <a:cubicBezTo>
                  <a:pt x="2712755" y="125527"/>
                  <a:pt x="2710451" y="125716"/>
                  <a:pt x="2707958" y="125716"/>
                </a:cubicBezTo>
                <a:cubicBezTo>
                  <a:pt x="2705899" y="125716"/>
                  <a:pt x="2703733" y="125445"/>
                  <a:pt x="2701457" y="124903"/>
                </a:cubicBezTo>
                <a:cubicBezTo>
                  <a:pt x="2699182" y="124362"/>
                  <a:pt x="2697069" y="123334"/>
                  <a:pt x="2695118" y="121818"/>
                </a:cubicBezTo>
                <a:cubicBezTo>
                  <a:pt x="2693169" y="120300"/>
                  <a:pt x="2691571" y="118240"/>
                  <a:pt x="2690324" y="115639"/>
                </a:cubicBezTo>
                <a:cubicBezTo>
                  <a:pt x="2689077" y="113038"/>
                  <a:pt x="2688454" y="109625"/>
                  <a:pt x="2688454" y="105399"/>
                </a:cubicBezTo>
                <a:lnTo>
                  <a:pt x="2688454" y="57938"/>
                </a:lnTo>
                <a:lnTo>
                  <a:pt x="2672687" y="57938"/>
                </a:lnTo>
                <a:lnTo>
                  <a:pt x="2672687" y="48731"/>
                </a:lnTo>
                <a:lnTo>
                  <a:pt x="2688454" y="48731"/>
                </a:lnTo>
                <a:lnTo>
                  <a:pt x="2688454" y="27275"/>
                </a:lnTo>
                <a:lnTo>
                  <a:pt x="2699508" y="27275"/>
                </a:lnTo>
                <a:lnTo>
                  <a:pt x="2699508" y="48731"/>
                </a:lnTo>
                <a:lnTo>
                  <a:pt x="2720962" y="48731"/>
                </a:lnTo>
                <a:lnTo>
                  <a:pt x="2720962" y="57938"/>
                </a:lnTo>
                <a:close/>
                <a:moveTo>
                  <a:pt x="2770537" y="57938"/>
                </a:moveTo>
                <a:lnTo>
                  <a:pt x="2749083" y="57938"/>
                </a:lnTo>
                <a:lnTo>
                  <a:pt x="2749083" y="102358"/>
                </a:lnTo>
                <a:cubicBezTo>
                  <a:pt x="2749083" y="105179"/>
                  <a:pt x="2749354" y="107511"/>
                  <a:pt x="2749894" y="109355"/>
                </a:cubicBezTo>
                <a:cubicBezTo>
                  <a:pt x="2750437" y="111198"/>
                  <a:pt x="2751222" y="112636"/>
                  <a:pt x="2752251" y="113668"/>
                </a:cubicBezTo>
                <a:cubicBezTo>
                  <a:pt x="2753281" y="114698"/>
                  <a:pt x="2754500" y="115403"/>
                  <a:pt x="2755909" y="115783"/>
                </a:cubicBezTo>
                <a:cubicBezTo>
                  <a:pt x="2757318" y="116162"/>
                  <a:pt x="2758835" y="116351"/>
                  <a:pt x="2760460" y="116351"/>
                </a:cubicBezTo>
                <a:cubicBezTo>
                  <a:pt x="2761978" y="116351"/>
                  <a:pt x="2763576" y="116130"/>
                  <a:pt x="2765254" y="115689"/>
                </a:cubicBezTo>
                <a:cubicBezTo>
                  <a:pt x="2766934" y="115246"/>
                  <a:pt x="2768533" y="114637"/>
                  <a:pt x="2770051" y="113861"/>
                </a:cubicBezTo>
                <a:lnTo>
                  <a:pt x="2770537" y="123442"/>
                </a:lnTo>
                <a:cubicBezTo>
                  <a:pt x="2768588" y="124201"/>
                  <a:pt x="2766556" y="124770"/>
                  <a:pt x="2764443" y="125148"/>
                </a:cubicBezTo>
                <a:cubicBezTo>
                  <a:pt x="2762330" y="125527"/>
                  <a:pt x="2760027" y="125716"/>
                  <a:pt x="2757533" y="125716"/>
                </a:cubicBezTo>
                <a:cubicBezTo>
                  <a:pt x="2755475" y="125716"/>
                  <a:pt x="2753308" y="125445"/>
                  <a:pt x="2751033" y="124903"/>
                </a:cubicBezTo>
                <a:cubicBezTo>
                  <a:pt x="2748758" y="124362"/>
                  <a:pt x="2746644" y="123334"/>
                  <a:pt x="2744693" y="121818"/>
                </a:cubicBezTo>
                <a:cubicBezTo>
                  <a:pt x="2742744" y="120300"/>
                  <a:pt x="2741146" y="118240"/>
                  <a:pt x="2739899" y="115639"/>
                </a:cubicBezTo>
                <a:cubicBezTo>
                  <a:pt x="2738652" y="113038"/>
                  <a:pt x="2738029" y="109625"/>
                  <a:pt x="2738029" y="105399"/>
                </a:cubicBezTo>
                <a:lnTo>
                  <a:pt x="2738029" y="57938"/>
                </a:lnTo>
                <a:lnTo>
                  <a:pt x="2722262" y="57938"/>
                </a:lnTo>
                <a:lnTo>
                  <a:pt x="2722262" y="48731"/>
                </a:lnTo>
                <a:lnTo>
                  <a:pt x="2738029" y="48731"/>
                </a:lnTo>
                <a:lnTo>
                  <a:pt x="2738029" y="27275"/>
                </a:lnTo>
                <a:lnTo>
                  <a:pt x="2749083" y="27275"/>
                </a:lnTo>
                <a:lnTo>
                  <a:pt x="2749083" y="48731"/>
                </a:lnTo>
                <a:lnTo>
                  <a:pt x="2770537" y="48731"/>
                </a:lnTo>
                <a:lnTo>
                  <a:pt x="2770537" y="57938"/>
                </a:lnTo>
                <a:close/>
                <a:moveTo>
                  <a:pt x="2845797" y="80954"/>
                </a:moveTo>
                <a:cubicBezTo>
                  <a:pt x="2845471" y="73741"/>
                  <a:pt x="2843168" y="67758"/>
                  <a:pt x="2838887" y="63005"/>
                </a:cubicBezTo>
                <a:cubicBezTo>
                  <a:pt x="2834608" y="58251"/>
                  <a:pt x="2828513" y="55874"/>
                  <a:pt x="2820603" y="55874"/>
                </a:cubicBezTo>
                <a:cubicBezTo>
                  <a:pt x="2816919" y="55874"/>
                  <a:pt x="2813505" y="56557"/>
                  <a:pt x="2810362" y="57923"/>
                </a:cubicBezTo>
                <a:cubicBezTo>
                  <a:pt x="2807220" y="59288"/>
                  <a:pt x="2804457" y="61146"/>
                  <a:pt x="2802073" y="63496"/>
                </a:cubicBezTo>
                <a:cubicBezTo>
                  <a:pt x="2799689" y="65845"/>
                  <a:pt x="2797792" y="68523"/>
                  <a:pt x="2796384" y="71529"/>
                </a:cubicBezTo>
                <a:cubicBezTo>
                  <a:pt x="2794975" y="74533"/>
                  <a:pt x="2794162" y="77675"/>
                  <a:pt x="2793945" y="80954"/>
                </a:cubicBezTo>
                <a:lnTo>
                  <a:pt x="2845797" y="80954"/>
                </a:lnTo>
                <a:moveTo>
                  <a:pt x="2857012" y="84471"/>
                </a:moveTo>
                <a:cubicBezTo>
                  <a:pt x="2857012" y="85231"/>
                  <a:pt x="2857012" y="86046"/>
                  <a:pt x="2857012" y="86916"/>
                </a:cubicBezTo>
                <a:cubicBezTo>
                  <a:pt x="2857012" y="87784"/>
                  <a:pt x="2856957" y="88707"/>
                  <a:pt x="2856848" y="89684"/>
                </a:cubicBezTo>
                <a:lnTo>
                  <a:pt x="2793782" y="89684"/>
                </a:lnTo>
                <a:cubicBezTo>
                  <a:pt x="2793891" y="93475"/>
                  <a:pt x="2794649" y="97050"/>
                  <a:pt x="2796056" y="100408"/>
                </a:cubicBezTo>
                <a:cubicBezTo>
                  <a:pt x="2797465" y="103765"/>
                  <a:pt x="2799415" y="106689"/>
                  <a:pt x="2801907" y="109181"/>
                </a:cubicBezTo>
                <a:cubicBezTo>
                  <a:pt x="2804400" y="111671"/>
                  <a:pt x="2807326" y="113648"/>
                  <a:pt x="2810684" y="115111"/>
                </a:cubicBezTo>
                <a:cubicBezTo>
                  <a:pt x="2814044" y="116573"/>
                  <a:pt x="2817675" y="117304"/>
                  <a:pt x="2821577" y="117304"/>
                </a:cubicBezTo>
                <a:cubicBezTo>
                  <a:pt x="2827320" y="117304"/>
                  <a:pt x="2832277" y="115977"/>
                  <a:pt x="2836449" y="113323"/>
                </a:cubicBezTo>
                <a:cubicBezTo>
                  <a:pt x="2840620" y="110667"/>
                  <a:pt x="2843790" y="107606"/>
                  <a:pt x="2845958" y="104139"/>
                </a:cubicBezTo>
                <a:lnTo>
                  <a:pt x="2854247" y="110639"/>
                </a:lnTo>
                <a:cubicBezTo>
                  <a:pt x="2849696" y="116374"/>
                  <a:pt x="2844685" y="120479"/>
                  <a:pt x="2839212" y="122956"/>
                </a:cubicBezTo>
                <a:cubicBezTo>
                  <a:pt x="2833740" y="125431"/>
                  <a:pt x="2827862" y="126669"/>
                  <a:pt x="2821577" y="126669"/>
                </a:cubicBezTo>
                <a:cubicBezTo>
                  <a:pt x="2815942" y="126669"/>
                  <a:pt x="2810713" y="125666"/>
                  <a:pt x="2805890" y="123660"/>
                </a:cubicBezTo>
                <a:cubicBezTo>
                  <a:pt x="2801069" y="121655"/>
                  <a:pt x="2796924" y="118864"/>
                  <a:pt x="2793457" y="115287"/>
                </a:cubicBezTo>
                <a:cubicBezTo>
                  <a:pt x="2789990" y="111709"/>
                  <a:pt x="2787253" y="107481"/>
                  <a:pt x="2785247" y="102603"/>
                </a:cubicBezTo>
                <a:cubicBezTo>
                  <a:pt x="2783243" y="97726"/>
                  <a:pt x="2782241" y="92414"/>
                  <a:pt x="2782241" y="86668"/>
                </a:cubicBezTo>
                <a:cubicBezTo>
                  <a:pt x="2782241" y="80922"/>
                  <a:pt x="2783216" y="75611"/>
                  <a:pt x="2785166" y="70733"/>
                </a:cubicBezTo>
                <a:cubicBezTo>
                  <a:pt x="2787117" y="65855"/>
                  <a:pt x="2789826" y="61628"/>
                  <a:pt x="2793293" y="58052"/>
                </a:cubicBezTo>
                <a:cubicBezTo>
                  <a:pt x="2796762" y="54473"/>
                  <a:pt x="2800826" y="51682"/>
                  <a:pt x="2805486" y="49676"/>
                </a:cubicBezTo>
                <a:cubicBezTo>
                  <a:pt x="2810145" y="47670"/>
                  <a:pt x="2815184" y="46667"/>
                  <a:pt x="2820603" y="46667"/>
                </a:cubicBezTo>
                <a:cubicBezTo>
                  <a:pt x="2826562" y="46667"/>
                  <a:pt x="2831816" y="47673"/>
                  <a:pt x="2836367" y="49683"/>
                </a:cubicBezTo>
                <a:cubicBezTo>
                  <a:pt x="2840919" y="51692"/>
                  <a:pt x="2844712" y="54408"/>
                  <a:pt x="2847746" y="57831"/>
                </a:cubicBezTo>
                <a:cubicBezTo>
                  <a:pt x="2850780" y="61252"/>
                  <a:pt x="2853083" y="65243"/>
                  <a:pt x="2854653" y="69805"/>
                </a:cubicBezTo>
                <a:cubicBezTo>
                  <a:pt x="2856226" y="74367"/>
                  <a:pt x="2857012" y="79256"/>
                  <a:pt x="2857012" y="84471"/>
                </a:cubicBezTo>
                <a:close/>
                <a:moveTo>
                  <a:pt x="2943322" y="111924"/>
                </a:moveTo>
                <a:cubicBezTo>
                  <a:pt x="2940071" y="116800"/>
                  <a:pt x="2935845" y="120477"/>
                  <a:pt x="2930643" y="122954"/>
                </a:cubicBezTo>
                <a:cubicBezTo>
                  <a:pt x="2925441" y="125430"/>
                  <a:pt x="2920077" y="126669"/>
                  <a:pt x="2914552" y="126669"/>
                </a:cubicBezTo>
                <a:cubicBezTo>
                  <a:pt x="2908591" y="126669"/>
                  <a:pt x="2903200" y="125640"/>
                  <a:pt x="2898378" y="123581"/>
                </a:cubicBezTo>
                <a:cubicBezTo>
                  <a:pt x="2893557" y="121521"/>
                  <a:pt x="2889439" y="118702"/>
                  <a:pt x="2886024" y="115126"/>
                </a:cubicBezTo>
                <a:cubicBezTo>
                  <a:pt x="2882612" y="111548"/>
                  <a:pt x="2879957" y="107320"/>
                  <a:pt x="2878060" y="102442"/>
                </a:cubicBezTo>
                <a:cubicBezTo>
                  <a:pt x="2876164" y="97563"/>
                  <a:pt x="2875216" y="92305"/>
                  <a:pt x="2875216" y="86668"/>
                </a:cubicBezTo>
                <a:cubicBezTo>
                  <a:pt x="2875216" y="81031"/>
                  <a:pt x="2876164" y="75774"/>
                  <a:pt x="2878060" y="70897"/>
                </a:cubicBezTo>
                <a:cubicBezTo>
                  <a:pt x="2879957" y="66017"/>
                  <a:pt x="2882612" y="61789"/>
                  <a:pt x="2886024" y="58213"/>
                </a:cubicBezTo>
                <a:cubicBezTo>
                  <a:pt x="2889439" y="54635"/>
                  <a:pt x="2893557" y="51816"/>
                  <a:pt x="2898378" y="49758"/>
                </a:cubicBezTo>
                <a:cubicBezTo>
                  <a:pt x="2903200" y="47698"/>
                  <a:pt x="2908591" y="46667"/>
                  <a:pt x="2914552" y="46667"/>
                </a:cubicBezTo>
                <a:cubicBezTo>
                  <a:pt x="2920077" y="46667"/>
                  <a:pt x="2925441" y="47941"/>
                  <a:pt x="2930643" y="50489"/>
                </a:cubicBezTo>
                <a:cubicBezTo>
                  <a:pt x="2935845" y="53036"/>
                  <a:pt x="2940071" y="56802"/>
                  <a:pt x="2943322" y="61789"/>
                </a:cubicBezTo>
                <a:lnTo>
                  <a:pt x="2943647" y="61789"/>
                </a:lnTo>
                <a:lnTo>
                  <a:pt x="2943647" y="1811"/>
                </a:lnTo>
                <a:lnTo>
                  <a:pt x="2954699" y="1811"/>
                </a:lnTo>
                <a:lnTo>
                  <a:pt x="2954699" y="124764"/>
                </a:lnTo>
                <a:lnTo>
                  <a:pt x="2943647" y="124764"/>
                </a:lnTo>
                <a:lnTo>
                  <a:pt x="2943647" y="111924"/>
                </a:lnTo>
                <a:lnTo>
                  <a:pt x="2943322" y="111924"/>
                </a:lnTo>
                <a:moveTo>
                  <a:pt x="2886920" y="86671"/>
                </a:moveTo>
                <a:cubicBezTo>
                  <a:pt x="2886920" y="90907"/>
                  <a:pt x="2887569" y="94899"/>
                  <a:pt x="2888869" y="98648"/>
                </a:cubicBezTo>
                <a:cubicBezTo>
                  <a:pt x="2890169" y="102394"/>
                  <a:pt x="2892038" y="105653"/>
                  <a:pt x="2894477" y="108424"/>
                </a:cubicBezTo>
                <a:cubicBezTo>
                  <a:pt x="2896916" y="111194"/>
                  <a:pt x="2899923" y="113367"/>
                  <a:pt x="2903497" y="114942"/>
                </a:cubicBezTo>
                <a:cubicBezTo>
                  <a:pt x="2907074" y="116517"/>
                  <a:pt x="2911137" y="117304"/>
                  <a:pt x="2915688" y="117304"/>
                </a:cubicBezTo>
                <a:cubicBezTo>
                  <a:pt x="2919914" y="117304"/>
                  <a:pt x="2923815" y="116517"/>
                  <a:pt x="2927392" y="114942"/>
                </a:cubicBezTo>
                <a:cubicBezTo>
                  <a:pt x="2930968" y="113367"/>
                  <a:pt x="2934056" y="111221"/>
                  <a:pt x="2936655" y="108506"/>
                </a:cubicBezTo>
                <a:cubicBezTo>
                  <a:pt x="2939256" y="105790"/>
                  <a:pt x="2941288" y="102558"/>
                  <a:pt x="2942751" y="98811"/>
                </a:cubicBezTo>
                <a:cubicBezTo>
                  <a:pt x="2944215" y="95063"/>
                  <a:pt x="2944946" y="91016"/>
                  <a:pt x="2944946" y="86671"/>
                </a:cubicBezTo>
                <a:cubicBezTo>
                  <a:pt x="2944946" y="82325"/>
                  <a:pt x="2944215" y="78279"/>
                  <a:pt x="2942751" y="74533"/>
                </a:cubicBezTo>
                <a:cubicBezTo>
                  <a:pt x="2941288" y="70784"/>
                  <a:pt x="2939256" y="67525"/>
                  <a:pt x="2936655" y="64756"/>
                </a:cubicBezTo>
                <a:cubicBezTo>
                  <a:pt x="2934056" y="61984"/>
                  <a:pt x="2930968" y="59812"/>
                  <a:pt x="2927392" y="58238"/>
                </a:cubicBezTo>
                <a:cubicBezTo>
                  <a:pt x="2923815" y="56662"/>
                  <a:pt x="2919914" y="55874"/>
                  <a:pt x="2915688" y="55874"/>
                </a:cubicBezTo>
                <a:cubicBezTo>
                  <a:pt x="2911137" y="55874"/>
                  <a:pt x="2907074" y="56689"/>
                  <a:pt x="2903497" y="58319"/>
                </a:cubicBezTo>
                <a:cubicBezTo>
                  <a:pt x="2899923" y="59948"/>
                  <a:pt x="2896916" y="62148"/>
                  <a:pt x="2894477" y="64919"/>
                </a:cubicBezTo>
                <a:cubicBezTo>
                  <a:pt x="2892038" y="67689"/>
                  <a:pt x="2890169" y="70948"/>
                  <a:pt x="2888869" y="74696"/>
                </a:cubicBezTo>
                <a:cubicBezTo>
                  <a:pt x="2887569" y="78443"/>
                  <a:pt x="2886920" y="82434"/>
                  <a:pt x="2886920" y="86671"/>
                </a:cubicBezTo>
                <a:close/>
                <a:moveTo>
                  <a:pt x="3079695" y="65954"/>
                </a:moveTo>
                <a:cubicBezTo>
                  <a:pt x="3077853" y="63027"/>
                  <a:pt x="3075171" y="60615"/>
                  <a:pt x="3071649" y="58719"/>
                </a:cubicBezTo>
                <a:cubicBezTo>
                  <a:pt x="3068127" y="56822"/>
                  <a:pt x="3064307" y="55874"/>
                  <a:pt x="3060190" y="55874"/>
                </a:cubicBezTo>
                <a:cubicBezTo>
                  <a:pt x="3055747" y="55874"/>
                  <a:pt x="3051738" y="56662"/>
                  <a:pt x="3048161" y="58238"/>
                </a:cubicBezTo>
                <a:cubicBezTo>
                  <a:pt x="3044585" y="59812"/>
                  <a:pt x="3041524" y="61984"/>
                  <a:pt x="3038977" y="64756"/>
                </a:cubicBezTo>
                <a:cubicBezTo>
                  <a:pt x="3036431" y="67525"/>
                  <a:pt x="3034481" y="70784"/>
                  <a:pt x="3033126" y="74533"/>
                </a:cubicBezTo>
                <a:cubicBezTo>
                  <a:pt x="3031772" y="78279"/>
                  <a:pt x="3031095" y="82325"/>
                  <a:pt x="3031095" y="86671"/>
                </a:cubicBezTo>
                <a:cubicBezTo>
                  <a:pt x="3031095" y="91016"/>
                  <a:pt x="3031772" y="95036"/>
                  <a:pt x="3033126" y="98729"/>
                </a:cubicBezTo>
                <a:cubicBezTo>
                  <a:pt x="3034481" y="102422"/>
                  <a:pt x="3036404" y="105653"/>
                  <a:pt x="3038895" y="108424"/>
                </a:cubicBezTo>
                <a:cubicBezTo>
                  <a:pt x="3041389" y="111194"/>
                  <a:pt x="3044423" y="113367"/>
                  <a:pt x="3047998" y="114942"/>
                </a:cubicBezTo>
                <a:cubicBezTo>
                  <a:pt x="3051574" y="116517"/>
                  <a:pt x="3055584" y="117304"/>
                  <a:pt x="3060027" y="117304"/>
                </a:cubicBezTo>
                <a:cubicBezTo>
                  <a:pt x="3064903" y="117304"/>
                  <a:pt x="3069020" y="116383"/>
                  <a:pt x="3072378" y="114541"/>
                </a:cubicBezTo>
                <a:cubicBezTo>
                  <a:pt x="3075738" y="112699"/>
                  <a:pt x="3078502" y="110315"/>
                  <a:pt x="3080669" y="107390"/>
                </a:cubicBezTo>
                <a:lnTo>
                  <a:pt x="3088958" y="113566"/>
                </a:lnTo>
                <a:cubicBezTo>
                  <a:pt x="3085707" y="117564"/>
                  <a:pt x="3081725" y="120748"/>
                  <a:pt x="3077011" y="123117"/>
                </a:cubicBezTo>
                <a:cubicBezTo>
                  <a:pt x="3072299" y="125485"/>
                  <a:pt x="3066637" y="126669"/>
                  <a:pt x="3060027" y="126669"/>
                </a:cubicBezTo>
                <a:cubicBezTo>
                  <a:pt x="3053849" y="126669"/>
                  <a:pt x="3048268" y="125666"/>
                  <a:pt x="3043283" y="123660"/>
                </a:cubicBezTo>
                <a:cubicBezTo>
                  <a:pt x="3038299" y="121655"/>
                  <a:pt x="3034047" y="118864"/>
                  <a:pt x="3030525" y="115287"/>
                </a:cubicBezTo>
                <a:cubicBezTo>
                  <a:pt x="3027004" y="111709"/>
                  <a:pt x="3024269" y="107481"/>
                  <a:pt x="3022318" y="102603"/>
                </a:cubicBezTo>
                <a:cubicBezTo>
                  <a:pt x="3020367" y="97726"/>
                  <a:pt x="3019391" y="92414"/>
                  <a:pt x="3019391" y="86668"/>
                </a:cubicBezTo>
                <a:cubicBezTo>
                  <a:pt x="3019391" y="80922"/>
                  <a:pt x="3020367" y="75611"/>
                  <a:pt x="3022318" y="70733"/>
                </a:cubicBezTo>
                <a:cubicBezTo>
                  <a:pt x="3024269" y="65855"/>
                  <a:pt x="3027004" y="61628"/>
                  <a:pt x="3030525" y="58052"/>
                </a:cubicBezTo>
                <a:cubicBezTo>
                  <a:pt x="3034047" y="54473"/>
                  <a:pt x="3038299" y="51682"/>
                  <a:pt x="3043283" y="49676"/>
                </a:cubicBezTo>
                <a:cubicBezTo>
                  <a:pt x="3048268" y="47670"/>
                  <a:pt x="3053849" y="46667"/>
                  <a:pt x="3060027" y="46667"/>
                </a:cubicBezTo>
                <a:cubicBezTo>
                  <a:pt x="3065119" y="46667"/>
                  <a:pt x="3070293" y="47771"/>
                  <a:pt x="3075548" y="49979"/>
                </a:cubicBezTo>
                <a:cubicBezTo>
                  <a:pt x="3080804" y="52186"/>
                  <a:pt x="3085058" y="55452"/>
                  <a:pt x="3088308" y="59775"/>
                </a:cubicBezTo>
                <a:lnTo>
                  <a:pt x="3079695" y="65954"/>
                </a:lnTo>
                <a:close/>
                <a:moveTo>
                  <a:pt x="3154138" y="75646"/>
                </a:moveTo>
                <a:cubicBezTo>
                  <a:pt x="3154138" y="69001"/>
                  <a:pt x="3152404" y="64045"/>
                  <a:pt x="3148937" y="60777"/>
                </a:cubicBezTo>
                <a:cubicBezTo>
                  <a:pt x="3145470" y="57508"/>
                  <a:pt x="3140431" y="55874"/>
                  <a:pt x="3133820" y="55874"/>
                </a:cubicBezTo>
                <a:cubicBezTo>
                  <a:pt x="3129270" y="55874"/>
                  <a:pt x="3125044" y="56687"/>
                  <a:pt x="3121141" y="58312"/>
                </a:cubicBezTo>
                <a:cubicBezTo>
                  <a:pt x="3117241" y="59937"/>
                  <a:pt x="3113936" y="62105"/>
                  <a:pt x="3111228" y="64815"/>
                </a:cubicBezTo>
                <a:lnTo>
                  <a:pt x="3105050" y="57501"/>
                </a:lnTo>
                <a:cubicBezTo>
                  <a:pt x="3108193" y="54371"/>
                  <a:pt x="3112338" y="51783"/>
                  <a:pt x="3117486" y="49738"/>
                </a:cubicBezTo>
                <a:cubicBezTo>
                  <a:pt x="3122633" y="47691"/>
                  <a:pt x="3128457" y="46667"/>
                  <a:pt x="3134959" y="46667"/>
                </a:cubicBezTo>
                <a:cubicBezTo>
                  <a:pt x="3139077" y="46667"/>
                  <a:pt x="3142924" y="47237"/>
                  <a:pt x="3146499" y="48376"/>
                </a:cubicBezTo>
                <a:cubicBezTo>
                  <a:pt x="3150075" y="49516"/>
                  <a:pt x="3153218" y="51224"/>
                  <a:pt x="3155926" y="53503"/>
                </a:cubicBezTo>
                <a:cubicBezTo>
                  <a:pt x="3158636" y="55780"/>
                  <a:pt x="3160749" y="58653"/>
                  <a:pt x="3162266" y="62124"/>
                </a:cubicBezTo>
                <a:cubicBezTo>
                  <a:pt x="3163783" y="65595"/>
                  <a:pt x="3164542" y="69662"/>
                  <a:pt x="3164542" y="74327"/>
                </a:cubicBezTo>
                <a:lnTo>
                  <a:pt x="3164542" y="107680"/>
                </a:lnTo>
                <a:cubicBezTo>
                  <a:pt x="3164542" y="110609"/>
                  <a:pt x="3164651" y="113646"/>
                  <a:pt x="3164867" y="116793"/>
                </a:cubicBezTo>
                <a:cubicBezTo>
                  <a:pt x="3165084" y="119938"/>
                  <a:pt x="3165409" y="122595"/>
                  <a:pt x="3165842" y="124764"/>
                </a:cubicBezTo>
                <a:lnTo>
                  <a:pt x="3155929" y="124764"/>
                </a:lnTo>
                <a:cubicBezTo>
                  <a:pt x="3155603" y="122914"/>
                  <a:pt x="3155332" y="120901"/>
                  <a:pt x="3155115" y="118725"/>
                </a:cubicBezTo>
                <a:cubicBezTo>
                  <a:pt x="3154899" y="116549"/>
                  <a:pt x="3154790" y="114427"/>
                  <a:pt x="3154790" y="112361"/>
                </a:cubicBezTo>
                <a:lnTo>
                  <a:pt x="3154463" y="112361"/>
                </a:lnTo>
                <a:cubicBezTo>
                  <a:pt x="3150996" y="117455"/>
                  <a:pt x="3147067" y="121113"/>
                  <a:pt x="3142677" y="123335"/>
                </a:cubicBezTo>
                <a:cubicBezTo>
                  <a:pt x="3138289" y="125558"/>
                  <a:pt x="3133007" y="126669"/>
                  <a:pt x="3126831" y="126669"/>
                </a:cubicBezTo>
                <a:cubicBezTo>
                  <a:pt x="3123904" y="126669"/>
                  <a:pt x="3120897" y="126263"/>
                  <a:pt x="3117808" y="125451"/>
                </a:cubicBezTo>
                <a:cubicBezTo>
                  <a:pt x="3114721" y="124639"/>
                  <a:pt x="3111904" y="123313"/>
                  <a:pt x="3109358" y="121473"/>
                </a:cubicBezTo>
                <a:cubicBezTo>
                  <a:pt x="3106812" y="119631"/>
                  <a:pt x="3104698" y="117248"/>
                  <a:pt x="3103019" y="114325"/>
                </a:cubicBezTo>
                <a:cubicBezTo>
                  <a:pt x="3101339" y="111400"/>
                  <a:pt x="3100499" y="107825"/>
                  <a:pt x="3100499" y="103600"/>
                </a:cubicBezTo>
                <a:cubicBezTo>
                  <a:pt x="3100499" y="97752"/>
                  <a:pt x="3101988" y="93122"/>
                  <a:pt x="3104968" y="89711"/>
                </a:cubicBezTo>
                <a:cubicBezTo>
                  <a:pt x="3107948" y="86300"/>
                  <a:pt x="3111930" y="83756"/>
                  <a:pt x="3116915" y="82077"/>
                </a:cubicBezTo>
                <a:cubicBezTo>
                  <a:pt x="3121900" y="80397"/>
                  <a:pt x="3127616" y="79314"/>
                  <a:pt x="3134063" y="78828"/>
                </a:cubicBezTo>
                <a:cubicBezTo>
                  <a:pt x="3140512" y="78340"/>
                  <a:pt x="3147203" y="78097"/>
                  <a:pt x="3154138" y="78097"/>
                </a:cubicBezTo>
                <a:lnTo>
                  <a:pt x="3154138" y="75646"/>
                </a:lnTo>
                <a:moveTo>
                  <a:pt x="3150886" y="86827"/>
                </a:moveTo>
                <a:cubicBezTo>
                  <a:pt x="3146336" y="86827"/>
                  <a:pt x="3141758" y="87016"/>
                  <a:pt x="3137151" y="87395"/>
                </a:cubicBezTo>
                <a:cubicBezTo>
                  <a:pt x="3132546" y="87772"/>
                  <a:pt x="3128374" y="88528"/>
                  <a:pt x="3124636" y="89664"/>
                </a:cubicBezTo>
                <a:cubicBezTo>
                  <a:pt x="3120899" y="90799"/>
                  <a:pt x="3117839" y="92446"/>
                  <a:pt x="3115454" y="94607"/>
                </a:cubicBezTo>
                <a:cubicBezTo>
                  <a:pt x="3113070" y="96768"/>
                  <a:pt x="3111878" y="99631"/>
                  <a:pt x="3111878" y="103196"/>
                </a:cubicBezTo>
                <a:cubicBezTo>
                  <a:pt x="3111878" y="105898"/>
                  <a:pt x="3112392" y="108167"/>
                  <a:pt x="3113420" y="110004"/>
                </a:cubicBezTo>
                <a:cubicBezTo>
                  <a:pt x="3114451" y="111841"/>
                  <a:pt x="3115832" y="113327"/>
                  <a:pt x="3117565" y="114461"/>
                </a:cubicBezTo>
                <a:cubicBezTo>
                  <a:pt x="3119299" y="115596"/>
                  <a:pt x="3121223" y="116406"/>
                  <a:pt x="3123336" y="116892"/>
                </a:cubicBezTo>
                <a:cubicBezTo>
                  <a:pt x="3125449" y="117378"/>
                  <a:pt x="3127590" y="117621"/>
                  <a:pt x="3129758" y="117621"/>
                </a:cubicBezTo>
                <a:cubicBezTo>
                  <a:pt x="3133658" y="117621"/>
                  <a:pt x="3137125" y="116946"/>
                  <a:pt x="3140160" y="115595"/>
                </a:cubicBezTo>
                <a:cubicBezTo>
                  <a:pt x="3143194" y="114244"/>
                  <a:pt x="3145740" y="112407"/>
                  <a:pt x="3147799" y="110084"/>
                </a:cubicBezTo>
                <a:cubicBezTo>
                  <a:pt x="3149857" y="107761"/>
                  <a:pt x="3151428" y="105087"/>
                  <a:pt x="3152511" y="102063"/>
                </a:cubicBezTo>
                <a:cubicBezTo>
                  <a:pt x="3153596" y="99037"/>
                  <a:pt x="3154138" y="95849"/>
                  <a:pt x="3154138" y="92499"/>
                </a:cubicBezTo>
                <a:lnTo>
                  <a:pt x="3154138" y="86827"/>
                </a:lnTo>
                <a:lnTo>
                  <a:pt x="3150886" y="86827"/>
                </a:lnTo>
                <a:close/>
                <a:moveTo>
                  <a:pt x="3233460" y="66603"/>
                </a:moveTo>
                <a:cubicBezTo>
                  <a:pt x="3231835" y="63460"/>
                  <a:pt x="3229370" y="60886"/>
                  <a:pt x="3226064" y="58882"/>
                </a:cubicBezTo>
                <a:cubicBezTo>
                  <a:pt x="3222759" y="56877"/>
                  <a:pt x="3218993" y="55874"/>
                  <a:pt x="3214767" y="55874"/>
                </a:cubicBezTo>
                <a:cubicBezTo>
                  <a:pt x="3212818" y="55874"/>
                  <a:pt x="3210867" y="56091"/>
                  <a:pt x="3208916" y="56526"/>
                </a:cubicBezTo>
                <a:cubicBezTo>
                  <a:pt x="3206965" y="56959"/>
                  <a:pt x="3205231" y="57665"/>
                  <a:pt x="3203713" y="58642"/>
                </a:cubicBezTo>
                <a:cubicBezTo>
                  <a:pt x="3202197" y="59617"/>
                  <a:pt x="3200978" y="60865"/>
                  <a:pt x="3200057" y="62385"/>
                </a:cubicBezTo>
                <a:cubicBezTo>
                  <a:pt x="3199136" y="63902"/>
                  <a:pt x="3198676" y="65692"/>
                  <a:pt x="3198676" y="67754"/>
                </a:cubicBezTo>
                <a:cubicBezTo>
                  <a:pt x="3198676" y="71336"/>
                  <a:pt x="3200138" y="74075"/>
                  <a:pt x="3203063" y="75974"/>
                </a:cubicBezTo>
                <a:cubicBezTo>
                  <a:pt x="3205990" y="77872"/>
                  <a:pt x="3210595" y="79472"/>
                  <a:pt x="3216880" y="80775"/>
                </a:cubicBezTo>
                <a:cubicBezTo>
                  <a:pt x="3225875" y="82619"/>
                  <a:pt x="3232512" y="85304"/>
                  <a:pt x="3236791" y="88831"/>
                </a:cubicBezTo>
                <a:cubicBezTo>
                  <a:pt x="3241072" y="92356"/>
                  <a:pt x="3243212" y="97102"/>
                  <a:pt x="3243212" y="103070"/>
                </a:cubicBezTo>
                <a:cubicBezTo>
                  <a:pt x="3243212" y="107410"/>
                  <a:pt x="3242373" y="111073"/>
                  <a:pt x="3240693" y="114057"/>
                </a:cubicBezTo>
                <a:cubicBezTo>
                  <a:pt x="3239013" y="117040"/>
                  <a:pt x="3236818" y="119481"/>
                  <a:pt x="3234108" y="121381"/>
                </a:cubicBezTo>
                <a:cubicBezTo>
                  <a:pt x="3231399" y="123279"/>
                  <a:pt x="3228339" y="124635"/>
                  <a:pt x="3224926" y="125449"/>
                </a:cubicBezTo>
                <a:cubicBezTo>
                  <a:pt x="3221513" y="126262"/>
                  <a:pt x="3218073" y="126669"/>
                  <a:pt x="3214606" y="126669"/>
                </a:cubicBezTo>
                <a:cubicBezTo>
                  <a:pt x="3208862" y="126669"/>
                  <a:pt x="3203280" y="125485"/>
                  <a:pt x="3197862" y="123117"/>
                </a:cubicBezTo>
                <a:cubicBezTo>
                  <a:pt x="3192445" y="120748"/>
                  <a:pt x="3188002" y="117023"/>
                  <a:pt x="3184533" y="111941"/>
                </a:cubicBezTo>
                <a:lnTo>
                  <a:pt x="3193311" y="105438"/>
                </a:lnTo>
                <a:cubicBezTo>
                  <a:pt x="3195262" y="108798"/>
                  <a:pt x="3198133" y="111616"/>
                  <a:pt x="3201925" y="113891"/>
                </a:cubicBezTo>
                <a:cubicBezTo>
                  <a:pt x="3205718" y="116166"/>
                  <a:pt x="3209890" y="117304"/>
                  <a:pt x="3214442" y="117304"/>
                </a:cubicBezTo>
                <a:cubicBezTo>
                  <a:pt x="3216826" y="117304"/>
                  <a:pt x="3219102" y="117087"/>
                  <a:pt x="3221268" y="116654"/>
                </a:cubicBezTo>
                <a:cubicBezTo>
                  <a:pt x="3223435" y="116219"/>
                  <a:pt x="3225332" y="115459"/>
                  <a:pt x="3226957" y="114374"/>
                </a:cubicBezTo>
                <a:cubicBezTo>
                  <a:pt x="3228583" y="113290"/>
                  <a:pt x="3229883" y="111907"/>
                  <a:pt x="3230859" y="110225"/>
                </a:cubicBezTo>
                <a:cubicBezTo>
                  <a:pt x="3231834" y="108542"/>
                  <a:pt x="3232322" y="106453"/>
                  <a:pt x="3232322" y="103958"/>
                </a:cubicBezTo>
                <a:cubicBezTo>
                  <a:pt x="3232322" y="99943"/>
                  <a:pt x="3230398" y="96932"/>
                  <a:pt x="3226551" y="94925"/>
                </a:cubicBezTo>
                <a:cubicBezTo>
                  <a:pt x="3222705" y="92917"/>
                  <a:pt x="3217151" y="91046"/>
                  <a:pt x="3209891" y="89310"/>
                </a:cubicBezTo>
                <a:cubicBezTo>
                  <a:pt x="3207616" y="88767"/>
                  <a:pt x="3205204" y="88089"/>
                  <a:pt x="3202656" y="87276"/>
                </a:cubicBezTo>
                <a:cubicBezTo>
                  <a:pt x="3200110" y="86462"/>
                  <a:pt x="3197753" y="85269"/>
                  <a:pt x="3195585" y="83697"/>
                </a:cubicBezTo>
                <a:cubicBezTo>
                  <a:pt x="3193419" y="82123"/>
                  <a:pt x="3191632" y="80142"/>
                  <a:pt x="3190223" y="77754"/>
                </a:cubicBezTo>
                <a:cubicBezTo>
                  <a:pt x="3188814" y="75367"/>
                  <a:pt x="3188110" y="72383"/>
                  <a:pt x="3188110" y="68803"/>
                </a:cubicBezTo>
                <a:cubicBezTo>
                  <a:pt x="3188110" y="64896"/>
                  <a:pt x="3188868" y="61559"/>
                  <a:pt x="3190384" y="58793"/>
                </a:cubicBezTo>
                <a:cubicBezTo>
                  <a:pt x="3191902" y="56025"/>
                  <a:pt x="3193934" y="53747"/>
                  <a:pt x="3196481" y="51958"/>
                </a:cubicBezTo>
                <a:cubicBezTo>
                  <a:pt x="3199027" y="50167"/>
                  <a:pt x="3201925" y="48838"/>
                  <a:pt x="3205176" y="47970"/>
                </a:cubicBezTo>
                <a:cubicBezTo>
                  <a:pt x="3208428" y="47102"/>
                  <a:pt x="3211788" y="46667"/>
                  <a:pt x="3215256" y="46667"/>
                </a:cubicBezTo>
                <a:cubicBezTo>
                  <a:pt x="3220565" y="46667"/>
                  <a:pt x="3225711" y="47852"/>
                  <a:pt x="3230695" y="50222"/>
                </a:cubicBezTo>
                <a:cubicBezTo>
                  <a:pt x="3235680" y="52589"/>
                  <a:pt x="3239419" y="55937"/>
                  <a:pt x="3241913" y="60264"/>
                </a:cubicBezTo>
                <a:lnTo>
                  <a:pt x="3233460" y="66603"/>
                </a:lnTo>
                <a:close/>
                <a:moveTo>
                  <a:pt x="3323183" y="80954"/>
                </a:moveTo>
                <a:cubicBezTo>
                  <a:pt x="3322858" y="73741"/>
                  <a:pt x="3320554" y="67758"/>
                  <a:pt x="3316274" y="63005"/>
                </a:cubicBezTo>
                <a:cubicBezTo>
                  <a:pt x="3311994" y="58251"/>
                  <a:pt x="3305900" y="55874"/>
                  <a:pt x="3297989" y="55874"/>
                </a:cubicBezTo>
                <a:cubicBezTo>
                  <a:pt x="3294306" y="55874"/>
                  <a:pt x="3290892" y="56557"/>
                  <a:pt x="3287749" y="57923"/>
                </a:cubicBezTo>
                <a:cubicBezTo>
                  <a:pt x="3284607" y="59288"/>
                  <a:pt x="3281844" y="61146"/>
                  <a:pt x="3279460" y="63496"/>
                </a:cubicBezTo>
                <a:cubicBezTo>
                  <a:pt x="3277076" y="65845"/>
                  <a:pt x="3275179" y="68523"/>
                  <a:pt x="3273770" y="71529"/>
                </a:cubicBezTo>
                <a:cubicBezTo>
                  <a:pt x="3272362" y="74533"/>
                  <a:pt x="3271549" y="77675"/>
                  <a:pt x="3271332" y="80954"/>
                </a:cubicBezTo>
                <a:lnTo>
                  <a:pt x="3323183" y="80954"/>
                </a:lnTo>
                <a:moveTo>
                  <a:pt x="3334399" y="84471"/>
                </a:moveTo>
                <a:cubicBezTo>
                  <a:pt x="3334399" y="85231"/>
                  <a:pt x="3334399" y="86046"/>
                  <a:pt x="3334399" y="86916"/>
                </a:cubicBezTo>
                <a:cubicBezTo>
                  <a:pt x="3334399" y="87784"/>
                  <a:pt x="3334344" y="88707"/>
                  <a:pt x="3334235" y="89684"/>
                </a:cubicBezTo>
                <a:lnTo>
                  <a:pt x="3271169" y="89684"/>
                </a:lnTo>
                <a:cubicBezTo>
                  <a:pt x="3271278" y="93475"/>
                  <a:pt x="3272036" y="97050"/>
                  <a:pt x="3273443" y="100408"/>
                </a:cubicBezTo>
                <a:cubicBezTo>
                  <a:pt x="3274852" y="103765"/>
                  <a:pt x="3276802" y="106689"/>
                  <a:pt x="3279294" y="109181"/>
                </a:cubicBezTo>
                <a:cubicBezTo>
                  <a:pt x="3281787" y="111671"/>
                  <a:pt x="3284713" y="113648"/>
                  <a:pt x="3288071" y="115111"/>
                </a:cubicBezTo>
                <a:cubicBezTo>
                  <a:pt x="3291431" y="116573"/>
                  <a:pt x="3295062" y="117304"/>
                  <a:pt x="3298964" y="117304"/>
                </a:cubicBezTo>
                <a:cubicBezTo>
                  <a:pt x="3304707" y="117304"/>
                  <a:pt x="3309664" y="115977"/>
                  <a:pt x="3313835" y="113323"/>
                </a:cubicBezTo>
                <a:cubicBezTo>
                  <a:pt x="3318007" y="110667"/>
                  <a:pt x="3321177" y="107606"/>
                  <a:pt x="3323345" y="104139"/>
                </a:cubicBezTo>
                <a:lnTo>
                  <a:pt x="3331633" y="110639"/>
                </a:lnTo>
                <a:cubicBezTo>
                  <a:pt x="3327083" y="116374"/>
                  <a:pt x="3322071" y="120479"/>
                  <a:pt x="3316598" y="122956"/>
                </a:cubicBezTo>
                <a:cubicBezTo>
                  <a:pt x="3311127" y="125431"/>
                  <a:pt x="3305249" y="126669"/>
                  <a:pt x="3298964" y="126669"/>
                </a:cubicBezTo>
                <a:cubicBezTo>
                  <a:pt x="3293329" y="126669"/>
                  <a:pt x="3288100" y="125666"/>
                  <a:pt x="3283277" y="123660"/>
                </a:cubicBezTo>
                <a:cubicBezTo>
                  <a:pt x="3278455" y="121655"/>
                  <a:pt x="3274311" y="118864"/>
                  <a:pt x="3270844" y="115287"/>
                </a:cubicBezTo>
                <a:cubicBezTo>
                  <a:pt x="3267376" y="111709"/>
                  <a:pt x="3264640" y="107481"/>
                  <a:pt x="3262634" y="102603"/>
                </a:cubicBezTo>
                <a:cubicBezTo>
                  <a:pt x="3260630" y="97726"/>
                  <a:pt x="3259628" y="92414"/>
                  <a:pt x="3259628" y="86668"/>
                </a:cubicBezTo>
                <a:cubicBezTo>
                  <a:pt x="3259628" y="80922"/>
                  <a:pt x="3260603" y="75611"/>
                  <a:pt x="3262552" y="70733"/>
                </a:cubicBezTo>
                <a:cubicBezTo>
                  <a:pt x="3264503" y="65855"/>
                  <a:pt x="3267213" y="61628"/>
                  <a:pt x="3270680" y="58052"/>
                </a:cubicBezTo>
                <a:cubicBezTo>
                  <a:pt x="3274149" y="54473"/>
                  <a:pt x="3278213" y="51682"/>
                  <a:pt x="3282873" y="49676"/>
                </a:cubicBezTo>
                <a:cubicBezTo>
                  <a:pt x="3287532" y="47670"/>
                  <a:pt x="3292571" y="46667"/>
                  <a:pt x="3297989" y="46667"/>
                </a:cubicBezTo>
                <a:cubicBezTo>
                  <a:pt x="3303949" y="46667"/>
                  <a:pt x="3309203" y="47673"/>
                  <a:pt x="3313754" y="49683"/>
                </a:cubicBezTo>
                <a:cubicBezTo>
                  <a:pt x="3318306" y="51692"/>
                  <a:pt x="3322099" y="54408"/>
                  <a:pt x="3325133" y="57831"/>
                </a:cubicBezTo>
                <a:cubicBezTo>
                  <a:pt x="3328167" y="61252"/>
                  <a:pt x="3330469" y="65243"/>
                  <a:pt x="3332040" y="69805"/>
                </a:cubicBezTo>
                <a:cubicBezTo>
                  <a:pt x="3333613" y="74367"/>
                  <a:pt x="3334399" y="79256"/>
                  <a:pt x="3334399" y="84471"/>
                </a:cubicBezTo>
                <a:close/>
                <a:moveTo>
                  <a:pt x="3453542" y="65954"/>
                </a:moveTo>
                <a:cubicBezTo>
                  <a:pt x="3451700" y="63027"/>
                  <a:pt x="3449018" y="60615"/>
                  <a:pt x="3445496" y="58719"/>
                </a:cubicBezTo>
                <a:cubicBezTo>
                  <a:pt x="3441975" y="56822"/>
                  <a:pt x="3438155" y="55874"/>
                  <a:pt x="3434038" y="55874"/>
                </a:cubicBezTo>
                <a:cubicBezTo>
                  <a:pt x="3429595" y="55874"/>
                  <a:pt x="3425585" y="56662"/>
                  <a:pt x="3422009" y="58238"/>
                </a:cubicBezTo>
                <a:cubicBezTo>
                  <a:pt x="3418433" y="59812"/>
                  <a:pt x="3415371" y="61984"/>
                  <a:pt x="3412825" y="64756"/>
                </a:cubicBezTo>
                <a:cubicBezTo>
                  <a:pt x="3410278" y="67525"/>
                  <a:pt x="3408328" y="70784"/>
                  <a:pt x="3406974" y="74533"/>
                </a:cubicBezTo>
                <a:cubicBezTo>
                  <a:pt x="3405620" y="78279"/>
                  <a:pt x="3404943" y="82325"/>
                  <a:pt x="3404943" y="86671"/>
                </a:cubicBezTo>
                <a:cubicBezTo>
                  <a:pt x="3404943" y="91016"/>
                  <a:pt x="3405620" y="95036"/>
                  <a:pt x="3406974" y="98729"/>
                </a:cubicBezTo>
                <a:cubicBezTo>
                  <a:pt x="3408328" y="102422"/>
                  <a:pt x="3410251" y="105653"/>
                  <a:pt x="3412743" y="108424"/>
                </a:cubicBezTo>
                <a:cubicBezTo>
                  <a:pt x="3415236" y="111194"/>
                  <a:pt x="3418270" y="113367"/>
                  <a:pt x="3421845" y="114942"/>
                </a:cubicBezTo>
                <a:cubicBezTo>
                  <a:pt x="3425422" y="116517"/>
                  <a:pt x="3429431" y="117304"/>
                  <a:pt x="3433874" y="117304"/>
                </a:cubicBezTo>
                <a:cubicBezTo>
                  <a:pt x="3438750" y="117304"/>
                  <a:pt x="3442867" y="116383"/>
                  <a:pt x="3446226" y="114541"/>
                </a:cubicBezTo>
                <a:cubicBezTo>
                  <a:pt x="3449585" y="112699"/>
                  <a:pt x="3452349" y="110315"/>
                  <a:pt x="3454517" y="107390"/>
                </a:cubicBezTo>
                <a:lnTo>
                  <a:pt x="3462806" y="113566"/>
                </a:lnTo>
                <a:cubicBezTo>
                  <a:pt x="3459555" y="117564"/>
                  <a:pt x="3455573" y="120748"/>
                  <a:pt x="3450859" y="123117"/>
                </a:cubicBezTo>
                <a:cubicBezTo>
                  <a:pt x="3446146" y="125485"/>
                  <a:pt x="3440485" y="126669"/>
                  <a:pt x="3433874" y="126669"/>
                </a:cubicBezTo>
                <a:cubicBezTo>
                  <a:pt x="3427697" y="126669"/>
                  <a:pt x="3422116" y="125666"/>
                  <a:pt x="3417130" y="123660"/>
                </a:cubicBezTo>
                <a:cubicBezTo>
                  <a:pt x="3412147" y="121655"/>
                  <a:pt x="3407894" y="118864"/>
                  <a:pt x="3404372" y="115287"/>
                </a:cubicBezTo>
                <a:cubicBezTo>
                  <a:pt x="3400852" y="111709"/>
                  <a:pt x="3398116" y="107481"/>
                  <a:pt x="3396165" y="102603"/>
                </a:cubicBezTo>
                <a:cubicBezTo>
                  <a:pt x="3394214" y="97726"/>
                  <a:pt x="3393239" y="92414"/>
                  <a:pt x="3393239" y="86668"/>
                </a:cubicBezTo>
                <a:cubicBezTo>
                  <a:pt x="3393239" y="80922"/>
                  <a:pt x="3394214" y="75611"/>
                  <a:pt x="3396165" y="70733"/>
                </a:cubicBezTo>
                <a:cubicBezTo>
                  <a:pt x="3398116" y="65855"/>
                  <a:pt x="3400852" y="61628"/>
                  <a:pt x="3404372" y="58052"/>
                </a:cubicBezTo>
                <a:cubicBezTo>
                  <a:pt x="3407894" y="54473"/>
                  <a:pt x="3412147" y="51682"/>
                  <a:pt x="3417130" y="49676"/>
                </a:cubicBezTo>
                <a:cubicBezTo>
                  <a:pt x="3422116" y="47670"/>
                  <a:pt x="3427697" y="46667"/>
                  <a:pt x="3433874" y="46667"/>
                </a:cubicBezTo>
                <a:cubicBezTo>
                  <a:pt x="3438967" y="46667"/>
                  <a:pt x="3444141" y="47771"/>
                  <a:pt x="3449395" y="49979"/>
                </a:cubicBezTo>
                <a:cubicBezTo>
                  <a:pt x="3454652" y="52186"/>
                  <a:pt x="3458905" y="55452"/>
                  <a:pt x="3462156" y="59775"/>
                </a:cubicBezTo>
                <a:lnTo>
                  <a:pt x="3453542" y="65954"/>
                </a:lnTo>
                <a:close/>
                <a:moveTo>
                  <a:pt x="3555617" y="86668"/>
                </a:moveTo>
                <a:cubicBezTo>
                  <a:pt x="3555617" y="92414"/>
                  <a:pt x="3554614" y="97726"/>
                  <a:pt x="3552608" y="102603"/>
                </a:cubicBezTo>
                <a:cubicBezTo>
                  <a:pt x="3550604" y="107481"/>
                  <a:pt x="3547814" y="111709"/>
                  <a:pt x="3544238" y="115287"/>
                </a:cubicBezTo>
                <a:cubicBezTo>
                  <a:pt x="3540663" y="118864"/>
                  <a:pt x="3536383" y="121655"/>
                  <a:pt x="3531398" y="123660"/>
                </a:cubicBezTo>
                <a:cubicBezTo>
                  <a:pt x="3526414" y="125666"/>
                  <a:pt x="3520942" y="126669"/>
                  <a:pt x="3514981" y="126669"/>
                </a:cubicBezTo>
                <a:cubicBezTo>
                  <a:pt x="3509130" y="126669"/>
                  <a:pt x="3503711" y="125666"/>
                  <a:pt x="3498726" y="123660"/>
                </a:cubicBezTo>
                <a:cubicBezTo>
                  <a:pt x="3493742" y="121655"/>
                  <a:pt x="3489462" y="118864"/>
                  <a:pt x="3485886" y="115287"/>
                </a:cubicBezTo>
                <a:cubicBezTo>
                  <a:pt x="3482311" y="111709"/>
                  <a:pt x="3479521" y="107481"/>
                  <a:pt x="3477515" y="102603"/>
                </a:cubicBezTo>
                <a:cubicBezTo>
                  <a:pt x="3475511" y="97726"/>
                  <a:pt x="3474509" y="92414"/>
                  <a:pt x="3474509" y="86668"/>
                </a:cubicBezTo>
                <a:cubicBezTo>
                  <a:pt x="3474509" y="80922"/>
                  <a:pt x="3475511" y="75611"/>
                  <a:pt x="3477515" y="70733"/>
                </a:cubicBezTo>
                <a:cubicBezTo>
                  <a:pt x="3479521" y="65855"/>
                  <a:pt x="3482311" y="61628"/>
                  <a:pt x="3485886" y="58052"/>
                </a:cubicBezTo>
                <a:cubicBezTo>
                  <a:pt x="3489462" y="54473"/>
                  <a:pt x="3493742" y="51682"/>
                  <a:pt x="3498726" y="49676"/>
                </a:cubicBezTo>
                <a:cubicBezTo>
                  <a:pt x="3503711" y="47670"/>
                  <a:pt x="3509130" y="46667"/>
                  <a:pt x="3514981" y="46667"/>
                </a:cubicBezTo>
                <a:cubicBezTo>
                  <a:pt x="3520942" y="46667"/>
                  <a:pt x="3526414" y="47670"/>
                  <a:pt x="3531398" y="49676"/>
                </a:cubicBezTo>
                <a:cubicBezTo>
                  <a:pt x="3536383" y="51682"/>
                  <a:pt x="3540663" y="54473"/>
                  <a:pt x="3544238" y="58052"/>
                </a:cubicBezTo>
                <a:cubicBezTo>
                  <a:pt x="3547814" y="61628"/>
                  <a:pt x="3550604" y="65855"/>
                  <a:pt x="3552608" y="70733"/>
                </a:cubicBezTo>
                <a:cubicBezTo>
                  <a:pt x="3554614" y="75611"/>
                  <a:pt x="3555617" y="80922"/>
                  <a:pt x="3555617" y="86668"/>
                </a:cubicBezTo>
                <a:moveTo>
                  <a:pt x="3543915" y="86671"/>
                </a:moveTo>
                <a:cubicBezTo>
                  <a:pt x="3543915" y="82434"/>
                  <a:pt x="3543238" y="78443"/>
                  <a:pt x="3541884" y="74696"/>
                </a:cubicBezTo>
                <a:cubicBezTo>
                  <a:pt x="3540530" y="70948"/>
                  <a:pt x="3538606" y="67689"/>
                  <a:pt x="3536113" y="64919"/>
                </a:cubicBezTo>
                <a:cubicBezTo>
                  <a:pt x="3533621" y="62148"/>
                  <a:pt x="3530587" y="59948"/>
                  <a:pt x="3527010" y="58319"/>
                </a:cubicBezTo>
                <a:cubicBezTo>
                  <a:pt x="3523435" y="56689"/>
                  <a:pt x="3519427" y="55874"/>
                  <a:pt x="3514984" y="55874"/>
                </a:cubicBezTo>
                <a:cubicBezTo>
                  <a:pt x="3510541" y="55874"/>
                  <a:pt x="3506559" y="56689"/>
                  <a:pt x="3503037" y="58319"/>
                </a:cubicBezTo>
                <a:cubicBezTo>
                  <a:pt x="3499515" y="59948"/>
                  <a:pt x="3496507" y="62148"/>
                  <a:pt x="3494014" y="64919"/>
                </a:cubicBezTo>
                <a:cubicBezTo>
                  <a:pt x="3491522" y="67689"/>
                  <a:pt x="3489599" y="70948"/>
                  <a:pt x="3488245" y="74696"/>
                </a:cubicBezTo>
                <a:cubicBezTo>
                  <a:pt x="3486891" y="78443"/>
                  <a:pt x="3486213" y="82434"/>
                  <a:pt x="3486213" y="86671"/>
                </a:cubicBezTo>
                <a:cubicBezTo>
                  <a:pt x="3486213" y="90907"/>
                  <a:pt x="3486891" y="94899"/>
                  <a:pt x="3488245" y="98648"/>
                </a:cubicBezTo>
                <a:cubicBezTo>
                  <a:pt x="3489599" y="102394"/>
                  <a:pt x="3491522" y="105653"/>
                  <a:pt x="3494014" y="108424"/>
                </a:cubicBezTo>
                <a:cubicBezTo>
                  <a:pt x="3496507" y="111194"/>
                  <a:pt x="3499515" y="113367"/>
                  <a:pt x="3503037" y="114942"/>
                </a:cubicBezTo>
                <a:cubicBezTo>
                  <a:pt x="3506559" y="116517"/>
                  <a:pt x="3510541" y="117304"/>
                  <a:pt x="3514984" y="117304"/>
                </a:cubicBezTo>
                <a:cubicBezTo>
                  <a:pt x="3519427" y="117304"/>
                  <a:pt x="3523435" y="116517"/>
                  <a:pt x="3527010" y="114942"/>
                </a:cubicBezTo>
                <a:cubicBezTo>
                  <a:pt x="3530587" y="113367"/>
                  <a:pt x="3533621" y="111194"/>
                  <a:pt x="3536113" y="108424"/>
                </a:cubicBezTo>
                <a:cubicBezTo>
                  <a:pt x="3538606" y="105653"/>
                  <a:pt x="3540530" y="102394"/>
                  <a:pt x="3541884" y="98648"/>
                </a:cubicBezTo>
                <a:cubicBezTo>
                  <a:pt x="3543238" y="94899"/>
                  <a:pt x="3543915" y="90907"/>
                  <a:pt x="3543915" y="86671"/>
                </a:cubicBezTo>
                <a:close/>
                <a:moveTo>
                  <a:pt x="3590728" y="124764"/>
                </a:moveTo>
                <a:lnTo>
                  <a:pt x="3579674" y="124764"/>
                </a:lnTo>
                <a:lnTo>
                  <a:pt x="3579674" y="1882"/>
                </a:lnTo>
                <a:lnTo>
                  <a:pt x="3590728" y="1882"/>
                </a:lnTo>
                <a:lnTo>
                  <a:pt x="3590728" y="124764"/>
                </a:lnTo>
                <a:close/>
                <a:moveTo>
                  <a:pt x="3631689" y="124764"/>
                </a:moveTo>
                <a:lnTo>
                  <a:pt x="3620635" y="124764"/>
                </a:lnTo>
                <a:lnTo>
                  <a:pt x="3620635" y="1882"/>
                </a:lnTo>
                <a:lnTo>
                  <a:pt x="3631689" y="1882"/>
                </a:lnTo>
                <a:lnTo>
                  <a:pt x="3631689" y="124764"/>
                </a:lnTo>
                <a:close/>
                <a:moveTo>
                  <a:pt x="3719300" y="80954"/>
                </a:moveTo>
                <a:cubicBezTo>
                  <a:pt x="3718974" y="73741"/>
                  <a:pt x="3716671" y="67758"/>
                  <a:pt x="3712390" y="63005"/>
                </a:cubicBezTo>
                <a:cubicBezTo>
                  <a:pt x="3708111" y="58251"/>
                  <a:pt x="3702016" y="55874"/>
                  <a:pt x="3694106" y="55874"/>
                </a:cubicBezTo>
                <a:cubicBezTo>
                  <a:pt x="3690422" y="55874"/>
                  <a:pt x="3687009" y="56557"/>
                  <a:pt x="3683865" y="57923"/>
                </a:cubicBezTo>
                <a:cubicBezTo>
                  <a:pt x="3680724" y="59288"/>
                  <a:pt x="3677961" y="61146"/>
                  <a:pt x="3675577" y="63496"/>
                </a:cubicBezTo>
                <a:cubicBezTo>
                  <a:pt x="3673192" y="65845"/>
                  <a:pt x="3671296" y="68523"/>
                  <a:pt x="3669887" y="71529"/>
                </a:cubicBezTo>
                <a:cubicBezTo>
                  <a:pt x="3668478" y="74533"/>
                  <a:pt x="3667666" y="77675"/>
                  <a:pt x="3667449" y="80954"/>
                </a:cubicBezTo>
                <a:lnTo>
                  <a:pt x="3719300" y="80954"/>
                </a:lnTo>
                <a:moveTo>
                  <a:pt x="3730515" y="84471"/>
                </a:moveTo>
                <a:cubicBezTo>
                  <a:pt x="3730515" y="85231"/>
                  <a:pt x="3730515" y="86046"/>
                  <a:pt x="3730515" y="86916"/>
                </a:cubicBezTo>
                <a:cubicBezTo>
                  <a:pt x="3730515" y="87784"/>
                  <a:pt x="3730461" y="88707"/>
                  <a:pt x="3730352" y="89684"/>
                </a:cubicBezTo>
                <a:lnTo>
                  <a:pt x="3667285" y="89684"/>
                </a:lnTo>
                <a:cubicBezTo>
                  <a:pt x="3667394" y="93475"/>
                  <a:pt x="3668152" y="97050"/>
                  <a:pt x="3669560" y="100408"/>
                </a:cubicBezTo>
                <a:cubicBezTo>
                  <a:pt x="3670968" y="103765"/>
                  <a:pt x="3672919" y="106689"/>
                  <a:pt x="3675410" y="109181"/>
                </a:cubicBezTo>
                <a:cubicBezTo>
                  <a:pt x="3677904" y="111671"/>
                  <a:pt x="3680830" y="113648"/>
                  <a:pt x="3684188" y="115111"/>
                </a:cubicBezTo>
                <a:cubicBezTo>
                  <a:pt x="3687548" y="116573"/>
                  <a:pt x="3691179" y="117304"/>
                  <a:pt x="3695081" y="117304"/>
                </a:cubicBezTo>
                <a:cubicBezTo>
                  <a:pt x="3700823" y="117304"/>
                  <a:pt x="3705780" y="115977"/>
                  <a:pt x="3709952" y="113323"/>
                </a:cubicBezTo>
                <a:cubicBezTo>
                  <a:pt x="3714124" y="110667"/>
                  <a:pt x="3717294" y="107606"/>
                  <a:pt x="3719461" y="104139"/>
                </a:cubicBezTo>
                <a:lnTo>
                  <a:pt x="3727750" y="110639"/>
                </a:lnTo>
                <a:cubicBezTo>
                  <a:pt x="3723200" y="116374"/>
                  <a:pt x="3718188" y="120479"/>
                  <a:pt x="3712715" y="122956"/>
                </a:cubicBezTo>
                <a:cubicBezTo>
                  <a:pt x="3707244" y="125431"/>
                  <a:pt x="3701366" y="126669"/>
                  <a:pt x="3695081" y="126669"/>
                </a:cubicBezTo>
                <a:cubicBezTo>
                  <a:pt x="3689446" y="126669"/>
                  <a:pt x="3684217" y="125666"/>
                  <a:pt x="3679394" y="123660"/>
                </a:cubicBezTo>
                <a:cubicBezTo>
                  <a:pt x="3674572" y="121655"/>
                  <a:pt x="3670428" y="118864"/>
                  <a:pt x="3666960" y="115287"/>
                </a:cubicBezTo>
                <a:cubicBezTo>
                  <a:pt x="3663493" y="111709"/>
                  <a:pt x="3660757" y="107481"/>
                  <a:pt x="3658751" y="102603"/>
                </a:cubicBezTo>
                <a:cubicBezTo>
                  <a:pt x="3656747" y="97726"/>
                  <a:pt x="3655745" y="92414"/>
                  <a:pt x="3655745" y="86668"/>
                </a:cubicBezTo>
                <a:cubicBezTo>
                  <a:pt x="3655745" y="80922"/>
                  <a:pt x="3656720" y="75611"/>
                  <a:pt x="3658669" y="70733"/>
                </a:cubicBezTo>
                <a:cubicBezTo>
                  <a:pt x="3660620" y="65855"/>
                  <a:pt x="3663329" y="61628"/>
                  <a:pt x="3666797" y="58052"/>
                </a:cubicBezTo>
                <a:cubicBezTo>
                  <a:pt x="3670266" y="54473"/>
                  <a:pt x="3674330" y="51682"/>
                  <a:pt x="3678989" y="49676"/>
                </a:cubicBezTo>
                <a:cubicBezTo>
                  <a:pt x="3683649" y="47670"/>
                  <a:pt x="3688688" y="46667"/>
                  <a:pt x="3694106" y="46667"/>
                </a:cubicBezTo>
                <a:cubicBezTo>
                  <a:pt x="3700065" y="46667"/>
                  <a:pt x="3705320" y="47673"/>
                  <a:pt x="3709870" y="49683"/>
                </a:cubicBezTo>
                <a:cubicBezTo>
                  <a:pt x="3714422" y="51692"/>
                  <a:pt x="3718215" y="54408"/>
                  <a:pt x="3721249" y="57831"/>
                </a:cubicBezTo>
                <a:cubicBezTo>
                  <a:pt x="3724284" y="61252"/>
                  <a:pt x="3726586" y="65243"/>
                  <a:pt x="3728157" y="69805"/>
                </a:cubicBezTo>
                <a:cubicBezTo>
                  <a:pt x="3729729" y="74367"/>
                  <a:pt x="3730515" y="79256"/>
                  <a:pt x="3730515" y="84471"/>
                </a:cubicBezTo>
                <a:close/>
                <a:moveTo>
                  <a:pt x="3809022" y="65954"/>
                </a:moveTo>
                <a:cubicBezTo>
                  <a:pt x="3807180" y="63027"/>
                  <a:pt x="3804498" y="60615"/>
                  <a:pt x="3800977" y="58719"/>
                </a:cubicBezTo>
                <a:cubicBezTo>
                  <a:pt x="3797455" y="56822"/>
                  <a:pt x="3793635" y="55874"/>
                  <a:pt x="3789518" y="55874"/>
                </a:cubicBezTo>
                <a:cubicBezTo>
                  <a:pt x="3785075" y="55874"/>
                  <a:pt x="3781066" y="56662"/>
                  <a:pt x="3777489" y="58238"/>
                </a:cubicBezTo>
                <a:cubicBezTo>
                  <a:pt x="3773913" y="59812"/>
                  <a:pt x="3770851" y="61984"/>
                  <a:pt x="3768305" y="64756"/>
                </a:cubicBezTo>
                <a:cubicBezTo>
                  <a:pt x="3765759" y="67525"/>
                  <a:pt x="3763808" y="70784"/>
                  <a:pt x="3762454" y="74533"/>
                </a:cubicBezTo>
                <a:cubicBezTo>
                  <a:pt x="3761100" y="78279"/>
                  <a:pt x="3760423" y="82325"/>
                  <a:pt x="3760423" y="86671"/>
                </a:cubicBezTo>
                <a:cubicBezTo>
                  <a:pt x="3760423" y="91016"/>
                  <a:pt x="3761100" y="95036"/>
                  <a:pt x="3762454" y="98729"/>
                </a:cubicBezTo>
                <a:cubicBezTo>
                  <a:pt x="3763808" y="102422"/>
                  <a:pt x="3765731" y="105653"/>
                  <a:pt x="3768223" y="108424"/>
                </a:cubicBezTo>
                <a:cubicBezTo>
                  <a:pt x="3770716" y="111194"/>
                  <a:pt x="3773751" y="113367"/>
                  <a:pt x="3777325" y="114942"/>
                </a:cubicBezTo>
                <a:cubicBezTo>
                  <a:pt x="3780902" y="116517"/>
                  <a:pt x="3784912" y="117304"/>
                  <a:pt x="3789354" y="117304"/>
                </a:cubicBezTo>
                <a:cubicBezTo>
                  <a:pt x="3794230" y="117304"/>
                  <a:pt x="3798348" y="116383"/>
                  <a:pt x="3801706" y="114541"/>
                </a:cubicBezTo>
                <a:cubicBezTo>
                  <a:pt x="3805066" y="112699"/>
                  <a:pt x="3807829" y="110315"/>
                  <a:pt x="3809997" y="107390"/>
                </a:cubicBezTo>
                <a:lnTo>
                  <a:pt x="3818286" y="113566"/>
                </a:lnTo>
                <a:cubicBezTo>
                  <a:pt x="3815035" y="117564"/>
                  <a:pt x="3811053" y="120748"/>
                  <a:pt x="3806339" y="123117"/>
                </a:cubicBezTo>
                <a:cubicBezTo>
                  <a:pt x="3801626" y="125485"/>
                  <a:pt x="3795965" y="126669"/>
                  <a:pt x="3789354" y="126669"/>
                </a:cubicBezTo>
                <a:cubicBezTo>
                  <a:pt x="3783177" y="126669"/>
                  <a:pt x="3777596" y="125666"/>
                  <a:pt x="3772611" y="123660"/>
                </a:cubicBezTo>
                <a:cubicBezTo>
                  <a:pt x="3767627" y="121655"/>
                  <a:pt x="3763374" y="118864"/>
                  <a:pt x="3759852" y="115287"/>
                </a:cubicBezTo>
                <a:cubicBezTo>
                  <a:pt x="3756332" y="111709"/>
                  <a:pt x="3753596" y="107481"/>
                  <a:pt x="3751645" y="102603"/>
                </a:cubicBezTo>
                <a:cubicBezTo>
                  <a:pt x="3749694" y="97726"/>
                  <a:pt x="3748719" y="92414"/>
                  <a:pt x="3748719" y="86668"/>
                </a:cubicBezTo>
                <a:cubicBezTo>
                  <a:pt x="3748719" y="80922"/>
                  <a:pt x="3749694" y="75611"/>
                  <a:pt x="3751645" y="70733"/>
                </a:cubicBezTo>
                <a:cubicBezTo>
                  <a:pt x="3753596" y="65855"/>
                  <a:pt x="3756332" y="61628"/>
                  <a:pt x="3759852" y="58052"/>
                </a:cubicBezTo>
                <a:cubicBezTo>
                  <a:pt x="3763374" y="54473"/>
                  <a:pt x="3767627" y="51682"/>
                  <a:pt x="3772611" y="49676"/>
                </a:cubicBezTo>
                <a:cubicBezTo>
                  <a:pt x="3777596" y="47670"/>
                  <a:pt x="3783177" y="46667"/>
                  <a:pt x="3789354" y="46667"/>
                </a:cubicBezTo>
                <a:cubicBezTo>
                  <a:pt x="3794447" y="46667"/>
                  <a:pt x="3799621" y="47771"/>
                  <a:pt x="3804875" y="49979"/>
                </a:cubicBezTo>
                <a:cubicBezTo>
                  <a:pt x="3810132" y="52186"/>
                  <a:pt x="3814385" y="55452"/>
                  <a:pt x="3817636" y="59775"/>
                </a:cubicBezTo>
                <a:lnTo>
                  <a:pt x="3809022" y="65954"/>
                </a:lnTo>
                <a:close/>
                <a:moveTo>
                  <a:pt x="3869813" y="57938"/>
                </a:moveTo>
                <a:lnTo>
                  <a:pt x="3848360" y="57938"/>
                </a:lnTo>
                <a:lnTo>
                  <a:pt x="3848360" y="102358"/>
                </a:lnTo>
                <a:cubicBezTo>
                  <a:pt x="3848360" y="105179"/>
                  <a:pt x="3848630" y="107511"/>
                  <a:pt x="3849171" y="109355"/>
                </a:cubicBezTo>
                <a:cubicBezTo>
                  <a:pt x="3849713" y="111198"/>
                  <a:pt x="3850498" y="112636"/>
                  <a:pt x="3851527" y="113668"/>
                </a:cubicBezTo>
                <a:cubicBezTo>
                  <a:pt x="3852557" y="114698"/>
                  <a:pt x="3853776" y="115403"/>
                  <a:pt x="3855185" y="115783"/>
                </a:cubicBezTo>
                <a:cubicBezTo>
                  <a:pt x="3856594" y="116162"/>
                  <a:pt x="3858111" y="116351"/>
                  <a:pt x="3859736" y="116351"/>
                </a:cubicBezTo>
                <a:cubicBezTo>
                  <a:pt x="3861254" y="116351"/>
                  <a:pt x="3862852" y="116130"/>
                  <a:pt x="3864530" y="115689"/>
                </a:cubicBezTo>
                <a:cubicBezTo>
                  <a:pt x="3866210" y="115246"/>
                  <a:pt x="3867809" y="114637"/>
                  <a:pt x="3869327" y="113861"/>
                </a:cubicBezTo>
                <a:lnTo>
                  <a:pt x="3869813" y="123442"/>
                </a:lnTo>
                <a:cubicBezTo>
                  <a:pt x="3867864" y="124201"/>
                  <a:pt x="3865833" y="124770"/>
                  <a:pt x="3863719" y="125148"/>
                </a:cubicBezTo>
                <a:cubicBezTo>
                  <a:pt x="3861606" y="125527"/>
                  <a:pt x="3859303" y="125716"/>
                  <a:pt x="3856810" y="125716"/>
                </a:cubicBezTo>
                <a:cubicBezTo>
                  <a:pt x="3854751" y="125716"/>
                  <a:pt x="3852584" y="125445"/>
                  <a:pt x="3850309" y="124903"/>
                </a:cubicBezTo>
                <a:cubicBezTo>
                  <a:pt x="3848034" y="124362"/>
                  <a:pt x="3845921" y="123334"/>
                  <a:pt x="3843970" y="121818"/>
                </a:cubicBezTo>
                <a:cubicBezTo>
                  <a:pt x="3842020" y="120300"/>
                  <a:pt x="3840422" y="118240"/>
                  <a:pt x="3839175" y="115639"/>
                </a:cubicBezTo>
                <a:cubicBezTo>
                  <a:pt x="3837929" y="113038"/>
                  <a:pt x="3837305" y="109625"/>
                  <a:pt x="3837305" y="105399"/>
                </a:cubicBezTo>
                <a:lnTo>
                  <a:pt x="3837305" y="57938"/>
                </a:lnTo>
                <a:lnTo>
                  <a:pt x="3821539" y="57938"/>
                </a:lnTo>
                <a:lnTo>
                  <a:pt x="3821539" y="48731"/>
                </a:lnTo>
                <a:lnTo>
                  <a:pt x="3837305" y="48731"/>
                </a:lnTo>
                <a:lnTo>
                  <a:pt x="3837305" y="27275"/>
                </a:lnTo>
                <a:lnTo>
                  <a:pt x="3848360" y="27275"/>
                </a:lnTo>
                <a:lnTo>
                  <a:pt x="3848360" y="48731"/>
                </a:lnTo>
                <a:lnTo>
                  <a:pt x="3869813" y="48731"/>
                </a:lnTo>
                <a:lnTo>
                  <a:pt x="3869813" y="57938"/>
                </a:lnTo>
                <a:close/>
                <a:moveTo>
                  <a:pt x="3898257" y="124764"/>
                </a:moveTo>
                <a:lnTo>
                  <a:pt x="3887206" y="124764"/>
                </a:lnTo>
                <a:lnTo>
                  <a:pt x="3887206" y="48694"/>
                </a:lnTo>
                <a:lnTo>
                  <a:pt x="3898257" y="48694"/>
                </a:lnTo>
                <a:lnTo>
                  <a:pt x="3898257" y="124764"/>
                </a:lnTo>
                <a:moveTo>
                  <a:pt x="3900534" y="19365"/>
                </a:moveTo>
                <a:cubicBezTo>
                  <a:pt x="3900534" y="21634"/>
                  <a:pt x="3899721" y="23497"/>
                  <a:pt x="3898096" y="24956"/>
                </a:cubicBezTo>
                <a:cubicBezTo>
                  <a:pt x="3896471" y="26414"/>
                  <a:pt x="3894682" y="27143"/>
                  <a:pt x="3892731" y="27143"/>
                </a:cubicBezTo>
                <a:cubicBezTo>
                  <a:pt x="3890780" y="27143"/>
                  <a:pt x="3888992" y="26414"/>
                  <a:pt x="3887367" y="24956"/>
                </a:cubicBezTo>
                <a:cubicBezTo>
                  <a:pt x="3885741" y="23497"/>
                  <a:pt x="3884929" y="21634"/>
                  <a:pt x="3884929" y="19365"/>
                </a:cubicBezTo>
                <a:cubicBezTo>
                  <a:pt x="3884929" y="17097"/>
                  <a:pt x="3885741" y="15233"/>
                  <a:pt x="3887367" y="13775"/>
                </a:cubicBezTo>
                <a:cubicBezTo>
                  <a:pt x="3888992" y="12317"/>
                  <a:pt x="3890780" y="11587"/>
                  <a:pt x="3892731" y="11587"/>
                </a:cubicBezTo>
                <a:cubicBezTo>
                  <a:pt x="3894682" y="11587"/>
                  <a:pt x="3896471" y="12317"/>
                  <a:pt x="3898096" y="13775"/>
                </a:cubicBezTo>
                <a:cubicBezTo>
                  <a:pt x="3899721" y="15233"/>
                  <a:pt x="3900534" y="17097"/>
                  <a:pt x="3900534" y="19365"/>
                </a:cubicBezTo>
                <a:close/>
                <a:moveTo>
                  <a:pt x="4003259" y="86668"/>
                </a:moveTo>
                <a:cubicBezTo>
                  <a:pt x="4003259" y="92414"/>
                  <a:pt x="4002257" y="97726"/>
                  <a:pt x="4000251" y="102603"/>
                </a:cubicBezTo>
                <a:cubicBezTo>
                  <a:pt x="3998247" y="107481"/>
                  <a:pt x="3995457" y="111709"/>
                  <a:pt x="3991880" y="115287"/>
                </a:cubicBezTo>
                <a:cubicBezTo>
                  <a:pt x="3988305" y="118864"/>
                  <a:pt x="3984025" y="121655"/>
                  <a:pt x="3979040" y="123660"/>
                </a:cubicBezTo>
                <a:cubicBezTo>
                  <a:pt x="3974057" y="125666"/>
                  <a:pt x="3968585" y="126669"/>
                  <a:pt x="3962624" y="126669"/>
                </a:cubicBezTo>
                <a:cubicBezTo>
                  <a:pt x="3956772" y="126669"/>
                  <a:pt x="3951354" y="125666"/>
                  <a:pt x="3946369" y="123660"/>
                </a:cubicBezTo>
                <a:cubicBezTo>
                  <a:pt x="3941385" y="121655"/>
                  <a:pt x="3937105" y="118864"/>
                  <a:pt x="3933529" y="115287"/>
                </a:cubicBezTo>
                <a:cubicBezTo>
                  <a:pt x="3929954" y="111709"/>
                  <a:pt x="3927164" y="107481"/>
                  <a:pt x="3925158" y="102603"/>
                </a:cubicBezTo>
                <a:cubicBezTo>
                  <a:pt x="3923154" y="97726"/>
                  <a:pt x="3922152" y="92414"/>
                  <a:pt x="3922152" y="86668"/>
                </a:cubicBezTo>
                <a:cubicBezTo>
                  <a:pt x="3922152" y="80922"/>
                  <a:pt x="3923154" y="75611"/>
                  <a:pt x="3925158" y="70733"/>
                </a:cubicBezTo>
                <a:cubicBezTo>
                  <a:pt x="3927164" y="65855"/>
                  <a:pt x="3929954" y="61628"/>
                  <a:pt x="3933529" y="58052"/>
                </a:cubicBezTo>
                <a:cubicBezTo>
                  <a:pt x="3937105" y="54473"/>
                  <a:pt x="3941385" y="51682"/>
                  <a:pt x="3946369" y="49676"/>
                </a:cubicBezTo>
                <a:cubicBezTo>
                  <a:pt x="3951354" y="47670"/>
                  <a:pt x="3956772" y="46667"/>
                  <a:pt x="3962624" y="46667"/>
                </a:cubicBezTo>
                <a:cubicBezTo>
                  <a:pt x="3968585" y="46667"/>
                  <a:pt x="3974057" y="47670"/>
                  <a:pt x="3979040" y="49676"/>
                </a:cubicBezTo>
                <a:cubicBezTo>
                  <a:pt x="3984025" y="51682"/>
                  <a:pt x="3988305" y="54473"/>
                  <a:pt x="3991880" y="58052"/>
                </a:cubicBezTo>
                <a:cubicBezTo>
                  <a:pt x="3995457" y="61628"/>
                  <a:pt x="3998247" y="65855"/>
                  <a:pt x="4000251" y="70733"/>
                </a:cubicBezTo>
                <a:cubicBezTo>
                  <a:pt x="4002257" y="75611"/>
                  <a:pt x="4003259" y="80922"/>
                  <a:pt x="4003259" y="86668"/>
                </a:cubicBezTo>
                <a:moveTo>
                  <a:pt x="3991558" y="86671"/>
                </a:moveTo>
                <a:cubicBezTo>
                  <a:pt x="3991558" y="82434"/>
                  <a:pt x="3990881" y="78443"/>
                  <a:pt x="3989527" y="74696"/>
                </a:cubicBezTo>
                <a:cubicBezTo>
                  <a:pt x="3988172" y="70948"/>
                  <a:pt x="3986249" y="67689"/>
                  <a:pt x="3983755" y="64919"/>
                </a:cubicBezTo>
                <a:cubicBezTo>
                  <a:pt x="3981263" y="62148"/>
                  <a:pt x="3978229" y="59948"/>
                  <a:pt x="3974653" y="58319"/>
                </a:cubicBezTo>
                <a:cubicBezTo>
                  <a:pt x="3971078" y="56689"/>
                  <a:pt x="3967069" y="55874"/>
                  <a:pt x="3962626" y="55874"/>
                </a:cubicBezTo>
                <a:cubicBezTo>
                  <a:pt x="3958183" y="55874"/>
                  <a:pt x="3954201" y="56689"/>
                  <a:pt x="3950679" y="58319"/>
                </a:cubicBezTo>
                <a:cubicBezTo>
                  <a:pt x="3947157" y="59948"/>
                  <a:pt x="3944150" y="62148"/>
                  <a:pt x="3941656" y="64919"/>
                </a:cubicBezTo>
                <a:cubicBezTo>
                  <a:pt x="3939164" y="67689"/>
                  <a:pt x="3937241" y="70948"/>
                  <a:pt x="3935887" y="74696"/>
                </a:cubicBezTo>
                <a:cubicBezTo>
                  <a:pt x="3934533" y="78443"/>
                  <a:pt x="3933856" y="82434"/>
                  <a:pt x="3933856" y="86671"/>
                </a:cubicBezTo>
                <a:cubicBezTo>
                  <a:pt x="3933856" y="90907"/>
                  <a:pt x="3934533" y="94899"/>
                  <a:pt x="3935887" y="98648"/>
                </a:cubicBezTo>
                <a:cubicBezTo>
                  <a:pt x="3937241" y="102394"/>
                  <a:pt x="3939164" y="105653"/>
                  <a:pt x="3941656" y="108424"/>
                </a:cubicBezTo>
                <a:cubicBezTo>
                  <a:pt x="3944150" y="111194"/>
                  <a:pt x="3947157" y="113367"/>
                  <a:pt x="3950679" y="114942"/>
                </a:cubicBezTo>
                <a:cubicBezTo>
                  <a:pt x="3954201" y="116517"/>
                  <a:pt x="3958183" y="117304"/>
                  <a:pt x="3962626" y="117304"/>
                </a:cubicBezTo>
                <a:cubicBezTo>
                  <a:pt x="3967069" y="117304"/>
                  <a:pt x="3971078" y="116517"/>
                  <a:pt x="3974653" y="114942"/>
                </a:cubicBezTo>
                <a:cubicBezTo>
                  <a:pt x="3978229" y="113367"/>
                  <a:pt x="3981263" y="111194"/>
                  <a:pt x="3983755" y="108424"/>
                </a:cubicBezTo>
                <a:cubicBezTo>
                  <a:pt x="3986249" y="105653"/>
                  <a:pt x="3988172" y="102394"/>
                  <a:pt x="3989527" y="98648"/>
                </a:cubicBezTo>
                <a:cubicBezTo>
                  <a:pt x="3990881" y="94899"/>
                  <a:pt x="3991558" y="90907"/>
                  <a:pt x="3991558" y="86671"/>
                </a:cubicBezTo>
                <a:close/>
                <a:moveTo>
                  <a:pt x="4036907" y="48632"/>
                </a:moveTo>
                <a:cubicBezTo>
                  <a:pt x="4037124" y="50690"/>
                  <a:pt x="4037286" y="52966"/>
                  <a:pt x="4037394" y="55460"/>
                </a:cubicBezTo>
                <a:cubicBezTo>
                  <a:pt x="4037503" y="57952"/>
                  <a:pt x="4037557" y="60010"/>
                  <a:pt x="4037557" y="61635"/>
                </a:cubicBezTo>
                <a:lnTo>
                  <a:pt x="4037882" y="61635"/>
                </a:lnTo>
                <a:cubicBezTo>
                  <a:pt x="4040050" y="57188"/>
                  <a:pt x="4043572" y="53581"/>
                  <a:pt x="4048448" y="50817"/>
                </a:cubicBezTo>
                <a:cubicBezTo>
                  <a:pt x="4053324" y="48051"/>
                  <a:pt x="4058471" y="46667"/>
                  <a:pt x="4063890" y="46667"/>
                </a:cubicBezTo>
                <a:cubicBezTo>
                  <a:pt x="4073533" y="46667"/>
                  <a:pt x="4080765" y="49542"/>
                  <a:pt x="4085586" y="55291"/>
                </a:cubicBezTo>
                <a:cubicBezTo>
                  <a:pt x="4090410" y="61040"/>
                  <a:pt x="4092821" y="68633"/>
                  <a:pt x="4092821" y="78069"/>
                </a:cubicBezTo>
                <a:lnTo>
                  <a:pt x="4092821" y="124764"/>
                </a:lnTo>
                <a:lnTo>
                  <a:pt x="4081769" y="124764"/>
                </a:lnTo>
                <a:lnTo>
                  <a:pt x="4081769" y="82583"/>
                </a:lnTo>
                <a:cubicBezTo>
                  <a:pt x="4081769" y="78565"/>
                  <a:pt x="4081444" y="74929"/>
                  <a:pt x="4080795" y="71673"/>
                </a:cubicBezTo>
                <a:cubicBezTo>
                  <a:pt x="4080145" y="68416"/>
                  <a:pt x="4079034" y="65620"/>
                  <a:pt x="4077461" y="63285"/>
                </a:cubicBezTo>
                <a:cubicBezTo>
                  <a:pt x="4075890" y="60950"/>
                  <a:pt x="4073777" y="59131"/>
                  <a:pt x="4071122" y="57828"/>
                </a:cubicBezTo>
                <a:cubicBezTo>
                  <a:pt x="4068468" y="56525"/>
                  <a:pt x="4065136" y="55874"/>
                  <a:pt x="4061127" y="55874"/>
                </a:cubicBezTo>
                <a:cubicBezTo>
                  <a:pt x="4058202" y="55874"/>
                  <a:pt x="4055357" y="56472"/>
                  <a:pt x="4052592" y="57667"/>
                </a:cubicBezTo>
                <a:cubicBezTo>
                  <a:pt x="4049829" y="58861"/>
                  <a:pt x="4047364" y="60680"/>
                  <a:pt x="4045196" y="63124"/>
                </a:cubicBezTo>
                <a:cubicBezTo>
                  <a:pt x="4043030" y="65566"/>
                  <a:pt x="4041297" y="68659"/>
                  <a:pt x="4039995" y="72405"/>
                </a:cubicBezTo>
                <a:cubicBezTo>
                  <a:pt x="4038696" y="76150"/>
                  <a:pt x="4038046" y="80574"/>
                  <a:pt x="4038046" y="85679"/>
                </a:cubicBezTo>
                <a:lnTo>
                  <a:pt x="4038046" y="124764"/>
                </a:lnTo>
                <a:lnTo>
                  <a:pt x="4026992" y="124764"/>
                </a:lnTo>
                <a:lnTo>
                  <a:pt x="4026992" y="65378"/>
                </a:lnTo>
                <a:cubicBezTo>
                  <a:pt x="4026992" y="63316"/>
                  <a:pt x="4026937" y="60660"/>
                  <a:pt x="4026828" y="57409"/>
                </a:cubicBezTo>
                <a:cubicBezTo>
                  <a:pt x="4026720" y="54159"/>
                  <a:pt x="4026558" y="51233"/>
                  <a:pt x="4026342" y="48632"/>
                </a:cubicBezTo>
                <a:lnTo>
                  <a:pt x="4036907" y="48632"/>
                </a:lnTo>
                <a:close/>
                <a:moveTo>
                  <a:pt x="4123380" y="147622"/>
                </a:moveTo>
                <a:lnTo>
                  <a:pt x="4114114" y="147622"/>
                </a:lnTo>
                <a:lnTo>
                  <a:pt x="4125005" y="109367"/>
                </a:lnTo>
                <a:lnTo>
                  <a:pt x="4136545" y="109367"/>
                </a:lnTo>
                <a:lnTo>
                  <a:pt x="4123380" y="1476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4" name="Text designedtocombinesleekprotectionwithbold,eye-">
            <a:extLst xmlns:a="http://schemas.openxmlformats.org/drawingml/2006/main">
              <a:ext uri="{FF2B5EF4-FFF2-40B4-BE49-F238E27FC236}">
                <a16:creationId xmlns:a16="http://schemas.microsoft.com/office/drawing/2014/main" id="{856F6574-F9AD-4C8A-8383-948C87D4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9453" y="3580276"/>
            <a:ext cx="3939055" cy="162007"/>
          </a:xfrm>
          <a:custGeom xmlns:a="http://schemas.openxmlformats.org/drawingml/2006/main">
            <a:pathLst>
              <a:path w="3939055" h="162007">
                <a:moveTo>
                  <a:pt x="68106" y="110118"/>
                </a:moveTo>
                <a:cubicBezTo>
                  <a:pt x="64856" y="114995"/>
                  <a:pt x="60629" y="118671"/>
                  <a:pt x="55428" y="121148"/>
                </a:cubicBezTo>
                <a:cubicBezTo>
                  <a:pt x="50226" y="123625"/>
                  <a:pt x="44862" y="124863"/>
                  <a:pt x="39336" y="124863"/>
                </a:cubicBezTo>
                <a:cubicBezTo>
                  <a:pt x="33375" y="124863"/>
                  <a:pt x="27984" y="123834"/>
                  <a:pt x="23163" y="121775"/>
                </a:cubicBezTo>
                <a:cubicBezTo>
                  <a:pt x="18341" y="119715"/>
                  <a:pt x="14223" y="116897"/>
                  <a:pt x="10809" y="113320"/>
                </a:cubicBezTo>
                <a:cubicBezTo>
                  <a:pt x="7396" y="109742"/>
                  <a:pt x="4741" y="105514"/>
                  <a:pt x="2845" y="100637"/>
                </a:cubicBezTo>
                <a:cubicBezTo>
                  <a:pt x="948" y="95757"/>
                  <a:pt x="0" y="90499"/>
                  <a:pt x="0" y="84863"/>
                </a:cubicBezTo>
                <a:cubicBezTo>
                  <a:pt x="0" y="79226"/>
                  <a:pt x="948" y="73969"/>
                  <a:pt x="2845" y="69091"/>
                </a:cubicBezTo>
                <a:cubicBezTo>
                  <a:pt x="4741" y="64212"/>
                  <a:pt x="7396" y="59984"/>
                  <a:pt x="10809" y="56407"/>
                </a:cubicBezTo>
                <a:cubicBezTo>
                  <a:pt x="14223" y="52829"/>
                  <a:pt x="18341" y="50011"/>
                  <a:pt x="23163" y="47952"/>
                </a:cubicBezTo>
                <a:cubicBezTo>
                  <a:pt x="27984" y="45892"/>
                  <a:pt x="33375" y="44862"/>
                  <a:pt x="39336" y="44862"/>
                </a:cubicBezTo>
                <a:cubicBezTo>
                  <a:pt x="44862" y="44862"/>
                  <a:pt x="50226" y="46136"/>
                  <a:pt x="55428" y="48684"/>
                </a:cubicBezTo>
                <a:cubicBezTo>
                  <a:pt x="60629" y="51230"/>
                  <a:pt x="64856" y="54997"/>
                  <a:pt x="68106" y="59984"/>
                </a:cubicBezTo>
                <a:lnTo>
                  <a:pt x="68431" y="59984"/>
                </a:lnTo>
                <a:lnTo>
                  <a:pt x="68431" y="5"/>
                </a:lnTo>
                <a:lnTo>
                  <a:pt x="79483" y="5"/>
                </a:lnTo>
                <a:lnTo>
                  <a:pt x="79483" y="122958"/>
                </a:lnTo>
                <a:lnTo>
                  <a:pt x="68431" y="122958"/>
                </a:lnTo>
                <a:lnTo>
                  <a:pt x="68431" y="110118"/>
                </a:lnTo>
                <a:lnTo>
                  <a:pt x="68106" y="110118"/>
                </a:lnTo>
                <a:moveTo>
                  <a:pt x="11704" y="84865"/>
                </a:moveTo>
                <a:cubicBezTo>
                  <a:pt x="11704" y="89101"/>
                  <a:pt x="12354" y="93094"/>
                  <a:pt x="13654" y="96842"/>
                </a:cubicBezTo>
                <a:cubicBezTo>
                  <a:pt x="14953" y="100589"/>
                  <a:pt x="16822" y="103848"/>
                  <a:pt x="19261" y="106619"/>
                </a:cubicBezTo>
                <a:cubicBezTo>
                  <a:pt x="21700" y="109388"/>
                  <a:pt x="24707" y="111561"/>
                  <a:pt x="28282" y="113137"/>
                </a:cubicBezTo>
                <a:cubicBezTo>
                  <a:pt x="31858" y="114711"/>
                  <a:pt x="35922" y="115498"/>
                  <a:pt x="40472" y="115498"/>
                </a:cubicBezTo>
                <a:cubicBezTo>
                  <a:pt x="44698" y="115498"/>
                  <a:pt x="48600" y="114711"/>
                  <a:pt x="52176" y="113137"/>
                </a:cubicBezTo>
                <a:cubicBezTo>
                  <a:pt x="55752" y="111561"/>
                  <a:pt x="58840" y="109416"/>
                  <a:pt x="61440" y="106701"/>
                </a:cubicBezTo>
                <a:cubicBezTo>
                  <a:pt x="64040" y="103984"/>
                  <a:pt x="66073" y="100752"/>
                  <a:pt x="67536" y="97006"/>
                </a:cubicBezTo>
                <a:cubicBezTo>
                  <a:pt x="68999" y="93257"/>
                  <a:pt x="69731" y="89210"/>
                  <a:pt x="69731" y="84865"/>
                </a:cubicBezTo>
                <a:cubicBezTo>
                  <a:pt x="69731" y="80520"/>
                  <a:pt x="68999" y="76474"/>
                  <a:pt x="67536" y="72727"/>
                </a:cubicBezTo>
                <a:cubicBezTo>
                  <a:pt x="66073" y="68979"/>
                  <a:pt x="64040" y="65720"/>
                  <a:pt x="61440" y="62950"/>
                </a:cubicBezTo>
                <a:cubicBezTo>
                  <a:pt x="58840" y="60179"/>
                  <a:pt x="55752" y="58006"/>
                  <a:pt x="52176" y="56432"/>
                </a:cubicBezTo>
                <a:cubicBezTo>
                  <a:pt x="48600" y="54856"/>
                  <a:pt x="44698" y="54068"/>
                  <a:pt x="40472" y="54068"/>
                </a:cubicBezTo>
                <a:cubicBezTo>
                  <a:pt x="35922" y="54068"/>
                  <a:pt x="31858" y="54884"/>
                  <a:pt x="28282" y="56514"/>
                </a:cubicBezTo>
                <a:cubicBezTo>
                  <a:pt x="24707" y="58143"/>
                  <a:pt x="21700" y="60342"/>
                  <a:pt x="19261" y="63114"/>
                </a:cubicBezTo>
                <a:cubicBezTo>
                  <a:pt x="16822" y="65883"/>
                  <a:pt x="14953" y="69142"/>
                  <a:pt x="13654" y="72891"/>
                </a:cubicBezTo>
                <a:cubicBezTo>
                  <a:pt x="12354" y="76637"/>
                  <a:pt x="11704" y="80629"/>
                  <a:pt x="11704" y="84865"/>
                </a:cubicBezTo>
                <a:close/>
                <a:moveTo>
                  <a:pt x="167096" y="79148"/>
                </a:moveTo>
                <a:cubicBezTo>
                  <a:pt x="166770" y="71936"/>
                  <a:pt x="164467" y="65953"/>
                  <a:pt x="160186" y="61199"/>
                </a:cubicBezTo>
                <a:cubicBezTo>
                  <a:pt x="155907" y="56445"/>
                  <a:pt x="149812" y="54068"/>
                  <a:pt x="141902" y="54068"/>
                </a:cubicBezTo>
                <a:cubicBezTo>
                  <a:pt x="138218" y="54068"/>
                  <a:pt x="134804" y="54751"/>
                  <a:pt x="131661" y="56117"/>
                </a:cubicBezTo>
                <a:cubicBezTo>
                  <a:pt x="128520" y="57483"/>
                  <a:pt x="125757" y="59340"/>
                  <a:pt x="123372" y="61690"/>
                </a:cubicBezTo>
                <a:cubicBezTo>
                  <a:pt x="120988" y="64040"/>
                  <a:pt x="119092" y="66717"/>
                  <a:pt x="117683" y="69723"/>
                </a:cubicBezTo>
                <a:cubicBezTo>
                  <a:pt x="116274" y="72728"/>
                  <a:pt x="115461" y="75869"/>
                  <a:pt x="115245" y="79148"/>
                </a:cubicBezTo>
                <a:lnTo>
                  <a:pt x="167096" y="79148"/>
                </a:lnTo>
                <a:moveTo>
                  <a:pt x="178311" y="82665"/>
                </a:moveTo>
                <a:cubicBezTo>
                  <a:pt x="178311" y="83426"/>
                  <a:pt x="178311" y="84241"/>
                  <a:pt x="178311" y="85111"/>
                </a:cubicBezTo>
                <a:cubicBezTo>
                  <a:pt x="178311" y="85979"/>
                  <a:pt x="178257" y="86901"/>
                  <a:pt x="178148" y="87878"/>
                </a:cubicBezTo>
                <a:lnTo>
                  <a:pt x="115081" y="87878"/>
                </a:lnTo>
                <a:cubicBezTo>
                  <a:pt x="115190" y="91670"/>
                  <a:pt x="115948" y="95245"/>
                  <a:pt x="117355" y="98603"/>
                </a:cubicBezTo>
                <a:cubicBezTo>
                  <a:pt x="118764" y="101959"/>
                  <a:pt x="120714" y="104884"/>
                  <a:pt x="123206" y="107375"/>
                </a:cubicBezTo>
                <a:cubicBezTo>
                  <a:pt x="125700" y="109865"/>
                  <a:pt x="128625" y="111842"/>
                  <a:pt x="131984" y="113306"/>
                </a:cubicBezTo>
                <a:cubicBezTo>
                  <a:pt x="135343" y="114767"/>
                  <a:pt x="138974" y="115498"/>
                  <a:pt x="142877" y="115498"/>
                </a:cubicBezTo>
                <a:cubicBezTo>
                  <a:pt x="148619" y="115498"/>
                  <a:pt x="153576" y="114171"/>
                  <a:pt x="157748" y="111517"/>
                </a:cubicBezTo>
                <a:cubicBezTo>
                  <a:pt x="161920" y="108862"/>
                  <a:pt x="165089" y="105800"/>
                  <a:pt x="167257" y="102333"/>
                </a:cubicBezTo>
                <a:lnTo>
                  <a:pt x="175546" y="108834"/>
                </a:lnTo>
                <a:cubicBezTo>
                  <a:pt x="170996" y="114568"/>
                  <a:pt x="165984" y="118674"/>
                  <a:pt x="160511" y="121150"/>
                </a:cubicBezTo>
                <a:cubicBezTo>
                  <a:pt x="155040" y="123626"/>
                  <a:pt x="149161" y="124863"/>
                  <a:pt x="142877" y="124863"/>
                </a:cubicBezTo>
                <a:cubicBezTo>
                  <a:pt x="137242" y="124863"/>
                  <a:pt x="132013" y="123860"/>
                  <a:pt x="127189" y="121855"/>
                </a:cubicBezTo>
                <a:cubicBezTo>
                  <a:pt x="122368" y="119849"/>
                  <a:pt x="118223" y="117058"/>
                  <a:pt x="114756" y="113482"/>
                </a:cubicBezTo>
                <a:cubicBezTo>
                  <a:pt x="111289" y="109904"/>
                  <a:pt x="108552" y="105676"/>
                  <a:pt x="106547" y="100798"/>
                </a:cubicBezTo>
                <a:cubicBezTo>
                  <a:pt x="104543" y="95920"/>
                  <a:pt x="103541" y="90608"/>
                  <a:pt x="103541" y="84863"/>
                </a:cubicBezTo>
                <a:cubicBezTo>
                  <a:pt x="103541" y="79117"/>
                  <a:pt x="104515" y="73805"/>
                  <a:pt x="106465" y="68927"/>
                </a:cubicBezTo>
                <a:cubicBezTo>
                  <a:pt x="108416" y="64050"/>
                  <a:pt x="111125" y="59822"/>
                  <a:pt x="114592" y="56246"/>
                </a:cubicBezTo>
                <a:cubicBezTo>
                  <a:pt x="118061" y="52668"/>
                  <a:pt x="122126" y="49876"/>
                  <a:pt x="126785" y="47870"/>
                </a:cubicBezTo>
                <a:cubicBezTo>
                  <a:pt x="131445" y="45865"/>
                  <a:pt x="136484" y="44862"/>
                  <a:pt x="141902" y="44862"/>
                </a:cubicBezTo>
                <a:cubicBezTo>
                  <a:pt x="147861" y="44862"/>
                  <a:pt x="153116" y="45867"/>
                  <a:pt x="157666" y="47878"/>
                </a:cubicBezTo>
                <a:cubicBezTo>
                  <a:pt x="162218" y="49887"/>
                  <a:pt x="166011" y="52603"/>
                  <a:pt x="169045" y="56025"/>
                </a:cubicBezTo>
                <a:cubicBezTo>
                  <a:pt x="172079" y="59446"/>
                  <a:pt x="174382" y="63438"/>
                  <a:pt x="175953" y="68000"/>
                </a:cubicBezTo>
                <a:cubicBezTo>
                  <a:pt x="177525" y="72562"/>
                  <a:pt x="178311" y="77450"/>
                  <a:pt x="178311" y="82665"/>
                </a:cubicBezTo>
                <a:close/>
                <a:moveTo>
                  <a:pt x="242515" y="64798"/>
                </a:moveTo>
                <a:cubicBezTo>
                  <a:pt x="240890" y="61654"/>
                  <a:pt x="238424" y="59081"/>
                  <a:pt x="235119" y="57077"/>
                </a:cubicBezTo>
                <a:cubicBezTo>
                  <a:pt x="231814" y="55071"/>
                  <a:pt x="228048" y="54068"/>
                  <a:pt x="223822" y="54068"/>
                </a:cubicBezTo>
                <a:cubicBezTo>
                  <a:pt x="221872" y="54068"/>
                  <a:pt x="219922" y="54286"/>
                  <a:pt x="217971" y="54721"/>
                </a:cubicBezTo>
                <a:cubicBezTo>
                  <a:pt x="216020" y="55154"/>
                  <a:pt x="214285" y="55859"/>
                  <a:pt x="212768" y="56836"/>
                </a:cubicBezTo>
                <a:cubicBezTo>
                  <a:pt x="211251" y="57812"/>
                  <a:pt x="210033" y="59059"/>
                  <a:pt x="209112" y="60579"/>
                </a:cubicBezTo>
                <a:cubicBezTo>
                  <a:pt x="208191" y="62097"/>
                  <a:pt x="207730" y="63887"/>
                  <a:pt x="207730" y="65949"/>
                </a:cubicBezTo>
                <a:cubicBezTo>
                  <a:pt x="207730" y="69530"/>
                  <a:pt x="209193" y="72270"/>
                  <a:pt x="212118" y="74168"/>
                </a:cubicBezTo>
                <a:cubicBezTo>
                  <a:pt x="215044" y="76066"/>
                  <a:pt x="219650" y="77667"/>
                  <a:pt x="225935" y="78970"/>
                </a:cubicBezTo>
                <a:cubicBezTo>
                  <a:pt x="234930" y="80813"/>
                  <a:pt x="241567" y="83498"/>
                  <a:pt x="245846" y="87025"/>
                </a:cubicBezTo>
                <a:cubicBezTo>
                  <a:pt x="250127" y="90550"/>
                  <a:pt x="252267" y="95297"/>
                  <a:pt x="252267" y="101264"/>
                </a:cubicBezTo>
                <a:cubicBezTo>
                  <a:pt x="252267" y="105604"/>
                  <a:pt x="251427" y="109267"/>
                  <a:pt x="249747" y="112251"/>
                </a:cubicBezTo>
                <a:cubicBezTo>
                  <a:pt x="248067" y="115234"/>
                  <a:pt x="245873" y="117676"/>
                  <a:pt x="243162" y="119575"/>
                </a:cubicBezTo>
                <a:cubicBezTo>
                  <a:pt x="240454" y="121474"/>
                  <a:pt x="237394" y="122829"/>
                  <a:pt x="233981" y="123643"/>
                </a:cubicBezTo>
                <a:cubicBezTo>
                  <a:pt x="230568" y="124457"/>
                  <a:pt x="227128" y="124863"/>
                  <a:pt x="223661" y="124863"/>
                </a:cubicBezTo>
                <a:cubicBezTo>
                  <a:pt x="217917" y="124863"/>
                  <a:pt x="212335" y="123679"/>
                  <a:pt x="206917" y="121312"/>
                </a:cubicBezTo>
                <a:cubicBezTo>
                  <a:pt x="201500" y="118942"/>
                  <a:pt x="197057" y="115217"/>
                  <a:pt x="193588" y="110136"/>
                </a:cubicBezTo>
                <a:lnTo>
                  <a:pt x="202366" y="103633"/>
                </a:lnTo>
                <a:cubicBezTo>
                  <a:pt x="204317" y="106993"/>
                  <a:pt x="207188" y="109810"/>
                  <a:pt x="210979" y="112085"/>
                </a:cubicBezTo>
                <a:cubicBezTo>
                  <a:pt x="214772" y="114360"/>
                  <a:pt x="218945" y="115498"/>
                  <a:pt x="223497" y="115498"/>
                </a:cubicBezTo>
                <a:cubicBezTo>
                  <a:pt x="225881" y="115498"/>
                  <a:pt x="228156" y="115281"/>
                  <a:pt x="230322" y="114848"/>
                </a:cubicBezTo>
                <a:cubicBezTo>
                  <a:pt x="232490" y="114413"/>
                  <a:pt x="234387" y="113654"/>
                  <a:pt x="236012" y="112569"/>
                </a:cubicBezTo>
                <a:cubicBezTo>
                  <a:pt x="237637" y="111484"/>
                  <a:pt x="238938" y="110101"/>
                  <a:pt x="239913" y="108420"/>
                </a:cubicBezTo>
                <a:cubicBezTo>
                  <a:pt x="240889" y="106736"/>
                  <a:pt x="241377" y="104647"/>
                  <a:pt x="241377" y="102152"/>
                </a:cubicBezTo>
                <a:cubicBezTo>
                  <a:pt x="241377" y="98137"/>
                  <a:pt x="239453" y="95126"/>
                  <a:pt x="235605" y="93119"/>
                </a:cubicBezTo>
                <a:cubicBezTo>
                  <a:pt x="231759" y="91112"/>
                  <a:pt x="226206" y="89240"/>
                  <a:pt x="218946" y="87504"/>
                </a:cubicBezTo>
                <a:cubicBezTo>
                  <a:pt x="216671" y="86962"/>
                  <a:pt x="214259" y="86284"/>
                  <a:pt x="211711" y="85470"/>
                </a:cubicBezTo>
                <a:cubicBezTo>
                  <a:pt x="209165" y="84657"/>
                  <a:pt x="206808" y="83464"/>
                  <a:pt x="204640" y="81891"/>
                </a:cubicBezTo>
                <a:cubicBezTo>
                  <a:pt x="202474" y="80317"/>
                  <a:pt x="200687" y="78336"/>
                  <a:pt x="199278" y="75949"/>
                </a:cubicBezTo>
                <a:cubicBezTo>
                  <a:pt x="197869" y="73561"/>
                  <a:pt x="197165" y="70577"/>
                  <a:pt x="197165" y="66998"/>
                </a:cubicBezTo>
                <a:cubicBezTo>
                  <a:pt x="197165" y="63091"/>
                  <a:pt x="197923" y="59754"/>
                  <a:pt x="199439" y="56988"/>
                </a:cubicBezTo>
                <a:cubicBezTo>
                  <a:pt x="200957" y="54220"/>
                  <a:pt x="202989" y="51941"/>
                  <a:pt x="205535" y="50152"/>
                </a:cubicBezTo>
                <a:cubicBezTo>
                  <a:pt x="208082" y="48361"/>
                  <a:pt x="210980" y="47032"/>
                  <a:pt x="214231" y="46164"/>
                </a:cubicBezTo>
                <a:cubicBezTo>
                  <a:pt x="217483" y="45296"/>
                  <a:pt x="220843" y="44862"/>
                  <a:pt x="224310" y="44862"/>
                </a:cubicBezTo>
                <a:cubicBezTo>
                  <a:pt x="229620" y="44862"/>
                  <a:pt x="234766" y="46047"/>
                  <a:pt x="239750" y="48416"/>
                </a:cubicBezTo>
                <a:cubicBezTo>
                  <a:pt x="244735" y="50784"/>
                  <a:pt x="248474" y="54131"/>
                  <a:pt x="250968" y="58458"/>
                </a:cubicBezTo>
                <a:lnTo>
                  <a:pt x="242515" y="64798"/>
                </a:lnTo>
                <a:close/>
                <a:moveTo>
                  <a:pt x="285424" y="122958"/>
                </a:moveTo>
                <a:lnTo>
                  <a:pt x="274373" y="122958"/>
                </a:lnTo>
                <a:lnTo>
                  <a:pt x="274373" y="46888"/>
                </a:lnTo>
                <a:lnTo>
                  <a:pt x="285424" y="46888"/>
                </a:lnTo>
                <a:lnTo>
                  <a:pt x="285424" y="122958"/>
                </a:lnTo>
                <a:moveTo>
                  <a:pt x="287701" y="17560"/>
                </a:moveTo>
                <a:cubicBezTo>
                  <a:pt x="287701" y="19828"/>
                  <a:pt x="286889" y="21692"/>
                  <a:pt x="285263" y="23150"/>
                </a:cubicBezTo>
                <a:cubicBezTo>
                  <a:pt x="283638" y="24609"/>
                  <a:pt x="281850" y="25338"/>
                  <a:pt x="279898" y="25338"/>
                </a:cubicBezTo>
                <a:cubicBezTo>
                  <a:pt x="277947" y="25338"/>
                  <a:pt x="276159" y="24609"/>
                  <a:pt x="274534" y="23150"/>
                </a:cubicBezTo>
                <a:cubicBezTo>
                  <a:pt x="272908" y="21692"/>
                  <a:pt x="272096" y="19828"/>
                  <a:pt x="272096" y="17560"/>
                </a:cubicBezTo>
                <a:cubicBezTo>
                  <a:pt x="272096" y="15291"/>
                  <a:pt x="272908" y="13428"/>
                  <a:pt x="274534" y="11969"/>
                </a:cubicBezTo>
                <a:cubicBezTo>
                  <a:pt x="276159" y="10511"/>
                  <a:pt x="277947" y="9782"/>
                  <a:pt x="279898" y="9782"/>
                </a:cubicBezTo>
                <a:cubicBezTo>
                  <a:pt x="281850" y="9782"/>
                  <a:pt x="283638" y="10511"/>
                  <a:pt x="285263" y="11969"/>
                </a:cubicBezTo>
                <a:cubicBezTo>
                  <a:pt x="286889" y="13428"/>
                  <a:pt x="287701" y="15291"/>
                  <a:pt x="287701" y="17560"/>
                </a:cubicBezTo>
                <a:close/>
                <a:moveTo>
                  <a:pt x="318910" y="138346"/>
                </a:moveTo>
                <a:cubicBezTo>
                  <a:pt x="321944" y="142248"/>
                  <a:pt x="326088" y="145553"/>
                  <a:pt x="331343" y="148261"/>
                </a:cubicBezTo>
                <a:cubicBezTo>
                  <a:pt x="336599" y="150970"/>
                  <a:pt x="342153" y="152324"/>
                  <a:pt x="348005" y="152324"/>
                </a:cubicBezTo>
                <a:cubicBezTo>
                  <a:pt x="353422" y="152324"/>
                  <a:pt x="358027" y="151536"/>
                  <a:pt x="361820" y="149960"/>
                </a:cubicBezTo>
                <a:cubicBezTo>
                  <a:pt x="365613" y="148385"/>
                  <a:pt x="368674" y="146238"/>
                  <a:pt x="371004" y="143519"/>
                </a:cubicBezTo>
                <a:cubicBezTo>
                  <a:pt x="373333" y="140803"/>
                  <a:pt x="375040" y="137623"/>
                  <a:pt x="376123" y="133980"/>
                </a:cubicBezTo>
                <a:cubicBezTo>
                  <a:pt x="377208" y="130340"/>
                  <a:pt x="377750" y="126454"/>
                  <a:pt x="377750" y="122324"/>
                </a:cubicBezTo>
                <a:lnTo>
                  <a:pt x="377750" y="107990"/>
                </a:lnTo>
                <a:lnTo>
                  <a:pt x="377425" y="107990"/>
                </a:lnTo>
                <a:cubicBezTo>
                  <a:pt x="374498" y="112762"/>
                  <a:pt x="370353" y="116450"/>
                  <a:pt x="364989" y="119055"/>
                </a:cubicBezTo>
                <a:cubicBezTo>
                  <a:pt x="359625" y="121657"/>
                  <a:pt x="354181" y="122958"/>
                  <a:pt x="348655" y="122958"/>
                </a:cubicBezTo>
                <a:cubicBezTo>
                  <a:pt x="342694" y="122958"/>
                  <a:pt x="337303" y="121982"/>
                  <a:pt x="332481" y="120029"/>
                </a:cubicBezTo>
                <a:cubicBezTo>
                  <a:pt x="327660" y="118077"/>
                  <a:pt x="323542" y="115392"/>
                  <a:pt x="320127" y="111976"/>
                </a:cubicBezTo>
                <a:cubicBezTo>
                  <a:pt x="316715" y="108560"/>
                  <a:pt x="314060" y="104466"/>
                  <a:pt x="312163" y="99694"/>
                </a:cubicBezTo>
                <a:cubicBezTo>
                  <a:pt x="310267" y="94921"/>
                  <a:pt x="309319" y="89768"/>
                  <a:pt x="309319" y="84235"/>
                </a:cubicBezTo>
                <a:cubicBezTo>
                  <a:pt x="309319" y="78812"/>
                  <a:pt x="310267" y="73714"/>
                  <a:pt x="312163" y="68942"/>
                </a:cubicBezTo>
                <a:cubicBezTo>
                  <a:pt x="314060" y="64169"/>
                  <a:pt x="316715" y="59993"/>
                  <a:pt x="320127" y="56415"/>
                </a:cubicBezTo>
                <a:cubicBezTo>
                  <a:pt x="323542" y="52835"/>
                  <a:pt x="327660" y="50015"/>
                  <a:pt x="332481" y="47955"/>
                </a:cubicBezTo>
                <a:cubicBezTo>
                  <a:pt x="337303" y="45893"/>
                  <a:pt x="342694" y="44862"/>
                  <a:pt x="348655" y="44862"/>
                </a:cubicBezTo>
                <a:cubicBezTo>
                  <a:pt x="354181" y="44862"/>
                  <a:pt x="359598" y="46164"/>
                  <a:pt x="364907" y="48768"/>
                </a:cubicBezTo>
                <a:cubicBezTo>
                  <a:pt x="370218" y="51371"/>
                  <a:pt x="374391" y="55113"/>
                  <a:pt x="377425" y="59994"/>
                </a:cubicBezTo>
                <a:lnTo>
                  <a:pt x="377750" y="59994"/>
                </a:lnTo>
                <a:lnTo>
                  <a:pt x="377750" y="46826"/>
                </a:lnTo>
                <a:lnTo>
                  <a:pt x="388802" y="46826"/>
                </a:lnTo>
                <a:lnTo>
                  <a:pt x="388802" y="122324"/>
                </a:lnTo>
                <a:cubicBezTo>
                  <a:pt x="388802" y="126444"/>
                  <a:pt x="388233" y="130835"/>
                  <a:pt x="387095" y="135496"/>
                </a:cubicBezTo>
                <a:cubicBezTo>
                  <a:pt x="385958" y="140159"/>
                  <a:pt x="383845" y="144441"/>
                  <a:pt x="380756" y="148343"/>
                </a:cubicBezTo>
                <a:cubicBezTo>
                  <a:pt x="377667" y="152247"/>
                  <a:pt x="373468" y="155500"/>
                  <a:pt x="368159" y="158103"/>
                </a:cubicBezTo>
                <a:cubicBezTo>
                  <a:pt x="362850" y="160705"/>
                  <a:pt x="355969" y="162007"/>
                  <a:pt x="347516" y="162007"/>
                </a:cubicBezTo>
                <a:cubicBezTo>
                  <a:pt x="340472" y="162007"/>
                  <a:pt x="333754" y="160662"/>
                  <a:pt x="327360" y="157971"/>
                </a:cubicBezTo>
                <a:cubicBezTo>
                  <a:pt x="320967" y="155283"/>
                  <a:pt x="315495" y="151558"/>
                  <a:pt x="310943" y="146798"/>
                </a:cubicBezTo>
                <a:lnTo>
                  <a:pt x="318910" y="138346"/>
                </a:lnTo>
                <a:moveTo>
                  <a:pt x="321023" y="83913"/>
                </a:moveTo>
                <a:cubicBezTo>
                  <a:pt x="321023" y="87936"/>
                  <a:pt x="321673" y="91741"/>
                  <a:pt x="322972" y="95329"/>
                </a:cubicBezTo>
                <a:cubicBezTo>
                  <a:pt x="324272" y="98915"/>
                  <a:pt x="326141" y="102068"/>
                  <a:pt x="328580" y="104786"/>
                </a:cubicBezTo>
                <a:cubicBezTo>
                  <a:pt x="331019" y="107504"/>
                  <a:pt x="334026" y="109652"/>
                  <a:pt x="337600" y="111230"/>
                </a:cubicBezTo>
                <a:cubicBezTo>
                  <a:pt x="341177" y="112805"/>
                  <a:pt x="345240" y="113593"/>
                  <a:pt x="349791" y="113593"/>
                </a:cubicBezTo>
                <a:cubicBezTo>
                  <a:pt x="354017" y="113593"/>
                  <a:pt x="357918" y="112886"/>
                  <a:pt x="361495" y="111473"/>
                </a:cubicBezTo>
                <a:cubicBezTo>
                  <a:pt x="365071" y="110059"/>
                  <a:pt x="368159" y="108047"/>
                  <a:pt x="370758" y="105438"/>
                </a:cubicBezTo>
                <a:cubicBezTo>
                  <a:pt x="373359" y="102829"/>
                  <a:pt x="375391" y="99704"/>
                  <a:pt x="376855" y="96063"/>
                </a:cubicBezTo>
                <a:cubicBezTo>
                  <a:pt x="378318" y="92421"/>
                  <a:pt x="379050" y="88370"/>
                  <a:pt x="379050" y="83913"/>
                </a:cubicBezTo>
                <a:cubicBezTo>
                  <a:pt x="379050" y="79890"/>
                  <a:pt x="378318" y="76084"/>
                  <a:pt x="376855" y="72496"/>
                </a:cubicBezTo>
                <a:cubicBezTo>
                  <a:pt x="375391" y="68908"/>
                  <a:pt x="373359" y="65756"/>
                  <a:pt x="370758" y="63039"/>
                </a:cubicBezTo>
                <a:cubicBezTo>
                  <a:pt x="368159" y="60321"/>
                  <a:pt x="365071" y="58147"/>
                  <a:pt x="361495" y="56516"/>
                </a:cubicBezTo>
                <a:cubicBezTo>
                  <a:pt x="357918" y="54884"/>
                  <a:pt x="354017" y="54068"/>
                  <a:pt x="349791" y="54068"/>
                </a:cubicBezTo>
                <a:cubicBezTo>
                  <a:pt x="345240" y="54068"/>
                  <a:pt x="341177" y="54884"/>
                  <a:pt x="337600" y="56516"/>
                </a:cubicBezTo>
                <a:cubicBezTo>
                  <a:pt x="334026" y="58147"/>
                  <a:pt x="331019" y="60321"/>
                  <a:pt x="328580" y="63039"/>
                </a:cubicBezTo>
                <a:cubicBezTo>
                  <a:pt x="326141" y="65756"/>
                  <a:pt x="324272" y="68908"/>
                  <a:pt x="322972" y="72496"/>
                </a:cubicBezTo>
                <a:cubicBezTo>
                  <a:pt x="321673" y="76084"/>
                  <a:pt x="321023" y="79890"/>
                  <a:pt x="321023" y="83913"/>
                </a:cubicBezTo>
                <a:close/>
                <a:moveTo>
                  <a:pt x="427487" y="46826"/>
                </a:moveTo>
                <a:cubicBezTo>
                  <a:pt x="427704" y="48885"/>
                  <a:pt x="427866" y="51161"/>
                  <a:pt x="427973" y="53654"/>
                </a:cubicBezTo>
                <a:cubicBezTo>
                  <a:pt x="428082" y="56146"/>
                  <a:pt x="428137" y="58205"/>
                  <a:pt x="428137" y="59830"/>
                </a:cubicBezTo>
                <a:lnTo>
                  <a:pt x="428462" y="59830"/>
                </a:lnTo>
                <a:cubicBezTo>
                  <a:pt x="430630" y="55382"/>
                  <a:pt x="434152" y="51776"/>
                  <a:pt x="439028" y="49011"/>
                </a:cubicBezTo>
                <a:cubicBezTo>
                  <a:pt x="443904" y="46245"/>
                  <a:pt x="449051" y="44862"/>
                  <a:pt x="454469" y="44862"/>
                </a:cubicBezTo>
                <a:cubicBezTo>
                  <a:pt x="464112" y="44862"/>
                  <a:pt x="471345" y="47736"/>
                  <a:pt x="476166" y="53486"/>
                </a:cubicBezTo>
                <a:cubicBezTo>
                  <a:pt x="480989" y="59235"/>
                  <a:pt x="483401" y="66827"/>
                  <a:pt x="483401" y="76264"/>
                </a:cubicBezTo>
                <a:lnTo>
                  <a:pt x="483401" y="122958"/>
                </a:lnTo>
                <a:lnTo>
                  <a:pt x="472349" y="122958"/>
                </a:lnTo>
                <a:lnTo>
                  <a:pt x="472349" y="80778"/>
                </a:lnTo>
                <a:cubicBezTo>
                  <a:pt x="472349" y="76760"/>
                  <a:pt x="472024" y="73123"/>
                  <a:pt x="471374" y="69867"/>
                </a:cubicBezTo>
                <a:cubicBezTo>
                  <a:pt x="470725" y="66610"/>
                  <a:pt x="469613" y="63814"/>
                  <a:pt x="468041" y="61479"/>
                </a:cubicBezTo>
                <a:cubicBezTo>
                  <a:pt x="466470" y="59145"/>
                  <a:pt x="464357" y="57326"/>
                  <a:pt x="461702" y="56023"/>
                </a:cubicBezTo>
                <a:cubicBezTo>
                  <a:pt x="459048" y="54720"/>
                  <a:pt x="455716" y="54068"/>
                  <a:pt x="451706" y="54068"/>
                </a:cubicBezTo>
                <a:cubicBezTo>
                  <a:pt x="448781" y="54068"/>
                  <a:pt x="445937" y="54666"/>
                  <a:pt x="443172" y="55862"/>
                </a:cubicBezTo>
                <a:cubicBezTo>
                  <a:pt x="440409" y="57055"/>
                  <a:pt x="437944" y="58874"/>
                  <a:pt x="435776" y="61318"/>
                </a:cubicBezTo>
                <a:cubicBezTo>
                  <a:pt x="433610" y="63760"/>
                  <a:pt x="431876" y="66854"/>
                  <a:pt x="430575" y="70599"/>
                </a:cubicBezTo>
                <a:cubicBezTo>
                  <a:pt x="429275" y="74344"/>
                  <a:pt x="428626" y="78769"/>
                  <a:pt x="428626" y="83873"/>
                </a:cubicBezTo>
                <a:lnTo>
                  <a:pt x="428626" y="122958"/>
                </a:lnTo>
                <a:lnTo>
                  <a:pt x="417571" y="122958"/>
                </a:lnTo>
                <a:lnTo>
                  <a:pt x="417571" y="63573"/>
                </a:lnTo>
                <a:cubicBezTo>
                  <a:pt x="417571" y="61511"/>
                  <a:pt x="417517" y="58854"/>
                  <a:pt x="417408" y="55604"/>
                </a:cubicBezTo>
                <a:cubicBezTo>
                  <a:pt x="417300" y="52353"/>
                  <a:pt x="417138" y="49427"/>
                  <a:pt x="416922" y="46826"/>
                </a:cubicBezTo>
                <a:lnTo>
                  <a:pt x="427487" y="46826"/>
                </a:lnTo>
                <a:close/>
                <a:moveTo>
                  <a:pt x="570038" y="79148"/>
                </a:moveTo>
                <a:cubicBezTo>
                  <a:pt x="569712" y="71936"/>
                  <a:pt x="567409" y="65953"/>
                  <a:pt x="563128" y="61199"/>
                </a:cubicBezTo>
                <a:cubicBezTo>
                  <a:pt x="558849" y="56445"/>
                  <a:pt x="552754" y="54068"/>
                  <a:pt x="544844" y="54068"/>
                </a:cubicBezTo>
                <a:cubicBezTo>
                  <a:pt x="541160" y="54068"/>
                  <a:pt x="537747" y="54751"/>
                  <a:pt x="534604" y="56117"/>
                </a:cubicBezTo>
                <a:cubicBezTo>
                  <a:pt x="531462" y="57483"/>
                  <a:pt x="528699" y="59340"/>
                  <a:pt x="526315" y="61690"/>
                </a:cubicBezTo>
                <a:cubicBezTo>
                  <a:pt x="523930" y="64040"/>
                  <a:pt x="522034" y="66717"/>
                  <a:pt x="520625" y="69723"/>
                </a:cubicBezTo>
                <a:cubicBezTo>
                  <a:pt x="519216" y="72728"/>
                  <a:pt x="518404" y="75869"/>
                  <a:pt x="518187" y="79148"/>
                </a:cubicBezTo>
                <a:lnTo>
                  <a:pt x="570038" y="79148"/>
                </a:lnTo>
                <a:moveTo>
                  <a:pt x="581254" y="82665"/>
                </a:moveTo>
                <a:cubicBezTo>
                  <a:pt x="581254" y="83426"/>
                  <a:pt x="581254" y="84241"/>
                  <a:pt x="581254" y="85111"/>
                </a:cubicBezTo>
                <a:cubicBezTo>
                  <a:pt x="581254" y="85979"/>
                  <a:pt x="581199" y="86901"/>
                  <a:pt x="581090" y="87878"/>
                </a:cubicBezTo>
                <a:lnTo>
                  <a:pt x="518023" y="87878"/>
                </a:lnTo>
                <a:cubicBezTo>
                  <a:pt x="518133" y="91670"/>
                  <a:pt x="518891" y="95245"/>
                  <a:pt x="520298" y="98603"/>
                </a:cubicBezTo>
                <a:cubicBezTo>
                  <a:pt x="521706" y="101959"/>
                  <a:pt x="523657" y="104884"/>
                  <a:pt x="526149" y="107375"/>
                </a:cubicBezTo>
                <a:cubicBezTo>
                  <a:pt x="528642" y="109865"/>
                  <a:pt x="531568" y="111842"/>
                  <a:pt x="534926" y="113306"/>
                </a:cubicBezTo>
                <a:cubicBezTo>
                  <a:pt x="538286" y="114767"/>
                  <a:pt x="541917" y="115498"/>
                  <a:pt x="545819" y="115498"/>
                </a:cubicBezTo>
                <a:cubicBezTo>
                  <a:pt x="551562" y="115498"/>
                  <a:pt x="556519" y="114171"/>
                  <a:pt x="560690" y="111517"/>
                </a:cubicBezTo>
                <a:cubicBezTo>
                  <a:pt x="564862" y="108862"/>
                  <a:pt x="568032" y="105800"/>
                  <a:pt x="570199" y="102333"/>
                </a:cubicBezTo>
                <a:lnTo>
                  <a:pt x="578488" y="108834"/>
                </a:lnTo>
                <a:cubicBezTo>
                  <a:pt x="573938" y="114568"/>
                  <a:pt x="568926" y="118674"/>
                  <a:pt x="563453" y="121150"/>
                </a:cubicBezTo>
                <a:cubicBezTo>
                  <a:pt x="557982" y="123626"/>
                  <a:pt x="552104" y="124863"/>
                  <a:pt x="545819" y="124863"/>
                </a:cubicBezTo>
                <a:cubicBezTo>
                  <a:pt x="540184" y="124863"/>
                  <a:pt x="534955" y="123860"/>
                  <a:pt x="530132" y="121855"/>
                </a:cubicBezTo>
                <a:cubicBezTo>
                  <a:pt x="525310" y="119849"/>
                  <a:pt x="521166" y="117058"/>
                  <a:pt x="517698" y="113482"/>
                </a:cubicBezTo>
                <a:cubicBezTo>
                  <a:pt x="514231" y="109904"/>
                  <a:pt x="511495" y="105676"/>
                  <a:pt x="509489" y="100798"/>
                </a:cubicBezTo>
                <a:cubicBezTo>
                  <a:pt x="507485" y="95920"/>
                  <a:pt x="506483" y="90608"/>
                  <a:pt x="506483" y="84863"/>
                </a:cubicBezTo>
                <a:cubicBezTo>
                  <a:pt x="506483" y="79117"/>
                  <a:pt x="507458" y="73805"/>
                  <a:pt x="509407" y="68927"/>
                </a:cubicBezTo>
                <a:cubicBezTo>
                  <a:pt x="511358" y="64050"/>
                  <a:pt x="514067" y="59822"/>
                  <a:pt x="517535" y="56246"/>
                </a:cubicBezTo>
                <a:cubicBezTo>
                  <a:pt x="521004" y="52668"/>
                  <a:pt x="525068" y="49876"/>
                  <a:pt x="529727" y="47870"/>
                </a:cubicBezTo>
                <a:cubicBezTo>
                  <a:pt x="534387" y="45865"/>
                  <a:pt x="539426" y="44862"/>
                  <a:pt x="544844" y="44862"/>
                </a:cubicBezTo>
                <a:cubicBezTo>
                  <a:pt x="550803" y="44862"/>
                  <a:pt x="556058" y="45867"/>
                  <a:pt x="560608" y="47878"/>
                </a:cubicBezTo>
                <a:cubicBezTo>
                  <a:pt x="565160" y="49887"/>
                  <a:pt x="568954" y="52603"/>
                  <a:pt x="571988" y="56025"/>
                </a:cubicBezTo>
                <a:cubicBezTo>
                  <a:pt x="575022" y="59446"/>
                  <a:pt x="577324" y="63438"/>
                  <a:pt x="578895" y="68000"/>
                </a:cubicBezTo>
                <a:cubicBezTo>
                  <a:pt x="580467" y="72562"/>
                  <a:pt x="581254" y="77450"/>
                  <a:pt x="581254" y="82665"/>
                </a:cubicBezTo>
                <a:close/>
                <a:moveTo>
                  <a:pt x="667564" y="110118"/>
                </a:moveTo>
                <a:cubicBezTo>
                  <a:pt x="664313" y="114995"/>
                  <a:pt x="660087" y="118671"/>
                  <a:pt x="654885" y="121148"/>
                </a:cubicBezTo>
                <a:cubicBezTo>
                  <a:pt x="649683" y="123625"/>
                  <a:pt x="644319" y="124863"/>
                  <a:pt x="638793" y="124863"/>
                </a:cubicBezTo>
                <a:cubicBezTo>
                  <a:pt x="632833" y="124863"/>
                  <a:pt x="627442" y="123834"/>
                  <a:pt x="622620" y="121775"/>
                </a:cubicBezTo>
                <a:cubicBezTo>
                  <a:pt x="617799" y="119715"/>
                  <a:pt x="613681" y="116897"/>
                  <a:pt x="610266" y="113320"/>
                </a:cubicBezTo>
                <a:cubicBezTo>
                  <a:pt x="606853" y="109742"/>
                  <a:pt x="604199" y="105514"/>
                  <a:pt x="602302" y="100637"/>
                </a:cubicBezTo>
                <a:cubicBezTo>
                  <a:pt x="600406" y="95757"/>
                  <a:pt x="599457" y="90499"/>
                  <a:pt x="599457" y="84863"/>
                </a:cubicBezTo>
                <a:cubicBezTo>
                  <a:pt x="599457" y="79226"/>
                  <a:pt x="600406" y="73969"/>
                  <a:pt x="602302" y="69091"/>
                </a:cubicBezTo>
                <a:cubicBezTo>
                  <a:pt x="604199" y="64212"/>
                  <a:pt x="606853" y="59984"/>
                  <a:pt x="610266" y="56407"/>
                </a:cubicBezTo>
                <a:cubicBezTo>
                  <a:pt x="613681" y="52829"/>
                  <a:pt x="617799" y="50011"/>
                  <a:pt x="622620" y="47952"/>
                </a:cubicBezTo>
                <a:cubicBezTo>
                  <a:pt x="627442" y="45892"/>
                  <a:pt x="632833" y="44862"/>
                  <a:pt x="638793" y="44862"/>
                </a:cubicBezTo>
                <a:cubicBezTo>
                  <a:pt x="644319" y="44862"/>
                  <a:pt x="649683" y="46136"/>
                  <a:pt x="654885" y="48684"/>
                </a:cubicBezTo>
                <a:cubicBezTo>
                  <a:pt x="660087" y="51230"/>
                  <a:pt x="664313" y="54997"/>
                  <a:pt x="667564" y="59984"/>
                </a:cubicBezTo>
                <a:lnTo>
                  <a:pt x="667889" y="59984"/>
                </a:lnTo>
                <a:lnTo>
                  <a:pt x="667889" y="5"/>
                </a:lnTo>
                <a:lnTo>
                  <a:pt x="678941" y="5"/>
                </a:lnTo>
                <a:lnTo>
                  <a:pt x="678941" y="122958"/>
                </a:lnTo>
                <a:lnTo>
                  <a:pt x="667889" y="122958"/>
                </a:lnTo>
                <a:lnTo>
                  <a:pt x="667889" y="110118"/>
                </a:lnTo>
                <a:lnTo>
                  <a:pt x="667564" y="110118"/>
                </a:lnTo>
                <a:moveTo>
                  <a:pt x="611162" y="84865"/>
                </a:moveTo>
                <a:cubicBezTo>
                  <a:pt x="611162" y="89101"/>
                  <a:pt x="611811" y="93094"/>
                  <a:pt x="613111" y="96842"/>
                </a:cubicBezTo>
                <a:cubicBezTo>
                  <a:pt x="614411" y="100589"/>
                  <a:pt x="616280" y="103848"/>
                  <a:pt x="618719" y="106619"/>
                </a:cubicBezTo>
                <a:cubicBezTo>
                  <a:pt x="621158" y="109388"/>
                  <a:pt x="624164" y="111561"/>
                  <a:pt x="627739" y="113137"/>
                </a:cubicBezTo>
                <a:cubicBezTo>
                  <a:pt x="631316" y="114711"/>
                  <a:pt x="635379" y="115498"/>
                  <a:pt x="639929" y="115498"/>
                </a:cubicBezTo>
                <a:cubicBezTo>
                  <a:pt x="644156" y="115498"/>
                  <a:pt x="648057" y="114711"/>
                  <a:pt x="651633" y="113137"/>
                </a:cubicBezTo>
                <a:cubicBezTo>
                  <a:pt x="655210" y="111561"/>
                  <a:pt x="658298" y="109416"/>
                  <a:pt x="660897" y="106701"/>
                </a:cubicBezTo>
                <a:cubicBezTo>
                  <a:pt x="663498" y="103984"/>
                  <a:pt x="665530" y="100752"/>
                  <a:pt x="666993" y="97006"/>
                </a:cubicBezTo>
                <a:cubicBezTo>
                  <a:pt x="668457" y="93257"/>
                  <a:pt x="669188" y="89210"/>
                  <a:pt x="669188" y="84865"/>
                </a:cubicBezTo>
                <a:cubicBezTo>
                  <a:pt x="669188" y="80520"/>
                  <a:pt x="668457" y="76474"/>
                  <a:pt x="666993" y="72727"/>
                </a:cubicBezTo>
                <a:cubicBezTo>
                  <a:pt x="665530" y="68979"/>
                  <a:pt x="663498" y="65720"/>
                  <a:pt x="660897" y="62950"/>
                </a:cubicBezTo>
                <a:cubicBezTo>
                  <a:pt x="658298" y="60179"/>
                  <a:pt x="655210" y="58006"/>
                  <a:pt x="651633" y="56432"/>
                </a:cubicBezTo>
                <a:cubicBezTo>
                  <a:pt x="648057" y="54856"/>
                  <a:pt x="644156" y="54068"/>
                  <a:pt x="639929" y="54068"/>
                </a:cubicBezTo>
                <a:cubicBezTo>
                  <a:pt x="635379" y="54068"/>
                  <a:pt x="631316" y="54884"/>
                  <a:pt x="627739" y="56514"/>
                </a:cubicBezTo>
                <a:cubicBezTo>
                  <a:pt x="624164" y="58143"/>
                  <a:pt x="621158" y="60342"/>
                  <a:pt x="618719" y="63114"/>
                </a:cubicBezTo>
                <a:cubicBezTo>
                  <a:pt x="616280" y="65883"/>
                  <a:pt x="614411" y="69142"/>
                  <a:pt x="613111" y="72891"/>
                </a:cubicBezTo>
                <a:cubicBezTo>
                  <a:pt x="611811" y="76637"/>
                  <a:pt x="611162" y="80629"/>
                  <a:pt x="611162" y="84865"/>
                </a:cubicBezTo>
                <a:close/>
                <a:moveTo>
                  <a:pt x="783455" y="56132"/>
                </a:moveTo>
                <a:lnTo>
                  <a:pt x="762001" y="56132"/>
                </a:lnTo>
                <a:lnTo>
                  <a:pt x="762001" y="100552"/>
                </a:lnTo>
                <a:cubicBezTo>
                  <a:pt x="762001" y="103373"/>
                  <a:pt x="762271" y="105705"/>
                  <a:pt x="762812" y="107549"/>
                </a:cubicBezTo>
                <a:cubicBezTo>
                  <a:pt x="763354" y="109393"/>
                  <a:pt x="764140" y="110830"/>
                  <a:pt x="765168" y="111862"/>
                </a:cubicBezTo>
                <a:cubicBezTo>
                  <a:pt x="766198" y="112892"/>
                  <a:pt x="767418" y="113597"/>
                  <a:pt x="768827" y="113978"/>
                </a:cubicBezTo>
                <a:cubicBezTo>
                  <a:pt x="770235" y="114356"/>
                  <a:pt x="771752" y="114546"/>
                  <a:pt x="773378" y="114546"/>
                </a:cubicBezTo>
                <a:cubicBezTo>
                  <a:pt x="774896" y="114546"/>
                  <a:pt x="776494" y="114325"/>
                  <a:pt x="778172" y="113883"/>
                </a:cubicBezTo>
                <a:cubicBezTo>
                  <a:pt x="779852" y="113440"/>
                  <a:pt x="781451" y="112831"/>
                  <a:pt x="782969" y="112055"/>
                </a:cubicBezTo>
                <a:lnTo>
                  <a:pt x="783455" y="121637"/>
                </a:lnTo>
                <a:cubicBezTo>
                  <a:pt x="781505" y="122395"/>
                  <a:pt x="779474" y="122964"/>
                  <a:pt x="777361" y="123343"/>
                </a:cubicBezTo>
                <a:cubicBezTo>
                  <a:pt x="775248" y="123722"/>
                  <a:pt x="772945" y="123911"/>
                  <a:pt x="770451" y="123911"/>
                </a:cubicBezTo>
                <a:cubicBezTo>
                  <a:pt x="768393" y="123911"/>
                  <a:pt x="766226" y="123640"/>
                  <a:pt x="763950" y="123097"/>
                </a:cubicBezTo>
                <a:cubicBezTo>
                  <a:pt x="761675" y="122557"/>
                  <a:pt x="759562" y="121528"/>
                  <a:pt x="757611" y="120012"/>
                </a:cubicBezTo>
                <a:cubicBezTo>
                  <a:pt x="755662" y="118494"/>
                  <a:pt x="754064" y="116435"/>
                  <a:pt x="752817" y="113834"/>
                </a:cubicBezTo>
                <a:cubicBezTo>
                  <a:pt x="751570" y="111233"/>
                  <a:pt x="750947" y="107819"/>
                  <a:pt x="750947" y="103593"/>
                </a:cubicBezTo>
                <a:lnTo>
                  <a:pt x="750947" y="56132"/>
                </a:lnTo>
                <a:lnTo>
                  <a:pt x="735180" y="56132"/>
                </a:lnTo>
                <a:lnTo>
                  <a:pt x="735180" y="46925"/>
                </a:lnTo>
                <a:lnTo>
                  <a:pt x="750947" y="46925"/>
                </a:lnTo>
                <a:lnTo>
                  <a:pt x="750947" y="25469"/>
                </a:lnTo>
                <a:lnTo>
                  <a:pt x="762001" y="25469"/>
                </a:lnTo>
                <a:lnTo>
                  <a:pt x="762001" y="46925"/>
                </a:lnTo>
                <a:lnTo>
                  <a:pt x="783455" y="46925"/>
                </a:lnTo>
                <a:lnTo>
                  <a:pt x="783455" y="56132"/>
                </a:lnTo>
                <a:close/>
                <a:moveTo>
                  <a:pt x="876266" y="84863"/>
                </a:moveTo>
                <a:cubicBezTo>
                  <a:pt x="876266" y="90608"/>
                  <a:pt x="875264" y="95920"/>
                  <a:pt x="873258" y="100798"/>
                </a:cubicBezTo>
                <a:cubicBezTo>
                  <a:pt x="871254" y="105676"/>
                  <a:pt x="868464" y="109904"/>
                  <a:pt x="864887" y="113482"/>
                </a:cubicBezTo>
                <a:cubicBezTo>
                  <a:pt x="861312" y="117058"/>
                  <a:pt x="857032" y="119849"/>
                  <a:pt x="852047" y="121855"/>
                </a:cubicBezTo>
                <a:cubicBezTo>
                  <a:pt x="847064" y="123860"/>
                  <a:pt x="841591" y="124863"/>
                  <a:pt x="835631" y="124863"/>
                </a:cubicBezTo>
                <a:cubicBezTo>
                  <a:pt x="829779" y="124863"/>
                  <a:pt x="824361" y="123860"/>
                  <a:pt x="819375" y="121855"/>
                </a:cubicBezTo>
                <a:cubicBezTo>
                  <a:pt x="814392" y="119849"/>
                  <a:pt x="810112" y="117058"/>
                  <a:pt x="806535" y="113482"/>
                </a:cubicBezTo>
                <a:cubicBezTo>
                  <a:pt x="802961" y="109904"/>
                  <a:pt x="800170" y="105676"/>
                  <a:pt x="798165" y="100798"/>
                </a:cubicBezTo>
                <a:cubicBezTo>
                  <a:pt x="796161" y="95920"/>
                  <a:pt x="795159" y="90608"/>
                  <a:pt x="795159" y="84863"/>
                </a:cubicBezTo>
                <a:cubicBezTo>
                  <a:pt x="795159" y="79117"/>
                  <a:pt x="796161" y="73805"/>
                  <a:pt x="798165" y="68927"/>
                </a:cubicBezTo>
                <a:cubicBezTo>
                  <a:pt x="800170" y="64050"/>
                  <a:pt x="802961" y="59822"/>
                  <a:pt x="806535" y="56246"/>
                </a:cubicBezTo>
                <a:cubicBezTo>
                  <a:pt x="810112" y="52668"/>
                  <a:pt x="814392" y="49876"/>
                  <a:pt x="819375" y="47870"/>
                </a:cubicBezTo>
                <a:cubicBezTo>
                  <a:pt x="824361" y="45865"/>
                  <a:pt x="829779" y="44862"/>
                  <a:pt x="835631" y="44862"/>
                </a:cubicBezTo>
                <a:cubicBezTo>
                  <a:pt x="841591" y="44862"/>
                  <a:pt x="847064" y="45865"/>
                  <a:pt x="852047" y="47870"/>
                </a:cubicBezTo>
                <a:cubicBezTo>
                  <a:pt x="857032" y="49876"/>
                  <a:pt x="861312" y="52668"/>
                  <a:pt x="864887" y="56246"/>
                </a:cubicBezTo>
                <a:cubicBezTo>
                  <a:pt x="868464" y="59822"/>
                  <a:pt x="871254" y="64050"/>
                  <a:pt x="873258" y="68927"/>
                </a:cubicBezTo>
                <a:cubicBezTo>
                  <a:pt x="875264" y="73805"/>
                  <a:pt x="876266" y="79117"/>
                  <a:pt x="876266" y="84863"/>
                </a:cubicBezTo>
                <a:moveTo>
                  <a:pt x="864565" y="84865"/>
                </a:moveTo>
                <a:cubicBezTo>
                  <a:pt x="864565" y="80629"/>
                  <a:pt x="863888" y="76637"/>
                  <a:pt x="862533" y="72891"/>
                </a:cubicBezTo>
                <a:cubicBezTo>
                  <a:pt x="861179" y="69142"/>
                  <a:pt x="859255" y="65883"/>
                  <a:pt x="856762" y="63114"/>
                </a:cubicBezTo>
                <a:cubicBezTo>
                  <a:pt x="854270" y="60342"/>
                  <a:pt x="851236" y="58143"/>
                  <a:pt x="847660" y="56514"/>
                </a:cubicBezTo>
                <a:cubicBezTo>
                  <a:pt x="844085" y="54884"/>
                  <a:pt x="840076" y="54068"/>
                  <a:pt x="835633" y="54068"/>
                </a:cubicBezTo>
                <a:cubicBezTo>
                  <a:pt x="831190" y="54068"/>
                  <a:pt x="827208" y="54884"/>
                  <a:pt x="823686" y="56514"/>
                </a:cubicBezTo>
                <a:cubicBezTo>
                  <a:pt x="820164" y="58143"/>
                  <a:pt x="817157" y="60342"/>
                  <a:pt x="814663" y="63114"/>
                </a:cubicBezTo>
                <a:cubicBezTo>
                  <a:pt x="812171" y="65883"/>
                  <a:pt x="810248" y="69142"/>
                  <a:pt x="808894" y="72891"/>
                </a:cubicBezTo>
                <a:cubicBezTo>
                  <a:pt x="807540" y="76637"/>
                  <a:pt x="806863" y="80629"/>
                  <a:pt x="806863" y="84865"/>
                </a:cubicBezTo>
                <a:cubicBezTo>
                  <a:pt x="806863" y="89101"/>
                  <a:pt x="807540" y="93094"/>
                  <a:pt x="808894" y="96842"/>
                </a:cubicBezTo>
                <a:cubicBezTo>
                  <a:pt x="810248" y="100589"/>
                  <a:pt x="812171" y="103848"/>
                  <a:pt x="814663" y="106619"/>
                </a:cubicBezTo>
                <a:cubicBezTo>
                  <a:pt x="817157" y="109388"/>
                  <a:pt x="820164" y="111561"/>
                  <a:pt x="823686" y="113137"/>
                </a:cubicBezTo>
                <a:cubicBezTo>
                  <a:pt x="827208" y="114711"/>
                  <a:pt x="831190" y="115498"/>
                  <a:pt x="835633" y="115498"/>
                </a:cubicBezTo>
                <a:cubicBezTo>
                  <a:pt x="840076" y="115498"/>
                  <a:pt x="844085" y="114711"/>
                  <a:pt x="847660" y="113137"/>
                </a:cubicBezTo>
                <a:cubicBezTo>
                  <a:pt x="851236" y="111561"/>
                  <a:pt x="854270" y="109388"/>
                  <a:pt x="856762" y="106619"/>
                </a:cubicBezTo>
                <a:cubicBezTo>
                  <a:pt x="859255" y="103848"/>
                  <a:pt x="861179" y="100589"/>
                  <a:pt x="862533" y="96842"/>
                </a:cubicBezTo>
                <a:cubicBezTo>
                  <a:pt x="863888" y="93094"/>
                  <a:pt x="864565" y="89101"/>
                  <a:pt x="864565" y="84865"/>
                </a:cubicBezTo>
                <a:close/>
                <a:moveTo>
                  <a:pt x="995411" y="64148"/>
                </a:moveTo>
                <a:cubicBezTo>
                  <a:pt x="993569" y="61221"/>
                  <a:pt x="990887" y="58810"/>
                  <a:pt x="987365" y="56913"/>
                </a:cubicBezTo>
                <a:cubicBezTo>
                  <a:pt x="983843" y="55017"/>
                  <a:pt x="980024" y="54068"/>
                  <a:pt x="975906" y="54068"/>
                </a:cubicBezTo>
                <a:cubicBezTo>
                  <a:pt x="971464" y="54068"/>
                  <a:pt x="967454" y="54856"/>
                  <a:pt x="963877" y="56432"/>
                </a:cubicBezTo>
                <a:cubicBezTo>
                  <a:pt x="960301" y="58006"/>
                  <a:pt x="957240" y="60179"/>
                  <a:pt x="954693" y="62950"/>
                </a:cubicBezTo>
                <a:cubicBezTo>
                  <a:pt x="952147" y="65720"/>
                  <a:pt x="950197" y="68979"/>
                  <a:pt x="948843" y="72727"/>
                </a:cubicBezTo>
                <a:cubicBezTo>
                  <a:pt x="947488" y="76474"/>
                  <a:pt x="946811" y="80520"/>
                  <a:pt x="946811" y="84865"/>
                </a:cubicBezTo>
                <a:cubicBezTo>
                  <a:pt x="946811" y="89210"/>
                  <a:pt x="947488" y="93230"/>
                  <a:pt x="948843" y="96924"/>
                </a:cubicBezTo>
                <a:cubicBezTo>
                  <a:pt x="950197" y="100616"/>
                  <a:pt x="952120" y="103848"/>
                  <a:pt x="954611" y="106619"/>
                </a:cubicBezTo>
                <a:cubicBezTo>
                  <a:pt x="957105" y="109388"/>
                  <a:pt x="960139" y="111561"/>
                  <a:pt x="963714" y="113137"/>
                </a:cubicBezTo>
                <a:cubicBezTo>
                  <a:pt x="967290" y="114711"/>
                  <a:pt x="971300" y="115498"/>
                  <a:pt x="975743" y="115498"/>
                </a:cubicBezTo>
                <a:cubicBezTo>
                  <a:pt x="980619" y="115498"/>
                  <a:pt x="984736" y="114577"/>
                  <a:pt x="988094" y="112735"/>
                </a:cubicBezTo>
                <a:cubicBezTo>
                  <a:pt x="991454" y="110893"/>
                  <a:pt x="994218" y="108510"/>
                  <a:pt x="996386" y="105585"/>
                </a:cubicBezTo>
                <a:lnTo>
                  <a:pt x="1004674" y="111760"/>
                </a:lnTo>
                <a:cubicBezTo>
                  <a:pt x="1001424" y="115758"/>
                  <a:pt x="997441" y="118942"/>
                  <a:pt x="992727" y="121312"/>
                </a:cubicBezTo>
                <a:cubicBezTo>
                  <a:pt x="988015" y="123679"/>
                  <a:pt x="982353" y="124863"/>
                  <a:pt x="975743" y="124863"/>
                </a:cubicBezTo>
                <a:cubicBezTo>
                  <a:pt x="969565" y="124863"/>
                  <a:pt x="963984" y="123860"/>
                  <a:pt x="958999" y="121855"/>
                </a:cubicBezTo>
                <a:cubicBezTo>
                  <a:pt x="954015" y="119849"/>
                  <a:pt x="949763" y="117058"/>
                  <a:pt x="946241" y="113482"/>
                </a:cubicBezTo>
                <a:cubicBezTo>
                  <a:pt x="942721" y="109904"/>
                  <a:pt x="939985" y="105676"/>
                  <a:pt x="938034" y="100798"/>
                </a:cubicBezTo>
                <a:cubicBezTo>
                  <a:pt x="936083" y="95920"/>
                  <a:pt x="935107" y="90608"/>
                  <a:pt x="935107" y="84863"/>
                </a:cubicBezTo>
                <a:cubicBezTo>
                  <a:pt x="935107" y="79117"/>
                  <a:pt x="936083" y="73805"/>
                  <a:pt x="938034" y="68927"/>
                </a:cubicBezTo>
                <a:cubicBezTo>
                  <a:pt x="939985" y="64050"/>
                  <a:pt x="942721" y="59822"/>
                  <a:pt x="946241" y="56246"/>
                </a:cubicBezTo>
                <a:cubicBezTo>
                  <a:pt x="949763" y="52668"/>
                  <a:pt x="954015" y="49876"/>
                  <a:pt x="958999" y="47870"/>
                </a:cubicBezTo>
                <a:cubicBezTo>
                  <a:pt x="963984" y="45865"/>
                  <a:pt x="969565" y="44862"/>
                  <a:pt x="975743" y="44862"/>
                </a:cubicBezTo>
                <a:cubicBezTo>
                  <a:pt x="980835" y="44862"/>
                  <a:pt x="986009" y="45966"/>
                  <a:pt x="991264" y="48173"/>
                </a:cubicBezTo>
                <a:cubicBezTo>
                  <a:pt x="996520" y="50380"/>
                  <a:pt x="1000774" y="53646"/>
                  <a:pt x="1004025" y="57970"/>
                </a:cubicBezTo>
                <a:lnTo>
                  <a:pt x="995411" y="64148"/>
                </a:lnTo>
                <a:close/>
                <a:moveTo>
                  <a:pt x="1097486" y="84863"/>
                </a:moveTo>
                <a:cubicBezTo>
                  <a:pt x="1097486" y="90608"/>
                  <a:pt x="1096483" y="95920"/>
                  <a:pt x="1094478" y="100798"/>
                </a:cubicBezTo>
                <a:cubicBezTo>
                  <a:pt x="1092474" y="105676"/>
                  <a:pt x="1089683" y="109904"/>
                  <a:pt x="1086107" y="113482"/>
                </a:cubicBezTo>
                <a:cubicBezTo>
                  <a:pt x="1082532" y="117058"/>
                  <a:pt x="1078252" y="119849"/>
                  <a:pt x="1073267" y="121855"/>
                </a:cubicBezTo>
                <a:cubicBezTo>
                  <a:pt x="1068283" y="123860"/>
                  <a:pt x="1062811" y="124863"/>
                  <a:pt x="1056850" y="124863"/>
                </a:cubicBezTo>
                <a:cubicBezTo>
                  <a:pt x="1050999" y="124863"/>
                  <a:pt x="1045580" y="123860"/>
                  <a:pt x="1040595" y="121855"/>
                </a:cubicBezTo>
                <a:cubicBezTo>
                  <a:pt x="1035612" y="119849"/>
                  <a:pt x="1031332" y="117058"/>
                  <a:pt x="1027755" y="113482"/>
                </a:cubicBezTo>
                <a:cubicBezTo>
                  <a:pt x="1024180" y="109904"/>
                  <a:pt x="1021390" y="105676"/>
                  <a:pt x="1019384" y="100798"/>
                </a:cubicBezTo>
                <a:cubicBezTo>
                  <a:pt x="1017380" y="95920"/>
                  <a:pt x="1016378" y="90608"/>
                  <a:pt x="1016378" y="84863"/>
                </a:cubicBezTo>
                <a:cubicBezTo>
                  <a:pt x="1016378" y="79117"/>
                  <a:pt x="1017380" y="73805"/>
                  <a:pt x="1019384" y="68927"/>
                </a:cubicBezTo>
                <a:cubicBezTo>
                  <a:pt x="1021390" y="64050"/>
                  <a:pt x="1024180" y="59822"/>
                  <a:pt x="1027755" y="56246"/>
                </a:cubicBezTo>
                <a:cubicBezTo>
                  <a:pt x="1031332" y="52668"/>
                  <a:pt x="1035612" y="49876"/>
                  <a:pt x="1040595" y="47870"/>
                </a:cubicBezTo>
                <a:cubicBezTo>
                  <a:pt x="1045580" y="45865"/>
                  <a:pt x="1050999" y="44862"/>
                  <a:pt x="1056850" y="44862"/>
                </a:cubicBezTo>
                <a:cubicBezTo>
                  <a:pt x="1062811" y="44862"/>
                  <a:pt x="1068283" y="45865"/>
                  <a:pt x="1073267" y="47870"/>
                </a:cubicBezTo>
                <a:cubicBezTo>
                  <a:pt x="1078252" y="49876"/>
                  <a:pt x="1082532" y="52668"/>
                  <a:pt x="1086107" y="56246"/>
                </a:cubicBezTo>
                <a:cubicBezTo>
                  <a:pt x="1089683" y="59822"/>
                  <a:pt x="1092474" y="64050"/>
                  <a:pt x="1094478" y="68927"/>
                </a:cubicBezTo>
                <a:cubicBezTo>
                  <a:pt x="1096483" y="73805"/>
                  <a:pt x="1097486" y="79117"/>
                  <a:pt x="1097486" y="84863"/>
                </a:cubicBezTo>
                <a:moveTo>
                  <a:pt x="1085784" y="84865"/>
                </a:moveTo>
                <a:cubicBezTo>
                  <a:pt x="1085784" y="80629"/>
                  <a:pt x="1085107" y="76637"/>
                  <a:pt x="1083753" y="72891"/>
                </a:cubicBezTo>
                <a:cubicBezTo>
                  <a:pt x="1082399" y="69142"/>
                  <a:pt x="1080475" y="65883"/>
                  <a:pt x="1077982" y="63114"/>
                </a:cubicBezTo>
                <a:cubicBezTo>
                  <a:pt x="1075490" y="60342"/>
                  <a:pt x="1072456" y="58143"/>
                  <a:pt x="1068879" y="56514"/>
                </a:cubicBezTo>
                <a:cubicBezTo>
                  <a:pt x="1065305" y="54884"/>
                  <a:pt x="1061296" y="54068"/>
                  <a:pt x="1056853" y="54068"/>
                </a:cubicBezTo>
                <a:cubicBezTo>
                  <a:pt x="1052410" y="54068"/>
                  <a:pt x="1048428" y="54884"/>
                  <a:pt x="1044906" y="56514"/>
                </a:cubicBezTo>
                <a:cubicBezTo>
                  <a:pt x="1041384" y="58143"/>
                  <a:pt x="1038376" y="60342"/>
                  <a:pt x="1035883" y="63114"/>
                </a:cubicBezTo>
                <a:cubicBezTo>
                  <a:pt x="1033391" y="65883"/>
                  <a:pt x="1031468" y="69142"/>
                  <a:pt x="1030114" y="72891"/>
                </a:cubicBezTo>
                <a:cubicBezTo>
                  <a:pt x="1028760" y="76637"/>
                  <a:pt x="1028083" y="80629"/>
                  <a:pt x="1028083" y="84865"/>
                </a:cubicBezTo>
                <a:cubicBezTo>
                  <a:pt x="1028083" y="89101"/>
                  <a:pt x="1028760" y="93094"/>
                  <a:pt x="1030114" y="96842"/>
                </a:cubicBezTo>
                <a:cubicBezTo>
                  <a:pt x="1031468" y="100589"/>
                  <a:pt x="1033391" y="103848"/>
                  <a:pt x="1035883" y="106619"/>
                </a:cubicBezTo>
                <a:cubicBezTo>
                  <a:pt x="1038376" y="109388"/>
                  <a:pt x="1041384" y="111561"/>
                  <a:pt x="1044906" y="113137"/>
                </a:cubicBezTo>
                <a:cubicBezTo>
                  <a:pt x="1048428" y="114711"/>
                  <a:pt x="1052410" y="115498"/>
                  <a:pt x="1056853" y="115498"/>
                </a:cubicBezTo>
                <a:cubicBezTo>
                  <a:pt x="1061296" y="115498"/>
                  <a:pt x="1065305" y="114711"/>
                  <a:pt x="1068879" y="113137"/>
                </a:cubicBezTo>
                <a:cubicBezTo>
                  <a:pt x="1072456" y="111561"/>
                  <a:pt x="1075490" y="109388"/>
                  <a:pt x="1077982" y="106619"/>
                </a:cubicBezTo>
                <a:cubicBezTo>
                  <a:pt x="1080475" y="103848"/>
                  <a:pt x="1082399" y="100589"/>
                  <a:pt x="1083753" y="96842"/>
                </a:cubicBezTo>
                <a:cubicBezTo>
                  <a:pt x="1085107" y="93094"/>
                  <a:pt x="1085784" y="89101"/>
                  <a:pt x="1085784" y="84865"/>
                </a:cubicBezTo>
                <a:close/>
                <a:moveTo>
                  <a:pt x="1132108" y="59830"/>
                </a:moveTo>
                <a:cubicBezTo>
                  <a:pt x="1134276" y="55384"/>
                  <a:pt x="1137608" y="51778"/>
                  <a:pt x="1142103" y="49011"/>
                </a:cubicBezTo>
                <a:cubicBezTo>
                  <a:pt x="1146601" y="46245"/>
                  <a:pt x="1151613" y="44862"/>
                  <a:pt x="1157141" y="44862"/>
                </a:cubicBezTo>
                <a:cubicBezTo>
                  <a:pt x="1159199" y="44862"/>
                  <a:pt x="1161339" y="45079"/>
                  <a:pt x="1163560" y="45514"/>
                </a:cubicBezTo>
                <a:cubicBezTo>
                  <a:pt x="1165782" y="45947"/>
                  <a:pt x="1167950" y="46787"/>
                  <a:pt x="1170063" y="48034"/>
                </a:cubicBezTo>
                <a:cubicBezTo>
                  <a:pt x="1172176" y="49281"/>
                  <a:pt x="1174126" y="50935"/>
                  <a:pt x="1175914" y="52997"/>
                </a:cubicBezTo>
                <a:cubicBezTo>
                  <a:pt x="1177703" y="55057"/>
                  <a:pt x="1179247" y="57714"/>
                  <a:pt x="1180547" y="60968"/>
                </a:cubicBezTo>
                <a:cubicBezTo>
                  <a:pt x="1183147" y="55762"/>
                  <a:pt x="1186696" y="51776"/>
                  <a:pt x="1191192" y="49011"/>
                </a:cubicBezTo>
                <a:cubicBezTo>
                  <a:pt x="1195689" y="46245"/>
                  <a:pt x="1201026" y="44862"/>
                  <a:pt x="1207204" y="44862"/>
                </a:cubicBezTo>
                <a:cubicBezTo>
                  <a:pt x="1216847" y="44862"/>
                  <a:pt x="1224079" y="47736"/>
                  <a:pt x="1228901" y="53486"/>
                </a:cubicBezTo>
                <a:cubicBezTo>
                  <a:pt x="1233724" y="59235"/>
                  <a:pt x="1236135" y="66827"/>
                  <a:pt x="1236135" y="76264"/>
                </a:cubicBezTo>
                <a:lnTo>
                  <a:pt x="1236135" y="122958"/>
                </a:lnTo>
                <a:lnTo>
                  <a:pt x="1225083" y="122958"/>
                </a:lnTo>
                <a:lnTo>
                  <a:pt x="1225083" y="80778"/>
                </a:lnTo>
                <a:cubicBezTo>
                  <a:pt x="1225083" y="72743"/>
                  <a:pt x="1223594" y="66283"/>
                  <a:pt x="1220614" y="61397"/>
                </a:cubicBezTo>
                <a:cubicBezTo>
                  <a:pt x="1217635" y="56511"/>
                  <a:pt x="1212568" y="54068"/>
                  <a:pt x="1205415" y="54068"/>
                </a:cubicBezTo>
                <a:cubicBezTo>
                  <a:pt x="1201406" y="54068"/>
                  <a:pt x="1198020" y="54883"/>
                  <a:pt x="1195257" y="56511"/>
                </a:cubicBezTo>
                <a:cubicBezTo>
                  <a:pt x="1192494" y="58140"/>
                  <a:pt x="1190272" y="60285"/>
                  <a:pt x="1188592" y="62945"/>
                </a:cubicBezTo>
                <a:cubicBezTo>
                  <a:pt x="1186912" y="65604"/>
                  <a:pt x="1185693" y="68616"/>
                  <a:pt x="1184934" y="71983"/>
                </a:cubicBezTo>
                <a:cubicBezTo>
                  <a:pt x="1184177" y="75349"/>
                  <a:pt x="1183798" y="78824"/>
                  <a:pt x="1183798" y="82407"/>
                </a:cubicBezTo>
                <a:lnTo>
                  <a:pt x="1183798" y="122958"/>
                </a:lnTo>
                <a:lnTo>
                  <a:pt x="1172744" y="122958"/>
                </a:lnTo>
                <a:lnTo>
                  <a:pt x="1172744" y="78498"/>
                </a:lnTo>
                <a:cubicBezTo>
                  <a:pt x="1172744" y="74806"/>
                  <a:pt x="1172473" y="71441"/>
                  <a:pt x="1171930" y="68401"/>
                </a:cubicBezTo>
                <a:cubicBezTo>
                  <a:pt x="1171390" y="65361"/>
                  <a:pt x="1170441" y="62782"/>
                  <a:pt x="1169086" y="60666"/>
                </a:cubicBezTo>
                <a:cubicBezTo>
                  <a:pt x="1167731" y="58548"/>
                  <a:pt x="1165862" y="56919"/>
                  <a:pt x="1163478" y="55780"/>
                </a:cubicBezTo>
                <a:cubicBezTo>
                  <a:pt x="1161095" y="54639"/>
                  <a:pt x="1158062" y="54068"/>
                  <a:pt x="1154378" y="54068"/>
                </a:cubicBezTo>
                <a:cubicBezTo>
                  <a:pt x="1151777" y="54068"/>
                  <a:pt x="1149149" y="54666"/>
                  <a:pt x="1146493" y="55862"/>
                </a:cubicBezTo>
                <a:cubicBezTo>
                  <a:pt x="1143840" y="57055"/>
                  <a:pt x="1141456" y="58874"/>
                  <a:pt x="1139343" y="61318"/>
                </a:cubicBezTo>
                <a:cubicBezTo>
                  <a:pt x="1137230" y="63760"/>
                  <a:pt x="1135523" y="66854"/>
                  <a:pt x="1134221" y="70599"/>
                </a:cubicBezTo>
                <a:cubicBezTo>
                  <a:pt x="1132922" y="74344"/>
                  <a:pt x="1132272" y="78769"/>
                  <a:pt x="1132272" y="83873"/>
                </a:cubicBezTo>
                <a:lnTo>
                  <a:pt x="1132272" y="122958"/>
                </a:lnTo>
                <a:lnTo>
                  <a:pt x="1121218" y="122958"/>
                </a:lnTo>
                <a:lnTo>
                  <a:pt x="1121218" y="63573"/>
                </a:lnTo>
                <a:cubicBezTo>
                  <a:pt x="1121218" y="61512"/>
                  <a:pt x="1121163" y="58855"/>
                  <a:pt x="1121054" y="55601"/>
                </a:cubicBezTo>
                <a:cubicBezTo>
                  <a:pt x="1120946" y="52347"/>
                  <a:pt x="1120784" y="49418"/>
                  <a:pt x="1120568" y="46814"/>
                </a:cubicBezTo>
                <a:lnTo>
                  <a:pt x="1131133" y="46814"/>
                </a:lnTo>
                <a:cubicBezTo>
                  <a:pt x="1131350" y="48876"/>
                  <a:pt x="1131512" y="51154"/>
                  <a:pt x="1131620" y="53649"/>
                </a:cubicBezTo>
                <a:cubicBezTo>
                  <a:pt x="1131729" y="56143"/>
                  <a:pt x="1131783" y="58203"/>
                  <a:pt x="1131783" y="59830"/>
                </a:cubicBezTo>
                <a:lnTo>
                  <a:pt x="1132108" y="59830"/>
                </a:lnTo>
                <a:close/>
                <a:moveTo>
                  <a:pt x="1276122" y="110118"/>
                </a:moveTo>
                <a:lnTo>
                  <a:pt x="1276122" y="122958"/>
                </a:lnTo>
                <a:lnTo>
                  <a:pt x="1265068" y="122958"/>
                </a:lnTo>
                <a:lnTo>
                  <a:pt x="1265068" y="5"/>
                </a:lnTo>
                <a:lnTo>
                  <a:pt x="1276122" y="5"/>
                </a:lnTo>
                <a:lnTo>
                  <a:pt x="1276122" y="59984"/>
                </a:lnTo>
                <a:lnTo>
                  <a:pt x="1276447" y="59984"/>
                </a:lnTo>
                <a:cubicBezTo>
                  <a:pt x="1279698" y="54997"/>
                  <a:pt x="1283923" y="51230"/>
                  <a:pt x="1289124" y="48684"/>
                </a:cubicBezTo>
                <a:cubicBezTo>
                  <a:pt x="1294325" y="46136"/>
                  <a:pt x="1299690" y="44862"/>
                  <a:pt x="1305218" y="44862"/>
                </a:cubicBezTo>
                <a:cubicBezTo>
                  <a:pt x="1311177" y="44862"/>
                  <a:pt x="1316567" y="45892"/>
                  <a:pt x="1321389" y="47952"/>
                </a:cubicBezTo>
                <a:cubicBezTo>
                  <a:pt x="1326212" y="50011"/>
                  <a:pt x="1330330" y="52829"/>
                  <a:pt x="1333742" y="56407"/>
                </a:cubicBezTo>
                <a:cubicBezTo>
                  <a:pt x="1337155" y="59984"/>
                  <a:pt x="1339810" y="64212"/>
                  <a:pt x="1341706" y="69091"/>
                </a:cubicBezTo>
                <a:cubicBezTo>
                  <a:pt x="1343603" y="73969"/>
                  <a:pt x="1344551" y="79226"/>
                  <a:pt x="1344551" y="84863"/>
                </a:cubicBezTo>
                <a:cubicBezTo>
                  <a:pt x="1344551" y="90499"/>
                  <a:pt x="1343603" y="95757"/>
                  <a:pt x="1341706" y="100637"/>
                </a:cubicBezTo>
                <a:cubicBezTo>
                  <a:pt x="1339810" y="105514"/>
                  <a:pt x="1337155" y="109742"/>
                  <a:pt x="1333742" y="113320"/>
                </a:cubicBezTo>
                <a:cubicBezTo>
                  <a:pt x="1330330" y="116897"/>
                  <a:pt x="1326212" y="119715"/>
                  <a:pt x="1321389" y="121775"/>
                </a:cubicBezTo>
                <a:cubicBezTo>
                  <a:pt x="1316567" y="123834"/>
                  <a:pt x="1311177" y="124863"/>
                  <a:pt x="1305218" y="124863"/>
                </a:cubicBezTo>
                <a:cubicBezTo>
                  <a:pt x="1299690" y="124863"/>
                  <a:pt x="1294325" y="123625"/>
                  <a:pt x="1289124" y="121148"/>
                </a:cubicBezTo>
                <a:cubicBezTo>
                  <a:pt x="1283923" y="118671"/>
                  <a:pt x="1279698" y="114995"/>
                  <a:pt x="1276447" y="110118"/>
                </a:cubicBezTo>
                <a:lnTo>
                  <a:pt x="1276122" y="110118"/>
                </a:lnTo>
                <a:moveTo>
                  <a:pt x="1332850" y="84865"/>
                </a:moveTo>
                <a:cubicBezTo>
                  <a:pt x="1332850" y="80629"/>
                  <a:pt x="1332199" y="76637"/>
                  <a:pt x="1330898" y="72891"/>
                </a:cubicBezTo>
                <a:cubicBezTo>
                  <a:pt x="1329598" y="69142"/>
                  <a:pt x="1327729" y="65883"/>
                  <a:pt x="1325290" y="63114"/>
                </a:cubicBezTo>
                <a:cubicBezTo>
                  <a:pt x="1322853" y="60342"/>
                  <a:pt x="1319846" y="58143"/>
                  <a:pt x="1316269" y="56514"/>
                </a:cubicBezTo>
                <a:cubicBezTo>
                  <a:pt x="1312693" y="54884"/>
                  <a:pt x="1308630" y="54068"/>
                  <a:pt x="1304079" y="54068"/>
                </a:cubicBezTo>
                <a:cubicBezTo>
                  <a:pt x="1299853" y="54068"/>
                  <a:pt x="1295952" y="54856"/>
                  <a:pt x="1292375" y="56432"/>
                </a:cubicBezTo>
                <a:cubicBezTo>
                  <a:pt x="1288800" y="58006"/>
                  <a:pt x="1285713" y="60179"/>
                  <a:pt x="1283112" y="62950"/>
                </a:cubicBezTo>
                <a:cubicBezTo>
                  <a:pt x="1280511" y="65720"/>
                  <a:pt x="1278479" y="68979"/>
                  <a:pt x="1277015" y="72727"/>
                </a:cubicBezTo>
                <a:cubicBezTo>
                  <a:pt x="1275552" y="76474"/>
                  <a:pt x="1274820" y="80520"/>
                  <a:pt x="1274820" y="84865"/>
                </a:cubicBezTo>
                <a:cubicBezTo>
                  <a:pt x="1274820" y="89210"/>
                  <a:pt x="1275552" y="93257"/>
                  <a:pt x="1277015" y="97006"/>
                </a:cubicBezTo>
                <a:cubicBezTo>
                  <a:pt x="1278479" y="100752"/>
                  <a:pt x="1280511" y="103984"/>
                  <a:pt x="1283112" y="106701"/>
                </a:cubicBezTo>
                <a:cubicBezTo>
                  <a:pt x="1285713" y="109416"/>
                  <a:pt x="1288800" y="111561"/>
                  <a:pt x="1292375" y="113137"/>
                </a:cubicBezTo>
                <a:cubicBezTo>
                  <a:pt x="1295952" y="114711"/>
                  <a:pt x="1299853" y="115498"/>
                  <a:pt x="1304079" y="115498"/>
                </a:cubicBezTo>
                <a:cubicBezTo>
                  <a:pt x="1308630" y="115498"/>
                  <a:pt x="1312693" y="114711"/>
                  <a:pt x="1316269" y="113137"/>
                </a:cubicBezTo>
                <a:cubicBezTo>
                  <a:pt x="1319846" y="111561"/>
                  <a:pt x="1322853" y="109388"/>
                  <a:pt x="1325290" y="106619"/>
                </a:cubicBezTo>
                <a:cubicBezTo>
                  <a:pt x="1327729" y="103848"/>
                  <a:pt x="1329598" y="100589"/>
                  <a:pt x="1330898" y="96842"/>
                </a:cubicBezTo>
                <a:cubicBezTo>
                  <a:pt x="1332199" y="93094"/>
                  <a:pt x="1332850" y="89101"/>
                  <a:pt x="1332850" y="84865"/>
                </a:cubicBezTo>
                <a:close/>
                <a:moveTo>
                  <a:pt x="1379497" y="122958"/>
                </a:moveTo>
                <a:lnTo>
                  <a:pt x="1368446" y="122958"/>
                </a:lnTo>
                <a:lnTo>
                  <a:pt x="1368446" y="46888"/>
                </a:lnTo>
                <a:lnTo>
                  <a:pt x="1379497" y="46888"/>
                </a:lnTo>
                <a:lnTo>
                  <a:pt x="1379497" y="122958"/>
                </a:lnTo>
                <a:moveTo>
                  <a:pt x="1381774" y="17560"/>
                </a:moveTo>
                <a:cubicBezTo>
                  <a:pt x="1381774" y="19828"/>
                  <a:pt x="1380962" y="21692"/>
                  <a:pt x="1379336" y="23150"/>
                </a:cubicBezTo>
                <a:cubicBezTo>
                  <a:pt x="1377711" y="24609"/>
                  <a:pt x="1375923" y="25338"/>
                  <a:pt x="1373972" y="25338"/>
                </a:cubicBezTo>
                <a:cubicBezTo>
                  <a:pt x="1372020" y="25338"/>
                  <a:pt x="1370232" y="24609"/>
                  <a:pt x="1368607" y="23150"/>
                </a:cubicBezTo>
                <a:cubicBezTo>
                  <a:pt x="1366981" y="21692"/>
                  <a:pt x="1366169" y="19828"/>
                  <a:pt x="1366169" y="17560"/>
                </a:cubicBezTo>
                <a:cubicBezTo>
                  <a:pt x="1366169" y="15291"/>
                  <a:pt x="1366981" y="13428"/>
                  <a:pt x="1368607" y="11969"/>
                </a:cubicBezTo>
                <a:cubicBezTo>
                  <a:pt x="1370232" y="10511"/>
                  <a:pt x="1372020" y="9782"/>
                  <a:pt x="1373972" y="9782"/>
                </a:cubicBezTo>
                <a:cubicBezTo>
                  <a:pt x="1375923" y="9782"/>
                  <a:pt x="1377711" y="10511"/>
                  <a:pt x="1379336" y="11969"/>
                </a:cubicBezTo>
                <a:cubicBezTo>
                  <a:pt x="1380962" y="13428"/>
                  <a:pt x="1381774" y="15291"/>
                  <a:pt x="1381774" y="17560"/>
                </a:cubicBezTo>
                <a:close/>
                <a:moveTo>
                  <a:pt x="1418834" y="46826"/>
                </a:moveTo>
                <a:cubicBezTo>
                  <a:pt x="1419051" y="48885"/>
                  <a:pt x="1419213" y="51161"/>
                  <a:pt x="1419320" y="53654"/>
                </a:cubicBezTo>
                <a:cubicBezTo>
                  <a:pt x="1419430" y="56146"/>
                  <a:pt x="1419484" y="58205"/>
                  <a:pt x="1419484" y="59830"/>
                </a:cubicBezTo>
                <a:lnTo>
                  <a:pt x="1419809" y="59830"/>
                </a:lnTo>
                <a:cubicBezTo>
                  <a:pt x="1421977" y="55382"/>
                  <a:pt x="1425499" y="51776"/>
                  <a:pt x="1430375" y="49011"/>
                </a:cubicBezTo>
                <a:cubicBezTo>
                  <a:pt x="1435251" y="46245"/>
                  <a:pt x="1440398" y="44862"/>
                  <a:pt x="1445816" y="44862"/>
                </a:cubicBezTo>
                <a:cubicBezTo>
                  <a:pt x="1455459" y="44862"/>
                  <a:pt x="1462692" y="47736"/>
                  <a:pt x="1467513" y="53486"/>
                </a:cubicBezTo>
                <a:cubicBezTo>
                  <a:pt x="1472336" y="59235"/>
                  <a:pt x="1474748" y="66827"/>
                  <a:pt x="1474748" y="76264"/>
                </a:cubicBezTo>
                <a:lnTo>
                  <a:pt x="1474748" y="122958"/>
                </a:lnTo>
                <a:lnTo>
                  <a:pt x="1463696" y="122958"/>
                </a:lnTo>
                <a:lnTo>
                  <a:pt x="1463696" y="80778"/>
                </a:lnTo>
                <a:cubicBezTo>
                  <a:pt x="1463696" y="76760"/>
                  <a:pt x="1463371" y="73123"/>
                  <a:pt x="1462721" y="69867"/>
                </a:cubicBezTo>
                <a:cubicBezTo>
                  <a:pt x="1462072" y="66610"/>
                  <a:pt x="1460961" y="63814"/>
                  <a:pt x="1459388" y="61479"/>
                </a:cubicBezTo>
                <a:cubicBezTo>
                  <a:pt x="1457817" y="59145"/>
                  <a:pt x="1455704" y="57326"/>
                  <a:pt x="1453049" y="56023"/>
                </a:cubicBezTo>
                <a:cubicBezTo>
                  <a:pt x="1450395" y="54720"/>
                  <a:pt x="1447063" y="54068"/>
                  <a:pt x="1443053" y="54068"/>
                </a:cubicBezTo>
                <a:cubicBezTo>
                  <a:pt x="1440128" y="54068"/>
                  <a:pt x="1437284" y="54666"/>
                  <a:pt x="1434519" y="55862"/>
                </a:cubicBezTo>
                <a:cubicBezTo>
                  <a:pt x="1431756" y="57055"/>
                  <a:pt x="1429291" y="58874"/>
                  <a:pt x="1427123" y="61318"/>
                </a:cubicBezTo>
                <a:cubicBezTo>
                  <a:pt x="1424957" y="63760"/>
                  <a:pt x="1423223" y="66854"/>
                  <a:pt x="1421922" y="70599"/>
                </a:cubicBezTo>
                <a:cubicBezTo>
                  <a:pt x="1420623" y="74344"/>
                  <a:pt x="1419973" y="78769"/>
                  <a:pt x="1419973" y="83873"/>
                </a:cubicBezTo>
                <a:lnTo>
                  <a:pt x="1419973" y="122958"/>
                </a:lnTo>
                <a:lnTo>
                  <a:pt x="1408918" y="122958"/>
                </a:lnTo>
                <a:lnTo>
                  <a:pt x="1408918" y="63573"/>
                </a:lnTo>
                <a:cubicBezTo>
                  <a:pt x="1408918" y="61511"/>
                  <a:pt x="1408864" y="58854"/>
                  <a:pt x="1408755" y="55604"/>
                </a:cubicBezTo>
                <a:cubicBezTo>
                  <a:pt x="1408647" y="52353"/>
                  <a:pt x="1408485" y="49427"/>
                  <a:pt x="1408269" y="46826"/>
                </a:cubicBezTo>
                <a:lnTo>
                  <a:pt x="1418834" y="46826"/>
                </a:lnTo>
                <a:close/>
                <a:moveTo>
                  <a:pt x="1561384" y="79148"/>
                </a:moveTo>
                <a:cubicBezTo>
                  <a:pt x="1561059" y="71936"/>
                  <a:pt x="1558755" y="65953"/>
                  <a:pt x="1554475" y="61199"/>
                </a:cubicBezTo>
                <a:cubicBezTo>
                  <a:pt x="1550195" y="56445"/>
                  <a:pt x="1544101" y="54068"/>
                  <a:pt x="1536190" y="54068"/>
                </a:cubicBezTo>
                <a:cubicBezTo>
                  <a:pt x="1532507" y="54068"/>
                  <a:pt x="1529093" y="54751"/>
                  <a:pt x="1525950" y="56117"/>
                </a:cubicBezTo>
                <a:cubicBezTo>
                  <a:pt x="1522808" y="57483"/>
                  <a:pt x="1520045" y="59340"/>
                  <a:pt x="1517661" y="61690"/>
                </a:cubicBezTo>
                <a:cubicBezTo>
                  <a:pt x="1515277" y="64040"/>
                  <a:pt x="1513380" y="66717"/>
                  <a:pt x="1511971" y="69723"/>
                </a:cubicBezTo>
                <a:cubicBezTo>
                  <a:pt x="1510563" y="72728"/>
                  <a:pt x="1509750" y="75869"/>
                  <a:pt x="1509533" y="79148"/>
                </a:cubicBezTo>
                <a:lnTo>
                  <a:pt x="1561384" y="79148"/>
                </a:lnTo>
                <a:moveTo>
                  <a:pt x="1572600" y="82665"/>
                </a:moveTo>
                <a:cubicBezTo>
                  <a:pt x="1572600" y="83426"/>
                  <a:pt x="1572600" y="84241"/>
                  <a:pt x="1572600" y="85111"/>
                </a:cubicBezTo>
                <a:cubicBezTo>
                  <a:pt x="1572600" y="85979"/>
                  <a:pt x="1572545" y="86901"/>
                  <a:pt x="1572436" y="87878"/>
                </a:cubicBezTo>
                <a:lnTo>
                  <a:pt x="1509370" y="87878"/>
                </a:lnTo>
                <a:cubicBezTo>
                  <a:pt x="1509479" y="91670"/>
                  <a:pt x="1510237" y="95245"/>
                  <a:pt x="1511644" y="98603"/>
                </a:cubicBezTo>
                <a:cubicBezTo>
                  <a:pt x="1513053" y="101959"/>
                  <a:pt x="1515003" y="104884"/>
                  <a:pt x="1517495" y="107375"/>
                </a:cubicBezTo>
                <a:cubicBezTo>
                  <a:pt x="1519988" y="109865"/>
                  <a:pt x="1522914" y="111842"/>
                  <a:pt x="1526272" y="113306"/>
                </a:cubicBezTo>
                <a:cubicBezTo>
                  <a:pt x="1529632" y="114767"/>
                  <a:pt x="1533263" y="115498"/>
                  <a:pt x="1537165" y="115498"/>
                </a:cubicBezTo>
                <a:cubicBezTo>
                  <a:pt x="1542908" y="115498"/>
                  <a:pt x="1547865" y="114171"/>
                  <a:pt x="1552036" y="111517"/>
                </a:cubicBezTo>
                <a:cubicBezTo>
                  <a:pt x="1556208" y="108862"/>
                  <a:pt x="1559378" y="105800"/>
                  <a:pt x="1561546" y="102333"/>
                </a:cubicBezTo>
                <a:lnTo>
                  <a:pt x="1569834" y="108834"/>
                </a:lnTo>
                <a:cubicBezTo>
                  <a:pt x="1565284" y="114568"/>
                  <a:pt x="1560272" y="118674"/>
                  <a:pt x="1554799" y="121150"/>
                </a:cubicBezTo>
                <a:cubicBezTo>
                  <a:pt x="1549328" y="123626"/>
                  <a:pt x="1543450" y="124863"/>
                  <a:pt x="1537165" y="124863"/>
                </a:cubicBezTo>
                <a:cubicBezTo>
                  <a:pt x="1531530" y="124863"/>
                  <a:pt x="1526301" y="123860"/>
                  <a:pt x="1521478" y="121855"/>
                </a:cubicBezTo>
                <a:cubicBezTo>
                  <a:pt x="1516656" y="119849"/>
                  <a:pt x="1512512" y="117058"/>
                  <a:pt x="1509045" y="113482"/>
                </a:cubicBezTo>
                <a:cubicBezTo>
                  <a:pt x="1505577" y="109904"/>
                  <a:pt x="1502841" y="105676"/>
                  <a:pt x="1500835" y="100798"/>
                </a:cubicBezTo>
                <a:cubicBezTo>
                  <a:pt x="1498831" y="95920"/>
                  <a:pt x="1497829" y="90608"/>
                  <a:pt x="1497829" y="84863"/>
                </a:cubicBezTo>
                <a:cubicBezTo>
                  <a:pt x="1497829" y="79117"/>
                  <a:pt x="1498804" y="73805"/>
                  <a:pt x="1500753" y="68927"/>
                </a:cubicBezTo>
                <a:cubicBezTo>
                  <a:pt x="1502704" y="64050"/>
                  <a:pt x="1505414" y="59822"/>
                  <a:pt x="1508881" y="56246"/>
                </a:cubicBezTo>
                <a:cubicBezTo>
                  <a:pt x="1512350" y="52668"/>
                  <a:pt x="1516414" y="49876"/>
                  <a:pt x="1521074" y="47870"/>
                </a:cubicBezTo>
                <a:cubicBezTo>
                  <a:pt x="1525733" y="45865"/>
                  <a:pt x="1530772" y="44862"/>
                  <a:pt x="1536190" y="44862"/>
                </a:cubicBezTo>
                <a:cubicBezTo>
                  <a:pt x="1542150" y="44862"/>
                  <a:pt x="1547404" y="45867"/>
                  <a:pt x="1551955" y="47878"/>
                </a:cubicBezTo>
                <a:cubicBezTo>
                  <a:pt x="1556507" y="49887"/>
                  <a:pt x="1560300" y="52603"/>
                  <a:pt x="1563334" y="56025"/>
                </a:cubicBezTo>
                <a:cubicBezTo>
                  <a:pt x="1566368" y="59446"/>
                  <a:pt x="1568670" y="63438"/>
                  <a:pt x="1570241" y="68000"/>
                </a:cubicBezTo>
                <a:cubicBezTo>
                  <a:pt x="1571814" y="72562"/>
                  <a:pt x="1572600" y="77450"/>
                  <a:pt x="1572600" y="82665"/>
                </a:cubicBezTo>
                <a:close/>
                <a:moveTo>
                  <a:pt x="1677440" y="64798"/>
                </a:moveTo>
                <a:cubicBezTo>
                  <a:pt x="1675815" y="61654"/>
                  <a:pt x="1673349" y="59081"/>
                  <a:pt x="1670044" y="57077"/>
                </a:cubicBezTo>
                <a:cubicBezTo>
                  <a:pt x="1666739" y="55071"/>
                  <a:pt x="1662973" y="54068"/>
                  <a:pt x="1658747" y="54068"/>
                </a:cubicBezTo>
                <a:cubicBezTo>
                  <a:pt x="1656797" y="54068"/>
                  <a:pt x="1654847" y="54286"/>
                  <a:pt x="1652896" y="54721"/>
                </a:cubicBezTo>
                <a:cubicBezTo>
                  <a:pt x="1650945" y="55154"/>
                  <a:pt x="1649210" y="55859"/>
                  <a:pt x="1647692" y="56836"/>
                </a:cubicBezTo>
                <a:cubicBezTo>
                  <a:pt x="1646176" y="57812"/>
                  <a:pt x="1644958" y="59059"/>
                  <a:pt x="1644037" y="60579"/>
                </a:cubicBezTo>
                <a:cubicBezTo>
                  <a:pt x="1643116" y="62097"/>
                  <a:pt x="1642655" y="63887"/>
                  <a:pt x="1642655" y="65949"/>
                </a:cubicBezTo>
                <a:cubicBezTo>
                  <a:pt x="1642655" y="69530"/>
                  <a:pt x="1644118" y="72270"/>
                  <a:pt x="1647043" y="74168"/>
                </a:cubicBezTo>
                <a:cubicBezTo>
                  <a:pt x="1649969" y="76066"/>
                  <a:pt x="1654575" y="77667"/>
                  <a:pt x="1660860" y="78970"/>
                </a:cubicBezTo>
                <a:cubicBezTo>
                  <a:pt x="1669855" y="80813"/>
                  <a:pt x="1676492" y="83498"/>
                  <a:pt x="1680771" y="87025"/>
                </a:cubicBezTo>
                <a:cubicBezTo>
                  <a:pt x="1685052" y="90550"/>
                  <a:pt x="1687192" y="95297"/>
                  <a:pt x="1687192" y="101264"/>
                </a:cubicBezTo>
                <a:cubicBezTo>
                  <a:pt x="1687192" y="105604"/>
                  <a:pt x="1686352" y="109267"/>
                  <a:pt x="1684672" y="112251"/>
                </a:cubicBezTo>
                <a:cubicBezTo>
                  <a:pt x="1682992" y="115234"/>
                  <a:pt x="1680797" y="117676"/>
                  <a:pt x="1678087" y="119575"/>
                </a:cubicBezTo>
                <a:cubicBezTo>
                  <a:pt x="1675379" y="121474"/>
                  <a:pt x="1672318" y="122829"/>
                  <a:pt x="1668906" y="123643"/>
                </a:cubicBezTo>
                <a:cubicBezTo>
                  <a:pt x="1665493" y="124457"/>
                  <a:pt x="1662053" y="124863"/>
                  <a:pt x="1658585" y="124863"/>
                </a:cubicBezTo>
                <a:cubicBezTo>
                  <a:pt x="1652841" y="124863"/>
                  <a:pt x="1647260" y="123679"/>
                  <a:pt x="1641842" y="121312"/>
                </a:cubicBezTo>
                <a:cubicBezTo>
                  <a:pt x="1636425" y="118942"/>
                  <a:pt x="1631982" y="115217"/>
                  <a:pt x="1628513" y="110136"/>
                </a:cubicBezTo>
                <a:lnTo>
                  <a:pt x="1637290" y="103633"/>
                </a:lnTo>
                <a:cubicBezTo>
                  <a:pt x="1639242" y="106993"/>
                  <a:pt x="1642113" y="109810"/>
                  <a:pt x="1645904" y="112085"/>
                </a:cubicBezTo>
                <a:cubicBezTo>
                  <a:pt x="1649697" y="114360"/>
                  <a:pt x="1653870" y="115498"/>
                  <a:pt x="1658422" y="115498"/>
                </a:cubicBezTo>
                <a:cubicBezTo>
                  <a:pt x="1660806" y="115498"/>
                  <a:pt x="1663081" y="115281"/>
                  <a:pt x="1665247" y="114848"/>
                </a:cubicBezTo>
                <a:cubicBezTo>
                  <a:pt x="1667415" y="114413"/>
                  <a:pt x="1669311" y="113654"/>
                  <a:pt x="1670937" y="112569"/>
                </a:cubicBezTo>
                <a:cubicBezTo>
                  <a:pt x="1672562" y="111484"/>
                  <a:pt x="1673863" y="110101"/>
                  <a:pt x="1674838" y="108420"/>
                </a:cubicBezTo>
                <a:cubicBezTo>
                  <a:pt x="1675814" y="106736"/>
                  <a:pt x="1676302" y="104647"/>
                  <a:pt x="1676302" y="102152"/>
                </a:cubicBezTo>
                <a:cubicBezTo>
                  <a:pt x="1676302" y="98137"/>
                  <a:pt x="1674378" y="95126"/>
                  <a:pt x="1670530" y="93119"/>
                </a:cubicBezTo>
                <a:cubicBezTo>
                  <a:pt x="1666684" y="91112"/>
                  <a:pt x="1661131" y="89240"/>
                  <a:pt x="1653871" y="87504"/>
                </a:cubicBezTo>
                <a:cubicBezTo>
                  <a:pt x="1651595" y="86962"/>
                  <a:pt x="1649184" y="86284"/>
                  <a:pt x="1646636" y="85470"/>
                </a:cubicBezTo>
                <a:cubicBezTo>
                  <a:pt x="1644089" y="84657"/>
                  <a:pt x="1641732" y="83464"/>
                  <a:pt x="1639565" y="81891"/>
                </a:cubicBezTo>
                <a:cubicBezTo>
                  <a:pt x="1637399" y="80317"/>
                  <a:pt x="1635611" y="78336"/>
                  <a:pt x="1634203" y="75949"/>
                </a:cubicBezTo>
                <a:cubicBezTo>
                  <a:pt x="1632794" y="73561"/>
                  <a:pt x="1632089" y="70577"/>
                  <a:pt x="1632089" y="66998"/>
                </a:cubicBezTo>
                <a:cubicBezTo>
                  <a:pt x="1632089" y="63091"/>
                  <a:pt x="1632848" y="59754"/>
                  <a:pt x="1634364" y="56988"/>
                </a:cubicBezTo>
                <a:cubicBezTo>
                  <a:pt x="1635882" y="54220"/>
                  <a:pt x="1637914" y="51941"/>
                  <a:pt x="1640460" y="50152"/>
                </a:cubicBezTo>
                <a:cubicBezTo>
                  <a:pt x="1643006" y="48361"/>
                  <a:pt x="1645905" y="47032"/>
                  <a:pt x="1649156" y="46164"/>
                </a:cubicBezTo>
                <a:cubicBezTo>
                  <a:pt x="1652408" y="45296"/>
                  <a:pt x="1655768" y="44862"/>
                  <a:pt x="1659235" y="44862"/>
                </a:cubicBezTo>
                <a:cubicBezTo>
                  <a:pt x="1664545" y="44862"/>
                  <a:pt x="1669691" y="46047"/>
                  <a:pt x="1674674" y="48416"/>
                </a:cubicBezTo>
                <a:cubicBezTo>
                  <a:pt x="1679660" y="50784"/>
                  <a:pt x="1683399" y="54131"/>
                  <a:pt x="1685892" y="58458"/>
                </a:cubicBezTo>
                <a:lnTo>
                  <a:pt x="1677440" y="64798"/>
                </a:lnTo>
                <a:close/>
                <a:moveTo>
                  <a:pt x="1720514" y="122958"/>
                </a:moveTo>
                <a:lnTo>
                  <a:pt x="1709460" y="122958"/>
                </a:lnTo>
                <a:lnTo>
                  <a:pt x="1709460" y="77"/>
                </a:lnTo>
                <a:lnTo>
                  <a:pt x="1720514" y="77"/>
                </a:lnTo>
                <a:lnTo>
                  <a:pt x="1720514" y="122958"/>
                </a:lnTo>
                <a:close/>
                <a:moveTo>
                  <a:pt x="1808124" y="79148"/>
                </a:moveTo>
                <a:cubicBezTo>
                  <a:pt x="1807798" y="71936"/>
                  <a:pt x="1805495" y="65953"/>
                  <a:pt x="1801214" y="61199"/>
                </a:cubicBezTo>
                <a:cubicBezTo>
                  <a:pt x="1796935" y="56445"/>
                  <a:pt x="1790840" y="54068"/>
                  <a:pt x="1782930" y="54068"/>
                </a:cubicBezTo>
                <a:cubicBezTo>
                  <a:pt x="1779246" y="54068"/>
                  <a:pt x="1775832" y="54751"/>
                  <a:pt x="1772689" y="56117"/>
                </a:cubicBezTo>
                <a:cubicBezTo>
                  <a:pt x="1769548" y="57483"/>
                  <a:pt x="1766785" y="59340"/>
                  <a:pt x="1764400" y="61690"/>
                </a:cubicBezTo>
                <a:cubicBezTo>
                  <a:pt x="1762016" y="64040"/>
                  <a:pt x="1760119" y="66717"/>
                  <a:pt x="1758711" y="69723"/>
                </a:cubicBezTo>
                <a:cubicBezTo>
                  <a:pt x="1757302" y="72728"/>
                  <a:pt x="1756489" y="75869"/>
                  <a:pt x="1756273" y="79148"/>
                </a:cubicBezTo>
                <a:lnTo>
                  <a:pt x="1808124" y="79148"/>
                </a:lnTo>
                <a:moveTo>
                  <a:pt x="1819339" y="82665"/>
                </a:moveTo>
                <a:cubicBezTo>
                  <a:pt x="1819339" y="83426"/>
                  <a:pt x="1819339" y="84241"/>
                  <a:pt x="1819339" y="85111"/>
                </a:cubicBezTo>
                <a:cubicBezTo>
                  <a:pt x="1819339" y="85979"/>
                  <a:pt x="1819285" y="86901"/>
                  <a:pt x="1819176" y="87878"/>
                </a:cubicBezTo>
                <a:lnTo>
                  <a:pt x="1756109" y="87878"/>
                </a:lnTo>
                <a:cubicBezTo>
                  <a:pt x="1756218" y="91670"/>
                  <a:pt x="1756976" y="95245"/>
                  <a:pt x="1758383" y="98603"/>
                </a:cubicBezTo>
                <a:cubicBezTo>
                  <a:pt x="1759792" y="101959"/>
                  <a:pt x="1761742" y="104884"/>
                  <a:pt x="1764234" y="107375"/>
                </a:cubicBezTo>
                <a:cubicBezTo>
                  <a:pt x="1766728" y="109865"/>
                  <a:pt x="1769653" y="111842"/>
                  <a:pt x="1773012" y="113306"/>
                </a:cubicBezTo>
                <a:cubicBezTo>
                  <a:pt x="1776371" y="114767"/>
                  <a:pt x="1780002" y="115498"/>
                  <a:pt x="1783905" y="115498"/>
                </a:cubicBezTo>
                <a:cubicBezTo>
                  <a:pt x="1789647" y="115498"/>
                  <a:pt x="1794604" y="114171"/>
                  <a:pt x="1798776" y="111517"/>
                </a:cubicBezTo>
                <a:cubicBezTo>
                  <a:pt x="1802948" y="108862"/>
                  <a:pt x="1806117" y="105800"/>
                  <a:pt x="1808285" y="102333"/>
                </a:cubicBezTo>
                <a:lnTo>
                  <a:pt x="1816574" y="108834"/>
                </a:lnTo>
                <a:cubicBezTo>
                  <a:pt x="1812023" y="114568"/>
                  <a:pt x="1807012" y="118674"/>
                  <a:pt x="1801539" y="121150"/>
                </a:cubicBezTo>
                <a:cubicBezTo>
                  <a:pt x="1796068" y="123626"/>
                  <a:pt x="1790189" y="124863"/>
                  <a:pt x="1783905" y="124863"/>
                </a:cubicBezTo>
                <a:cubicBezTo>
                  <a:pt x="1778270" y="124863"/>
                  <a:pt x="1773041" y="123860"/>
                  <a:pt x="1768217" y="121855"/>
                </a:cubicBezTo>
                <a:cubicBezTo>
                  <a:pt x="1763396" y="119849"/>
                  <a:pt x="1759251" y="117058"/>
                  <a:pt x="1755784" y="113482"/>
                </a:cubicBezTo>
                <a:cubicBezTo>
                  <a:pt x="1752317" y="109904"/>
                  <a:pt x="1749580" y="105676"/>
                  <a:pt x="1747575" y="100798"/>
                </a:cubicBezTo>
                <a:cubicBezTo>
                  <a:pt x="1745571" y="95920"/>
                  <a:pt x="1744569" y="90608"/>
                  <a:pt x="1744569" y="84863"/>
                </a:cubicBezTo>
                <a:cubicBezTo>
                  <a:pt x="1744569" y="79117"/>
                  <a:pt x="1745543" y="73805"/>
                  <a:pt x="1747493" y="68927"/>
                </a:cubicBezTo>
                <a:cubicBezTo>
                  <a:pt x="1749444" y="64050"/>
                  <a:pt x="1752153" y="59822"/>
                  <a:pt x="1755620" y="56246"/>
                </a:cubicBezTo>
                <a:cubicBezTo>
                  <a:pt x="1759089" y="52668"/>
                  <a:pt x="1763154" y="49876"/>
                  <a:pt x="1767813" y="47870"/>
                </a:cubicBezTo>
                <a:cubicBezTo>
                  <a:pt x="1772473" y="45865"/>
                  <a:pt x="1777511" y="44862"/>
                  <a:pt x="1782930" y="44862"/>
                </a:cubicBezTo>
                <a:cubicBezTo>
                  <a:pt x="1788889" y="44862"/>
                  <a:pt x="1794144" y="45867"/>
                  <a:pt x="1798694" y="47878"/>
                </a:cubicBezTo>
                <a:cubicBezTo>
                  <a:pt x="1803246" y="49887"/>
                  <a:pt x="1807039" y="52603"/>
                  <a:pt x="1810073" y="56025"/>
                </a:cubicBezTo>
                <a:cubicBezTo>
                  <a:pt x="1813107" y="59446"/>
                  <a:pt x="1815410" y="63438"/>
                  <a:pt x="1816981" y="68000"/>
                </a:cubicBezTo>
                <a:cubicBezTo>
                  <a:pt x="1818553" y="72562"/>
                  <a:pt x="1819339" y="77450"/>
                  <a:pt x="1819339" y="82665"/>
                </a:cubicBezTo>
                <a:close/>
                <a:moveTo>
                  <a:pt x="1901099" y="79148"/>
                </a:moveTo>
                <a:cubicBezTo>
                  <a:pt x="1900773" y="71936"/>
                  <a:pt x="1898470" y="65953"/>
                  <a:pt x="1894189" y="61199"/>
                </a:cubicBezTo>
                <a:cubicBezTo>
                  <a:pt x="1889910" y="56445"/>
                  <a:pt x="1883815" y="54068"/>
                  <a:pt x="1875905" y="54068"/>
                </a:cubicBezTo>
                <a:cubicBezTo>
                  <a:pt x="1872221" y="54068"/>
                  <a:pt x="1868807" y="54751"/>
                  <a:pt x="1865664" y="56117"/>
                </a:cubicBezTo>
                <a:cubicBezTo>
                  <a:pt x="1862523" y="57483"/>
                  <a:pt x="1859760" y="59340"/>
                  <a:pt x="1857375" y="61690"/>
                </a:cubicBezTo>
                <a:cubicBezTo>
                  <a:pt x="1854991" y="64040"/>
                  <a:pt x="1853095" y="66717"/>
                  <a:pt x="1851686" y="69723"/>
                </a:cubicBezTo>
                <a:cubicBezTo>
                  <a:pt x="1850277" y="72728"/>
                  <a:pt x="1849464" y="75869"/>
                  <a:pt x="1849248" y="79148"/>
                </a:cubicBezTo>
                <a:lnTo>
                  <a:pt x="1901099" y="79148"/>
                </a:lnTo>
                <a:moveTo>
                  <a:pt x="1912314" y="82665"/>
                </a:moveTo>
                <a:cubicBezTo>
                  <a:pt x="1912314" y="83426"/>
                  <a:pt x="1912314" y="84241"/>
                  <a:pt x="1912314" y="85111"/>
                </a:cubicBezTo>
                <a:cubicBezTo>
                  <a:pt x="1912314" y="85979"/>
                  <a:pt x="1912260" y="86901"/>
                  <a:pt x="1912151" y="87878"/>
                </a:cubicBezTo>
                <a:lnTo>
                  <a:pt x="1849084" y="87878"/>
                </a:lnTo>
                <a:cubicBezTo>
                  <a:pt x="1849193" y="91670"/>
                  <a:pt x="1849951" y="95245"/>
                  <a:pt x="1851358" y="98603"/>
                </a:cubicBezTo>
                <a:cubicBezTo>
                  <a:pt x="1852767" y="101959"/>
                  <a:pt x="1854717" y="104884"/>
                  <a:pt x="1857209" y="107375"/>
                </a:cubicBezTo>
                <a:cubicBezTo>
                  <a:pt x="1859703" y="109865"/>
                  <a:pt x="1862628" y="111842"/>
                  <a:pt x="1865987" y="113306"/>
                </a:cubicBezTo>
                <a:cubicBezTo>
                  <a:pt x="1869346" y="114767"/>
                  <a:pt x="1872977" y="115498"/>
                  <a:pt x="1876880" y="115498"/>
                </a:cubicBezTo>
                <a:cubicBezTo>
                  <a:pt x="1882622" y="115498"/>
                  <a:pt x="1887579" y="114171"/>
                  <a:pt x="1891751" y="111517"/>
                </a:cubicBezTo>
                <a:cubicBezTo>
                  <a:pt x="1895923" y="108862"/>
                  <a:pt x="1899092" y="105800"/>
                  <a:pt x="1901260" y="102333"/>
                </a:cubicBezTo>
                <a:lnTo>
                  <a:pt x="1909549" y="108834"/>
                </a:lnTo>
                <a:cubicBezTo>
                  <a:pt x="1904999" y="114568"/>
                  <a:pt x="1899987" y="118674"/>
                  <a:pt x="1894514" y="121150"/>
                </a:cubicBezTo>
                <a:cubicBezTo>
                  <a:pt x="1889043" y="123626"/>
                  <a:pt x="1883164" y="124863"/>
                  <a:pt x="1876880" y="124863"/>
                </a:cubicBezTo>
                <a:cubicBezTo>
                  <a:pt x="1871245" y="124863"/>
                  <a:pt x="1866016" y="123860"/>
                  <a:pt x="1861192" y="121855"/>
                </a:cubicBezTo>
                <a:cubicBezTo>
                  <a:pt x="1856371" y="119849"/>
                  <a:pt x="1852226" y="117058"/>
                  <a:pt x="1848759" y="113482"/>
                </a:cubicBezTo>
                <a:cubicBezTo>
                  <a:pt x="1845292" y="109904"/>
                  <a:pt x="1842555" y="105676"/>
                  <a:pt x="1840550" y="100798"/>
                </a:cubicBezTo>
                <a:cubicBezTo>
                  <a:pt x="1838546" y="95920"/>
                  <a:pt x="1837544" y="90608"/>
                  <a:pt x="1837544" y="84863"/>
                </a:cubicBezTo>
                <a:cubicBezTo>
                  <a:pt x="1837544" y="79117"/>
                  <a:pt x="1838518" y="73805"/>
                  <a:pt x="1840468" y="68927"/>
                </a:cubicBezTo>
                <a:cubicBezTo>
                  <a:pt x="1842419" y="64050"/>
                  <a:pt x="1845128" y="59822"/>
                  <a:pt x="1848595" y="56246"/>
                </a:cubicBezTo>
                <a:cubicBezTo>
                  <a:pt x="1852064" y="52668"/>
                  <a:pt x="1856129" y="49876"/>
                  <a:pt x="1860788" y="47870"/>
                </a:cubicBezTo>
                <a:cubicBezTo>
                  <a:pt x="1865448" y="45865"/>
                  <a:pt x="1870487" y="44862"/>
                  <a:pt x="1875905" y="44862"/>
                </a:cubicBezTo>
                <a:cubicBezTo>
                  <a:pt x="1881864" y="44862"/>
                  <a:pt x="1887119" y="45867"/>
                  <a:pt x="1891669" y="47878"/>
                </a:cubicBezTo>
                <a:cubicBezTo>
                  <a:pt x="1896221" y="49887"/>
                  <a:pt x="1900014" y="52603"/>
                  <a:pt x="1903048" y="56025"/>
                </a:cubicBezTo>
                <a:cubicBezTo>
                  <a:pt x="1906082" y="59446"/>
                  <a:pt x="1908385" y="63438"/>
                  <a:pt x="1909956" y="68000"/>
                </a:cubicBezTo>
                <a:cubicBezTo>
                  <a:pt x="1911528" y="72562"/>
                  <a:pt x="1912314" y="77450"/>
                  <a:pt x="1912314" y="82665"/>
                </a:cubicBezTo>
                <a:close/>
                <a:moveTo>
                  <a:pt x="1947423" y="81212"/>
                </a:moveTo>
                <a:lnTo>
                  <a:pt x="1947909" y="81212"/>
                </a:lnTo>
                <a:lnTo>
                  <a:pt x="1983019" y="46915"/>
                </a:lnTo>
                <a:lnTo>
                  <a:pt x="1998949" y="46915"/>
                </a:lnTo>
                <a:lnTo>
                  <a:pt x="1960588" y="81698"/>
                </a:lnTo>
                <a:lnTo>
                  <a:pt x="2002850" y="122958"/>
                </a:lnTo>
                <a:lnTo>
                  <a:pt x="1986595" y="122958"/>
                </a:lnTo>
                <a:lnTo>
                  <a:pt x="1947909" y="82958"/>
                </a:lnTo>
                <a:lnTo>
                  <a:pt x="1947423" y="82958"/>
                </a:lnTo>
                <a:lnTo>
                  <a:pt x="1947423" y="122958"/>
                </a:lnTo>
                <a:lnTo>
                  <a:pt x="1936369" y="122958"/>
                </a:lnTo>
                <a:lnTo>
                  <a:pt x="1936369" y="104"/>
                </a:lnTo>
                <a:lnTo>
                  <a:pt x="1947423" y="104"/>
                </a:lnTo>
                <a:lnTo>
                  <a:pt x="1947423" y="81212"/>
                </a:lnTo>
                <a:close/>
                <a:moveTo>
                  <a:pt x="2070630" y="161917"/>
                </a:moveTo>
                <a:lnTo>
                  <a:pt x="2059576" y="161917"/>
                </a:lnTo>
                <a:lnTo>
                  <a:pt x="2059576" y="46816"/>
                </a:lnTo>
                <a:lnTo>
                  <a:pt x="2070630" y="46816"/>
                </a:lnTo>
                <a:lnTo>
                  <a:pt x="2070630" y="59984"/>
                </a:lnTo>
                <a:lnTo>
                  <a:pt x="2071116" y="59984"/>
                </a:lnTo>
                <a:cubicBezTo>
                  <a:pt x="2074260" y="54997"/>
                  <a:pt x="2078459" y="51230"/>
                  <a:pt x="2083713" y="48684"/>
                </a:cubicBezTo>
                <a:cubicBezTo>
                  <a:pt x="2088970" y="46136"/>
                  <a:pt x="2094306" y="44862"/>
                  <a:pt x="2099723" y="44862"/>
                </a:cubicBezTo>
                <a:cubicBezTo>
                  <a:pt x="2105684" y="44862"/>
                  <a:pt x="2111075" y="45892"/>
                  <a:pt x="2115896" y="47952"/>
                </a:cubicBezTo>
                <a:cubicBezTo>
                  <a:pt x="2120718" y="50011"/>
                  <a:pt x="2124835" y="52829"/>
                  <a:pt x="2128248" y="56407"/>
                </a:cubicBezTo>
                <a:cubicBezTo>
                  <a:pt x="2131662" y="59984"/>
                  <a:pt x="2134318" y="64212"/>
                  <a:pt x="2136214" y="69091"/>
                </a:cubicBezTo>
                <a:cubicBezTo>
                  <a:pt x="2138111" y="73969"/>
                  <a:pt x="2139059" y="79226"/>
                  <a:pt x="2139059" y="84863"/>
                </a:cubicBezTo>
                <a:cubicBezTo>
                  <a:pt x="2139059" y="90499"/>
                  <a:pt x="2138111" y="95757"/>
                  <a:pt x="2136214" y="100637"/>
                </a:cubicBezTo>
                <a:cubicBezTo>
                  <a:pt x="2134318" y="105514"/>
                  <a:pt x="2131662" y="109742"/>
                  <a:pt x="2128248" y="113320"/>
                </a:cubicBezTo>
                <a:cubicBezTo>
                  <a:pt x="2124835" y="116897"/>
                  <a:pt x="2120718" y="119715"/>
                  <a:pt x="2115896" y="121775"/>
                </a:cubicBezTo>
                <a:cubicBezTo>
                  <a:pt x="2111075" y="123834"/>
                  <a:pt x="2105684" y="124863"/>
                  <a:pt x="2099723" y="124863"/>
                </a:cubicBezTo>
                <a:cubicBezTo>
                  <a:pt x="2094306" y="124863"/>
                  <a:pt x="2088970" y="123590"/>
                  <a:pt x="2083713" y="121044"/>
                </a:cubicBezTo>
                <a:cubicBezTo>
                  <a:pt x="2078459" y="118496"/>
                  <a:pt x="2074260" y="114837"/>
                  <a:pt x="2071116" y="110066"/>
                </a:cubicBezTo>
                <a:lnTo>
                  <a:pt x="2070630" y="110066"/>
                </a:lnTo>
                <a:lnTo>
                  <a:pt x="2070630" y="161917"/>
                </a:lnTo>
                <a:moveTo>
                  <a:pt x="2127357" y="84865"/>
                </a:moveTo>
                <a:cubicBezTo>
                  <a:pt x="2127357" y="80629"/>
                  <a:pt x="2126707" y="76637"/>
                  <a:pt x="2125406" y="72891"/>
                </a:cubicBezTo>
                <a:cubicBezTo>
                  <a:pt x="2124106" y="69142"/>
                  <a:pt x="2122237" y="65883"/>
                  <a:pt x="2119798" y="63114"/>
                </a:cubicBezTo>
                <a:cubicBezTo>
                  <a:pt x="2117361" y="60342"/>
                  <a:pt x="2114354" y="58143"/>
                  <a:pt x="2110777" y="56514"/>
                </a:cubicBezTo>
                <a:cubicBezTo>
                  <a:pt x="2107201" y="54884"/>
                  <a:pt x="2103137" y="54068"/>
                  <a:pt x="2098587" y="54068"/>
                </a:cubicBezTo>
                <a:cubicBezTo>
                  <a:pt x="2094361" y="54068"/>
                  <a:pt x="2090460" y="54856"/>
                  <a:pt x="2086883" y="56432"/>
                </a:cubicBezTo>
                <a:cubicBezTo>
                  <a:pt x="2083308" y="58006"/>
                  <a:pt x="2080220" y="60179"/>
                  <a:pt x="2077620" y="62950"/>
                </a:cubicBezTo>
                <a:cubicBezTo>
                  <a:pt x="2075019" y="65720"/>
                  <a:pt x="2072986" y="68979"/>
                  <a:pt x="2071523" y="72727"/>
                </a:cubicBezTo>
                <a:cubicBezTo>
                  <a:pt x="2070060" y="76474"/>
                  <a:pt x="2069328" y="80520"/>
                  <a:pt x="2069328" y="84865"/>
                </a:cubicBezTo>
                <a:cubicBezTo>
                  <a:pt x="2069328" y="89210"/>
                  <a:pt x="2070060" y="93257"/>
                  <a:pt x="2071523" y="97006"/>
                </a:cubicBezTo>
                <a:cubicBezTo>
                  <a:pt x="2072986" y="100752"/>
                  <a:pt x="2075019" y="103984"/>
                  <a:pt x="2077620" y="106701"/>
                </a:cubicBezTo>
                <a:cubicBezTo>
                  <a:pt x="2080220" y="109416"/>
                  <a:pt x="2083308" y="111561"/>
                  <a:pt x="2086883" y="113137"/>
                </a:cubicBezTo>
                <a:cubicBezTo>
                  <a:pt x="2090460" y="114711"/>
                  <a:pt x="2094361" y="115498"/>
                  <a:pt x="2098587" y="115498"/>
                </a:cubicBezTo>
                <a:cubicBezTo>
                  <a:pt x="2103137" y="115498"/>
                  <a:pt x="2107201" y="114711"/>
                  <a:pt x="2110777" y="113137"/>
                </a:cubicBezTo>
                <a:cubicBezTo>
                  <a:pt x="2114354" y="111561"/>
                  <a:pt x="2117361" y="109388"/>
                  <a:pt x="2119798" y="106619"/>
                </a:cubicBezTo>
                <a:cubicBezTo>
                  <a:pt x="2122237" y="103848"/>
                  <a:pt x="2124106" y="100589"/>
                  <a:pt x="2125406" y="96842"/>
                </a:cubicBezTo>
                <a:cubicBezTo>
                  <a:pt x="2126707" y="93094"/>
                  <a:pt x="2127357" y="89101"/>
                  <a:pt x="2127357" y="84865"/>
                </a:cubicBezTo>
                <a:close/>
                <a:moveTo>
                  <a:pt x="2162791" y="63573"/>
                </a:moveTo>
                <a:cubicBezTo>
                  <a:pt x="2162791" y="61511"/>
                  <a:pt x="2162736" y="58854"/>
                  <a:pt x="2162627" y="55604"/>
                </a:cubicBezTo>
                <a:cubicBezTo>
                  <a:pt x="2162519" y="52353"/>
                  <a:pt x="2162357" y="49427"/>
                  <a:pt x="2162141" y="46826"/>
                </a:cubicBezTo>
                <a:lnTo>
                  <a:pt x="2172707" y="46826"/>
                </a:lnTo>
                <a:cubicBezTo>
                  <a:pt x="2172923" y="48885"/>
                  <a:pt x="2173085" y="51161"/>
                  <a:pt x="2173193" y="53654"/>
                </a:cubicBezTo>
                <a:cubicBezTo>
                  <a:pt x="2173302" y="56146"/>
                  <a:pt x="2173356" y="58205"/>
                  <a:pt x="2173356" y="59830"/>
                </a:cubicBezTo>
                <a:lnTo>
                  <a:pt x="2173681" y="59830"/>
                </a:lnTo>
                <a:cubicBezTo>
                  <a:pt x="2175849" y="55382"/>
                  <a:pt x="2179100" y="51776"/>
                  <a:pt x="2183433" y="49011"/>
                </a:cubicBezTo>
                <a:cubicBezTo>
                  <a:pt x="2187769" y="46245"/>
                  <a:pt x="2192646" y="44862"/>
                  <a:pt x="2198064" y="44862"/>
                </a:cubicBezTo>
                <a:cubicBezTo>
                  <a:pt x="2199473" y="44862"/>
                  <a:pt x="2200746" y="44926"/>
                  <a:pt x="2201884" y="45053"/>
                </a:cubicBezTo>
                <a:cubicBezTo>
                  <a:pt x="2203021" y="45180"/>
                  <a:pt x="2204186" y="45434"/>
                  <a:pt x="2205378" y="45814"/>
                </a:cubicBezTo>
                <a:lnTo>
                  <a:pt x="2203915" y="56157"/>
                </a:lnTo>
                <a:cubicBezTo>
                  <a:pt x="2203265" y="55940"/>
                  <a:pt x="2202181" y="55724"/>
                  <a:pt x="2200663" y="55507"/>
                </a:cubicBezTo>
                <a:cubicBezTo>
                  <a:pt x="2199147" y="55289"/>
                  <a:pt x="2197630" y="55180"/>
                  <a:pt x="2196112" y="55180"/>
                </a:cubicBezTo>
                <a:cubicBezTo>
                  <a:pt x="2193187" y="55180"/>
                  <a:pt x="2190370" y="55722"/>
                  <a:pt x="2187660" y="56807"/>
                </a:cubicBezTo>
                <a:cubicBezTo>
                  <a:pt x="2184951" y="57890"/>
                  <a:pt x="2182594" y="59596"/>
                  <a:pt x="2180589" y="61926"/>
                </a:cubicBezTo>
                <a:cubicBezTo>
                  <a:pt x="2178585" y="64255"/>
                  <a:pt x="2176959" y="67236"/>
                  <a:pt x="2175713" y="70867"/>
                </a:cubicBezTo>
                <a:cubicBezTo>
                  <a:pt x="2174467" y="74496"/>
                  <a:pt x="2173845" y="78857"/>
                  <a:pt x="2173845" y="83950"/>
                </a:cubicBezTo>
                <a:lnTo>
                  <a:pt x="2173845" y="122958"/>
                </a:lnTo>
                <a:lnTo>
                  <a:pt x="2162791" y="122958"/>
                </a:lnTo>
                <a:lnTo>
                  <a:pt x="2162791" y="63573"/>
                </a:lnTo>
                <a:close/>
                <a:moveTo>
                  <a:pt x="2293961" y="84863"/>
                </a:moveTo>
                <a:cubicBezTo>
                  <a:pt x="2293961" y="90608"/>
                  <a:pt x="2292958" y="95920"/>
                  <a:pt x="2290953" y="100798"/>
                </a:cubicBezTo>
                <a:cubicBezTo>
                  <a:pt x="2288949" y="105676"/>
                  <a:pt x="2286159" y="109904"/>
                  <a:pt x="2282582" y="113482"/>
                </a:cubicBezTo>
                <a:cubicBezTo>
                  <a:pt x="2279007" y="117058"/>
                  <a:pt x="2274727" y="119849"/>
                  <a:pt x="2269742" y="121855"/>
                </a:cubicBezTo>
                <a:cubicBezTo>
                  <a:pt x="2264759" y="123860"/>
                  <a:pt x="2259286" y="124863"/>
                  <a:pt x="2253326" y="124863"/>
                </a:cubicBezTo>
                <a:cubicBezTo>
                  <a:pt x="2247474" y="124863"/>
                  <a:pt x="2242056" y="123860"/>
                  <a:pt x="2237070" y="121855"/>
                </a:cubicBezTo>
                <a:cubicBezTo>
                  <a:pt x="2232087" y="119849"/>
                  <a:pt x="2227807" y="117058"/>
                  <a:pt x="2224230" y="113482"/>
                </a:cubicBezTo>
                <a:cubicBezTo>
                  <a:pt x="2220656" y="109904"/>
                  <a:pt x="2217865" y="105676"/>
                  <a:pt x="2215860" y="100798"/>
                </a:cubicBezTo>
                <a:cubicBezTo>
                  <a:pt x="2213856" y="95920"/>
                  <a:pt x="2212854" y="90608"/>
                  <a:pt x="2212854" y="84863"/>
                </a:cubicBezTo>
                <a:cubicBezTo>
                  <a:pt x="2212854" y="79117"/>
                  <a:pt x="2213856" y="73805"/>
                  <a:pt x="2215860" y="68927"/>
                </a:cubicBezTo>
                <a:cubicBezTo>
                  <a:pt x="2217865" y="64050"/>
                  <a:pt x="2220656" y="59822"/>
                  <a:pt x="2224230" y="56246"/>
                </a:cubicBezTo>
                <a:cubicBezTo>
                  <a:pt x="2227807" y="52668"/>
                  <a:pt x="2232087" y="49876"/>
                  <a:pt x="2237070" y="47870"/>
                </a:cubicBezTo>
                <a:cubicBezTo>
                  <a:pt x="2242056" y="45865"/>
                  <a:pt x="2247474" y="44862"/>
                  <a:pt x="2253326" y="44862"/>
                </a:cubicBezTo>
                <a:cubicBezTo>
                  <a:pt x="2259286" y="44862"/>
                  <a:pt x="2264759" y="45865"/>
                  <a:pt x="2269742" y="47870"/>
                </a:cubicBezTo>
                <a:cubicBezTo>
                  <a:pt x="2274727" y="49876"/>
                  <a:pt x="2279007" y="52668"/>
                  <a:pt x="2282582" y="56246"/>
                </a:cubicBezTo>
                <a:cubicBezTo>
                  <a:pt x="2286159" y="59822"/>
                  <a:pt x="2288949" y="64050"/>
                  <a:pt x="2290953" y="68927"/>
                </a:cubicBezTo>
                <a:cubicBezTo>
                  <a:pt x="2292958" y="73805"/>
                  <a:pt x="2293961" y="79117"/>
                  <a:pt x="2293961" y="84863"/>
                </a:cubicBezTo>
                <a:moveTo>
                  <a:pt x="2282260" y="84865"/>
                </a:moveTo>
                <a:cubicBezTo>
                  <a:pt x="2282260" y="80629"/>
                  <a:pt x="2281583" y="76637"/>
                  <a:pt x="2280228" y="72891"/>
                </a:cubicBezTo>
                <a:cubicBezTo>
                  <a:pt x="2278874" y="69142"/>
                  <a:pt x="2276950" y="65883"/>
                  <a:pt x="2274457" y="63114"/>
                </a:cubicBezTo>
                <a:cubicBezTo>
                  <a:pt x="2271965" y="60342"/>
                  <a:pt x="2268931" y="58143"/>
                  <a:pt x="2265355" y="56514"/>
                </a:cubicBezTo>
                <a:cubicBezTo>
                  <a:pt x="2261780" y="54884"/>
                  <a:pt x="2257771" y="54068"/>
                  <a:pt x="2253328" y="54068"/>
                </a:cubicBezTo>
                <a:cubicBezTo>
                  <a:pt x="2248885" y="54068"/>
                  <a:pt x="2244903" y="54884"/>
                  <a:pt x="2241381" y="56514"/>
                </a:cubicBezTo>
                <a:cubicBezTo>
                  <a:pt x="2237859" y="58143"/>
                  <a:pt x="2234851" y="60342"/>
                  <a:pt x="2232358" y="63114"/>
                </a:cubicBezTo>
                <a:cubicBezTo>
                  <a:pt x="2229866" y="65883"/>
                  <a:pt x="2227943" y="69142"/>
                  <a:pt x="2226589" y="72891"/>
                </a:cubicBezTo>
                <a:cubicBezTo>
                  <a:pt x="2225235" y="76637"/>
                  <a:pt x="2224558" y="80629"/>
                  <a:pt x="2224558" y="84865"/>
                </a:cubicBezTo>
                <a:cubicBezTo>
                  <a:pt x="2224558" y="89101"/>
                  <a:pt x="2225235" y="93094"/>
                  <a:pt x="2226589" y="96842"/>
                </a:cubicBezTo>
                <a:cubicBezTo>
                  <a:pt x="2227943" y="100589"/>
                  <a:pt x="2229866" y="103848"/>
                  <a:pt x="2232358" y="106619"/>
                </a:cubicBezTo>
                <a:cubicBezTo>
                  <a:pt x="2234851" y="109388"/>
                  <a:pt x="2237859" y="111561"/>
                  <a:pt x="2241381" y="113137"/>
                </a:cubicBezTo>
                <a:cubicBezTo>
                  <a:pt x="2244903" y="114711"/>
                  <a:pt x="2248885" y="115498"/>
                  <a:pt x="2253328" y="115498"/>
                </a:cubicBezTo>
                <a:cubicBezTo>
                  <a:pt x="2257771" y="115498"/>
                  <a:pt x="2261780" y="114711"/>
                  <a:pt x="2265355" y="113137"/>
                </a:cubicBezTo>
                <a:cubicBezTo>
                  <a:pt x="2268931" y="111561"/>
                  <a:pt x="2271965" y="109388"/>
                  <a:pt x="2274457" y="106619"/>
                </a:cubicBezTo>
                <a:cubicBezTo>
                  <a:pt x="2276950" y="103848"/>
                  <a:pt x="2278874" y="100589"/>
                  <a:pt x="2280228" y="96842"/>
                </a:cubicBezTo>
                <a:cubicBezTo>
                  <a:pt x="2281583" y="93094"/>
                  <a:pt x="2282260" y="89101"/>
                  <a:pt x="2282260" y="84865"/>
                </a:cubicBezTo>
                <a:close/>
                <a:moveTo>
                  <a:pt x="2351989" y="56132"/>
                </a:moveTo>
                <a:lnTo>
                  <a:pt x="2330535" y="56132"/>
                </a:lnTo>
                <a:lnTo>
                  <a:pt x="2330535" y="100552"/>
                </a:lnTo>
                <a:cubicBezTo>
                  <a:pt x="2330535" y="103373"/>
                  <a:pt x="2330806" y="105705"/>
                  <a:pt x="2331346" y="107549"/>
                </a:cubicBezTo>
                <a:cubicBezTo>
                  <a:pt x="2331889" y="109393"/>
                  <a:pt x="2332674" y="110830"/>
                  <a:pt x="2333703" y="111862"/>
                </a:cubicBezTo>
                <a:cubicBezTo>
                  <a:pt x="2334733" y="112892"/>
                  <a:pt x="2335952" y="113597"/>
                  <a:pt x="2337361" y="113978"/>
                </a:cubicBezTo>
                <a:cubicBezTo>
                  <a:pt x="2338770" y="114356"/>
                  <a:pt x="2340287" y="114546"/>
                  <a:pt x="2341912" y="114546"/>
                </a:cubicBezTo>
                <a:cubicBezTo>
                  <a:pt x="2343430" y="114546"/>
                  <a:pt x="2345028" y="114325"/>
                  <a:pt x="2346706" y="113883"/>
                </a:cubicBezTo>
                <a:cubicBezTo>
                  <a:pt x="2348386" y="113440"/>
                  <a:pt x="2349985" y="112831"/>
                  <a:pt x="2351503" y="112055"/>
                </a:cubicBezTo>
                <a:lnTo>
                  <a:pt x="2351989" y="121637"/>
                </a:lnTo>
                <a:cubicBezTo>
                  <a:pt x="2350040" y="122395"/>
                  <a:pt x="2348008" y="122964"/>
                  <a:pt x="2345895" y="123343"/>
                </a:cubicBezTo>
                <a:cubicBezTo>
                  <a:pt x="2343782" y="123722"/>
                  <a:pt x="2341479" y="123911"/>
                  <a:pt x="2338985" y="123911"/>
                </a:cubicBezTo>
                <a:cubicBezTo>
                  <a:pt x="2336927" y="123911"/>
                  <a:pt x="2334760" y="123640"/>
                  <a:pt x="2332485" y="123097"/>
                </a:cubicBezTo>
                <a:cubicBezTo>
                  <a:pt x="2330210" y="122557"/>
                  <a:pt x="2328096" y="121528"/>
                  <a:pt x="2326145" y="120012"/>
                </a:cubicBezTo>
                <a:cubicBezTo>
                  <a:pt x="2324196" y="118494"/>
                  <a:pt x="2322598" y="116435"/>
                  <a:pt x="2321351" y="113834"/>
                </a:cubicBezTo>
                <a:cubicBezTo>
                  <a:pt x="2320104" y="111233"/>
                  <a:pt x="2319481" y="107819"/>
                  <a:pt x="2319481" y="103593"/>
                </a:cubicBezTo>
                <a:lnTo>
                  <a:pt x="2319481" y="56132"/>
                </a:lnTo>
                <a:lnTo>
                  <a:pt x="2303714" y="56132"/>
                </a:lnTo>
                <a:lnTo>
                  <a:pt x="2303714" y="46925"/>
                </a:lnTo>
                <a:lnTo>
                  <a:pt x="2319481" y="46925"/>
                </a:lnTo>
                <a:lnTo>
                  <a:pt x="2319481" y="25469"/>
                </a:lnTo>
                <a:lnTo>
                  <a:pt x="2330535" y="25469"/>
                </a:lnTo>
                <a:lnTo>
                  <a:pt x="2330535" y="46925"/>
                </a:lnTo>
                <a:lnTo>
                  <a:pt x="2351989" y="46925"/>
                </a:lnTo>
                <a:lnTo>
                  <a:pt x="2351989" y="56132"/>
                </a:lnTo>
                <a:close/>
                <a:moveTo>
                  <a:pt x="2427248" y="79148"/>
                </a:moveTo>
                <a:cubicBezTo>
                  <a:pt x="2426922" y="71936"/>
                  <a:pt x="2424619" y="65953"/>
                  <a:pt x="2420338" y="61199"/>
                </a:cubicBezTo>
                <a:cubicBezTo>
                  <a:pt x="2416059" y="56445"/>
                  <a:pt x="2409964" y="54068"/>
                  <a:pt x="2402054" y="54068"/>
                </a:cubicBezTo>
                <a:cubicBezTo>
                  <a:pt x="2398370" y="54068"/>
                  <a:pt x="2394956" y="54751"/>
                  <a:pt x="2391813" y="56117"/>
                </a:cubicBezTo>
                <a:cubicBezTo>
                  <a:pt x="2388672" y="57483"/>
                  <a:pt x="2385909" y="59340"/>
                  <a:pt x="2383524" y="61690"/>
                </a:cubicBezTo>
                <a:cubicBezTo>
                  <a:pt x="2381140" y="64040"/>
                  <a:pt x="2379243" y="66717"/>
                  <a:pt x="2377835" y="69723"/>
                </a:cubicBezTo>
                <a:cubicBezTo>
                  <a:pt x="2376426" y="72728"/>
                  <a:pt x="2375613" y="75869"/>
                  <a:pt x="2375397" y="79148"/>
                </a:cubicBezTo>
                <a:lnTo>
                  <a:pt x="2427248" y="79148"/>
                </a:lnTo>
                <a:moveTo>
                  <a:pt x="2438463" y="82665"/>
                </a:moveTo>
                <a:cubicBezTo>
                  <a:pt x="2438463" y="83426"/>
                  <a:pt x="2438463" y="84241"/>
                  <a:pt x="2438463" y="85111"/>
                </a:cubicBezTo>
                <a:cubicBezTo>
                  <a:pt x="2438463" y="85979"/>
                  <a:pt x="2438409" y="86901"/>
                  <a:pt x="2438300" y="87878"/>
                </a:cubicBezTo>
                <a:lnTo>
                  <a:pt x="2375233" y="87878"/>
                </a:lnTo>
                <a:cubicBezTo>
                  <a:pt x="2375342" y="91670"/>
                  <a:pt x="2376100" y="95245"/>
                  <a:pt x="2377507" y="98603"/>
                </a:cubicBezTo>
                <a:cubicBezTo>
                  <a:pt x="2378916" y="101959"/>
                  <a:pt x="2380866" y="104884"/>
                  <a:pt x="2383358" y="107375"/>
                </a:cubicBezTo>
                <a:cubicBezTo>
                  <a:pt x="2385852" y="109865"/>
                  <a:pt x="2388777" y="111842"/>
                  <a:pt x="2392136" y="113306"/>
                </a:cubicBezTo>
                <a:cubicBezTo>
                  <a:pt x="2395495" y="114767"/>
                  <a:pt x="2399126" y="115498"/>
                  <a:pt x="2403029" y="115498"/>
                </a:cubicBezTo>
                <a:cubicBezTo>
                  <a:pt x="2408771" y="115498"/>
                  <a:pt x="2413728" y="114171"/>
                  <a:pt x="2417900" y="111517"/>
                </a:cubicBezTo>
                <a:cubicBezTo>
                  <a:pt x="2422072" y="108862"/>
                  <a:pt x="2425241" y="105800"/>
                  <a:pt x="2427409" y="102333"/>
                </a:cubicBezTo>
                <a:lnTo>
                  <a:pt x="2435698" y="108834"/>
                </a:lnTo>
                <a:cubicBezTo>
                  <a:pt x="2431147" y="114568"/>
                  <a:pt x="2426136" y="118674"/>
                  <a:pt x="2420663" y="121150"/>
                </a:cubicBezTo>
                <a:cubicBezTo>
                  <a:pt x="2415191" y="123626"/>
                  <a:pt x="2409313" y="124863"/>
                  <a:pt x="2403029" y="124863"/>
                </a:cubicBezTo>
                <a:cubicBezTo>
                  <a:pt x="2397394" y="124863"/>
                  <a:pt x="2392164" y="123860"/>
                  <a:pt x="2387341" y="121855"/>
                </a:cubicBezTo>
                <a:cubicBezTo>
                  <a:pt x="2382520" y="119849"/>
                  <a:pt x="2378375" y="117058"/>
                  <a:pt x="2374908" y="113482"/>
                </a:cubicBezTo>
                <a:cubicBezTo>
                  <a:pt x="2371441" y="109904"/>
                  <a:pt x="2368704" y="105676"/>
                  <a:pt x="2366699" y="100798"/>
                </a:cubicBezTo>
                <a:cubicBezTo>
                  <a:pt x="2364695" y="95920"/>
                  <a:pt x="2363693" y="90608"/>
                  <a:pt x="2363693" y="84863"/>
                </a:cubicBezTo>
                <a:cubicBezTo>
                  <a:pt x="2363693" y="79117"/>
                  <a:pt x="2364667" y="73805"/>
                  <a:pt x="2366617" y="68927"/>
                </a:cubicBezTo>
                <a:cubicBezTo>
                  <a:pt x="2368568" y="64050"/>
                  <a:pt x="2371277" y="59822"/>
                  <a:pt x="2374744" y="56246"/>
                </a:cubicBezTo>
                <a:cubicBezTo>
                  <a:pt x="2378213" y="52668"/>
                  <a:pt x="2382278" y="49876"/>
                  <a:pt x="2386937" y="47870"/>
                </a:cubicBezTo>
                <a:cubicBezTo>
                  <a:pt x="2391596" y="45865"/>
                  <a:pt x="2396635" y="44862"/>
                  <a:pt x="2402054" y="44862"/>
                </a:cubicBezTo>
                <a:cubicBezTo>
                  <a:pt x="2408013" y="44862"/>
                  <a:pt x="2413268" y="45867"/>
                  <a:pt x="2417818" y="47878"/>
                </a:cubicBezTo>
                <a:cubicBezTo>
                  <a:pt x="2422370" y="49887"/>
                  <a:pt x="2426163" y="52603"/>
                  <a:pt x="2429197" y="56025"/>
                </a:cubicBezTo>
                <a:cubicBezTo>
                  <a:pt x="2432231" y="59446"/>
                  <a:pt x="2434534" y="63438"/>
                  <a:pt x="2436105" y="68000"/>
                </a:cubicBezTo>
                <a:cubicBezTo>
                  <a:pt x="2437677" y="72562"/>
                  <a:pt x="2438463" y="77450"/>
                  <a:pt x="2438463" y="82665"/>
                </a:cubicBezTo>
                <a:close/>
                <a:moveTo>
                  <a:pt x="2516971" y="64148"/>
                </a:moveTo>
                <a:cubicBezTo>
                  <a:pt x="2515129" y="61221"/>
                  <a:pt x="2512447" y="58810"/>
                  <a:pt x="2508925" y="56913"/>
                </a:cubicBezTo>
                <a:cubicBezTo>
                  <a:pt x="2505403" y="55017"/>
                  <a:pt x="2501583" y="54068"/>
                  <a:pt x="2497466" y="54068"/>
                </a:cubicBezTo>
                <a:cubicBezTo>
                  <a:pt x="2493023" y="54068"/>
                  <a:pt x="2489014" y="54856"/>
                  <a:pt x="2485437" y="56432"/>
                </a:cubicBezTo>
                <a:cubicBezTo>
                  <a:pt x="2481861" y="58006"/>
                  <a:pt x="2478800" y="60179"/>
                  <a:pt x="2476253" y="62950"/>
                </a:cubicBezTo>
                <a:cubicBezTo>
                  <a:pt x="2473707" y="65720"/>
                  <a:pt x="2471757" y="68979"/>
                  <a:pt x="2470402" y="72727"/>
                </a:cubicBezTo>
                <a:cubicBezTo>
                  <a:pt x="2469048" y="76474"/>
                  <a:pt x="2468371" y="80520"/>
                  <a:pt x="2468371" y="84865"/>
                </a:cubicBezTo>
                <a:cubicBezTo>
                  <a:pt x="2468371" y="89210"/>
                  <a:pt x="2469048" y="93230"/>
                  <a:pt x="2470402" y="96924"/>
                </a:cubicBezTo>
                <a:cubicBezTo>
                  <a:pt x="2471757" y="100616"/>
                  <a:pt x="2473680" y="103848"/>
                  <a:pt x="2476171" y="106619"/>
                </a:cubicBezTo>
                <a:cubicBezTo>
                  <a:pt x="2478665" y="109388"/>
                  <a:pt x="2481699" y="111561"/>
                  <a:pt x="2485274" y="113137"/>
                </a:cubicBezTo>
                <a:cubicBezTo>
                  <a:pt x="2488850" y="114711"/>
                  <a:pt x="2492860" y="115498"/>
                  <a:pt x="2497303" y="115498"/>
                </a:cubicBezTo>
                <a:cubicBezTo>
                  <a:pt x="2502179" y="115498"/>
                  <a:pt x="2506296" y="114577"/>
                  <a:pt x="2509654" y="112735"/>
                </a:cubicBezTo>
                <a:cubicBezTo>
                  <a:pt x="2513014" y="110893"/>
                  <a:pt x="2515778" y="108510"/>
                  <a:pt x="2517945" y="105585"/>
                </a:cubicBezTo>
                <a:lnTo>
                  <a:pt x="2526234" y="111760"/>
                </a:lnTo>
                <a:cubicBezTo>
                  <a:pt x="2522984" y="115758"/>
                  <a:pt x="2519001" y="118942"/>
                  <a:pt x="2514287" y="121312"/>
                </a:cubicBezTo>
                <a:cubicBezTo>
                  <a:pt x="2509575" y="123679"/>
                  <a:pt x="2503913" y="124863"/>
                  <a:pt x="2497303" y="124863"/>
                </a:cubicBezTo>
                <a:cubicBezTo>
                  <a:pt x="2491125" y="124863"/>
                  <a:pt x="2485544" y="123860"/>
                  <a:pt x="2480559" y="121855"/>
                </a:cubicBezTo>
                <a:cubicBezTo>
                  <a:pt x="2475575" y="119849"/>
                  <a:pt x="2471323" y="117058"/>
                  <a:pt x="2467801" y="113482"/>
                </a:cubicBezTo>
                <a:cubicBezTo>
                  <a:pt x="2464280" y="109904"/>
                  <a:pt x="2461545" y="105676"/>
                  <a:pt x="2459594" y="100798"/>
                </a:cubicBezTo>
                <a:cubicBezTo>
                  <a:pt x="2457643" y="95920"/>
                  <a:pt x="2456667" y="90608"/>
                  <a:pt x="2456667" y="84863"/>
                </a:cubicBezTo>
                <a:cubicBezTo>
                  <a:pt x="2456667" y="79117"/>
                  <a:pt x="2457643" y="73805"/>
                  <a:pt x="2459594" y="68927"/>
                </a:cubicBezTo>
                <a:cubicBezTo>
                  <a:pt x="2461545" y="64050"/>
                  <a:pt x="2464280" y="59822"/>
                  <a:pt x="2467801" y="56246"/>
                </a:cubicBezTo>
                <a:cubicBezTo>
                  <a:pt x="2471323" y="52668"/>
                  <a:pt x="2475575" y="49876"/>
                  <a:pt x="2480559" y="47870"/>
                </a:cubicBezTo>
                <a:cubicBezTo>
                  <a:pt x="2485544" y="45865"/>
                  <a:pt x="2491125" y="44862"/>
                  <a:pt x="2497303" y="44862"/>
                </a:cubicBezTo>
                <a:cubicBezTo>
                  <a:pt x="2502395" y="44862"/>
                  <a:pt x="2507569" y="45966"/>
                  <a:pt x="2512824" y="48173"/>
                </a:cubicBezTo>
                <a:cubicBezTo>
                  <a:pt x="2518080" y="50380"/>
                  <a:pt x="2522334" y="53646"/>
                  <a:pt x="2525584" y="57970"/>
                </a:cubicBezTo>
                <a:lnTo>
                  <a:pt x="2516971" y="64148"/>
                </a:lnTo>
                <a:close/>
                <a:moveTo>
                  <a:pt x="2577761" y="56132"/>
                </a:moveTo>
                <a:lnTo>
                  <a:pt x="2556307" y="56132"/>
                </a:lnTo>
                <a:lnTo>
                  <a:pt x="2556307" y="100552"/>
                </a:lnTo>
                <a:cubicBezTo>
                  <a:pt x="2556307" y="103373"/>
                  <a:pt x="2556578" y="105705"/>
                  <a:pt x="2557118" y="107549"/>
                </a:cubicBezTo>
                <a:cubicBezTo>
                  <a:pt x="2557661" y="109393"/>
                  <a:pt x="2558446" y="110830"/>
                  <a:pt x="2559475" y="111862"/>
                </a:cubicBezTo>
                <a:cubicBezTo>
                  <a:pt x="2560505" y="112892"/>
                  <a:pt x="2561724" y="113597"/>
                  <a:pt x="2563133" y="113978"/>
                </a:cubicBezTo>
                <a:cubicBezTo>
                  <a:pt x="2564542" y="114356"/>
                  <a:pt x="2566059" y="114546"/>
                  <a:pt x="2567684" y="114546"/>
                </a:cubicBezTo>
                <a:cubicBezTo>
                  <a:pt x="2569202" y="114546"/>
                  <a:pt x="2570800" y="114325"/>
                  <a:pt x="2572478" y="113883"/>
                </a:cubicBezTo>
                <a:cubicBezTo>
                  <a:pt x="2574158" y="113440"/>
                  <a:pt x="2575757" y="112831"/>
                  <a:pt x="2577275" y="112055"/>
                </a:cubicBezTo>
                <a:lnTo>
                  <a:pt x="2577761" y="121637"/>
                </a:lnTo>
                <a:cubicBezTo>
                  <a:pt x="2575812" y="122395"/>
                  <a:pt x="2573780" y="122964"/>
                  <a:pt x="2571667" y="123343"/>
                </a:cubicBezTo>
                <a:cubicBezTo>
                  <a:pt x="2569554" y="123722"/>
                  <a:pt x="2567251" y="123911"/>
                  <a:pt x="2564757" y="123911"/>
                </a:cubicBezTo>
                <a:cubicBezTo>
                  <a:pt x="2562699" y="123911"/>
                  <a:pt x="2560532" y="123640"/>
                  <a:pt x="2558257" y="123097"/>
                </a:cubicBezTo>
                <a:cubicBezTo>
                  <a:pt x="2555982" y="122557"/>
                  <a:pt x="2553868" y="121528"/>
                  <a:pt x="2551917" y="120012"/>
                </a:cubicBezTo>
                <a:cubicBezTo>
                  <a:pt x="2549968" y="118494"/>
                  <a:pt x="2548370" y="116435"/>
                  <a:pt x="2547123" y="113834"/>
                </a:cubicBezTo>
                <a:cubicBezTo>
                  <a:pt x="2545876" y="111233"/>
                  <a:pt x="2545253" y="107819"/>
                  <a:pt x="2545253" y="103593"/>
                </a:cubicBezTo>
                <a:lnTo>
                  <a:pt x="2545253" y="56132"/>
                </a:lnTo>
                <a:lnTo>
                  <a:pt x="2529486" y="56132"/>
                </a:lnTo>
                <a:lnTo>
                  <a:pt x="2529486" y="46925"/>
                </a:lnTo>
                <a:lnTo>
                  <a:pt x="2545253" y="46925"/>
                </a:lnTo>
                <a:lnTo>
                  <a:pt x="2545253" y="25469"/>
                </a:lnTo>
                <a:lnTo>
                  <a:pt x="2556307" y="25469"/>
                </a:lnTo>
                <a:lnTo>
                  <a:pt x="2556307" y="46925"/>
                </a:lnTo>
                <a:lnTo>
                  <a:pt x="2577761" y="46925"/>
                </a:lnTo>
                <a:lnTo>
                  <a:pt x="2577761" y="56132"/>
                </a:lnTo>
                <a:close/>
                <a:moveTo>
                  <a:pt x="2606207" y="122958"/>
                </a:moveTo>
                <a:lnTo>
                  <a:pt x="2595155" y="122958"/>
                </a:lnTo>
                <a:lnTo>
                  <a:pt x="2595155" y="46888"/>
                </a:lnTo>
                <a:lnTo>
                  <a:pt x="2606207" y="46888"/>
                </a:lnTo>
                <a:lnTo>
                  <a:pt x="2606207" y="122958"/>
                </a:lnTo>
                <a:moveTo>
                  <a:pt x="2608484" y="17560"/>
                </a:moveTo>
                <a:cubicBezTo>
                  <a:pt x="2608484" y="19828"/>
                  <a:pt x="2607671" y="21692"/>
                  <a:pt x="2606046" y="23150"/>
                </a:cubicBezTo>
                <a:cubicBezTo>
                  <a:pt x="2604420" y="24609"/>
                  <a:pt x="2602632" y="25338"/>
                  <a:pt x="2600681" y="25338"/>
                </a:cubicBezTo>
                <a:cubicBezTo>
                  <a:pt x="2598730" y="25338"/>
                  <a:pt x="2596942" y="24609"/>
                  <a:pt x="2595316" y="23150"/>
                </a:cubicBezTo>
                <a:cubicBezTo>
                  <a:pt x="2593691" y="21692"/>
                  <a:pt x="2592878" y="19828"/>
                  <a:pt x="2592878" y="17560"/>
                </a:cubicBezTo>
                <a:cubicBezTo>
                  <a:pt x="2592878" y="15291"/>
                  <a:pt x="2593691" y="13428"/>
                  <a:pt x="2595316" y="11969"/>
                </a:cubicBezTo>
                <a:cubicBezTo>
                  <a:pt x="2596942" y="10511"/>
                  <a:pt x="2598730" y="9782"/>
                  <a:pt x="2600681" y="9782"/>
                </a:cubicBezTo>
                <a:cubicBezTo>
                  <a:pt x="2602632" y="9782"/>
                  <a:pt x="2604420" y="10511"/>
                  <a:pt x="2606046" y="11969"/>
                </a:cubicBezTo>
                <a:cubicBezTo>
                  <a:pt x="2607671" y="13428"/>
                  <a:pt x="2608484" y="15291"/>
                  <a:pt x="2608484" y="17560"/>
                </a:cubicBezTo>
                <a:close/>
                <a:moveTo>
                  <a:pt x="2711208" y="84863"/>
                </a:moveTo>
                <a:cubicBezTo>
                  <a:pt x="2711208" y="90608"/>
                  <a:pt x="2710205" y="95920"/>
                  <a:pt x="2708199" y="100798"/>
                </a:cubicBezTo>
                <a:cubicBezTo>
                  <a:pt x="2706195" y="105676"/>
                  <a:pt x="2703405" y="109904"/>
                  <a:pt x="2699829" y="113482"/>
                </a:cubicBezTo>
                <a:cubicBezTo>
                  <a:pt x="2696254" y="117058"/>
                  <a:pt x="2691974" y="119849"/>
                  <a:pt x="2686989" y="121855"/>
                </a:cubicBezTo>
                <a:cubicBezTo>
                  <a:pt x="2682005" y="123860"/>
                  <a:pt x="2676533" y="124863"/>
                  <a:pt x="2670572" y="124863"/>
                </a:cubicBezTo>
                <a:cubicBezTo>
                  <a:pt x="2664720" y="124863"/>
                  <a:pt x="2659302" y="123860"/>
                  <a:pt x="2654317" y="121855"/>
                </a:cubicBezTo>
                <a:cubicBezTo>
                  <a:pt x="2649333" y="119849"/>
                  <a:pt x="2645053" y="117058"/>
                  <a:pt x="2641477" y="113482"/>
                </a:cubicBezTo>
                <a:cubicBezTo>
                  <a:pt x="2637902" y="109904"/>
                  <a:pt x="2635112" y="105676"/>
                  <a:pt x="2633106" y="100798"/>
                </a:cubicBezTo>
                <a:cubicBezTo>
                  <a:pt x="2631102" y="95920"/>
                  <a:pt x="2630100" y="90608"/>
                  <a:pt x="2630100" y="84863"/>
                </a:cubicBezTo>
                <a:cubicBezTo>
                  <a:pt x="2630100" y="79117"/>
                  <a:pt x="2631102" y="73805"/>
                  <a:pt x="2633106" y="68927"/>
                </a:cubicBezTo>
                <a:cubicBezTo>
                  <a:pt x="2635112" y="64050"/>
                  <a:pt x="2637902" y="59822"/>
                  <a:pt x="2641477" y="56246"/>
                </a:cubicBezTo>
                <a:cubicBezTo>
                  <a:pt x="2645053" y="52668"/>
                  <a:pt x="2649333" y="49876"/>
                  <a:pt x="2654317" y="47870"/>
                </a:cubicBezTo>
                <a:cubicBezTo>
                  <a:pt x="2659302" y="45865"/>
                  <a:pt x="2664720" y="44862"/>
                  <a:pt x="2670572" y="44862"/>
                </a:cubicBezTo>
                <a:cubicBezTo>
                  <a:pt x="2676533" y="44862"/>
                  <a:pt x="2682005" y="45865"/>
                  <a:pt x="2686989" y="47870"/>
                </a:cubicBezTo>
                <a:cubicBezTo>
                  <a:pt x="2691974" y="49876"/>
                  <a:pt x="2696254" y="52668"/>
                  <a:pt x="2699829" y="56246"/>
                </a:cubicBezTo>
                <a:cubicBezTo>
                  <a:pt x="2703405" y="59822"/>
                  <a:pt x="2706195" y="64050"/>
                  <a:pt x="2708199" y="68927"/>
                </a:cubicBezTo>
                <a:cubicBezTo>
                  <a:pt x="2710205" y="73805"/>
                  <a:pt x="2711208" y="79117"/>
                  <a:pt x="2711208" y="84863"/>
                </a:cubicBezTo>
                <a:moveTo>
                  <a:pt x="2699506" y="84865"/>
                </a:moveTo>
                <a:cubicBezTo>
                  <a:pt x="2699506" y="80629"/>
                  <a:pt x="2698829" y="76637"/>
                  <a:pt x="2697475" y="72891"/>
                </a:cubicBezTo>
                <a:cubicBezTo>
                  <a:pt x="2696121" y="69142"/>
                  <a:pt x="2694197" y="65883"/>
                  <a:pt x="2691703" y="63114"/>
                </a:cubicBezTo>
                <a:cubicBezTo>
                  <a:pt x="2689212" y="60342"/>
                  <a:pt x="2686178" y="58143"/>
                  <a:pt x="2682601" y="56514"/>
                </a:cubicBezTo>
                <a:cubicBezTo>
                  <a:pt x="2679026" y="54884"/>
                  <a:pt x="2675017" y="54068"/>
                  <a:pt x="2670575" y="54068"/>
                </a:cubicBezTo>
                <a:cubicBezTo>
                  <a:pt x="2666132" y="54068"/>
                  <a:pt x="2662149" y="54884"/>
                  <a:pt x="2658627" y="56514"/>
                </a:cubicBezTo>
                <a:cubicBezTo>
                  <a:pt x="2655106" y="58143"/>
                  <a:pt x="2652098" y="60342"/>
                  <a:pt x="2649604" y="63114"/>
                </a:cubicBezTo>
                <a:cubicBezTo>
                  <a:pt x="2647113" y="65883"/>
                  <a:pt x="2645190" y="69142"/>
                  <a:pt x="2643836" y="72891"/>
                </a:cubicBezTo>
                <a:cubicBezTo>
                  <a:pt x="2642481" y="76637"/>
                  <a:pt x="2641804" y="80629"/>
                  <a:pt x="2641804" y="84865"/>
                </a:cubicBezTo>
                <a:cubicBezTo>
                  <a:pt x="2641804" y="89101"/>
                  <a:pt x="2642481" y="93094"/>
                  <a:pt x="2643836" y="96842"/>
                </a:cubicBezTo>
                <a:cubicBezTo>
                  <a:pt x="2645190" y="100589"/>
                  <a:pt x="2647113" y="103848"/>
                  <a:pt x="2649604" y="106619"/>
                </a:cubicBezTo>
                <a:cubicBezTo>
                  <a:pt x="2652098" y="109388"/>
                  <a:pt x="2655106" y="111561"/>
                  <a:pt x="2658627" y="113137"/>
                </a:cubicBezTo>
                <a:cubicBezTo>
                  <a:pt x="2662149" y="114711"/>
                  <a:pt x="2666132" y="115498"/>
                  <a:pt x="2670575" y="115498"/>
                </a:cubicBezTo>
                <a:cubicBezTo>
                  <a:pt x="2675017" y="115498"/>
                  <a:pt x="2679026" y="114711"/>
                  <a:pt x="2682601" y="113137"/>
                </a:cubicBezTo>
                <a:cubicBezTo>
                  <a:pt x="2686178" y="111561"/>
                  <a:pt x="2689212" y="109388"/>
                  <a:pt x="2691703" y="106619"/>
                </a:cubicBezTo>
                <a:cubicBezTo>
                  <a:pt x="2694197" y="103848"/>
                  <a:pt x="2696121" y="100589"/>
                  <a:pt x="2697475" y="96842"/>
                </a:cubicBezTo>
                <a:cubicBezTo>
                  <a:pt x="2698829" y="93094"/>
                  <a:pt x="2699506" y="89101"/>
                  <a:pt x="2699506" y="84865"/>
                </a:cubicBezTo>
                <a:close/>
                <a:moveTo>
                  <a:pt x="2744855" y="46826"/>
                </a:moveTo>
                <a:cubicBezTo>
                  <a:pt x="2745072" y="48885"/>
                  <a:pt x="2745234" y="51161"/>
                  <a:pt x="2745342" y="53654"/>
                </a:cubicBezTo>
                <a:cubicBezTo>
                  <a:pt x="2745451" y="56146"/>
                  <a:pt x="2745505" y="58205"/>
                  <a:pt x="2745505" y="59830"/>
                </a:cubicBezTo>
                <a:lnTo>
                  <a:pt x="2745830" y="59830"/>
                </a:lnTo>
                <a:cubicBezTo>
                  <a:pt x="2747998" y="55382"/>
                  <a:pt x="2751520" y="51776"/>
                  <a:pt x="2756396" y="49011"/>
                </a:cubicBezTo>
                <a:cubicBezTo>
                  <a:pt x="2761272" y="46245"/>
                  <a:pt x="2766419" y="44862"/>
                  <a:pt x="2771838" y="44862"/>
                </a:cubicBezTo>
                <a:cubicBezTo>
                  <a:pt x="2781481" y="44862"/>
                  <a:pt x="2788713" y="47736"/>
                  <a:pt x="2793534" y="53486"/>
                </a:cubicBezTo>
                <a:cubicBezTo>
                  <a:pt x="2798358" y="59235"/>
                  <a:pt x="2800769" y="66827"/>
                  <a:pt x="2800769" y="76264"/>
                </a:cubicBezTo>
                <a:lnTo>
                  <a:pt x="2800769" y="122958"/>
                </a:lnTo>
                <a:lnTo>
                  <a:pt x="2789717" y="122958"/>
                </a:lnTo>
                <a:lnTo>
                  <a:pt x="2789717" y="80778"/>
                </a:lnTo>
                <a:cubicBezTo>
                  <a:pt x="2789717" y="76760"/>
                  <a:pt x="2789392" y="73123"/>
                  <a:pt x="2788743" y="69867"/>
                </a:cubicBezTo>
                <a:cubicBezTo>
                  <a:pt x="2788093" y="66610"/>
                  <a:pt x="2786982" y="63814"/>
                  <a:pt x="2785409" y="61479"/>
                </a:cubicBezTo>
                <a:cubicBezTo>
                  <a:pt x="2783838" y="59145"/>
                  <a:pt x="2781725" y="57326"/>
                  <a:pt x="2779070" y="56023"/>
                </a:cubicBezTo>
                <a:cubicBezTo>
                  <a:pt x="2776416" y="54720"/>
                  <a:pt x="2773084" y="54068"/>
                  <a:pt x="2769075" y="54068"/>
                </a:cubicBezTo>
                <a:cubicBezTo>
                  <a:pt x="2766150" y="54068"/>
                  <a:pt x="2763305" y="54666"/>
                  <a:pt x="2760540" y="55862"/>
                </a:cubicBezTo>
                <a:cubicBezTo>
                  <a:pt x="2757777" y="57055"/>
                  <a:pt x="2755312" y="58874"/>
                  <a:pt x="2753144" y="61318"/>
                </a:cubicBezTo>
                <a:cubicBezTo>
                  <a:pt x="2750978" y="63760"/>
                  <a:pt x="2749245" y="66854"/>
                  <a:pt x="2747943" y="70599"/>
                </a:cubicBezTo>
                <a:cubicBezTo>
                  <a:pt x="2746644" y="74344"/>
                  <a:pt x="2745994" y="78769"/>
                  <a:pt x="2745994" y="83873"/>
                </a:cubicBezTo>
                <a:lnTo>
                  <a:pt x="2745994" y="122958"/>
                </a:lnTo>
                <a:lnTo>
                  <a:pt x="2734940" y="122958"/>
                </a:lnTo>
                <a:lnTo>
                  <a:pt x="2734940" y="63573"/>
                </a:lnTo>
                <a:cubicBezTo>
                  <a:pt x="2734940" y="61511"/>
                  <a:pt x="2734885" y="58854"/>
                  <a:pt x="2734776" y="55604"/>
                </a:cubicBezTo>
                <a:cubicBezTo>
                  <a:pt x="2734668" y="52353"/>
                  <a:pt x="2734506" y="49427"/>
                  <a:pt x="2734290" y="46826"/>
                </a:cubicBezTo>
                <a:lnTo>
                  <a:pt x="2744855" y="46826"/>
                </a:lnTo>
                <a:close/>
                <a:moveTo>
                  <a:pt x="2871476" y="46925"/>
                </a:moveTo>
                <a:lnTo>
                  <a:pt x="2889844" y="108663"/>
                </a:lnTo>
                <a:lnTo>
                  <a:pt x="2890169" y="108663"/>
                </a:lnTo>
                <a:lnTo>
                  <a:pt x="2910648" y="46925"/>
                </a:lnTo>
                <a:lnTo>
                  <a:pt x="2921377" y="46925"/>
                </a:lnTo>
                <a:lnTo>
                  <a:pt x="2942181" y="108663"/>
                </a:lnTo>
                <a:lnTo>
                  <a:pt x="2942506" y="108663"/>
                </a:lnTo>
                <a:lnTo>
                  <a:pt x="2960711" y="46925"/>
                </a:lnTo>
                <a:lnTo>
                  <a:pt x="2972415" y="46925"/>
                </a:lnTo>
                <a:lnTo>
                  <a:pt x="2948360" y="122958"/>
                </a:lnTo>
                <a:lnTo>
                  <a:pt x="2936331" y="122958"/>
                </a:lnTo>
                <a:lnTo>
                  <a:pt x="2916013" y="61385"/>
                </a:lnTo>
                <a:lnTo>
                  <a:pt x="2915688" y="61385"/>
                </a:lnTo>
                <a:lnTo>
                  <a:pt x="2895695" y="122958"/>
                </a:lnTo>
                <a:lnTo>
                  <a:pt x="2883666" y="122958"/>
                </a:lnTo>
                <a:lnTo>
                  <a:pt x="2859611" y="46925"/>
                </a:lnTo>
                <a:lnTo>
                  <a:pt x="2871476" y="46925"/>
                </a:lnTo>
                <a:close/>
                <a:moveTo>
                  <a:pt x="3002485" y="122958"/>
                </a:moveTo>
                <a:lnTo>
                  <a:pt x="2991433" y="122958"/>
                </a:lnTo>
                <a:lnTo>
                  <a:pt x="2991433" y="46888"/>
                </a:lnTo>
                <a:lnTo>
                  <a:pt x="3002485" y="46888"/>
                </a:lnTo>
                <a:lnTo>
                  <a:pt x="3002485" y="122958"/>
                </a:lnTo>
                <a:moveTo>
                  <a:pt x="3004762" y="17560"/>
                </a:moveTo>
                <a:cubicBezTo>
                  <a:pt x="3004762" y="19828"/>
                  <a:pt x="3003949" y="21692"/>
                  <a:pt x="3002324" y="23150"/>
                </a:cubicBezTo>
                <a:cubicBezTo>
                  <a:pt x="3000699" y="24609"/>
                  <a:pt x="2998910" y="25338"/>
                  <a:pt x="2996959" y="25338"/>
                </a:cubicBezTo>
                <a:cubicBezTo>
                  <a:pt x="2995008" y="25338"/>
                  <a:pt x="2993220" y="24609"/>
                  <a:pt x="2991595" y="23150"/>
                </a:cubicBezTo>
                <a:cubicBezTo>
                  <a:pt x="2989969" y="21692"/>
                  <a:pt x="2989156" y="19828"/>
                  <a:pt x="2989156" y="17560"/>
                </a:cubicBezTo>
                <a:cubicBezTo>
                  <a:pt x="2989156" y="15291"/>
                  <a:pt x="2989969" y="13428"/>
                  <a:pt x="2991595" y="11969"/>
                </a:cubicBezTo>
                <a:cubicBezTo>
                  <a:pt x="2993220" y="10511"/>
                  <a:pt x="2995008" y="9782"/>
                  <a:pt x="2996959" y="9782"/>
                </a:cubicBezTo>
                <a:cubicBezTo>
                  <a:pt x="2998910" y="9782"/>
                  <a:pt x="3000699" y="10511"/>
                  <a:pt x="3002324" y="11969"/>
                </a:cubicBezTo>
                <a:cubicBezTo>
                  <a:pt x="3003949" y="13428"/>
                  <a:pt x="3004762" y="15291"/>
                  <a:pt x="3004762" y="17560"/>
                </a:cubicBezTo>
                <a:close/>
                <a:moveTo>
                  <a:pt x="3066201" y="56132"/>
                </a:moveTo>
                <a:lnTo>
                  <a:pt x="3044747" y="56132"/>
                </a:lnTo>
                <a:lnTo>
                  <a:pt x="3044747" y="100552"/>
                </a:lnTo>
                <a:cubicBezTo>
                  <a:pt x="3044747" y="103373"/>
                  <a:pt x="3045018" y="105705"/>
                  <a:pt x="3045559" y="107549"/>
                </a:cubicBezTo>
                <a:cubicBezTo>
                  <a:pt x="3046101" y="109393"/>
                  <a:pt x="3046886" y="110830"/>
                  <a:pt x="3047915" y="111862"/>
                </a:cubicBezTo>
                <a:cubicBezTo>
                  <a:pt x="3048945" y="112892"/>
                  <a:pt x="3050164" y="113597"/>
                  <a:pt x="3051573" y="113978"/>
                </a:cubicBezTo>
                <a:cubicBezTo>
                  <a:pt x="3052982" y="114356"/>
                  <a:pt x="3054499" y="114546"/>
                  <a:pt x="3056124" y="114546"/>
                </a:cubicBezTo>
                <a:cubicBezTo>
                  <a:pt x="3057642" y="114546"/>
                  <a:pt x="3059240" y="114325"/>
                  <a:pt x="3060918" y="113883"/>
                </a:cubicBezTo>
                <a:cubicBezTo>
                  <a:pt x="3062598" y="113440"/>
                  <a:pt x="3064197" y="112831"/>
                  <a:pt x="3065715" y="112055"/>
                </a:cubicBezTo>
                <a:lnTo>
                  <a:pt x="3066201" y="121637"/>
                </a:lnTo>
                <a:cubicBezTo>
                  <a:pt x="3064252" y="122395"/>
                  <a:pt x="3062221" y="122964"/>
                  <a:pt x="3060107" y="123343"/>
                </a:cubicBezTo>
                <a:cubicBezTo>
                  <a:pt x="3057994" y="123722"/>
                  <a:pt x="3055691" y="123911"/>
                  <a:pt x="3053198" y="123911"/>
                </a:cubicBezTo>
                <a:cubicBezTo>
                  <a:pt x="3051139" y="123911"/>
                  <a:pt x="3048972" y="123640"/>
                  <a:pt x="3046697" y="123097"/>
                </a:cubicBezTo>
                <a:cubicBezTo>
                  <a:pt x="3044422" y="122557"/>
                  <a:pt x="3042309" y="121528"/>
                  <a:pt x="3040358" y="120012"/>
                </a:cubicBezTo>
                <a:cubicBezTo>
                  <a:pt x="3038408" y="118494"/>
                  <a:pt x="3036810" y="116435"/>
                  <a:pt x="3035563" y="113834"/>
                </a:cubicBezTo>
                <a:cubicBezTo>
                  <a:pt x="3034317" y="111233"/>
                  <a:pt x="3033693" y="107819"/>
                  <a:pt x="3033693" y="103593"/>
                </a:cubicBezTo>
                <a:lnTo>
                  <a:pt x="3033693" y="56132"/>
                </a:lnTo>
                <a:lnTo>
                  <a:pt x="3017927" y="56132"/>
                </a:lnTo>
                <a:lnTo>
                  <a:pt x="3017927" y="46925"/>
                </a:lnTo>
                <a:lnTo>
                  <a:pt x="3033693" y="46925"/>
                </a:lnTo>
                <a:lnTo>
                  <a:pt x="3033693" y="25469"/>
                </a:lnTo>
                <a:lnTo>
                  <a:pt x="3044747" y="25469"/>
                </a:lnTo>
                <a:lnTo>
                  <a:pt x="3044747" y="46925"/>
                </a:lnTo>
                <a:lnTo>
                  <a:pt x="3066201" y="46925"/>
                </a:lnTo>
                <a:lnTo>
                  <a:pt x="3066201" y="56132"/>
                </a:lnTo>
                <a:close/>
                <a:moveTo>
                  <a:pt x="3095135" y="59341"/>
                </a:moveTo>
                <a:cubicBezTo>
                  <a:pt x="3097193" y="54895"/>
                  <a:pt x="3100606" y="51371"/>
                  <a:pt x="3105373" y="48768"/>
                </a:cubicBezTo>
                <a:cubicBezTo>
                  <a:pt x="3110142" y="46164"/>
                  <a:pt x="3115235" y="44862"/>
                  <a:pt x="3120653" y="44862"/>
                </a:cubicBezTo>
                <a:cubicBezTo>
                  <a:pt x="3130296" y="44862"/>
                  <a:pt x="3137529" y="47736"/>
                  <a:pt x="3142350" y="53486"/>
                </a:cubicBezTo>
                <a:cubicBezTo>
                  <a:pt x="3147173" y="59235"/>
                  <a:pt x="3149585" y="66827"/>
                  <a:pt x="3149585" y="76264"/>
                </a:cubicBezTo>
                <a:lnTo>
                  <a:pt x="3149585" y="122958"/>
                </a:lnTo>
                <a:lnTo>
                  <a:pt x="3138533" y="122958"/>
                </a:lnTo>
                <a:lnTo>
                  <a:pt x="3138533" y="80778"/>
                </a:lnTo>
                <a:cubicBezTo>
                  <a:pt x="3138533" y="76760"/>
                  <a:pt x="3138208" y="73123"/>
                  <a:pt x="3137558" y="69867"/>
                </a:cubicBezTo>
                <a:cubicBezTo>
                  <a:pt x="3136909" y="66610"/>
                  <a:pt x="3135798" y="63814"/>
                  <a:pt x="3134225" y="61479"/>
                </a:cubicBezTo>
                <a:cubicBezTo>
                  <a:pt x="3132654" y="59145"/>
                  <a:pt x="3130541" y="57326"/>
                  <a:pt x="3127886" y="56023"/>
                </a:cubicBezTo>
                <a:cubicBezTo>
                  <a:pt x="3125232" y="54720"/>
                  <a:pt x="3121900" y="54068"/>
                  <a:pt x="3117890" y="54068"/>
                </a:cubicBezTo>
                <a:cubicBezTo>
                  <a:pt x="3114966" y="54068"/>
                  <a:pt x="3112121" y="54666"/>
                  <a:pt x="3109356" y="55862"/>
                </a:cubicBezTo>
                <a:cubicBezTo>
                  <a:pt x="3106593" y="57055"/>
                  <a:pt x="3104128" y="58874"/>
                  <a:pt x="3101960" y="61318"/>
                </a:cubicBezTo>
                <a:cubicBezTo>
                  <a:pt x="3099794" y="63760"/>
                  <a:pt x="3098060" y="66854"/>
                  <a:pt x="3096759" y="70599"/>
                </a:cubicBezTo>
                <a:cubicBezTo>
                  <a:pt x="3095460" y="74344"/>
                  <a:pt x="3094810" y="78769"/>
                  <a:pt x="3094810" y="83873"/>
                </a:cubicBezTo>
                <a:lnTo>
                  <a:pt x="3094810" y="122958"/>
                </a:lnTo>
                <a:lnTo>
                  <a:pt x="3083755" y="122958"/>
                </a:lnTo>
                <a:lnTo>
                  <a:pt x="3083755" y="0"/>
                </a:lnTo>
                <a:lnTo>
                  <a:pt x="3094810" y="0"/>
                </a:lnTo>
                <a:lnTo>
                  <a:pt x="3094810" y="59341"/>
                </a:lnTo>
                <a:lnTo>
                  <a:pt x="3095135" y="59341"/>
                </a:lnTo>
                <a:close/>
                <a:moveTo>
                  <a:pt x="3230208" y="110118"/>
                </a:moveTo>
                <a:lnTo>
                  <a:pt x="3230208" y="122958"/>
                </a:lnTo>
                <a:lnTo>
                  <a:pt x="3219154" y="122958"/>
                </a:lnTo>
                <a:lnTo>
                  <a:pt x="3219154" y="5"/>
                </a:lnTo>
                <a:lnTo>
                  <a:pt x="3230208" y="5"/>
                </a:lnTo>
                <a:lnTo>
                  <a:pt x="3230208" y="59984"/>
                </a:lnTo>
                <a:lnTo>
                  <a:pt x="3230533" y="59984"/>
                </a:lnTo>
                <a:cubicBezTo>
                  <a:pt x="3233784" y="54997"/>
                  <a:pt x="3238009" y="51230"/>
                  <a:pt x="3243210" y="48684"/>
                </a:cubicBezTo>
                <a:cubicBezTo>
                  <a:pt x="3248411" y="46136"/>
                  <a:pt x="3253776" y="44862"/>
                  <a:pt x="3259304" y="44862"/>
                </a:cubicBezTo>
                <a:cubicBezTo>
                  <a:pt x="3265263" y="44862"/>
                  <a:pt x="3270653" y="45892"/>
                  <a:pt x="3275475" y="47952"/>
                </a:cubicBezTo>
                <a:cubicBezTo>
                  <a:pt x="3280298" y="50011"/>
                  <a:pt x="3284416" y="52829"/>
                  <a:pt x="3287828" y="56407"/>
                </a:cubicBezTo>
                <a:cubicBezTo>
                  <a:pt x="3291241" y="59984"/>
                  <a:pt x="3293896" y="64212"/>
                  <a:pt x="3295792" y="69091"/>
                </a:cubicBezTo>
                <a:cubicBezTo>
                  <a:pt x="3297689" y="73969"/>
                  <a:pt x="3298637" y="79226"/>
                  <a:pt x="3298637" y="84863"/>
                </a:cubicBezTo>
                <a:cubicBezTo>
                  <a:pt x="3298637" y="90499"/>
                  <a:pt x="3297689" y="95757"/>
                  <a:pt x="3295792" y="100637"/>
                </a:cubicBezTo>
                <a:cubicBezTo>
                  <a:pt x="3293896" y="105514"/>
                  <a:pt x="3291241" y="109742"/>
                  <a:pt x="3287828" y="113320"/>
                </a:cubicBezTo>
                <a:cubicBezTo>
                  <a:pt x="3284416" y="116897"/>
                  <a:pt x="3280298" y="119715"/>
                  <a:pt x="3275475" y="121775"/>
                </a:cubicBezTo>
                <a:cubicBezTo>
                  <a:pt x="3270653" y="123834"/>
                  <a:pt x="3265263" y="124863"/>
                  <a:pt x="3259304" y="124863"/>
                </a:cubicBezTo>
                <a:cubicBezTo>
                  <a:pt x="3253776" y="124863"/>
                  <a:pt x="3248411" y="123625"/>
                  <a:pt x="3243210" y="121148"/>
                </a:cubicBezTo>
                <a:cubicBezTo>
                  <a:pt x="3238009" y="118671"/>
                  <a:pt x="3233784" y="114995"/>
                  <a:pt x="3230533" y="110118"/>
                </a:cubicBezTo>
                <a:lnTo>
                  <a:pt x="3230208" y="110118"/>
                </a:lnTo>
                <a:moveTo>
                  <a:pt x="3286936" y="84865"/>
                </a:moveTo>
                <a:cubicBezTo>
                  <a:pt x="3286936" y="80629"/>
                  <a:pt x="3286285" y="76637"/>
                  <a:pt x="3284984" y="72891"/>
                </a:cubicBezTo>
                <a:cubicBezTo>
                  <a:pt x="3283684" y="69142"/>
                  <a:pt x="3281815" y="65883"/>
                  <a:pt x="3279376" y="63114"/>
                </a:cubicBezTo>
                <a:cubicBezTo>
                  <a:pt x="3276939" y="60342"/>
                  <a:pt x="3273932" y="58143"/>
                  <a:pt x="3270355" y="56514"/>
                </a:cubicBezTo>
                <a:cubicBezTo>
                  <a:pt x="3266779" y="54884"/>
                  <a:pt x="3262716" y="54068"/>
                  <a:pt x="3258165" y="54068"/>
                </a:cubicBezTo>
                <a:cubicBezTo>
                  <a:pt x="3253939" y="54068"/>
                  <a:pt x="3250038" y="54856"/>
                  <a:pt x="3246461" y="56432"/>
                </a:cubicBezTo>
                <a:cubicBezTo>
                  <a:pt x="3242886" y="58006"/>
                  <a:pt x="3239798" y="60179"/>
                  <a:pt x="3237198" y="62950"/>
                </a:cubicBezTo>
                <a:cubicBezTo>
                  <a:pt x="3234597" y="65720"/>
                  <a:pt x="3232565" y="68979"/>
                  <a:pt x="3231101" y="72727"/>
                </a:cubicBezTo>
                <a:cubicBezTo>
                  <a:pt x="3229638" y="76474"/>
                  <a:pt x="3228906" y="80520"/>
                  <a:pt x="3228906" y="84865"/>
                </a:cubicBezTo>
                <a:cubicBezTo>
                  <a:pt x="3228906" y="89210"/>
                  <a:pt x="3229638" y="93257"/>
                  <a:pt x="3231101" y="97006"/>
                </a:cubicBezTo>
                <a:cubicBezTo>
                  <a:pt x="3232565" y="100752"/>
                  <a:pt x="3234597" y="103984"/>
                  <a:pt x="3237198" y="106701"/>
                </a:cubicBezTo>
                <a:cubicBezTo>
                  <a:pt x="3239798" y="109416"/>
                  <a:pt x="3242886" y="111561"/>
                  <a:pt x="3246461" y="113137"/>
                </a:cubicBezTo>
                <a:cubicBezTo>
                  <a:pt x="3250038" y="114711"/>
                  <a:pt x="3253939" y="115498"/>
                  <a:pt x="3258165" y="115498"/>
                </a:cubicBezTo>
                <a:cubicBezTo>
                  <a:pt x="3262716" y="115498"/>
                  <a:pt x="3266779" y="114711"/>
                  <a:pt x="3270355" y="113137"/>
                </a:cubicBezTo>
                <a:cubicBezTo>
                  <a:pt x="3273932" y="111561"/>
                  <a:pt x="3276939" y="109388"/>
                  <a:pt x="3279376" y="106619"/>
                </a:cubicBezTo>
                <a:cubicBezTo>
                  <a:pt x="3281815" y="103848"/>
                  <a:pt x="3283684" y="100589"/>
                  <a:pt x="3284984" y="96842"/>
                </a:cubicBezTo>
                <a:cubicBezTo>
                  <a:pt x="3286285" y="93094"/>
                  <a:pt x="3286936" y="89101"/>
                  <a:pt x="3286936" y="84865"/>
                </a:cubicBezTo>
                <a:close/>
                <a:moveTo>
                  <a:pt x="3397950" y="84863"/>
                </a:moveTo>
                <a:cubicBezTo>
                  <a:pt x="3397950" y="90608"/>
                  <a:pt x="3396947" y="95920"/>
                  <a:pt x="3394941" y="100798"/>
                </a:cubicBezTo>
                <a:cubicBezTo>
                  <a:pt x="3392937" y="105676"/>
                  <a:pt x="3390147" y="109904"/>
                  <a:pt x="3386571" y="113482"/>
                </a:cubicBezTo>
                <a:cubicBezTo>
                  <a:pt x="3382996" y="117058"/>
                  <a:pt x="3378716" y="119849"/>
                  <a:pt x="3373731" y="121855"/>
                </a:cubicBezTo>
                <a:cubicBezTo>
                  <a:pt x="3368747" y="123860"/>
                  <a:pt x="3363275" y="124863"/>
                  <a:pt x="3357314" y="124863"/>
                </a:cubicBezTo>
                <a:cubicBezTo>
                  <a:pt x="3351463" y="124863"/>
                  <a:pt x="3346044" y="123860"/>
                  <a:pt x="3341059" y="121855"/>
                </a:cubicBezTo>
                <a:cubicBezTo>
                  <a:pt x="3336075" y="119849"/>
                  <a:pt x="3331795" y="117058"/>
                  <a:pt x="3328219" y="113482"/>
                </a:cubicBezTo>
                <a:cubicBezTo>
                  <a:pt x="3324644" y="109904"/>
                  <a:pt x="3321854" y="105676"/>
                  <a:pt x="3319848" y="100798"/>
                </a:cubicBezTo>
                <a:cubicBezTo>
                  <a:pt x="3317844" y="95920"/>
                  <a:pt x="3316842" y="90608"/>
                  <a:pt x="3316842" y="84863"/>
                </a:cubicBezTo>
                <a:cubicBezTo>
                  <a:pt x="3316842" y="79117"/>
                  <a:pt x="3317844" y="73805"/>
                  <a:pt x="3319848" y="68927"/>
                </a:cubicBezTo>
                <a:cubicBezTo>
                  <a:pt x="3321854" y="64050"/>
                  <a:pt x="3324644" y="59822"/>
                  <a:pt x="3328219" y="56246"/>
                </a:cubicBezTo>
                <a:cubicBezTo>
                  <a:pt x="3331795" y="52668"/>
                  <a:pt x="3336075" y="49876"/>
                  <a:pt x="3341059" y="47870"/>
                </a:cubicBezTo>
                <a:cubicBezTo>
                  <a:pt x="3346044" y="45865"/>
                  <a:pt x="3351463" y="44862"/>
                  <a:pt x="3357314" y="44862"/>
                </a:cubicBezTo>
                <a:cubicBezTo>
                  <a:pt x="3363275" y="44862"/>
                  <a:pt x="3368747" y="45865"/>
                  <a:pt x="3373731" y="47870"/>
                </a:cubicBezTo>
                <a:cubicBezTo>
                  <a:pt x="3378716" y="49876"/>
                  <a:pt x="3382996" y="52668"/>
                  <a:pt x="3386571" y="56246"/>
                </a:cubicBezTo>
                <a:cubicBezTo>
                  <a:pt x="3390147" y="59822"/>
                  <a:pt x="3392937" y="64050"/>
                  <a:pt x="3394941" y="68927"/>
                </a:cubicBezTo>
                <a:cubicBezTo>
                  <a:pt x="3396947" y="73805"/>
                  <a:pt x="3397950" y="79117"/>
                  <a:pt x="3397950" y="84863"/>
                </a:cubicBezTo>
                <a:moveTo>
                  <a:pt x="3386248" y="84865"/>
                </a:moveTo>
                <a:cubicBezTo>
                  <a:pt x="3386248" y="80629"/>
                  <a:pt x="3385571" y="76637"/>
                  <a:pt x="3384217" y="72891"/>
                </a:cubicBezTo>
                <a:cubicBezTo>
                  <a:pt x="3382863" y="69142"/>
                  <a:pt x="3380939" y="65883"/>
                  <a:pt x="3378446" y="63114"/>
                </a:cubicBezTo>
                <a:cubicBezTo>
                  <a:pt x="3375954" y="60342"/>
                  <a:pt x="3372920" y="58143"/>
                  <a:pt x="3369343" y="56514"/>
                </a:cubicBezTo>
                <a:cubicBezTo>
                  <a:pt x="3365768" y="54884"/>
                  <a:pt x="3361760" y="54068"/>
                  <a:pt x="3357317" y="54068"/>
                </a:cubicBezTo>
                <a:cubicBezTo>
                  <a:pt x="3352874" y="54068"/>
                  <a:pt x="3348891" y="54884"/>
                  <a:pt x="3345370" y="56514"/>
                </a:cubicBezTo>
                <a:cubicBezTo>
                  <a:pt x="3341848" y="58143"/>
                  <a:pt x="3338840" y="60342"/>
                  <a:pt x="3336347" y="63114"/>
                </a:cubicBezTo>
                <a:cubicBezTo>
                  <a:pt x="3333855" y="65883"/>
                  <a:pt x="3331932" y="69142"/>
                  <a:pt x="3330578" y="72891"/>
                </a:cubicBezTo>
                <a:cubicBezTo>
                  <a:pt x="3329223" y="76637"/>
                  <a:pt x="3328546" y="80629"/>
                  <a:pt x="3328546" y="84865"/>
                </a:cubicBezTo>
                <a:cubicBezTo>
                  <a:pt x="3328546" y="89101"/>
                  <a:pt x="3329223" y="93094"/>
                  <a:pt x="3330578" y="96842"/>
                </a:cubicBezTo>
                <a:cubicBezTo>
                  <a:pt x="3331932" y="100589"/>
                  <a:pt x="3333855" y="103848"/>
                  <a:pt x="3336347" y="106619"/>
                </a:cubicBezTo>
                <a:cubicBezTo>
                  <a:pt x="3338840" y="109388"/>
                  <a:pt x="3341848" y="111561"/>
                  <a:pt x="3345370" y="113137"/>
                </a:cubicBezTo>
                <a:cubicBezTo>
                  <a:pt x="3348891" y="114711"/>
                  <a:pt x="3352874" y="115498"/>
                  <a:pt x="3357317" y="115498"/>
                </a:cubicBezTo>
                <a:cubicBezTo>
                  <a:pt x="3361760" y="115498"/>
                  <a:pt x="3365768" y="114711"/>
                  <a:pt x="3369343" y="113137"/>
                </a:cubicBezTo>
                <a:cubicBezTo>
                  <a:pt x="3372920" y="111561"/>
                  <a:pt x="3375954" y="109388"/>
                  <a:pt x="3378446" y="106619"/>
                </a:cubicBezTo>
                <a:cubicBezTo>
                  <a:pt x="3380939" y="103848"/>
                  <a:pt x="3382863" y="100589"/>
                  <a:pt x="3384217" y="96842"/>
                </a:cubicBezTo>
                <a:cubicBezTo>
                  <a:pt x="3385571" y="93094"/>
                  <a:pt x="3386248" y="89101"/>
                  <a:pt x="3386248" y="84865"/>
                </a:cubicBezTo>
                <a:close/>
                <a:moveTo>
                  <a:pt x="3433061" y="122958"/>
                </a:moveTo>
                <a:lnTo>
                  <a:pt x="3422006" y="122958"/>
                </a:lnTo>
                <a:lnTo>
                  <a:pt x="3422006" y="77"/>
                </a:lnTo>
                <a:lnTo>
                  <a:pt x="3433061" y="77"/>
                </a:lnTo>
                <a:lnTo>
                  <a:pt x="3433061" y="122958"/>
                </a:lnTo>
                <a:close/>
                <a:moveTo>
                  <a:pt x="3525223" y="110118"/>
                </a:moveTo>
                <a:cubicBezTo>
                  <a:pt x="3521973" y="114995"/>
                  <a:pt x="3517746" y="118671"/>
                  <a:pt x="3512544" y="121148"/>
                </a:cubicBezTo>
                <a:cubicBezTo>
                  <a:pt x="3507343" y="123625"/>
                  <a:pt x="3501979" y="124863"/>
                  <a:pt x="3496453" y="124863"/>
                </a:cubicBezTo>
                <a:cubicBezTo>
                  <a:pt x="3490492" y="124863"/>
                  <a:pt x="3485101" y="123834"/>
                  <a:pt x="3480280" y="121775"/>
                </a:cubicBezTo>
                <a:cubicBezTo>
                  <a:pt x="3475458" y="119715"/>
                  <a:pt x="3471340" y="116897"/>
                  <a:pt x="3467926" y="113320"/>
                </a:cubicBezTo>
                <a:cubicBezTo>
                  <a:pt x="3464513" y="109742"/>
                  <a:pt x="3461858" y="105514"/>
                  <a:pt x="3459962" y="100637"/>
                </a:cubicBezTo>
                <a:cubicBezTo>
                  <a:pt x="3458065" y="95757"/>
                  <a:pt x="3457117" y="90499"/>
                  <a:pt x="3457117" y="84863"/>
                </a:cubicBezTo>
                <a:cubicBezTo>
                  <a:pt x="3457117" y="79226"/>
                  <a:pt x="3458065" y="73969"/>
                  <a:pt x="3459962" y="69091"/>
                </a:cubicBezTo>
                <a:cubicBezTo>
                  <a:pt x="3461858" y="64212"/>
                  <a:pt x="3464513" y="59984"/>
                  <a:pt x="3467926" y="56407"/>
                </a:cubicBezTo>
                <a:cubicBezTo>
                  <a:pt x="3471340" y="52829"/>
                  <a:pt x="3475458" y="50011"/>
                  <a:pt x="3480280" y="47952"/>
                </a:cubicBezTo>
                <a:cubicBezTo>
                  <a:pt x="3485101" y="45892"/>
                  <a:pt x="3490492" y="44862"/>
                  <a:pt x="3496453" y="44862"/>
                </a:cubicBezTo>
                <a:cubicBezTo>
                  <a:pt x="3501979" y="44862"/>
                  <a:pt x="3507343" y="46136"/>
                  <a:pt x="3512544" y="48684"/>
                </a:cubicBezTo>
                <a:cubicBezTo>
                  <a:pt x="3517746" y="51230"/>
                  <a:pt x="3521973" y="54997"/>
                  <a:pt x="3525223" y="59984"/>
                </a:cubicBezTo>
                <a:lnTo>
                  <a:pt x="3525548" y="59984"/>
                </a:lnTo>
                <a:lnTo>
                  <a:pt x="3525548" y="5"/>
                </a:lnTo>
                <a:lnTo>
                  <a:pt x="3536600" y="5"/>
                </a:lnTo>
                <a:lnTo>
                  <a:pt x="3536600" y="122958"/>
                </a:lnTo>
                <a:lnTo>
                  <a:pt x="3525548" y="122958"/>
                </a:lnTo>
                <a:lnTo>
                  <a:pt x="3525548" y="110118"/>
                </a:lnTo>
                <a:lnTo>
                  <a:pt x="3525223" y="110118"/>
                </a:lnTo>
                <a:moveTo>
                  <a:pt x="3468821" y="84865"/>
                </a:moveTo>
                <a:cubicBezTo>
                  <a:pt x="3468821" y="89101"/>
                  <a:pt x="3469471" y="93094"/>
                  <a:pt x="3470770" y="96842"/>
                </a:cubicBezTo>
                <a:cubicBezTo>
                  <a:pt x="3472070" y="100589"/>
                  <a:pt x="3473939" y="103848"/>
                  <a:pt x="3476378" y="106619"/>
                </a:cubicBezTo>
                <a:cubicBezTo>
                  <a:pt x="3478817" y="109388"/>
                  <a:pt x="3481824" y="111561"/>
                  <a:pt x="3485399" y="113137"/>
                </a:cubicBezTo>
                <a:cubicBezTo>
                  <a:pt x="3488975" y="114711"/>
                  <a:pt x="3493039" y="115498"/>
                  <a:pt x="3497589" y="115498"/>
                </a:cubicBezTo>
                <a:cubicBezTo>
                  <a:pt x="3501815" y="115498"/>
                  <a:pt x="3505716" y="114711"/>
                  <a:pt x="3509293" y="113137"/>
                </a:cubicBezTo>
                <a:cubicBezTo>
                  <a:pt x="3512869" y="111561"/>
                  <a:pt x="3515957" y="109416"/>
                  <a:pt x="3518556" y="106701"/>
                </a:cubicBezTo>
                <a:cubicBezTo>
                  <a:pt x="3521157" y="103984"/>
                  <a:pt x="3523190" y="100752"/>
                  <a:pt x="3524653" y="97006"/>
                </a:cubicBezTo>
                <a:cubicBezTo>
                  <a:pt x="3526116" y="93257"/>
                  <a:pt x="3526848" y="89210"/>
                  <a:pt x="3526848" y="84865"/>
                </a:cubicBezTo>
                <a:cubicBezTo>
                  <a:pt x="3526848" y="80520"/>
                  <a:pt x="3526116" y="76474"/>
                  <a:pt x="3524653" y="72727"/>
                </a:cubicBezTo>
                <a:cubicBezTo>
                  <a:pt x="3523190" y="68979"/>
                  <a:pt x="3521157" y="65720"/>
                  <a:pt x="3518556" y="62950"/>
                </a:cubicBezTo>
                <a:cubicBezTo>
                  <a:pt x="3515957" y="60179"/>
                  <a:pt x="3512869" y="58006"/>
                  <a:pt x="3509293" y="56432"/>
                </a:cubicBezTo>
                <a:cubicBezTo>
                  <a:pt x="3505716" y="54856"/>
                  <a:pt x="3501815" y="54068"/>
                  <a:pt x="3497589" y="54068"/>
                </a:cubicBezTo>
                <a:cubicBezTo>
                  <a:pt x="3493039" y="54068"/>
                  <a:pt x="3488975" y="54884"/>
                  <a:pt x="3485399" y="56514"/>
                </a:cubicBezTo>
                <a:cubicBezTo>
                  <a:pt x="3481824" y="58143"/>
                  <a:pt x="3478817" y="60342"/>
                  <a:pt x="3476378" y="63114"/>
                </a:cubicBezTo>
                <a:cubicBezTo>
                  <a:pt x="3473939" y="65883"/>
                  <a:pt x="3472070" y="69142"/>
                  <a:pt x="3470770" y="72891"/>
                </a:cubicBezTo>
                <a:cubicBezTo>
                  <a:pt x="3469471" y="76637"/>
                  <a:pt x="3468821" y="80629"/>
                  <a:pt x="3468821" y="84865"/>
                </a:cubicBezTo>
                <a:close/>
                <a:moveTo>
                  <a:pt x="3568134" y="145816"/>
                </a:moveTo>
                <a:lnTo>
                  <a:pt x="3558868" y="145816"/>
                </a:lnTo>
                <a:lnTo>
                  <a:pt x="3569758" y="107561"/>
                </a:lnTo>
                <a:lnTo>
                  <a:pt x="3581299" y="107561"/>
                </a:lnTo>
                <a:lnTo>
                  <a:pt x="3568134" y="145816"/>
                </a:lnTo>
                <a:close/>
                <a:moveTo>
                  <a:pt x="3702232" y="79148"/>
                </a:moveTo>
                <a:cubicBezTo>
                  <a:pt x="3701906" y="71936"/>
                  <a:pt x="3699603" y="65953"/>
                  <a:pt x="3695322" y="61199"/>
                </a:cubicBezTo>
                <a:cubicBezTo>
                  <a:pt x="3691043" y="56445"/>
                  <a:pt x="3684948" y="54068"/>
                  <a:pt x="3677038" y="54068"/>
                </a:cubicBezTo>
                <a:cubicBezTo>
                  <a:pt x="3673354" y="54068"/>
                  <a:pt x="3669940" y="54751"/>
                  <a:pt x="3666797" y="56117"/>
                </a:cubicBezTo>
                <a:cubicBezTo>
                  <a:pt x="3663655" y="57483"/>
                  <a:pt x="3660892" y="59340"/>
                  <a:pt x="3658508" y="61690"/>
                </a:cubicBezTo>
                <a:cubicBezTo>
                  <a:pt x="3656124" y="64040"/>
                  <a:pt x="3654227" y="66717"/>
                  <a:pt x="3652819" y="69723"/>
                </a:cubicBezTo>
                <a:cubicBezTo>
                  <a:pt x="3651410" y="72728"/>
                  <a:pt x="3650597" y="75869"/>
                  <a:pt x="3650381" y="79148"/>
                </a:cubicBezTo>
                <a:lnTo>
                  <a:pt x="3702232" y="79148"/>
                </a:lnTo>
                <a:moveTo>
                  <a:pt x="3713447" y="82665"/>
                </a:moveTo>
                <a:cubicBezTo>
                  <a:pt x="3713447" y="83426"/>
                  <a:pt x="3713447" y="84241"/>
                  <a:pt x="3713447" y="85111"/>
                </a:cubicBezTo>
                <a:cubicBezTo>
                  <a:pt x="3713447" y="85979"/>
                  <a:pt x="3713393" y="86901"/>
                  <a:pt x="3713283" y="87878"/>
                </a:cubicBezTo>
                <a:lnTo>
                  <a:pt x="3650217" y="87878"/>
                </a:lnTo>
                <a:cubicBezTo>
                  <a:pt x="3650326" y="91670"/>
                  <a:pt x="3651084" y="95245"/>
                  <a:pt x="3652491" y="98603"/>
                </a:cubicBezTo>
                <a:cubicBezTo>
                  <a:pt x="3653900" y="101959"/>
                  <a:pt x="3655850" y="104884"/>
                  <a:pt x="3658342" y="107375"/>
                </a:cubicBezTo>
                <a:cubicBezTo>
                  <a:pt x="3660835" y="109865"/>
                  <a:pt x="3663761" y="111842"/>
                  <a:pt x="3667119" y="113306"/>
                </a:cubicBezTo>
                <a:cubicBezTo>
                  <a:pt x="3670479" y="114767"/>
                  <a:pt x="3674110" y="115498"/>
                  <a:pt x="3678012" y="115498"/>
                </a:cubicBezTo>
                <a:cubicBezTo>
                  <a:pt x="3683755" y="115498"/>
                  <a:pt x="3688712" y="114171"/>
                  <a:pt x="3692884" y="111517"/>
                </a:cubicBezTo>
                <a:cubicBezTo>
                  <a:pt x="3697055" y="108862"/>
                  <a:pt x="3700225" y="105800"/>
                  <a:pt x="3702393" y="102333"/>
                </a:cubicBezTo>
                <a:lnTo>
                  <a:pt x="3710682" y="108834"/>
                </a:lnTo>
                <a:cubicBezTo>
                  <a:pt x="3706131" y="114568"/>
                  <a:pt x="3701120" y="118674"/>
                  <a:pt x="3695647" y="121150"/>
                </a:cubicBezTo>
                <a:cubicBezTo>
                  <a:pt x="3690175" y="123626"/>
                  <a:pt x="3684297" y="124863"/>
                  <a:pt x="3678012" y="124863"/>
                </a:cubicBezTo>
                <a:cubicBezTo>
                  <a:pt x="3672377" y="124863"/>
                  <a:pt x="3667148" y="123860"/>
                  <a:pt x="3662325" y="121855"/>
                </a:cubicBezTo>
                <a:cubicBezTo>
                  <a:pt x="3657504" y="119849"/>
                  <a:pt x="3653359" y="117058"/>
                  <a:pt x="3649892" y="113482"/>
                </a:cubicBezTo>
                <a:cubicBezTo>
                  <a:pt x="3646425" y="109904"/>
                  <a:pt x="3643688" y="105676"/>
                  <a:pt x="3641682" y="100798"/>
                </a:cubicBezTo>
                <a:cubicBezTo>
                  <a:pt x="3639678" y="95920"/>
                  <a:pt x="3638676" y="90608"/>
                  <a:pt x="3638676" y="84863"/>
                </a:cubicBezTo>
                <a:cubicBezTo>
                  <a:pt x="3638676" y="79117"/>
                  <a:pt x="3639651" y="73805"/>
                  <a:pt x="3641601" y="68927"/>
                </a:cubicBezTo>
                <a:cubicBezTo>
                  <a:pt x="3643552" y="64050"/>
                  <a:pt x="3646261" y="59822"/>
                  <a:pt x="3649728" y="56246"/>
                </a:cubicBezTo>
                <a:cubicBezTo>
                  <a:pt x="3653197" y="52668"/>
                  <a:pt x="3657261" y="49876"/>
                  <a:pt x="3661921" y="47870"/>
                </a:cubicBezTo>
                <a:cubicBezTo>
                  <a:pt x="3666580" y="45865"/>
                  <a:pt x="3671619" y="44862"/>
                  <a:pt x="3677038" y="44862"/>
                </a:cubicBezTo>
                <a:cubicBezTo>
                  <a:pt x="3682997" y="44862"/>
                  <a:pt x="3688252" y="45867"/>
                  <a:pt x="3692802" y="47878"/>
                </a:cubicBezTo>
                <a:cubicBezTo>
                  <a:pt x="3697354" y="49887"/>
                  <a:pt x="3701147" y="52603"/>
                  <a:pt x="3704181" y="56025"/>
                </a:cubicBezTo>
                <a:cubicBezTo>
                  <a:pt x="3707215" y="59446"/>
                  <a:pt x="3709518" y="63438"/>
                  <a:pt x="3711088" y="68000"/>
                </a:cubicBezTo>
                <a:cubicBezTo>
                  <a:pt x="3712661" y="72562"/>
                  <a:pt x="3713447" y="77450"/>
                  <a:pt x="3713447" y="82665"/>
                </a:cubicBezTo>
                <a:close/>
                <a:moveTo>
                  <a:pt x="3763348" y="111202"/>
                </a:moveTo>
                <a:lnTo>
                  <a:pt x="3763673" y="111202"/>
                </a:lnTo>
                <a:lnTo>
                  <a:pt x="3787239" y="46997"/>
                </a:lnTo>
                <a:lnTo>
                  <a:pt x="3799268" y="46997"/>
                </a:lnTo>
                <a:lnTo>
                  <a:pt x="3761396" y="142736"/>
                </a:lnTo>
                <a:cubicBezTo>
                  <a:pt x="3759121" y="148587"/>
                  <a:pt x="3756222" y="153262"/>
                  <a:pt x="3752700" y="156759"/>
                </a:cubicBezTo>
                <a:cubicBezTo>
                  <a:pt x="3749178" y="160257"/>
                  <a:pt x="3744112" y="162007"/>
                  <a:pt x="3737501" y="162007"/>
                </a:cubicBezTo>
                <a:cubicBezTo>
                  <a:pt x="3734143" y="162007"/>
                  <a:pt x="3730839" y="161689"/>
                  <a:pt x="3727588" y="161054"/>
                </a:cubicBezTo>
                <a:lnTo>
                  <a:pt x="3728724" y="151024"/>
                </a:lnTo>
                <a:cubicBezTo>
                  <a:pt x="3731325" y="151891"/>
                  <a:pt x="3734034" y="152324"/>
                  <a:pt x="3736852" y="152324"/>
                </a:cubicBezTo>
                <a:cubicBezTo>
                  <a:pt x="3740645" y="152324"/>
                  <a:pt x="3743624" y="151159"/>
                  <a:pt x="3745790" y="148829"/>
                </a:cubicBezTo>
                <a:cubicBezTo>
                  <a:pt x="3747958" y="146500"/>
                  <a:pt x="3749855" y="143168"/>
                  <a:pt x="3751480" y="138834"/>
                </a:cubicBezTo>
                <a:lnTo>
                  <a:pt x="3757658" y="122904"/>
                </a:lnTo>
                <a:lnTo>
                  <a:pt x="3725150" y="46997"/>
                </a:lnTo>
                <a:lnTo>
                  <a:pt x="3737501" y="46997"/>
                </a:lnTo>
                <a:lnTo>
                  <a:pt x="3763348" y="111202"/>
                </a:lnTo>
                <a:close/>
                <a:moveTo>
                  <a:pt x="3874527" y="79148"/>
                </a:moveTo>
                <a:cubicBezTo>
                  <a:pt x="3874201" y="71936"/>
                  <a:pt x="3871898" y="65953"/>
                  <a:pt x="3867617" y="61199"/>
                </a:cubicBezTo>
                <a:cubicBezTo>
                  <a:pt x="3863338" y="56445"/>
                  <a:pt x="3857243" y="54068"/>
                  <a:pt x="3849333" y="54068"/>
                </a:cubicBezTo>
                <a:cubicBezTo>
                  <a:pt x="3845649" y="54068"/>
                  <a:pt x="3842235" y="54751"/>
                  <a:pt x="3839092" y="56117"/>
                </a:cubicBezTo>
                <a:cubicBezTo>
                  <a:pt x="3835950" y="57483"/>
                  <a:pt x="3833187" y="59340"/>
                  <a:pt x="3830803" y="61690"/>
                </a:cubicBezTo>
                <a:cubicBezTo>
                  <a:pt x="3828419" y="64040"/>
                  <a:pt x="3826522" y="66717"/>
                  <a:pt x="3825114" y="69723"/>
                </a:cubicBezTo>
                <a:cubicBezTo>
                  <a:pt x="3823705" y="72728"/>
                  <a:pt x="3822892" y="75869"/>
                  <a:pt x="3822676" y="79148"/>
                </a:cubicBezTo>
                <a:lnTo>
                  <a:pt x="3874527" y="79148"/>
                </a:lnTo>
                <a:moveTo>
                  <a:pt x="3885742" y="82665"/>
                </a:moveTo>
                <a:cubicBezTo>
                  <a:pt x="3885742" y="83426"/>
                  <a:pt x="3885742" y="84241"/>
                  <a:pt x="3885742" y="85111"/>
                </a:cubicBezTo>
                <a:cubicBezTo>
                  <a:pt x="3885742" y="85979"/>
                  <a:pt x="3885688" y="86901"/>
                  <a:pt x="3885578" y="87878"/>
                </a:cubicBezTo>
                <a:lnTo>
                  <a:pt x="3822512" y="87878"/>
                </a:lnTo>
                <a:cubicBezTo>
                  <a:pt x="3822621" y="91670"/>
                  <a:pt x="3823379" y="95245"/>
                  <a:pt x="3824786" y="98603"/>
                </a:cubicBezTo>
                <a:cubicBezTo>
                  <a:pt x="3826195" y="101959"/>
                  <a:pt x="3828145" y="104884"/>
                  <a:pt x="3830637" y="107375"/>
                </a:cubicBezTo>
                <a:cubicBezTo>
                  <a:pt x="3833130" y="109865"/>
                  <a:pt x="3836056" y="111842"/>
                  <a:pt x="3839414" y="113306"/>
                </a:cubicBezTo>
                <a:cubicBezTo>
                  <a:pt x="3842774" y="114767"/>
                  <a:pt x="3846405" y="115498"/>
                  <a:pt x="3850307" y="115498"/>
                </a:cubicBezTo>
                <a:cubicBezTo>
                  <a:pt x="3856050" y="115498"/>
                  <a:pt x="3861007" y="114171"/>
                  <a:pt x="3865179" y="111517"/>
                </a:cubicBezTo>
                <a:cubicBezTo>
                  <a:pt x="3869350" y="108862"/>
                  <a:pt x="3872520" y="105800"/>
                  <a:pt x="3874688" y="102333"/>
                </a:cubicBezTo>
                <a:lnTo>
                  <a:pt x="3882977" y="108834"/>
                </a:lnTo>
                <a:cubicBezTo>
                  <a:pt x="3878426" y="114568"/>
                  <a:pt x="3873415" y="118674"/>
                  <a:pt x="3867942" y="121150"/>
                </a:cubicBezTo>
                <a:cubicBezTo>
                  <a:pt x="3862470" y="123626"/>
                  <a:pt x="3856592" y="124863"/>
                  <a:pt x="3850307" y="124863"/>
                </a:cubicBezTo>
                <a:cubicBezTo>
                  <a:pt x="3844672" y="124863"/>
                  <a:pt x="3839443" y="123860"/>
                  <a:pt x="3834620" y="121855"/>
                </a:cubicBezTo>
                <a:cubicBezTo>
                  <a:pt x="3829799" y="119849"/>
                  <a:pt x="3825654" y="117058"/>
                  <a:pt x="3822187" y="113482"/>
                </a:cubicBezTo>
                <a:cubicBezTo>
                  <a:pt x="3818720" y="109904"/>
                  <a:pt x="3815983" y="105676"/>
                  <a:pt x="3813977" y="100798"/>
                </a:cubicBezTo>
                <a:cubicBezTo>
                  <a:pt x="3811973" y="95920"/>
                  <a:pt x="3810971" y="90608"/>
                  <a:pt x="3810971" y="84863"/>
                </a:cubicBezTo>
                <a:cubicBezTo>
                  <a:pt x="3810971" y="79117"/>
                  <a:pt x="3811946" y="73805"/>
                  <a:pt x="3813896" y="68927"/>
                </a:cubicBezTo>
                <a:cubicBezTo>
                  <a:pt x="3815847" y="64050"/>
                  <a:pt x="3818556" y="59822"/>
                  <a:pt x="3822023" y="56246"/>
                </a:cubicBezTo>
                <a:cubicBezTo>
                  <a:pt x="3825492" y="52668"/>
                  <a:pt x="3829556" y="49876"/>
                  <a:pt x="3834216" y="47870"/>
                </a:cubicBezTo>
                <a:cubicBezTo>
                  <a:pt x="3838875" y="45865"/>
                  <a:pt x="3843914" y="44862"/>
                  <a:pt x="3849333" y="44862"/>
                </a:cubicBezTo>
                <a:cubicBezTo>
                  <a:pt x="3855292" y="44862"/>
                  <a:pt x="3860547" y="45867"/>
                  <a:pt x="3865097" y="47878"/>
                </a:cubicBezTo>
                <a:cubicBezTo>
                  <a:pt x="3869649" y="49887"/>
                  <a:pt x="3873442" y="52603"/>
                  <a:pt x="3876476" y="56025"/>
                </a:cubicBezTo>
                <a:cubicBezTo>
                  <a:pt x="3879510" y="59446"/>
                  <a:pt x="3881813" y="63438"/>
                  <a:pt x="3883383" y="68000"/>
                </a:cubicBezTo>
                <a:cubicBezTo>
                  <a:pt x="3884956" y="72562"/>
                  <a:pt x="3885742" y="77450"/>
                  <a:pt x="3885742" y="82665"/>
                </a:cubicBezTo>
                <a:close/>
                <a:moveTo>
                  <a:pt x="3939055" y="88196"/>
                </a:moveTo>
                <a:lnTo>
                  <a:pt x="3902645" y="88196"/>
                </a:lnTo>
                <a:lnTo>
                  <a:pt x="3902645" y="78989"/>
                </a:lnTo>
                <a:lnTo>
                  <a:pt x="3939055" y="78989"/>
                </a:lnTo>
                <a:lnTo>
                  <a:pt x="3939055" y="881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5" name="Text catchingdesigns.Craf">
            <a:extLst xmlns:a="http://schemas.openxmlformats.org/drawingml/2006/main">
              <a:ext uri="{FF2B5EF4-FFF2-40B4-BE49-F238E27FC236}">
                <a16:creationId xmlns:a16="http://schemas.microsoft.com/office/drawing/2014/main" id="{D63DD59A-8AAC-4850-BB16-256EB65E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9453" y="3779617"/>
            <a:ext cx="1633227" cy="163812"/>
          </a:xfrm>
          <a:custGeom xmlns:a="http://schemas.openxmlformats.org/drawingml/2006/main">
            <a:pathLst>
              <a:path w="1633227" h="163812">
                <a:moveTo>
                  <a:pt x="60304" y="65954"/>
                </a:moveTo>
                <a:cubicBezTo>
                  <a:pt x="58462" y="63027"/>
                  <a:pt x="55780" y="60615"/>
                  <a:pt x="52258" y="58719"/>
                </a:cubicBezTo>
                <a:cubicBezTo>
                  <a:pt x="48736" y="56822"/>
                  <a:pt x="44916" y="55874"/>
                  <a:pt x="40799" y="55874"/>
                </a:cubicBezTo>
                <a:cubicBezTo>
                  <a:pt x="36356" y="55874"/>
                  <a:pt x="32347" y="56662"/>
                  <a:pt x="28770" y="58238"/>
                </a:cubicBezTo>
                <a:cubicBezTo>
                  <a:pt x="25194" y="59812"/>
                  <a:pt x="22132" y="61984"/>
                  <a:pt x="19586" y="64756"/>
                </a:cubicBezTo>
                <a:cubicBezTo>
                  <a:pt x="17040" y="67525"/>
                  <a:pt x="15090" y="70784"/>
                  <a:pt x="13735" y="74533"/>
                </a:cubicBezTo>
                <a:cubicBezTo>
                  <a:pt x="12381" y="78279"/>
                  <a:pt x="11704" y="82325"/>
                  <a:pt x="11704" y="86671"/>
                </a:cubicBezTo>
                <a:cubicBezTo>
                  <a:pt x="11704" y="91016"/>
                  <a:pt x="12381" y="95036"/>
                  <a:pt x="13735" y="98729"/>
                </a:cubicBezTo>
                <a:cubicBezTo>
                  <a:pt x="15090" y="102422"/>
                  <a:pt x="17013" y="105653"/>
                  <a:pt x="19504" y="108424"/>
                </a:cubicBezTo>
                <a:cubicBezTo>
                  <a:pt x="21998" y="111194"/>
                  <a:pt x="25032" y="113367"/>
                  <a:pt x="28607" y="114942"/>
                </a:cubicBezTo>
                <a:cubicBezTo>
                  <a:pt x="32183" y="116517"/>
                  <a:pt x="36193" y="117304"/>
                  <a:pt x="40636" y="117304"/>
                </a:cubicBezTo>
                <a:cubicBezTo>
                  <a:pt x="45512" y="117304"/>
                  <a:pt x="49629" y="116383"/>
                  <a:pt x="52987" y="114541"/>
                </a:cubicBezTo>
                <a:cubicBezTo>
                  <a:pt x="56347" y="112699"/>
                  <a:pt x="59111" y="110315"/>
                  <a:pt x="61278" y="107390"/>
                </a:cubicBezTo>
                <a:lnTo>
                  <a:pt x="69567" y="113566"/>
                </a:lnTo>
                <a:cubicBezTo>
                  <a:pt x="66316" y="117564"/>
                  <a:pt x="62334" y="120748"/>
                  <a:pt x="57620" y="123117"/>
                </a:cubicBezTo>
                <a:cubicBezTo>
                  <a:pt x="52908" y="125485"/>
                  <a:pt x="47246" y="126669"/>
                  <a:pt x="40636" y="126669"/>
                </a:cubicBezTo>
                <a:cubicBezTo>
                  <a:pt x="34458" y="126669"/>
                  <a:pt x="28877" y="125666"/>
                  <a:pt x="23892" y="123660"/>
                </a:cubicBezTo>
                <a:cubicBezTo>
                  <a:pt x="18908" y="121655"/>
                  <a:pt x="14656" y="118864"/>
                  <a:pt x="11134" y="115287"/>
                </a:cubicBezTo>
                <a:cubicBezTo>
                  <a:pt x="7613" y="111709"/>
                  <a:pt x="4878" y="107481"/>
                  <a:pt x="2927" y="102603"/>
                </a:cubicBezTo>
                <a:cubicBezTo>
                  <a:pt x="976" y="97726"/>
                  <a:pt x="0" y="92414"/>
                  <a:pt x="0" y="86668"/>
                </a:cubicBezTo>
                <a:cubicBezTo>
                  <a:pt x="0" y="80922"/>
                  <a:pt x="976" y="75611"/>
                  <a:pt x="2927" y="70733"/>
                </a:cubicBezTo>
                <a:cubicBezTo>
                  <a:pt x="4878" y="65855"/>
                  <a:pt x="7613" y="61628"/>
                  <a:pt x="11134" y="58052"/>
                </a:cubicBezTo>
                <a:cubicBezTo>
                  <a:pt x="14656" y="54473"/>
                  <a:pt x="18908" y="51682"/>
                  <a:pt x="23892" y="49676"/>
                </a:cubicBezTo>
                <a:cubicBezTo>
                  <a:pt x="28877" y="47670"/>
                  <a:pt x="34458" y="46667"/>
                  <a:pt x="40636" y="46667"/>
                </a:cubicBezTo>
                <a:cubicBezTo>
                  <a:pt x="45728" y="46667"/>
                  <a:pt x="50902" y="47771"/>
                  <a:pt x="56157" y="49979"/>
                </a:cubicBezTo>
                <a:cubicBezTo>
                  <a:pt x="61413" y="52186"/>
                  <a:pt x="65667" y="55452"/>
                  <a:pt x="68917" y="59775"/>
                </a:cubicBezTo>
                <a:lnTo>
                  <a:pt x="60304" y="65954"/>
                </a:lnTo>
                <a:close/>
                <a:moveTo>
                  <a:pt x="134748" y="75646"/>
                </a:moveTo>
                <a:cubicBezTo>
                  <a:pt x="134748" y="69001"/>
                  <a:pt x="133014" y="64045"/>
                  <a:pt x="129547" y="60777"/>
                </a:cubicBezTo>
                <a:cubicBezTo>
                  <a:pt x="126079" y="57508"/>
                  <a:pt x="121041" y="55874"/>
                  <a:pt x="114430" y="55874"/>
                </a:cubicBezTo>
                <a:cubicBezTo>
                  <a:pt x="109880" y="55874"/>
                  <a:pt x="105653" y="56687"/>
                  <a:pt x="101751" y="58312"/>
                </a:cubicBezTo>
                <a:cubicBezTo>
                  <a:pt x="97851" y="59937"/>
                  <a:pt x="94546" y="62105"/>
                  <a:pt x="91838" y="64815"/>
                </a:cubicBezTo>
                <a:lnTo>
                  <a:pt x="85660" y="57501"/>
                </a:lnTo>
                <a:cubicBezTo>
                  <a:pt x="88803" y="54371"/>
                  <a:pt x="92948" y="51783"/>
                  <a:pt x="98095" y="49738"/>
                </a:cubicBezTo>
                <a:cubicBezTo>
                  <a:pt x="103243" y="47691"/>
                  <a:pt x="109067" y="46667"/>
                  <a:pt x="115568" y="46667"/>
                </a:cubicBezTo>
                <a:cubicBezTo>
                  <a:pt x="119687" y="46667"/>
                  <a:pt x="123534" y="47237"/>
                  <a:pt x="127109" y="48376"/>
                </a:cubicBezTo>
                <a:cubicBezTo>
                  <a:pt x="130685" y="49516"/>
                  <a:pt x="133828" y="51224"/>
                  <a:pt x="136536" y="53503"/>
                </a:cubicBezTo>
                <a:cubicBezTo>
                  <a:pt x="139246" y="55780"/>
                  <a:pt x="141359" y="58653"/>
                  <a:pt x="142875" y="62124"/>
                </a:cubicBezTo>
                <a:cubicBezTo>
                  <a:pt x="144393" y="65595"/>
                  <a:pt x="145152" y="69662"/>
                  <a:pt x="145152" y="74327"/>
                </a:cubicBezTo>
                <a:lnTo>
                  <a:pt x="145152" y="107680"/>
                </a:lnTo>
                <a:cubicBezTo>
                  <a:pt x="145152" y="110609"/>
                  <a:pt x="145261" y="113646"/>
                  <a:pt x="145477" y="116793"/>
                </a:cubicBezTo>
                <a:cubicBezTo>
                  <a:pt x="145694" y="119938"/>
                  <a:pt x="146019" y="122595"/>
                  <a:pt x="146452" y="124764"/>
                </a:cubicBezTo>
                <a:lnTo>
                  <a:pt x="136538" y="124764"/>
                </a:lnTo>
                <a:cubicBezTo>
                  <a:pt x="136213" y="122914"/>
                  <a:pt x="135942" y="120901"/>
                  <a:pt x="135725" y="118725"/>
                </a:cubicBezTo>
                <a:cubicBezTo>
                  <a:pt x="135508" y="116549"/>
                  <a:pt x="135400" y="114427"/>
                  <a:pt x="135400" y="112361"/>
                </a:cubicBezTo>
                <a:lnTo>
                  <a:pt x="135073" y="112361"/>
                </a:lnTo>
                <a:cubicBezTo>
                  <a:pt x="131605" y="117455"/>
                  <a:pt x="127677" y="121113"/>
                  <a:pt x="123287" y="123335"/>
                </a:cubicBezTo>
                <a:cubicBezTo>
                  <a:pt x="118898" y="125558"/>
                  <a:pt x="113616" y="126669"/>
                  <a:pt x="107441" y="126669"/>
                </a:cubicBezTo>
                <a:cubicBezTo>
                  <a:pt x="104514" y="126669"/>
                  <a:pt x="101506" y="126263"/>
                  <a:pt x="98418" y="125451"/>
                </a:cubicBezTo>
                <a:cubicBezTo>
                  <a:pt x="95331" y="124639"/>
                  <a:pt x="92514" y="123313"/>
                  <a:pt x="89968" y="121473"/>
                </a:cubicBezTo>
                <a:cubicBezTo>
                  <a:pt x="87421" y="119631"/>
                  <a:pt x="85308" y="117248"/>
                  <a:pt x="83628" y="114325"/>
                </a:cubicBezTo>
                <a:cubicBezTo>
                  <a:pt x="81948" y="111400"/>
                  <a:pt x="81108" y="107825"/>
                  <a:pt x="81108" y="103600"/>
                </a:cubicBezTo>
                <a:cubicBezTo>
                  <a:pt x="81108" y="97752"/>
                  <a:pt x="82598" y="93122"/>
                  <a:pt x="85578" y="89711"/>
                </a:cubicBezTo>
                <a:cubicBezTo>
                  <a:pt x="88557" y="86300"/>
                  <a:pt x="92540" y="83756"/>
                  <a:pt x="97525" y="82077"/>
                </a:cubicBezTo>
                <a:cubicBezTo>
                  <a:pt x="102510" y="80397"/>
                  <a:pt x="108226" y="79314"/>
                  <a:pt x="114673" y="78828"/>
                </a:cubicBezTo>
                <a:cubicBezTo>
                  <a:pt x="121122" y="78340"/>
                  <a:pt x="127813" y="78097"/>
                  <a:pt x="134748" y="78097"/>
                </a:cubicBezTo>
                <a:lnTo>
                  <a:pt x="134748" y="75646"/>
                </a:lnTo>
                <a:moveTo>
                  <a:pt x="131496" y="86827"/>
                </a:moveTo>
                <a:cubicBezTo>
                  <a:pt x="126946" y="86827"/>
                  <a:pt x="122367" y="87016"/>
                  <a:pt x="117761" y="87395"/>
                </a:cubicBezTo>
                <a:cubicBezTo>
                  <a:pt x="113156" y="87772"/>
                  <a:pt x="108984" y="88528"/>
                  <a:pt x="105246" y="89664"/>
                </a:cubicBezTo>
                <a:cubicBezTo>
                  <a:pt x="101509" y="90799"/>
                  <a:pt x="98448" y="92446"/>
                  <a:pt x="96064" y="94607"/>
                </a:cubicBezTo>
                <a:cubicBezTo>
                  <a:pt x="93680" y="96768"/>
                  <a:pt x="92488" y="99631"/>
                  <a:pt x="92488" y="103196"/>
                </a:cubicBezTo>
                <a:cubicBezTo>
                  <a:pt x="92488" y="105898"/>
                  <a:pt x="93002" y="108167"/>
                  <a:pt x="94030" y="110004"/>
                </a:cubicBezTo>
                <a:cubicBezTo>
                  <a:pt x="95060" y="111841"/>
                  <a:pt x="96442" y="113327"/>
                  <a:pt x="98175" y="114461"/>
                </a:cubicBezTo>
                <a:cubicBezTo>
                  <a:pt x="99909" y="115596"/>
                  <a:pt x="101833" y="116406"/>
                  <a:pt x="103946" y="116892"/>
                </a:cubicBezTo>
                <a:cubicBezTo>
                  <a:pt x="106059" y="117378"/>
                  <a:pt x="108200" y="117621"/>
                  <a:pt x="110367" y="117621"/>
                </a:cubicBezTo>
                <a:cubicBezTo>
                  <a:pt x="114268" y="117621"/>
                  <a:pt x="117735" y="116946"/>
                  <a:pt x="120769" y="115595"/>
                </a:cubicBezTo>
                <a:cubicBezTo>
                  <a:pt x="123803" y="114244"/>
                  <a:pt x="126350" y="112407"/>
                  <a:pt x="128408" y="110084"/>
                </a:cubicBezTo>
                <a:cubicBezTo>
                  <a:pt x="130467" y="107761"/>
                  <a:pt x="132038" y="105087"/>
                  <a:pt x="133121" y="102063"/>
                </a:cubicBezTo>
                <a:cubicBezTo>
                  <a:pt x="134205" y="99037"/>
                  <a:pt x="134748" y="95849"/>
                  <a:pt x="134748" y="92499"/>
                </a:cubicBezTo>
                <a:lnTo>
                  <a:pt x="134748" y="86827"/>
                </a:lnTo>
                <a:lnTo>
                  <a:pt x="131496" y="86827"/>
                </a:lnTo>
                <a:close/>
                <a:moveTo>
                  <a:pt x="206266" y="57938"/>
                </a:moveTo>
                <a:lnTo>
                  <a:pt x="184812" y="57938"/>
                </a:lnTo>
                <a:lnTo>
                  <a:pt x="184812" y="102358"/>
                </a:lnTo>
                <a:cubicBezTo>
                  <a:pt x="184812" y="105179"/>
                  <a:pt x="185082" y="107511"/>
                  <a:pt x="185623" y="109355"/>
                </a:cubicBezTo>
                <a:cubicBezTo>
                  <a:pt x="186165" y="111198"/>
                  <a:pt x="186951" y="112636"/>
                  <a:pt x="187979" y="113668"/>
                </a:cubicBezTo>
                <a:cubicBezTo>
                  <a:pt x="189009" y="114698"/>
                  <a:pt x="190229" y="115403"/>
                  <a:pt x="191638" y="115783"/>
                </a:cubicBezTo>
                <a:cubicBezTo>
                  <a:pt x="193046" y="116162"/>
                  <a:pt x="194563" y="116351"/>
                  <a:pt x="196189" y="116351"/>
                </a:cubicBezTo>
                <a:cubicBezTo>
                  <a:pt x="197707" y="116351"/>
                  <a:pt x="199305" y="116130"/>
                  <a:pt x="200983" y="115689"/>
                </a:cubicBezTo>
                <a:cubicBezTo>
                  <a:pt x="202663" y="115246"/>
                  <a:pt x="204262" y="114637"/>
                  <a:pt x="205780" y="113861"/>
                </a:cubicBezTo>
                <a:lnTo>
                  <a:pt x="206266" y="123442"/>
                </a:lnTo>
                <a:cubicBezTo>
                  <a:pt x="204316" y="124201"/>
                  <a:pt x="202285" y="124770"/>
                  <a:pt x="200172" y="125148"/>
                </a:cubicBezTo>
                <a:cubicBezTo>
                  <a:pt x="198059" y="125527"/>
                  <a:pt x="195756" y="125716"/>
                  <a:pt x="193262" y="125716"/>
                </a:cubicBezTo>
                <a:cubicBezTo>
                  <a:pt x="191204" y="125716"/>
                  <a:pt x="189037" y="125445"/>
                  <a:pt x="186761" y="124903"/>
                </a:cubicBezTo>
                <a:cubicBezTo>
                  <a:pt x="184486" y="124362"/>
                  <a:pt x="182373" y="123334"/>
                  <a:pt x="180422" y="121818"/>
                </a:cubicBezTo>
                <a:cubicBezTo>
                  <a:pt x="178473" y="120300"/>
                  <a:pt x="176875" y="118240"/>
                  <a:pt x="175628" y="115639"/>
                </a:cubicBezTo>
                <a:cubicBezTo>
                  <a:pt x="174381" y="113038"/>
                  <a:pt x="173758" y="109625"/>
                  <a:pt x="173758" y="105399"/>
                </a:cubicBezTo>
                <a:lnTo>
                  <a:pt x="173758" y="57938"/>
                </a:lnTo>
                <a:lnTo>
                  <a:pt x="157991" y="57938"/>
                </a:lnTo>
                <a:lnTo>
                  <a:pt x="157991" y="48731"/>
                </a:lnTo>
                <a:lnTo>
                  <a:pt x="173758" y="48731"/>
                </a:lnTo>
                <a:lnTo>
                  <a:pt x="173758" y="27275"/>
                </a:lnTo>
                <a:lnTo>
                  <a:pt x="184812" y="27275"/>
                </a:lnTo>
                <a:lnTo>
                  <a:pt x="184812" y="48731"/>
                </a:lnTo>
                <a:lnTo>
                  <a:pt x="206266" y="48731"/>
                </a:lnTo>
                <a:lnTo>
                  <a:pt x="206266" y="57938"/>
                </a:lnTo>
                <a:close/>
                <a:moveTo>
                  <a:pt x="278274" y="65954"/>
                </a:moveTo>
                <a:cubicBezTo>
                  <a:pt x="276432" y="63027"/>
                  <a:pt x="273750" y="60615"/>
                  <a:pt x="270228" y="58719"/>
                </a:cubicBezTo>
                <a:cubicBezTo>
                  <a:pt x="266706" y="56822"/>
                  <a:pt x="262887" y="55874"/>
                  <a:pt x="258769" y="55874"/>
                </a:cubicBezTo>
                <a:cubicBezTo>
                  <a:pt x="254327" y="55874"/>
                  <a:pt x="250317" y="56662"/>
                  <a:pt x="246740" y="58238"/>
                </a:cubicBezTo>
                <a:cubicBezTo>
                  <a:pt x="243164" y="59812"/>
                  <a:pt x="240103" y="61984"/>
                  <a:pt x="237556" y="64756"/>
                </a:cubicBezTo>
                <a:cubicBezTo>
                  <a:pt x="235010" y="67525"/>
                  <a:pt x="233060" y="70784"/>
                  <a:pt x="231705" y="74533"/>
                </a:cubicBezTo>
                <a:cubicBezTo>
                  <a:pt x="230351" y="78279"/>
                  <a:pt x="229674" y="82325"/>
                  <a:pt x="229674" y="86671"/>
                </a:cubicBezTo>
                <a:cubicBezTo>
                  <a:pt x="229674" y="91016"/>
                  <a:pt x="230351" y="95036"/>
                  <a:pt x="231705" y="98729"/>
                </a:cubicBezTo>
                <a:cubicBezTo>
                  <a:pt x="233060" y="102422"/>
                  <a:pt x="234983" y="105653"/>
                  <a:pt x="237474" y="108424"/>
                </a:cubicBezTo>
                <a:cubicBezTo>
                  <a:pt x="239968" y="111194"/>
                  <a:pt x="243002" y="113367"/>
                  <a:pt x="246577" y="114942"/>
                </a:cubicBezTo>
                <a:cubicBezTo>
                  <a:pt x="250153" y="116517"/>
                  <a:pt x="254163" y="117304"/>
                  <a:pt x="258606" y="117304"/>
                </a:cubicBezTo>
                <a:cubicBezTo>
                  <a:pt x="263482" y="117304"/>
                  <a:pt x="267599" y="116383"/>
                  <a:pt x="270957" y="114541"/>
                </a:cubicBezTo>
                <a:cubicBezTo>
                  <a:pt x="274317" y="112699"/>
                  <a:pt x="277081" y="110315"/>
                  <a:pt x="279248" y="107390"/>
                </a:cubicBezTo>
                <a:lnTo>
                  <a:pt x="287537" y="113566"/>
                </a:lnTo>
                <a:cubicBezTo>
                  <a:pt x="284287" y="117564"/>
                  <a:pt x="280304" y="120748"/>
                  <a:pt x="275590" y="123117"/>
                </a:cubicBezTo>
                <a:cubicBezTo>
                  <a:pt x="270878" y="125485"/>
                  <a:pt x="265216" y="126669"/>
                  <a:pt x="258606" y="126669"/>
                </a:cubicBezTo>
                <a:cubicBezTo>
                  <a:pt x="252428" y="126669"/>
                  <a:pt x="246847" y="125666"/>
                  <a:pt x="241862" y="123660"/>
                </a:cubicBezTo>
                <a:cubicBezTo>
                  <a:pt x="236878" y="121655"/>
                  <a:pt x="232626" y="118864"/>
                  <a:pt x="229104" y="115287"/>
                </a:cubicBezTo>
                <a:cubicBezTo>
                  <a:pt x="225583" y="111709"/>
                  <a:pt x="222848" y="107481"/>
                  <a:pt x="220897" y="102603"/>
                </a:cubicBezTo>
                <a:cubicBezTo>
                  <a:pt x="218946" y="97726"/>
                  <a:pt x="217970" y="92414"/>
                  <a:pt x="217970" y="86668"/>
                </a:cubicBezTo>
                <a:cubicBezTo>
                  <a:pt x="217970" y="80922"/>
                  <a:pt x="218946" y="75611"/>
                  <a:pt x="220897" y="70733"/>
                </a:cubicBezTo>
                <a:cubicBezTo>
                  <a:pt x="222848" y="65855"/>
                  <a:pt x="225583" y="61628"/>
                  <a:pt x="229104" y="58052"/>
                </a:cubicBezTo>
                <a:cubicBezTo>
                  <a:pt x="232626" y="54473"/>
                  <a:pt x="236878" y="51682"/>
                  <a:pt x="241862" y="49676"/>
                </a:cubicBezTo>
                <a:cubicBezTo>
                  <a:pt x="246847" y="47670"/>
                  <a:pt x="252428" y="46667"/>
                  <a:pt x="258606" y="46667"/>
                </a:cubicBezTo>
                <a:cubicBezTo>
                  <a:pt x="263698" y="46667"/>
                  <a:pt x="268872" y="47771"/>
                  <a:pt x="274127" y="49979"/>
                </a:cubicBezTo>
                <a:cubicBezTo>
                  <a:pt x="279383" y="52186"/>
                  <a:pt x="283637" y="55452"/>
                  <a:pt x="286887" y="59775"/>
                </a:cubicBezTo>
                <a:lnTo>
                  <a:pt x="278274" y="65954"/>
                </a:lnTo>
                <a:close/>
                <a:moveTo>
                  <a:pt x="316471" y="61147"/>
                </a:moveTo>
                <a:cubicBezTo>
                  <a:pt x="318530" y="56701"/>
                  <a:pt x="321942" y="53176"/>
                  <a:pt x="326709" y="50574"/>
                </a:cubicBezTo>
                <a:cubicBezTo>
                  <a:pt x="331478" y="47970"/>
                  <a:pt x="336571" y="46667"/>
                  <a:pt x="341990" y="46667"/>
                </a:cubicBezTo>
                <a:cubicBezTo>
                  <a:pt x="351633" y="46667"/>
                  <a:pt x="358865" y="49542"/>
                  <a:pt x="363687" y="55291"/>
                </a:cubicBezTo>
                <a:cubicBezTo>
                  <a:pt x="368510" y="61040"/>
                  <a:pt x="370921" y="68633"/>
                  <a:pt x="370921" y="78069"/>
                </a:cubicBezTo>
                <a:lnTo>
                  <a:pt x="370921" y="124764"/>
                </a:lnTo>
                <a:lnTo>
                  <a:pt x="359870" y="124764"/>
                </a:lnTo>
                <a:lnTo>
                  <a:pt x="359870" y="82583"/>
                </a:lnTo>
                <a:cubicBezTo>
                  <a:pt x="359870" y="78565"/>
                  <a:pt x="359545" y="74929"/>
                  <a:pt x="358895" y="71673"/>
                </a:cubicBezTo>
                <a:cubicBezTo>
                  <a:pt x="358245" y="68416"/>
                  <a:pt x="357134" y="65620"/>
                  <a:pt x="355562" y="63285"/>
                </a:cubicBezTo>
                <a:cubicBezTo>
                  <a:pt x="353991" y="60950"/>
                  <a:pt x="351878" y="59131"/>
                  <a:pt x="349222" y="57828"/>
                </a:cubicBezTo>
                <a:cubicBezTo>
                  <a:pt x="346568" y="56525"/>
                  <a:pt x="343237" y="55874"/>
                  <a:pt x="339227" y="55874"/>
                </a:cubicBezTo>
                <a:cubicBezTo>
                  <a:pt x="336302" y="55874"/>
                  <a:pt x="333457" y="56472"/>
                  <a:pt x="330693" y="57667"/>
                </a:cubicBezTo>
                <a:cubicBezTo>
                  <a:pt x="327930" y="58861"/>
                  <a:pt x="325464" y="60680"/>
                  <a:pt x="323297" y="63124"/>
                </a:cubicBezTo>
                <a:cubicBezTo>
                  <a:pt x="321131" y="65566"/>
                  <a:pt x="319397" y="68659"/>
                  <a:pt x="318096" y="72405"/>
                </a:cubicBezTo>
                <a:cubicBezTo>
                  <a:pt x="316796" y="76150"/>
                  <a:pt x="316146" y="80574"/>
                  <a:pt x="316146" y="85679"/>
                </a:cubicBezTo>
                <a:lnTo>
                  <a:pt x="316146" y="124764"/>
                </a:lnTo>
                <a:lnTo>
                  <a:pt x="305092" y="124764"/>
                </a:lnTo>
                <a:lnTo>
                  <a:pt x="305092" y="1806"/>
                </a:lnTo>
                <a:lnTo>
                  <a:pt x="316146" y="1806"/>
                </a:lnTo>
                <a:lnTo>
                  <a:pt x="316146" y="61147"/>
                </a:lnTo>
                <a:lnTo>
                  <a:pt x="316471" y="61147"/>
                </a:lnTo>
                <a:close/>
                <a:moveTo>
                  <a:pt x="410745" y="124764"/>
                </a:moveTo>
                <a:lnTo>
                  <a:pt x="399693" y="124764"/>
                </a:lnTo>
                <a:lnTo>
                  <a:pt x="399693" y="48694"/>
                </a:lnTo>
                <a:lnTo>
                  <a:pt x="410745" y="48694"/>
                </a:lnTo>
                <a:lnTo>
                  <a:pt x="410745" y="124764"/>
                </a:lnTo>
                <a:moveTo>
                  <a:pt x="413022" y="19365"/>
                </a:moveTo>
                <a:cubicBezTo>
                  <a:pt x="413022" y="21634"/>
                  <a:pt x="412209" y="23497"/>
                  <a:pt x="410584" y="24956"/>
                </a:cubicBezTo>
                <a:cubicBezTo>
                  <a:pt x="408958" y="26414"/>
                  <a:pt x="407170" y="27143"/>
                  <a:pt x="405219" y="27143"/>
                </a:cubicBezTo>
                <a:cubicBezTo>
                  <a:pt x="403268" y="27143"/>
                  <a:pt x="401480" y="26414"/>
                  <a:pt x="399854" y="24956"/>
                </a:cubicBezTo>
                <a:cubicBezTo>
                  <a:pt x="398229" y="23497"/>
                  <a:pt x="397416" y="21634"/>
                  <a:pt x="397416" y="19365"/>
                </a:cubicBezTo>
                <a:cubicBezTo>
                  <a:pt x="397416" y="17097"/>
                  <a:pt x="398229" y="15233"/>
                  <a:pt x="399854" y="13775"/>
                </a:cubicBezTo>
                <a:cubicBezTo>
                  <a:pt x="401480" y="12317"/>
                  <a:pt x="403268" y="11587"/>
                  <a:pt x="405219" y="11587"/>
                </a:cubicBezTo>
                <a:cubicBezTo>
                  <a:pt x="407170" y="11587"/>
                  <a:pt x="408958" y="12317"/>
                  <a:pt x="410584" y="13775"/>
                </a:cubicBezTo>
                <a:cubicBezTo>
                  <a:pt x="412209" y="15233"/>
                  <a:pt x="413022" y="17097"/>
                  <a:pt x="413022" y="19365"/>
                </a:cubicBezTo>
                <a:close/>
                <a:moveTo>
                  <a:pt x="450081" y="48632"/>
                </a:moveTo>
                <a:cubicBezTo>
                  <a:pt x="450298" y="50690"/>
                  <a:pt x="450460" y="52966"/>
                  <a:pt x="450567" y="55460"/>
                </a:cubicBezTo>
                <a:cubicBezTo>
                  <a:pt x="450676" y="57952"/>
                  <a:pt x="450731" y="60010"/>
                  <a:pt x="450731" y="61635"/>
                </a:cubicBezTo>
                <a:lnTo>
                  <a:pt x="451056" y="61635"/>
                </a:lnTo>
                <a:cubicBezTo>
                  <a:pt x="453223" y="57188"/>
                  <a:pt x="456745" y="53581"/>
                  <a:pt x="461621" y="50817"/>
                </a:cubicBezTo>
                <a:cubicBezTo>
                  <a:pt x="466497" y="48051"/>
                  <a:pt x="471645" y="46667"/>
                  <a:pt x="477063" y="46667"/>
                </a:cubicBezTo>
                <a:cubicBezTo>
                  <a:pt x="486706" y="46667"/>
                  <a:pt x="493938" y="49542"/>
                  <a:pt x="498760" y="55291"/>
                </a:cubicBezTo>
                <a:cubicBezTo>
                  <a:pt x="503583" y="61040"/>
                  <a:pt x="505995" y="68633"/>
                  <a:pt x="505995" y="78069"/>
                </a:cubicBezTo>
                <a:lnTo>
                  <a:pt x="505995" y="124764"/>
                </a:lnTo>
                <a:lnTo>
                  <a:pt x="494943" y="124764"/>
                </a:lnTo>
                <a:lnTo>
                  <a:pt x="494943" y="82583"/>
                </a:lnTo>
                <a:cubicBezTo>
                  <a:pt x="494943" y="78565"/>
                  <a:pt x="494618" y="74929"/>
                  <a:pt x="493968" y="71673"/>
                </a:cubicBezTo>
                <a:cubicBezTo>
                  <a:pt x="493318" y="68416"/>
                  <a:pt x="492207" y="65620"/>
                  <a:pt x="490635" y="63285"/>
                </a:cubicBezTo>
                <a:cubicBezTo>
                  <a:pt x="489064" y="60950"/>
                  <a:pt x="486951" y="59131"/>
                  <a:pt x="484295" y="57828"/>
                </a:cubicBezTo>
                <a:cubicBezTo>
                  <a:pt x="481641" y="56525"/>
                  <a:pt x="478310" y="55874"/>
                  <a:pt x="474300" y="55874"/>
                </a:cubicBezTo>
                <a:cubicBezTo>
                  <a:pt x="471375" y="55874"/>
                  <a:pt x="468530" y="56472"/>
                  <a:pt x="465766" y="57667"/>
                </a:cubicBezTo>
                <a:cubicBezTo>
                  <a:pt x="463003" y="58861"/>
                  <a:pt x="460537" y="60680"/>
                  <a:pt x="458370" y="63124"/>
                </a:cubicBezTo>
                <a:cubicBezTo>
                  <a:pt x="456204" y="65566"/>
                  <a:pt x="454470" y="68659"/>
                  <a:pt x="453169" y="72405"/>
                </a:cubicBezTo>
                <a:cubicBezTo>
                  <a:pt x="451869" y="76150"/>
                  <a:pt x="451219" y="80574"/>
                  <a:pt x="451219" y="85679"/>
                </a:cubicBezTo>
                <a:lnTo>
                  <a:pt x="451219" y="124764"/>
                </a:lnTo>
                <a:lnTo>
                  <a:pt x="440165" y="124764"/>
                </a:lnTo>
                <a:lnTo>
                  <a:pt x="440165" y="65378"/>
                </a:lnTo>
                <a:cubicBezTo>
                  <a:pt x="440165" y="63316"/>
                  <a:pt x="440111" y="60660"/>
                  <a:pt x="440001" y="57409"/>
                </a:cubicBezTo>
                <a:cubicBezTo>
                  <a:pt x="439894" y="54159"/>
                  <a:pt x="439732" y="51233"/>
                  <a:pt x="439515" y="48632"/>
                </a:cubicBezTo>
                <a:lnTo>
                  <a:pt x="450081" y="48632"/>
                </a:lnTo>
                <a:close/>
                <a:moveTo>
                  <a:pt x="538668" y="140151"/>
                </a:moveTo>
                <a:cubicBezTo>
                  <a:pt x="541702" y="144053"/>
                  <a:pt x="545846" y="147359"/>
                  <a:pt x="551101" y="150067"/>
                </a:cubicBezTo>
                <a:cubicBezTo>
                  <a:pt x="556357" y="152775"/>
                  <a:pt x="561911" y="154130"/>
                  <a:pt x="567763" y="154130"/>
                </a:cubicBezTo>
                <a:cubicBezTo>
                  <a:pt x="573180" y="154130"/>
                  <a:pt x="577785" y="153342"/>
                  <a:pt x="581578" y="151766"/>
                </a:cubicBezTo>
                <a:cubicBezTo>
                  <a:pt x="585371" y="150190"/>
                  <a:pt x="588432" y="148043"/>
                  <a:pt x="590762" y="145325"/>
                </a:cubicBezTo>
                <a:cubicBezTo>
                  <a:pt x="593092" y="142608"/>
                  <a:pt x="594798" y="139429"/>
                  <a:pt x="595881" y="135786"/>
                </a:cubicBezTo>
                <a:cubicBezTo>
                  <a:pt x="596966" y="132145"/>
                  <a:pt x="597508" y="128259"/>
                  <a:pt x="597508" y="124129"/>
                </a:cubicBezTo>
                <a:lnTo>
                  <a:pt x="597508" y="109796"/>
                </a:lnTo>
                <a:lnTo>
                  <a:pt x="597183" y="109796"/>
                </a:lnTo>
                <a:cubicBezTo>
                  <a:pt x="594256" y="114568"/>
                  <a:pt x="590111" y="118256"/>
                  <a:pt x="584747" y="120860"/>
                </a:cubicBezTo>
                <a:cubicBezTo>
                  <a:pt x="579383" y="123463"/>
                  <a:pt x="573939" y="124764"/>
                  <a:pt x="568413" y="124764"/>
                </a:cubicBezTo>
                <a:cubicBezTo>
                  <a:pt x="562452" y="124764"/>
                  <a:pt x="557061" y="123788"/>
                  <a:pt x="552239" y="121835"/>
                </a:cubicBezTo>
                <a:cubicBezTo>
                  <a:pt x="547418" y="119882"/>
                  <a:pt x="543300" y="117198"/>
                  <a:pt x="539885" y="113782"/>
                </a:cubicBezTo>
                <a:cubicBezTo>
                  <a:pt x="536473" y="110366"/>
                  <a:pt x="533818" y="106272"/>
                  <a:pt x="531921" y="101500"/>
                </a:cubicBezTo>
                <a:cubicBezTo>
                  <a:pt x="530025" y="96726"/>
                  <a:pt x="529077" y="91573"/>
                  <a:pt x="529077" y="86041"/>
                </a:cubicBezTo>
                <a:cubicBezTo>
                  <a:pt x="529077" y="80617"/>
                  <a:pt x="530025" y="75520"/>
                  <a:pt x="531921" y="70748"/>
                </a:cubicBezTo>
                <a:cubicBezTo>
                  <a:pt x="533818" y="65974"/>
                  <a:pt x="536473" y="61798"/>
                  <a:pt x="539885" y="58220"/>
                </a:cubicBezTo>
                <a:cubicBezTo>
                  <a:pt x="543300" y="54640"/>
                  <a:pt x="547418" y="51820"/>
                  <a:pt x="552239" y="49760"/>
                </a:cubicBezTo>
                <a:cubicBezTo>
                  <a:pt x="557061" y="47698"/>
                  <a:pt x="562452" y="46667"/>
                  <a:pt x="568413" y="46667"/>
                </a:cubicBezTo>
                <a:cubicBezTo>
                  <a:pt x="573939" y="46667"/>
                  <a:pt x="579356" y="47970"/>
                  <a:pt x="584665" y="50574"/>
                </a:cubicBezTo>
                <a:cubicBezTo>
                  <a:pt x="589976" y="53176"/>
                  <a:pt x="594149" y="56918"/>
                  <a:pt x="597183" y="61799"/>
                </a:cubicBezTo>
                <a:lnTo>
                  <a:pt x="597508" y="61799"/>
                </a:lnTo>
                <a:lnTo>
                  <a:pt x="597508" y="48632"/>
                </a:lnTo>
                <a:lnTo>
                  <a:pt x="608560" y="48632"/>
                </a:lnTo>
                <a:lnTo>
                  <a:pt x="608560" y="124129"/>
                </a:lnTo>
                <a:cubicBezTo>
                  <a:pt x="608560" y="128250"/>
                  <a:pt x="607991" y="132640"/>
                  <a:pt x="606853" y="137301"/>
                </a:cubicBezTo>
                <a:cubicBezTo>
                  <a:pt x="605716" y="141964"/>
                  <a:pt x="603603" y="146247"/>
                  <a:pt x="600514" y="150149"/>
                </a:cubicBezTo>
                <a:cubicBezTo>
                  <a:pt x="597425" y="154053"/>
                  <a:pt x="593226" y="157306"/>
                  <a:pt x="587917" y="159909"/>
                </a:cubicBezTo>
                <a:cubicBezTo>
                  <a:pt x="582608" y="162511"/>
                  <a:pt x="575727" y="163812"/>
                  <a:pt x="567274" y="163812"/>
                </a:cubicBezTo>
                <a:cubicBezTo>
                  <a:pt x="560231" y="163812"/>
                  <a:pt x="553512" y="162467"/>
                  <a:pt x="547118" y="159777"/>
                </a:cubicBezTo>
                <a:cubicBezTo>
                  <a:pt x="540725" y="157089"/>
                  <a:pt x="535253" y="153364"/>
                  <a:pt x="530701" y="148604"/>
                </a:cubicBezTo>
                <a:lnTo>
                  <a:pt x="538668" y="140151"/>
                </a:lnTo>
                <a:moveTo>
                  <a:pt x="540781" y="85718"/>
                </a:moveTo>
                <a:cubicBezTo>
                  <a:pt x="540781" y="89741"/>
                  <a:pt x="541431" y="93547"/>
                  <a:pt x="542730" y="97135"/>
                </a:cubicBezTo>
                <a:cubicBezTo>
                  <a:pt x="544030" y="100721"/>
                  <a:pt x="545899" y="103873"/>
                  <a:pt x="548338" y="106592"/>
                </a:cubicBezTo>
                <a:cubicBezTo>
                  <a:pt x="550777" y="109310"/>
                  <a:pt x="553784" y="111458"/>
                  <a:pt x="557358" y="113035"/>
                </a:cubicBezTo>
                <a:cubicBezTo>
                  <a:pt x="560935" y="114611"/>
                  <a:pt x="564998" y="115399"/>
                  <a:pt x="569549" y="115399"/>
                </a:cubicBezTo>
                <a:cubicBezTo>
                  <a:pt x="573775" y="115399"/>
                  <a:pt x="577676" y="114692"/>
                  <a:pt x="581253" y="113278"/>
                </a:cubicBezTo>
                <a:cubicBezTo>
                  <a:pt x="584829" y="111865"/>
                  <a:pt x="587917" y="109853"/>
                  <a:pt x="590516" y="107244"/>
                </a:cubicBezTo>
                <a:cubicBezTo>
                  <a:pt x="593117" y="104635"/>
                  <a:pt x="595149" y="101510"/>
                  <a:pt x="596613" y="97869"/>
                </a:cubicBezTo>
                <a:cubicBezTo>
                  <a:pt x="598076" y="94226"/>
                  <a:pt x="598808" y="90176"/>
                  <a:pt x="598808" y="85718"/>
                </a:cubicBezTo>
                <a:cubicBezTo>
                  <a:pt x="598808" y="81695"/>
                  <a:pt x="598076" y="77890"/>
                  <a:pt x="596613" y="74302"/>
                </a:cubicBezTo>
                <a:cubicBezTo>
                  <a:pt x="595149" y="70714"/>
                  <a:pt x="593117" y="67562"/>
                  <a:pt x="590516" y="64845"/>
                </a:cubicBezTo>
                <a:cubicBezTo>
                  <a:pt x="587917" y="62127"/>
                  <a:pt x="584829" y="59952"/>
                  <a:pt x="581253" y="58322"/>
                </a:cubicBezTo>
                <a:cubicBezTo>
                  <a:pt x="577676" y="56690"/>
                  <a:pt x="573775" y="55874"/>
                  <a:pt x="569549" y="55874"/>
                </a:cubicBezTo>
                <a:cubicBezTo>
                  <a:pt x="564998" y="55874"/>
                  <a:pt x="560935" y="56690"/>
                  <a:pt x="557358" y="58322"/>
                </a:cubicBezTo>
                <a:cubicBezTo>
                  <a:pt x="553784" y="59952"/>
                  <a:pt x="550777" y="62127"/>
                  <a:pt x="548338" y="64845"/>
                </a:cubicBezTo>
                <a:cubicBezTo>
                  <a:pt x="545899" y="67562"/>
                  <a:pt x="544030" y="70714"/>
                  <a:pt x="542730" y="74302"/>
                </a:cubicBezTo>
                <a:cubicBezTo>
                  <a:pt x="541431" y="77890"/>
                  <a:pt x="540781" y="81695"/>
                  <a:pt x="540781" y="85718"/>
                </a:cubicBezTo>
                <a:close/>
                <a:moveTo>
                  <a:pt x="740546" y="111924"/>
                </a:moveTo>
                <a:cubicBezTo>
                  <a:pt x="737295" y="116800"/>
                  <a:pt x="733069" y="120477"/>
                  <a:pt x="727867" y="122954"/>
                </a:cubicBezTo>
                <a:cubicBezTo>
                  <a:pt x="722665" y="125430"/>
                  <a:pt x="717301" y="126669"/>
                  <a:pt x="711775" y="126669"/>
                </a:cubicBezTo>
                <a:cubicBezTo>
                  <a:pt x="705814" y="126669"/>
                  <a:pt x="700423" y="125640"/>
                  <a:pt x="695602" y="123581"/>
                </a:cubicBezTo>
                <a:cubicBezTo>
                  <a:pt x="690780" y="121521"/>
                  <a:pt x="686662" y="118702"/>
                  <a:pt x="683248" y="115126"/>
                </a:cubicBezTo>
                <a:cubicBezTo>
                  <a:pt x="679835" y="111548"/>
                  <a:pt x="677181" y="107320"/>
                  <a:pt x="675284" y="102442"/>
                </a:cubicBezTo>
                <a:cubicBezTo>
                  <a:pt x="673387" y="97563"/>
                  <a:pt x="672439" y="92305"/>
                  <a:pt x="672439" y="86668"/>
                </a:cubicBezTo>
                <a:cubicBezTo>
                  <a:pt x="672439" y="81031"/>
                  <a:pt x="673387" y="75774"/>
                  <a:pt x="675284" y="70897"/>
                </a:cubicBezTo>
                <a:cubicBezTo>
                  <a:pt x="677181" y="66017"/>
                  <a:pt x="679835" y="61789"/>
                  <a:pt x="683248" y="58213"/>
                </a:cubicBezTo>
                <a:cubicBezTo>
                  <a:pt x="686662" y="54635"/>
                  <a:pt x="690780" y="51816"/>
                  <a:pt x="695602" y="49758"/>
                </a:cubicBezTo>
                <a:cubicBezTo>
                  <a:pt x="700423" y="47698"/>
                  <a:pt x="705814" y="46667"/>
                  <a:pt x="711775" y="46667"/>
                </a:cubicBezTo>
                <a:cubicBezTo>
                  <a:pt x="717301" y="46667"/>
                  <a:pt x="722665" y="47941"/>
                  <a:pt x="727867" y="50489"/>
                </a:cubicBezTo>
                <a:cubicBezTo>
                  <a:pt x="733069" y="53036"/>
                  <a:pt x="737295" y="56802"/>
                  <a:pt x="740546" y="61789"/>
                </a:cubicBezTo>
                <a:lnTo>
                  <a:pt x="740870" y="61789"/>
                </a:lnTo>
                <a:lnTo>
                  <a:pt x="740870" y="1811"/>
                </a:lnTo>
                <a:lnTo>
                  <a:pt x="751922" y="1811"/>
                </a:lnTo>
                <a:lnTo>
                  <a:pt x="751922" y="124764"/>
                </a:lnTo>
                <a:lnTo>
                  <a:pt x="740870" y="124764"/>
                </a:lnTo>
                <a:lnTo>
                  <a:pt x="740870" y="111924"/>
                </a:lnTo>
                <a:lnTo>
                  <a:pt x="740546" y="111924"/>
                </a:lnTo>
                <a:moveTo>
                  <a:pt x="684143" y="86671"/>
                </a:moveTo>
                <a:cubicBezTo>
                  <a:pt x="684143" y="90907"/>
                  <a:pt x="684793" y="94899"/>
                  <a:pt x="686093" y="98648"/>
                </a:cubicBezTo>
                <a:cubicBezTo>
                  <a:pt x="687392" y="102394"/>
                  <a:pt x="689262" y="105653"/>
                  <a:pt x="691700" y="108424"/>
                </a:cubicBezTo>
                <a:cubicBezTo>
                  <a:pt x="694139" y="111194"/>
                  <a:pt x="697146" y="113367"/>
                  <a:pt x="700721" y="114942"/>
                </a:cubicBezTo>
                <a:cubicBezTo>
                  <a:pt x="704297" y="116517"/>
                  <a:pt x="708361" y="117304"/>
                  <a:pt x="712911" y="117304"/>
                </a:cubicBezTo>
                <a:cubicBezTo>
                  <a:pt x="717137" y="117304"/>
                  <a:pt x="721039" y="116517"/>
                  <a:pt x="724615" y="114942"/>
                </a:cubicBezTo>
                <a:cubicBezTo>
                  <a:pt x="728192" y="113367"/>
                  <a:pt x="731279" y="111221"/>
                  <a:pt x="733879" y="108506"/>
                </a:cubicBezTo>
                <a:cubicBezTo>
                  <a:pt x="736480" y="105790"/>
                  <a:pt x="738512" y="102558"/>
                  <a:pt x="739975" y="98811"/>
                </a:cubicBezTo>
                <a:cubicBezTo>
                  <a:pt x="741438" y="95063"/>
                  <a:pt x="742170" y="91016"/>
                  <a:pt x="742170" y="86671"/>
                </a:cubicBezTo>
                <a:cubicBezTo>
                  <a:pt x="742170" y="82325"/>
                  <a:pt x="741438" y="78279"/>
                  <a:pt x="739975" y="74533"/>
                </a:cubicBezTo>
                <a:cubicBezTo>
                  <a:pt x="738512" y="70784"/>
                  <a:pt x="736480" y="67525"/>
                  <a:pt x="733879" y="64756"/>
                </a:cubicBezTo>
                <a:cubicBezTo>
                  <a:pt x="731279" y="61984"/>
                  <a:pt x="728192" y="59812"/>
                  <a:pt x="724615" y="58238"/>
                </a:cubicBezTo>
                <a:cubicBezTo>
                  <a:pt x="721039" y="56662"/>
                  <a:pt x="717137" y="55874"/>
                  <a:pt x="712911" y="55874"/>
                </a:cubicBezTo>
                <a:cubicBezTo>
                  <a:pt x="708361" y="55874"/>
                  <a:pt x="704297" y="56689"/>
                  <a:pt x="700721" y="58319"/>
                </a:cubicBezTo>
                <a:cubicBezTo>
                  <a:pt x="697146" y="59948"/>
                  <a:pt x="694139" y="62148"/>
                  <a:pt x="691700" y="64919"/>
                </a:cubicBezTo>
                <a:cubicBezTo>
                  <a:pt x="689262" y="67689"/>
                  <a:pt x="687392" y="70948"/>
                  <a:pt x="686093" y="74696"/>
                </a:cubicBezTo>
                <a:cubicBezTo>
                  <a:pt x="684793" y="78443"/>
                  <a:pt x="684143" y="82434"/>
                  <a:pt x="684143" y="86671"/>
                </a:cubicBezTo>
                <a:close/>
                <a:moveTo>
                  <a:pt x="839534" y="80954"/>
                </a:moveTo>
                <a:cubicBezTo>
                  <a:pt x="839208" y="73741"/>
                  <a:pt x="836905" y="67758"/>
                  <a:pt x="832624" y="63005"/>
                </a:cubicBezTo>
                <a:cubicBezTo>
                  <a:pt x="828345" y="58251"/>
                  <a:pt x="822250" y="55874"/>
                  <a:pt x="814340" y="55874"/>
                </a:cubicBezTo>
                <a:cubicBezTo>
                  <a:pt x="810656" y="55874"/>
                  <a:pt x="807242" y="56557"/>
                  <a:pt x="804099" y="57923"/>
                </a:cubicBezTo>
                <a:cubicBezTo>
                  <a:pt x="800957" y="59288"/>
                  <a:pt x="798194" y="61146"/>
                  <a:pt x="795810" y="63496"/>
                </a:cubicBezTo>
                <a:cubicBezTo>
                  <a:pt x="793426" y="65845"/>
                  <a:pt x="791529" y="68523"/>
                  <a:pt x="790121" y="71529"/>
                </a:cubicBezTo>
                <a:cubicBezTo>
                  <a:pt x="788712" y="74533"/>
                  <a:pt x="787899" y="77675"/>
                  <a:pt x="787682" y="80954"/>
                </a:cubicBezTo>
                <a:lnTo>
                  <a:pt x="839534" y="80954"/>
                </a:lnTo>
                <a:moveTo>
                  <a:pt x="850749" y="84471"/>
                </a:moveTo>
                <a:cubicBezTo>
                  <a:pt x="850749" y="85231"/>
                  <a:pt x="850749" y="86046"/>
                  <a:pt x="850749" y="86916"/>
                </a:cubicBezTo>
                <a:cubicBezTo>
                  <a:pt x="850749" y="87784"/>
                  <a:pt x="850694" y="88707"/>
                  <a:pt x="850585" y="89684"/>
                </a:cubicBezTo>
                <a:lnTo>
                  <a:pt x="787519" y="89684"/>
                </a:lnTo>
                <a:cubicBezTo>
                  <a:pt x="787628" y="93475"/>
                  <a:pt x="788386" y="97050"/>
                  <a:pt x="789793" y="100408"/>
                </a:cubicBezTo>
                <a:cubicBezTo>
                  <a:pt x="791202" y="103765"/>
                  <a:pt x="793152" y="106689"/>
                  <a:pt x="795644" y="109181"/>
                </a:cubicBezTo>
                <a:cubicBezTo>
                  <a:pt x="798137" y="111671"/>
                  <a:pt x="801063" y="113648"/>
                  <a:pt x="804421" y="115111"/>
                </a:cubicBezTo>
                <a:cubicBezTo>
                  <a:pt x="807781" y="116573"/>
                  <a:pt x="811412" y="117304"/>
                  <a:pt x="815314" y="117304"/>
                </a:cubicBezTo>
                <a:cubicBezTo>
                  <a:pt x="821057" y="117304"/>
                  <a:pt x="826014" y="115977"/>
                  <a:pt x="830186" y="113323"/>
                </a:cubicBezTo>
                <a:cubicBezTo>
                  <a:pt x="834357" y="110667"/>
                  <a:pt x="837527" y="107606"/>
                  <a:pt x="839695" y="104139"/>
                </a:cubicBezTo>
                <a:lnTo>
                  <a:pt x="847984" y="110639"/>
                </a:lnTo>
                <a:cubicBezTo>
                  <a:pt x="843433" y="116374"/>
                  <a:pt x="838422" y="120479"/>
                  <a:pt x="832949" y="122956"/>
                </a:cubicBezTo>
                <a:cubicBezTo>
                  <a:pt x="827477" y="125431"/>
                  <a:pt x="821599" y="126669"/>
                  <a:pt x="815314" y="126669"/>
                </a:cubicBezTo>
                <a:cubicBezTo>
                  <a:pt x="809679" y="126669"/>
                  <a:pt x="804450" y="125666"/>
                  <a:pt x="799627" y="123660"/>
                </a:cubicBezTo>
                <a:cubicBezTo>
                  <a:pt x="794806" y="121655"/>
                  <a:pt x="790661" y="118864"/>
                  <a:pt x="787194" y="115287"/>
                </a:cubicBezTo>
                <a:cubicBezTo>
                  <a:pt x="783727" y="111709"/>
                  <a:pt x="780990" y="107481"/>
                  <a:pt x="778984" y="102603"/>
                </a:cubicBezTo>
                <a:cubicBezTo>
                  <a:pt x="776980" y="97726"/>
                  <a:pt x="775978" y="92414"/>
                  <a:pt x="775978" y="86668"/>
                </a:cubicBezTo>
                <a:cubicBezTo>
                  <a:pt x="775978" y="80922"/>
                  <a:pt x="776953" y="75611"/>
                  <a:pt x="778903" y="70733"/>
                </a:cubicBezTo>
                <a:cubicBezTo>
                  <a:pt x="780854" y="65855"/>
                  <a:pt x="783563" y="61628"/>
                  <a:pt x="787030" y="58052"/>
                </a:cubicBezTo>
                <a:cubicBezTo>
                  <a:pt x="790499" y="54473"/>
                  <a:pt x="794563" y="51682"/>
                  <a:pt x="799223" y="49676"/>
                </a:cubicBezTo>
                <a:cubicBezTo>
                  <a:pt x="803882" y="47670"/>
                  <a:pt x="808921" y="46667"/>
                  <a:pt x="814340" y="46667"/>
                </a:cubicBezTo>
                <a:cubicBezTo>
                  <a:pt x="820299" y="46667"/>
                  <a:pt x="825554" y="47673"/>
                  <a:pt x="830104" y="49683"/>
                </a:cubicBezTo>
                <a:cubicBezTo>
                  <a:pt x="834656" y="51692"/>
                  <a:pt x="838449" y="54408"/>
                  <a:pt x="841483" y="57831"/>
                </a:cubicBezTo>
                <a:cubicBezTo>
                  <a:pt x="844517" y="61252"/>
                  <a:pt x="846820" y="65243"/>
                  <a:pt x="848390" y="69805"/>
                </a:cubicBezTo>
                <a:cubicBezTo>
                  <a:pt x="849963" y="74367"/>
                  <a:pt x="850749" y="79256"/>
                  <a:pt x="850749" y="84471"/>
                </a:cubicBezTo>
                <a:close/>
                <a:moveTo>
                  <a:pt x="914953" y="66603"/>
                </a:moveTo>
                <a:cubicBezTo>
                  <a:pt x="913328" y="63460"/>
                  <a:pt x="910862" y="60886"/>
                  <a:pt x="907557" y="58882"/>
                </a:cubicBezTo>
                <a:cubicBezTo>
                  <a:pt x="904252" y="56877"/>
                  <a:pt x="900486" y="55874"/>
                  <a:pt x="896260" y="55874"/>
                </a:cubicBezTo>
                <a:cubicBezTo>
                  <a:pt x="894310" y="55874"/>
                  <a:pt x="892360" y="56091"/>
                  <a:pt x="890409" y="56526"/>
                </a:cubicBezTo>
                <a:cubicBezTo>
                  <a:pt x="888458" y="56959"/>
                  <a:pt x="886723" y="57665"/>
                  <a:pt x="885205" y="58642"/>
                </a:cubicBezTo>
                <a:cubicBezTo>
                  <a:pt x="883689" y="59617"/>
                  <a:pt x="882471" y="60865"/>
                  <a:pt x="881550" y="62385"/>
                </a:cubicBezTo>
                <a:cubicBezTo>
                  <a:pt x="880629" y="63902"/>
                  <a:pt x="880168" y="65692"/>
                  <a:pt x="880168" y="67754"/>
                </a:cubicBezTo>
                <a:cubicBezTo>
                  <a:pt x="880168" y="71336"/>
                  <a:pt x="881631" y="74075"/>
                  <a:pt x="884556" y="75974"/>
                </a:cubicBezTo>
                <a:cubicBezTo>
                  <a:pt x="887482" y="77872"/>
                  <a:pt x="892088" y="79472"/>
                  <a:pt x="898373" y="80775"/>
                </a:cubicBezTo>
                <a:cubicBezTo>
                  <a:pt x="907368" y="82619"/>
                  <a:pt x="914005" y="85304"/>
                  <a:pt x="918284" y="88831"/>
                </a:cubicBezTo>
                <a:cubicBezTo>
                  <a:pt x="922565" y="92356"/>
                  <a:pt x="924705" y="97102"/>
                  <a:pt x="924705" y="103070"/>
                </a:cubicBezTo>
                <a:cubicBezTo>
                  <a:pt x="924705" y="107410"/>
                  <a:pt x="923865" y="111073"/>
                  <a:pt x="922185" y="114057"/>
                </a:cubicBezTo>
                <a:cubicBezTo>
                  <a:pt x="920505" y="117040"/>
                  <a:pt x="918310" y="119481"/>
                  <a:pt x="915600" y="121381"/>
                </a:cubicBezTo>
                <a:cubicBezTo>
                  <a:pt x="912892" y="123279"/>
                  <a:pt x="909831" y="124635"/>
                  <a:pt x="906419" y="125449"/>
                </a:cubicBezTo>
                <a:cubicBezTo>
                  <a:pt x="903006" y="126262"/>
                  <a:pt x="899566" y="126669"/>
                  <a:pt x="896098" y="126669"/>
                </a:cubicBezTo>
                <a:cubicBezTo>
                  <a:pt x="890354" y="126669"/>
                  <a:pt x="884773" y="125485"/>
                  <a:pt x="879355" y="123117"/>
                </a:cubicBezTo>
                <a:cubicBezTo>
                  <a:pt x="873938" y="120748"/>
                  <a:pt x="869495" y="117023"/>
                  <a:pt x="866026" y="111941"/>
                </a:cubicBezTo>
                <a:lnTo>
                  <a:pt x="874803" y="105438"/>
                </a:lnTo>
                <a:cubicBezTo>
                  <a:pt x="876754" y="108798"/>
                  <a:pt x="879626" y="111616"/>
                  <a:pt x="883417" y="113891"/>
                </a:cubicBezTo>
                <a:cubicBezTo>
                  <a:pt x="887210" y="116166"/>
                  <a:pt x="891383" y="117304"/>
                  <a:pt x="895935" y="117304"/>
                </a:cubicBezTo>
                <a:cubicBezTo>
                  <a:pt x="898319" y="117304"/>
                  <a:pt x="900594" y="117087"/>
                  <a:pt x="902760" y="116654"/>
                </a:cubicBezTo>
                <a:cubicBezTo>
                  <a:pt x="904928" y="116219"/>
                  <a:pt x="906824" y="115459"/>
                  <a:pt x="908450" y="114374"/>
                </a:cubicBezTo>
                <a:cubicBezTo>
                  <a:pt x="910075" y="113290"/>
                  <a:pt x="911376" y="111907"/>
                  <a:pt x="912351" y="110225"/>
                </a:cubicBezTo>
                <a:cubicBezTo>
                  <a:pt x="913327" y="108542"/>
                  <a:pt x="913814" y="106453"/>
                  <a:pt x="913814" y="103958"/>
                </a:cubicBezTo>
                <a:cubicBezTo>
                  <a:pt x="913814" y="99943"/>
                  <a:pt x="911891" y="96932"/>
                  <a:pt x="908043" y="94925"/>
                </a:cubicBezTo>
                <a:cubicBezTo>
                  <a:pt x="904197" y="92917"/>
                  <a:pt x="898644" y="91046"/>
                  <a:pt x="891384" y="89310"/>
                </a:cubicBezTo>
                <a:cubicBezTo>
                  <a:pt x="889108" y="88767"/>
                  <a:pt x="886697" y="88089"/>
                  <a:pt x="884149" y="87276"/>
                </a:cubicBezTo>
                <a:cubicBezTo>
                  <a:pt x="881602" y="86462"/>
                  <a:pt x="879245" y="85269"/>
                  <a:pt x="877078" y="83697"/>
                </a:cubicBezTo>
                <a:cubicBezTo>
                  <a:pt x="874912" y="82123"/>
                  <a:pt x="873124" y="80142"/>
                  <a:pt x="871716" y="77754"/>
                </a:cubicBezTo>
                <a:cubicBezTo>
                  <a:pt x="870307" y="75367"/>
                  <a:pt x="869602" y="72383"/>
                  <a:pt x="869602" y="68803"/>
                </a:cubicBezTo>
                <a:cubicBezTo>
                  <a:pt x="869602" y="64896"/>
                  <a:pt x="870361" y="61559"/>
                  <a:pt x="871877" y="58793"/>
                </a:cubicBezTo>
                <a:cubicBezTo>
                  <a:pt x="873395" y="56025"/>
                  <a:pt x="875427" y="53747"/>
                  <a:pt x="877973" y="51958"/>
                </a:cubicBezTo>
                <a:cubicBezTo>
                  <a:pt x="880519" y="50167"/>
                  <a:pt x="883418" y="48838"/>
                  <a:pt x="886669" y="47970"/>
                </a:cubicBezTo>
                <a:cubicBezTo>
                  <a:pt x="889921" y="47102"/>
                  <a:pt x="893281" y="46667"/>
                  <a:pt x="896748" y="46667"/>
                </a:cubicBezTo>
                <a:cubicBezTo>
                  <a:pt x="902058" y="46667"/>
                  <a:pt x="907204" y="47852"/>
                  <a:pt x="912187" y="50222"/>
                </a:cubicBezTo>
                <a:cubicBezTo>
                  <a:pt x="917173" y="52589"/>
                  <a:pt x="920912" y="55937"/>
                  <a:pt x="923405" y="60264"/>
                </a:cubicBezTo>
                <a:lnTo>
                  <a:pt x="914953" y="66603"/>
                </a:lnTo>
                <a:close/>
                <a:moveTo>
                  <a:pt x="957863" y="124764"/>
                </a:moveTo>
                <a:lnTo>
                  <a:pt x="946811" y="124764"/>
                </a:lnTo>
                <a:lnTo>
                  <a:pt x="946811" y="48694"/>
                </a:lnTo>
                <a:lnTo>
                  <a:pt x="957863" y="48694"/>
                </a:lnTo>
                <a:lnTo>
                  <a:pt x="957863" y="124764"/>
                </a:lnTo>
                <a:moveTo>
                  <a:pt x="960140" y="19365"/>
                </a:moveTo>
                <a:cubicBezTo>
                  <a:pt x="960140" y="21634"/>
                  <a:pt x="959327" y="23497"/>
                  <a:pt x="957702" y="24956"/>
                </a:cubicBezTo>
                <a:cubicBezTo>
                  <a:pt x="956076" y="26414"/>
                  <a:pt x="954288" y="27143"/>
                  <a:pt x="952337" y="27143"/>
                </a:cubicBezTo>
                <a:cubicBezTo>
                  <a:pt x="950386" y="27143"/>
                  <a:pt x="948598" y="26414"/>
                  <a:pt x="946972" y="24956"/>
                </a:cubicBezTo>
                <a:cubicBezTo>
                  <a:pt x="945347" y="23497"/>
                  <a:pt x="944534" y="21634"/>
                  <a:pt x="944534" y="19365"/>
                </a:cubicBezTo>
                <a:cubicBezTo>
                  <a:pt x="944534" y="17097"/>
                  <a:pt x="945347" y="15233"/>
                  <a:pt x="946972" y="13775"/>
                </a:cubicBezTo>
                <a:cubicBezTo>
                  <a:pt x="948598" y="12317"/>
                  <a:pt x="950386" y="11587"/>
                  <a:pt x="952337" y="11587"/>
                </a:cubicBezTo>
                <a:cubicBezTo>
                  <a:pt x="954288" y="11587"/>
                  <a:pt x="956076" y="12317"/>
                  <a:pt x="957702" y="13775"/>
                </a:cubicBezTo>
                <a:cubicBezTo>
                  <a:pt x="959327" y="15233"/>
                  <a:pt x="960140" y="17097"/>
                  <a:pt x="960140" y="19365"/>
                </a:cubicBezTo>
                <a:close/>
                <a:moveTo>
                  <a:pt x="991348" y="140151"/>
                </a:moveTo>
                <a:cubicBezTo>
                  <a:pt x="994382" y="144053"/>
                  <a:pt x="998526" y="147359"/>
                  <a:pt x="1003781" y="150067"/>
                </a:cubicBezTo>
                <a:cubicBezTo>
                  <a:pt x="1009038" y="152775"/>
                  <a:pt x="1014592" y="154130"/>
                  <a:pt x="1020443" y="154130"/>
                </a:cubicBezTo>
                <a:cubicBezTo>
                  <a:pt x="1025860" y="154130"/>
                  <a:pt x="1030465" y="153342"/>
                  <a:pt x="1034258" y="151766"/>
                </a:cubicBezTo>
                <a:cubicBezTo>
                  <a:pt x="1038051" y="150190"/>
                  <a:pt x="1041112" y="148043"/>
                  <a:pt x="1043442" y="145325"/>
                </a:cubicBezTo>
                <a:cubicBezTo>
                  <a:pt x="1045772" y="142608"/>
                  <a:pt x="1047478" y="139429"/>
                  <a:pt x="1048561" y="135786"/>
                </a:cubicBezTo>
                <a:cubicBezTo>
                  <a:pt x="1049646" y="132145"/>
                  <a:pt x="1050188" y="128259"/>
                  <a:pt x="1050188" y="124129"/>
                </a:cubicBezTo>
                <a:lnTo>
                  <a:pt x="1050188" y="109796"/>
                </a:lnTo>
                <a:lnTo>
                  <a:pt x="1049863" y="109796"/>
                </a:lnTo>
                <a:cubicBezTo>
                  <a:pt x="1046937" y="114568"/>
                  <a:pt x="1042791" y="118256"/>
                  <a:pt x="1037428" y="120860"/>
                </a:cubicBezTo>
                <a:cubicBezTo>
                  <a:pt x="1032064" y="123463"/>
                  <a:pt x="1026619" y="124764"/>
                  <a:pt x="1021093" y="124764"/>
                </a:cubicBezTo>
                <a:cubicBezTo>
                  <a:pt x="1015132" y="124764"/>
                  <a:pt x="1009741" y="123788"/>
                  <a:pt x="1004920" y="121835"/>
                </a:cubicBezTo>
                <a:cubicBezTo>
                  <a:pt x="1000098" y="119882"/>
                  <a:pt x="995980" y="117198"/>
                  <a:pt x="992566" y="113782"/>
                </a:cubicBezTo>
                <a:cubicBezTo>
                  <a:pt x="989153" y="110366"/>
                  <a:pt x="986498" y="106272"/>
                  <a:pt x="984602" y="101500"/>
                </a:cubicBezTo>
                <a:cubicBezTo>
                  <a:pt x="982705" y="96726"/>
                  <a:pt x="981757" y="91573"/>
                  <a:pt x="981757" y="86041"/>
                </a:cubicBezTo>
                <a:cubicBezTo>
                  <a:pt x="981757" y="80617"/>
                  <a:pt x="982705" y="75520"/>
                  <a:pt x="984602" y="70748"/>
                </a:cubicBezTo>
                <a:cubicBezTo>
                  <a:pt x="986498" y="65974"/>
                  <a:pt x="989153" y="61798"/>
                  <a:pt x="992566" y="58220"/>
                </a:cubicBezTo>
                <a:cubicBezTo>
                  <a:pt x="995980" y="54640"/>
                  <a:pt x="1000098" y="51820"/>
                  <a:pt x="1004920" y="49760"/>
                </a:cubicBezTo>
                <a:cubicBezTo>
                  <a:pt x="1009741" y="47698"/>
                  <a:pt x="1015132" y="46667"/>
                  <a:pt x="1021093" y="46667"/>
                </a:cubicBezTo>
                <a:cubicBezTo>
                  <a:pt x="1026619" y="46667"/>
                  <a:pt x="1032036" y="47970"/>
                  <a:pt x="1037346" y="50574"/>
                </a:cubicBezTo>
                <a:cubicBezTo>
                  <a:pt x="1042657" y="53176"/>
                  <a:pt x="1046829" y="56918"/>
                  <a:pt x="1049863" y="61799"/>
                </a:cubicBezTo>
                <a:lnTo>
                  <a:pt x="1050188" y="61799"/>
                </a:lnTo>
                <a:lnTo>
                  <a:pt x="1050188" y="48632"/>
                </a:lnTo>
                <a:lnTo>
                  <a:pt x="1061240" y="48632"/>
                </a:lnTo>
                <a:lnTo>
                  <a:pt x="1061240" y="124129"/>
                </a:lnTo>
                <a:cubicBezTo>
                  <a:pt x="1061240" y="128250"/>
                  <a:pt x="1060671" y="132640"/>
                  <a:pt x="1059534" y="137301"/>
                </a:cubicBezTo>
                <a:cubicBezTo>
                  <a:pt x="1058396" y="141964"/>
                  <a:pt x="1056283" y="146247"/>
                  <a:pt x="1053194" y="150149"/>
                </a:cubicBezTo>
                <a:cubicBezTo>
                  <a:pt x="1050106" y="154053"/>
                  <a:pt x="1045907" y="157306"/>
                  <a:pt x="1040597" y="159909"/>
                </a:cubicBezTo>
                <a:cubicBezTo>
                  <a:pt x="1035288" y="162511"/>
                  <a:pt x="1028407" y="163812"/>
                  <a:pt x="1019955" y="163812"/>
                </a:cubicBezTo>
                <a:cubicBezTo>
                  <a:pt x="1012911" y="163812"/>
                  <a:pt x="1006192" y="162467"/>
                  <a:pt x="999798" y="159777"/>
                </a:cubicBezTo>
                <a:cubicBezTo>
                  <a:pt x="993406" y="157089"/>
                  <a:pt x="987934" y="153364"/>
                  <a:pt x="983382" y="148604"/>
                </a:cubicBezTo>
                <a:lnTo>
                  <a:pt x="991348" y="140151"/>
                </a:lnTo>
                <a:moveTo>
                  <a:pt x="993461" y="85718"/>
                </a:moveTo>
                <a:cubicBezTo>
                  <a:pt x="993461" y="89741"/>
                  <a:pt x="994111" y="93547"/>
                  <a:pt x="995410" y="97135"/>
                </a:cubicBezTo>
                <a:cubicBezTo>
                  <a:pt x="996710" y="100721"/>
                  <a:pt x="998579" y="103873"/>
                  <a:pt x="1001018" y="106592"/>
                </a:cubicBezTo>
                <a:cubicBezTo>
                  <a:pt x="1003457" y="109310"/>
                  <a:pt x="1006464" y="111458"/>
                  <a:pt x="1010039" y="113035"/>
                </a:cubicBezTo>
                <a:cubicBezTo>
                  <a:pt x="1013615" y="114611"/>
                  <a:pt x="1017679" y="115399"/>
                  <a:pt x="1022229" y="115399"/>
                </a:cubicBezTo>
                <a:cubicBezTo>
                  <a:pt x="1026455" y="115399"/>
                  <a:pt x="1030357" y="114692"/>
                  <a:pt x="1033933" y="113278"/>
                </a:cubicBezTo>
                <a:cubicBezTo>
                  <a:pt x="1037509" y="111865"/>
                  <a:pt x="1040597" y="109853"/>
                  <a:pt x="1043197" y="107244"/>
                </a:cubicBezTo>
                <a:cubicBezTo>
                  <a:pt x="1045797" y="104635"/>
                  <a:pt x="1047830" y="101510"/>
                  <a:pt x="1049293" y="97869"/>
                </a:cubicBezTo>
                <a:cubicBezTo>
                  <a:pt x="1050756" y="94226"/>
                  <a:pt x="1051488" y="90176"/>
                  <a:pt x="1051488" y="85718"/>
                </a:cubicBezTo>
                <a:cubicBezTo>
                  <a:pt x="1051488" y="81695"/>
                  <a:pt x="1050756" y="77890"/>
                  <a:pt x="1049293" y="74302"/>
                </a:cubicBezTo>
                <a:cubicBezTo>
                  <a:pt x="1047830" y="70714"/>
                  <a:pt x="1045797" y="67562"/>
                  <a:pt x="1043197" y="64845"/>
                </a:cubicBezTo>
                <a:cubicBezTo>
                  <a:pt x="1040597" y="62127"/>
                  <a:pt x="1037509" y="59952"/>
                  <a:pt x="1033933" y="58322"/>
                </a:cubicBezTo>
                <a:cubicBezTo>
                  <a:pt x="1030357" y="56690"/>
                  <a:pt x="1026455" y="55874"/>
                  <a:pt x="1022229" y="55874"/>
                </a:cubicBezTo>
                <a:cubicBezTo>
                  <a:pt x="1017679" y="55874"/>
                  <a:pt x="1013615" y="56690"/>
                  <a:pt x="1010039" y="58322"/>
                </a:cubicBezTo>
                <a:cubicBezTo>
                  <a:pt x="1006464" y="59952"/>
                  <a:pt x="1003457" y="62127"/>
                  <a:pt x="1001018" y="64845"/>
                </a:cubicBezTo>
                <a:cubicBezTo>
                  <a:pt x="998579" y="67562"/>
                  <a:pt x="996710" y="70714"/>
                  <a:pt x="995410" y="74302"/>
                </a:cubicBezTo>
                <a:cubicBezTo>
                  <a:pt x="994111" y="77890"/>
                  <a:pt x="993461" y="81695"/>
                  <a:pt x="993461" y="85718"/>
                </a:cubicBezTo>
                <a:close/>
                <a:moveTo>
                  <a:pt x="1099926" y="48632"/>
                </a:moveTo>
                <a:cubicBezTo>
                  <a:pt x="1100142" y="50690"/>
                  <a:pt x="1100304" y="52966"/>
                  <a:pt x="1100412" y="55460"/>
                </a:cubicBezTo>
                <a:cubicBezTo>
                  <a:pt x="1100521" y="57952"/>
                  <a:pt x="1100576" y="60010"/>
                  <a:pt x="1100576" y="61635"/>
                </a:cubicBezTo>
                <a:lnTo>
                  <a:pt x="1100901" y="61635"/>
                </a:lnTo>
                <a:cubicBezTo>
                  <a:pt x="1103068" y="57188"/>
                  <a:pt x="1106590" y="53581"/>
                  <a:pt x="1111466" y="50817"/>
                </a:cubicBezTo>
                <a:cubicBezTo>
                  <a:pt x="1116342" y="48051"/>
                  <a:pt x="1121490" y="46667"/>
                  <a:pt x="1126908" y="46667"/>
                </a:cubicBezTo>
                <a:cubicBezTo>
                  <a:pt x="1136551" y="46667"/>
                  <a:pt x="1143783" y="49542"/>
                  <a:pt x="1148605" y="55291"/>
                </a:cubicBezTo>
                <a:cubicBezTo>
                  <a:pt x="1153428" y="61040"/>
                  <a:pt x="1155840" y="68633"/>
                  <a:pt x="1155840" y="78069"/>
                </a:cubicBezTo>
                <a:lnTo>
                  <a:pt x="1155840" y="124764"/>
                </a:lnTo>
                <a:lnTo>
                  <a:pt x="1144788" y="124764"/>
                </a:lnTo>
                <a:lnTo>
                  <a:pt x="1144788" y="82583"/>
                </a:lnTo>
                <a:cubicBezTo>
                  <a:pt x="1144788" y="78565"/>
                  <a:pt x="1144463" y="74929"/>
                  <a:pt x="1143813" y="71673"/>
                </a:cubicBezTo>
                <a:cubicBezTo>
                  <a:pt x="1143163" y="68416"/>
                  <a:pt x="1142052" y="65620"/>
                  <a:pt x="1140480" y="63285"/>
                </a:cubicBezTo>
                <a:cubicBezTo>
                  <a:pt x="1138909" y="60950"/>
                  <a:pt x="1136796" y="59131"/>
                  <a:pt x="1134140" y="57828"/>
                </a:cubicBezTo>
                <a:cubicBezTo>
                  <a:pt x="1131486" y="56525"/>
                  <a:pt x="1128155" y="55874"/>
                  <a:pt x="1124145" y="55874"/>
                </a:cubicBezTo>
                <a:cubicBezTo>
                  <a:pt x="1121220" y="55874"/>
                  <a:pt x="1118375" y="56472"/>
                  <a:pt x="1115611" y="57667"/>
                </a:cubicBezTo>
                <a:cubicBezTo>
                  <a:pt x="1112848" y="58861"/>
                  <a:pt x="1110382" y="60680"/>
                  <a:pt x="1108215" y="63124"/>
                </a:cubicBezTo>
                <a:cubicBezTo>
                  <a:pt x="1106049" y="65566"/>
                  <a:pt x="1104315" y="68659"/>
                  <a:pt x="1103014" y="72405"/>
                </a:cubicBezTo>
                <a:cubicBezTo>
                  <a:pt x="1101714" y="76150"/>
                  <a:pt x="1101064" y="80574"/>
                  <a:pt x="1101064" y="85679"/>
                </a:cubicBezTo>
                <a:lnTo>
                  <a:pt x="1101064" y="124764"/>
                </a:lnTo>
                <a:lnTo>
                  <a:pt x="1090010" y="124764"/>
                </a:lnTo>
                <a:lnTo>
                  <a:pt x="1090010" y="65378"/>
                </a:lnTo>
                <a:cubicBezTo>
                  <a:pt x="1090010" y="63316"/>
                  <a:pt x="1089955" y="60660"/>
                  <a:pt x="1089846" y="57409"/>
                </a:cubicBezTo>
                <a:cubicBezTo>
                  <a:pt x="1089739" y="54159"/>
                  <a:pt x="1089577" y="51233"/>
                  <a:pt x="1089360" y="48632"/>
                </a:cubicBezTo>
                <a:lnTo>
                  <a:pt x="1099926" y="48632"/>
                </a:lnTo>
                <a:close/>
                <a:moveTo>
                  <a:pt x="1224922" y="66603"/>
                </a:moveTo>
                <a:cubicBezTo>
                  <a:pt x="1223297" y="63460"/>
                  <a:pt x="1220831" y="60886"/>
                  <a:pt x="1217526" y="58882"/>
                </a:cubicBezTo>
                <a:cubicBezTo>
                  <a:pt x="1214221" y="56877"/>
                  <a:pt x="1210455" y="55874"/>
                  <a:pt x="1206229" y="55874"/>
                </a:cubicBezTo>
                <a:cubicBezTo>
                  <a:pt x="1204279" y="55874"/>
                  <a:pt x="1202329" y="56091"/>
                  <a:pt x="1200378" y="56526"/>
                </a:cubicBezTo>
                <a:cubicBezTo>
                  <a:pt x="1198427" y="56959"/>
                  <a:pt x="1196692" y="57665"/>
                  <a:pt x="1195174" y="58642"/>
                </a:cubicBezTo>
                <a:cubicBezTo>
                  <a:pt x="1193658" y="59617"/>
                  <a:pt x="1192440" y="60865"/>
                  <a:pt x="1191519" y="62385"/>
                </a:cubicBezTo>
                <a:cubicBezTo>
                  <a:pt x="1190598" y="63902"/>
                  <a:pt x="1190137" y="65692"/>
                  <a:pt x="1190137" y="67754"/>
                </a:cubicBezTo>
                <a:cubicBezTo>
                  <a:pt x="1190137" y="71336"/>
                  <a:pt x="1191600" y="74075"/>
                  <a:pt x="1194525" y="75974"/>
                </a:cubicBezTo>
                <a:cubicBezTo>
                  <a:pt x="1197451" y="77872"/>
                  <a:pt x="1202057" y="79472"/>
                  <a:pt x="1208342" y="80775"/>
                </a:cubicBezTo>
                <a:cubicBezTo>
                  <a:pt x="1217337" y="82619"/>
                  <a:pt x="1223974" y="85304"/>
                  <a:pt x="1228253" y="88831"/>
                </a:cubicBezTo>
                <a:cubicBezTo>
                  <a:pt x="1232534" y="92356"/>
                  <a:pt x="1234674" y="97102"/>
                  <a:pt x="1234674" y="103070"/>
                </a:cubicBezTo>
                <a:cubicBezTo>
                  <a:pt x="1234674" y="107410"/>
                  <a:pt x="1233834" y="111073"/>
                  <a:pt x="1232154" y="114057"/>
                </a:cubicBezTo>
                <a:cubicBezTo>
                  <a:pt x="1230474" y="117040"/>
                  <a:pt x="1228279" y="119481"/>
                  <a:pt x="1225569" y="121381"/>
                </a:cubicBezTo>
                <a:cubicBezTo>
                  <a:pt x="1222861" y="123279"/>
                  <a:pt x="1219800" y="124635"/>
                  <a:pt x="1216388" y="125449"/>
                </a:cubicBezTo>
                <a:cubicBezTo>
                  <a:pt x="1212975" y="126262"/>
                  <a:pt x="1209535" y="126669"/>
                  <a:pt x="1206067" y="126669"/>
                </a:cubicBezTo>
                <a:cubicBezTo>
                  <a:pt x="1200323" y="126669"/>
                  <a:pt x="1194742" y="125485"/>
                  <a:pt x="1189324" y="123117"/>
                </a:cubicBezTo>
                <a:cubicBezTo>
                  <a:pt x="1183907" y="120748"/>
                  <a:pt x="1179464" y="117023"/>
                  <a:pt x="1175995" y="111941"/>
                </a:cubicBezTo>
                <a:lnTo>
                  <a:pt x="1184772" y="105438"/>
                </a:lnTo>
                <a:cubicBezTo>
                  <a:pt x="1186724" y="108798"/>
                  <a:pt x="1189595" y="111616"/>
                  <a:pt x="1193386" y="113891"/>
                </a:cubicBezTo>
                <a:cubicBezTo>
                  <a:pt x="1197179" y="116166"/>
                  <a:pt x="1201352" y="117304"/>
                  <a:pt x="1205904" y="117304"/>
                </a:cubicBezTo>
                <a:cubicBezTo>
                  <a:pt x="1208288" y="117304"/>
                  <a:pt x="1210563" y="117087"/>
                  <a:pt x="1212729" y="116654"/>
                </a:cubicBezTo>
                <a:cubicBezTo>
                  <a:pt x="1214897" y="116219"/>
                  <a:pt x="1216793" y="115459"/>
                  <a:pt x="1218419" y="114374"/>
                </a:cubicBezTo>
                <a:cubicBezTo>
                  <a:pt x="1220044" y="113290"/>
                  <a:pt x="1221345" y="111907"/>
                  <a:pt x="1222320" y="110225"/>
                </a:cubicBezTo>
                <a:cubicBezTo>
                  <a:pt x="1223296" y="108542"/>
                  <a:pt x="1223784" y="106453"/>
                  <a:pt x="1223784" y="103958"/>
                </a:cubicBezTo>
                <a:cubicBezTo>
                  <a:pt x="1223784" y="99943"/>
                  <a:pt x="1221860" y="96932"/>
                  <a:pt x="1218012" y="94925"/>
                </a:cubicBezTo>
                <a:cubicBezTo>
                  <a:pt x="1214166" y="92917"/>
                  <a:pt x="1208613" y="91046"/>
                  <a:pt x="1201353" y="89310"/>
                </a:cubicBezTo>
                <a:cubicBezTo>
                  <a:pt x="1199077" y="88767"/>
                  <a:pt x="1196666" y="88089"/>
                  <a:pt x="1194118" y="87276"/>
                </a:cubicBezTo>
                <a:cubicBezTo>
                  <a:pt x="1191571" y="86462"/>
                  <a:pt x="1189214" y="85269"/>
                  <a:pt x="1187047" y="83697"/>
                </a:cubicBezTo>
                <a:cubicBezTo>
                  <a:pt x="1184881" y="82123"/>
                  <a:pt x="1183093" y="80142"/>
                  <a:pt x="1181685" y="77754"/>
                </a:cubicBezTo>
                <a:cubicBezTo>
                  <a:pt x="1180276" y="75367"/>
                  <a:pt x="1179571" y="72383"/>
                  <a:pt x="1179571" y="68803"/>
                </a:cubicBezTo>
                <a:cubicBezTo>
                  <a:pt x="1179571" y="64896"/>
                  <a:pt x="1180330" y="61559"/>
                  <a:pt x="1181846" y="58793"/>
                </a:cubicBezTo>
                <a:cubicBezTo>
                  <a:pt x="1183364" y="56025"/>
                  <a:pt x="1185396" y="53747"/>
                  <a:pt x="1187942" y="51958"/>
                </a:cubicBezTo>
                <a:cubicBezTo>
                  <a:pt x="1190488" y="50167"/>
                  <a:pt x="1193387" y="48838"/>
                  <a:pt x="1196638" y="47970"/>
                </a:cubicBezTo>
                <a:cubicBezTo>
                  <a:pt x="1199890" y="47102"/>
                  <a:pt x="1203250" y="46667"/>
                  <a:pt x="1206717" y="46667"/>
                </a:cubicBezTo>
                <a:cubicBezTo>
                  <a:pt x="1212027" y="46667"/>
                  <a:pt x="1217173" y="47852"/>
                  <a:pt x="1222157" y="50222"/>
                </a:cubicBezTo>
                <a:cubicBezTo>
                  <a:pt x="1227142" y="52589"/>
                  <a:pt x="1230881" y="55937"/>
                  <a:pt x="1233374" y="60264"/>
                </a:cubicBezTo>
                <a:lnTo>
                  <a:pt x="1224922" y="66603"/>
                </a:lnTo>
                <a:close/>
                <a:moveTo>
                  <a:pt x="1271896" y="116907"/>
                </a:moveTo>
                <a:cubicBezTo>
                  <a:pt x="1271896" y="119190"/>
                  <a:pt x="1271084" y="121230"/>
                  <a:pt x="1269458" y="123025"/>
                </a:cubicBezTo>
                <a:cubicBezTo>
                  <a:pt x="1267833" y="124819"/>
                  <a:pt x="1265720" y="125716"/>
                  <a:pt x="1263119" y="125716"/>
                </a:cubicBezTo>
                <a:cubicBezTo>
                  <a:pt x="1260518" y="125716"/>
                  <a:pt x="1258405" y="124819"/>
                  <a:pt x="1256780" y="123025"/>
                </a:cubicBezTo>
                <a:cubicBezTo>
                  <a:pt x="1255154" y="121230"/>
                  <a:pt x="1254342" y="119190"/>
                  <a:pt x="1254342" y="116907"/>
                </a:cubicBezTo>
                <a:cubicBezTo>
                  <a:pt x="1254342" y="114623"/>
                  <a:pt x="1255154" y="112585"/>
                  <a:pt x="1256780" y="110791"/>
                </a:cubicBezTo>
                <a:cubicBezTo>
                  <a:pt x="1258405" y="108995"/>
                  <a:pt x="1260518" y="108097"/>
                  <a:pt x="1263119" y="108097"/>
                </a:cubicBezTo>
                <a:cubicBezTo>
                  <a:pt x="1265720" y="108097"/>
                  <a:pt x="1267833" y="108995"/>
                  <a:pt x="1269458" y="110791"/>
                </a:cubicBezTo>
                <a:cubicBezTo>
                  <a:pt x="1271084" y="112585"/>
                  <a:pt x="1271896" y="114623"/>
                  <a:pt x="1271896" y="116907"/>
                </a:cubicBezTo>
                <a:close/>
                <a:moveTo>
                  <a:pt x="1432163" y="106088"/>
                </a:moveTo>
                <a:cubicBezTo>
                  <a:pt x="1430212" y="109013"/>
                  <a:pt x="1427855" y="111778"/>
                  <a:pt x="1425092" y="114382"/>
                </a:cubicBezTo>
                <a:cubicBezTo>
                  <a:pt x="1422329" y="116984"/>
                  <a:pt x="1419132" y="119269"/>
                  <a:pt x="1415501" y="121235"/>
                </a:cubicBezTo>
                <a:cubicBezTo>
                  <a:pt x="1411871" y="123199"/>
                  <a:pt x="1407863" y="124754"/>
                  <a:pt x="1403474" y="125900"/>
                </a:cubicBezTo>
                <a:cubicBezTo>
                  <a:pt x="1399086" y="127047"/>
                  <a:pt x="1394291" y="127621"/>
                  <a:pt x="1389089" y="127621"/>
                </a:cubicBezTo>
                <a:cubicBezTo>
                  <a:pt x="1380420" y="127621"/>
                  <a:pt x="1372401" y="126106"/>
                  <a:pt x="1365031" y="123075"/>
                </a:cubicBezTo>
                <a:cubicBezTo>
                  <a:pt x="1357663" y="120044"/>
                  <a:pt x="1351325" y="115850"/>
                  <a:pt x="1346015" y="110493"/>
                </a:cubicBezTo>
                <a:cubicBezTo>
                  <a:pt x="1340706" y="105134"/>
                  <a:pt x="1336561" y="98775"/>
                  <a:pt x="1333580" y="91415"/>
                </a:cubicBezTo>
                <a:cubicBezTo>
                  <a:pt x="1330600" y="84054"/>
                  <a:pt x="1329110" y="75990"/>
                  <a:pt x="1329110" y="67223"/>
                </a:cubicBezTo>
                <a:cubicBezTo>
                  <a:pt x="1329110" y="58457"/>
                  <a:pt x="1330627" y="50394"/>
                  <a:pt x="1333662" y="43034"/>
                </a:cubicBezTo>
                <a:cubicBezTo>
                  <a:pt x="1336696" y="35673"/>
                  <a:pt x="1340895" y="29313"/>
                  <a:pt x="1346259" y="23956"/>
                </a:cubicBezTo>
                <a:cubicBezTo>
                  <a:pt x="1351622" y="18597"/>
                  <a:pt x="1357961" y="14403"/>
                  <a:pt x="1365274" y="11372"/>
                </a:cubicBezTo>
                <a:cubicBezTo>
                  <a:pt x="1372589" y="8341"/>
                  <a:pt x="1380527" y="6826"/>
                  <a:pt x="1389089" y="6826"/>
                </a:cubicBezTo>
                <a:cubicBezTo>
                  <a:pt x="1393315" y="6826"/>
                  <a:pt x="1397460" y="7263"/>
                  <a:pt x="1401522" y="8138"/>
                </a:cubicBezTo>
                <a:cubicBezTo>
                  <a:pt x="1405587" y="9011"/>
                  <a:pt x="1409406" y="10238"/>
                  <a:pt x="1412981" y="11821"/>
                </a:cubicBezTo>
                <a:cubicBezTo>
                  <a:pt x="1416557" y="13403"/>
                  <a:pt x="1419808" y="15309"/>
                  <a:pt x="1422733" y="17538"/>
                </a:cubicBezTo>
                <a:cubicBezTo>
                  <a:pt x="1425660" y="19766"/>
                  <a:pt x="1428099" y="22290"/>
                  <a:pt x="1430050" y="25107"/>
                </a:cubicBezTo>
                <a:lnTo>
                  <a:pt x="1420297" y="32257"/>
                </a:lnTo>
                <a:cubicBezTo>
                  <a:pt x="1419105" y="30416"/>
                  <a:pt x="1417506" y="28574"/>
                  <a:pt x="1415501" y="26732"/>
                </a:cubicBezTo>
                <a:cubicBezTo>
                  <a:pt x="1413497" y="24890"/>
                  <a:pt x="1411140" y="23264"/>
                  <a:pt x="1408430" y="21856"/>
                </a:cubicBezTo>
                <a:cubicBezTo>
                  <a:pt x="1405721" y="20447"/>
                  <a:pt x="1402769" y="19309"/>
                  <a:pt x="1399573" y="18443"/>
                </a:cubicBezTo>
                <a:cubicBezTo>
                  <a:pt x="1396377" y="17576"/>
                  <a:pt x="1392936" y="17143"/>
                  <a:pt x="1389250" y="17143"/>
                </a:cubicBezTo>
                <a:cubicBezTo>
                  <a:pt x="1381773" y="17143"/>
                  <a:pt x="1375082" y="18494"/>
                  <a:pt x="1369176" y="21196"/>
                </a:cubicBezTo>
                <a:cubicBezTo>
                  <a:pt x="1363271" y="23896"/>
                  <a:pt x="1358259" y="27543"/>
                  <a:pt x="1354141" y="32136"/>
                </a:cubicBezTo>
                <a:cubicBezTo>
                  <a:pt x="1350023" y="36728"/>
                  <a:pt x="1346881" y="42049"/>
                  <a:pt x="1344713" y="48101"/>
                </a:cubicBezTo>
                <a:cubicBezTo>
                  <a:pt x="1342547" y="54151"/>
                  <a:pt x="1341464" y="60525"/>
                  <a:pt x="1341464" y="67223"/>
                </a:cubicBezTo>
                <a:cubicBezTo>
                  <a:pt x="1341464" y="73922"/>
                  <a:pt x="1342575" y="80297"/>
                  <a:pt x="1344795" y="86348"/>
                </a:cubicBezTo>
                <a:cubicBezTo>
                  <a:pt x="1347017" y="92398"/>
                  <a:pt x="1350187" y="97720"/>
                  <a:pt x="1354304" y="102313"/>
                </a:cubicBezTo>
                <a:cubicBezTo>
                  <a:pt x="1358421" y="106905"/>
                  <a:pt x="1363433" y="110552"/>
                  <a:pt x="1369339" y="113253"/>
                </a:cubicBezTo>
                <a:cubicBezTo>
                  <a:pt x="1375245" y="115954"/>
                  <a:pt x="1381882" y="117304"/>
                  <a:pt x="1389250" y="117304"/>
                </a:cubicBezTo>
                <a:cubicBezTo>
                  <a:pt x="1395861" y="117304"/>
                  <a:pt x="1402146" y="115949"/>
                  <a:pt x="1408105" y="113241"/>
                </a:cubicBezTo>
                <a:cubicBezTo>
                  <a:pt x="1414066" y="110531"/>
                  <a:pt x="1419051" y="106196"/>
                  <a:pt x="1423060" y="100237"/>
                </a:cubicBezTo>
                <a:lnTo>
                  <a:pt x="1432163" y="106088"/>
                </a:lnTo>
                <a:close/>
                <a:moveTo>
                  <a:pt x="1451667" y="65378"/>
                </a:moveTo>
                <a:cubicBezTo>
                  <a:pt x="1451667" y="63316"/>
                  <a:pt x="1451612" y="60660"/>
                  <a:pt x="1451503" y="57409"/>
                </a:cubicBezTo>
                <a:cubicBezTo>
                  <a:pt x="1451395" y="54159"/>
                  <a:pt x="1451233" y="51233"/>
                  <a:pt x="1451017" y="48632"/>
                </a:cubicBezTo>
                <a:lnTo>
                  <a:pt x="1461582" y="48632"/>
                </a:lnTo>
                <a:cubicBezTo>
                  <a:pt x="1461799" y="50690"/>
                  <a:pt x="1461961" y="52966"/>
                  <a:pt x="1462069" y="55460"/>
                </a:cubicBezTo>
                <a:cubicBezTo>
                  <a:pt x="1462178" y="57952"/>
                  <a:pt x="1462232" y="60010"/>
                  <a:pt x="1462232" y="61635"/>
                </a:cubicBezTo>
                <a:lnTo>
                  <a:pt x="1462557" y="61635"/>
                </a:lnTo>
                <a:cubicBezTo>
                  <a:pt x="1464725" y="57188"/>
                  <a:pt x="1467976" y="53581"/>
                  <a:pt x="1472309" y="50817"/>
                </a:cubicBezTo>
                <a:cubicBezTo>
                  <a:pt x="1476645" y="48051"/>
                  <a:pt x="1481522" y="46667"/>
                  <a:pt x="1486940" y="46667"/>
                </a:cubicBezTo>
                <a:cubicBezTo>
                  <a:pt x="1488349" y="46667"/>
                  <a:pt x="1489622" y="46731"/>
                  <a:pt x="1490760" y="46858"/>
                </a:cubicBezTo>
                <a:cubicBezTo>
                  <a:pt x="1491897" y="46986"/>
                  <a:pt x="1493062" y="47240"/>
                  <a:pt x="1494254" y="47620"/>
                </a:cubicBezTo>
                <a:lnTo>
                  <a:pt x="1492791" y="57962"/>
                </a:lnTo>
                <a:cubicBezTo>
                  <a:pt x="1492141" y="57746"/>
                  <a:pt x="1491057" y="57529"/>
                  <a:pt x="1489539" y="57312"/>
                </a:cubicBezTo>
                <a:cubicBezTo>
                  <a:pt x="1488023" y="57094"/>
                  <a:pt x="1486506" y="56985"/>
                  <a:pt x="1484988" y="56985"/>
                </a:cubicBezTo>
                <a:cubicBezTo>
                  <a:pt x="1482063" y="56985"/>
                  <a:pt x="1479246" y="57527"/>
                  <a:pt x="1476536" y="58612"/>
                </a:cubicBezTo>
                <a:cubicBezTo>
                  <a:pt x="1473827" y="59695"/>
                  <a:pt x="1471470" y="61402"/>
                  <a:pt x="1469465" y="63731"/>
                </a:cubicBezTo>
                <a:cubicBezTo>
                  <a:pt x="1467461" y="66061"/>
                  <a:pt x="1465835" y="69041"/>
                  <a:pt x="1464588" y="72672"/>
                </a:cubicBezTo>
                <a:cubicBezTo>
                  <a:pt x="1463343" y="76302"/>
                  <a:pt x="1462721" y="80663"/>
                  <a:pt x="1462721" y="85755"/>
                </a:cubicBezTo>
                <a:lnTo>
                  <a:pt x="1462721" y="124764"/>
                </a:lnTo>
                <a:lnTo>
                  <a:pt x="1451667" y="124764"/>
                </a:lnTo>
                <a:lnTo>
                  <a:pt x="1451667" y="65378"/>
                </a:lnTo>
                <a:close/>
                <a:moveTo>
                  <a:pt x="1556181" y="75646"/>
                </a:moveTo>
                <a:cubicBezTo>
                  <a:pt x="1556181" y="69001"/>
                  <a:pt x="1554448" y="64045"/>
                  <a:pt x="1550980" y="60777"/>
                </a:cubicBezTo>
                <a:cubicBezTo>
                  <a:pt x="1547513" y="57508"/>
                  <a:pt x="1542474" y="55874"/>
                  <a:pt x="1535864" y="55874"/>
                </a:cubicBezTo>
                <a:cubicBezTo>
                  <a:pt x="1531313" y="55874"/>
                  <a:pt x="1527087" y="56687"/>
                  <a:pt x="1523185" y="58312"/>
                </a:cubicBezTo>
                <a:cubicBezTo>
                  <a:pt x="1519284" y="59937"/>
                  <a:pt x="1515980" y="62105"/>
                  <a:pt x="1513271" y="64815"/>
                </a:cubicBezTo>
                <a:lnTo>
                  <a:pt x="1507093" y="57501"/>
                </a:lnTo>
                <a:cubicBezTo>
                  <a:pt x="1510237" y="54371"/>
                  <a:pt x="1514382" y="51783"/>
                  <a:pt x="1519529" y="49738"/>
                </a:cubicBezTo>
                <a:cubicBezTo>
                  <a:pt x="1524676" y="47691"/>
                  <a:pt x="1530501" y="46667"/>
                  <a:pt x="1537002" y="46667"/>
                </a:cubicBezTo>
                <a:cubicBezTo>
                  <a:pt x="1541121" y="46667"/>
                  <a:pt x="1544968" y="47237"/>
                  <a:pt x="1548542" y="48376"/>
                </a:cubicBezTo>
                <a:cubicBezTo>
                  <a:pt x="1552119" y="49516"/>
                  <a:pt x="1555261" y="51224"/>
                  <a:pt x="1557970" y="53503"/>
                </a:cubicBezTo>
                <a:cubicBezTo>
                  <a:pt x="1560680" y="55780"/>
                  <a:pt x="1562793" y="58653"/>
                  <a:pt x="1564309" y="62124"/>
                </a:cubicBezTo>
                <a:cubicBezTo>
                  <a:pt x="1565827" y="65595"/>
                  <a:pt x="1566586" y="69662"/>
                  <a:pt x="1566586" y="74327"/>
                </a:cubicBezTo>
                <a:lnTo>
                  <a:pt x="1566586" y="107680"/>
                </a:lnTo>
                <a:cubicBezTo>
                  <a:pt x="1566586" y="110609"/>
                  <a:pt x="1566694" y="113646"/>
                  <a:pt x="1566911" y="116793"/>
                </a:cubicBezTo>
                <a:cubicBezTo>
                  <a:pt x="1567127" y="119938"/>
                  <a:pt x="1567452" y="122595"/>
                  <a:pt x="1567886" y="124764"/>
                </a:cubicBezTo>
                <a:lnTo>
                  <a:pt x="1557972" y="124764"/>
                </a:lnTo>
                <a:cubicBezTo>
                  <a:pt x="1557646" y="122914"/>
                  <a:pt x="1557375" y="120901"/>
                  <a:pt x="1557159" y="118725"/>
                </a:cubicBezTo>
                <a:cubicBezTo>
                  <a:pt x="1556942" y="116549"/>
                  <a:pt x="1556834" y="114427"/>
                  <a:pt x="1556834" y="112361"/>
                </a:cubicBezTo>
                <a:lnTo>
                  <a:pt x="1556506" y="112361"/>
                </a:lnTo>
                <a:cubicBezTo>
                  <a:pt x="1553039" y="117455"/>
                  <a:pt x="1549110" y="121113"/>
                  <a:pt x="1544720" y="123335"/>
                </a:cubicBezTo>
                <a:cubicBezTo>
                  <a:pt x="1540332" y="125558"/>
                  <a:pt x="1535050" y="126669"/>
                  <a:pt x="1528874" y="126669"/>
                </a:cubicBezTo>
                <a:cubicBezTo>
                  <a:pt x="1525948" y="126669"/>
                  <a:pt x="1522940" y="126263"/>
                  <a:pt x="1519851" y="125451"/>
                </a:cubicBezTo>
                <a:cubicBezTo>
                  <a:pt x="1516764" y="124639"/>
                  <a:pt x="1513948" y="123313"/>
                  <a:pt x="1511401" y="121473"/>
                </a:cubicBezTo>
                <a:cubicBezTo>
                  <a:pt x="1508855" y="119631"/>
                  <a:pt x="1506742" y="117248"/>
                  <a:pt x="1505062" y="114325"/>
                </a:cubicBezTo>
                <a:cubicBezTo>
                  <a:pt x="1503382" y="111400"/>
                  <a:pt x="1502542" y="107825"/>
                  <a:pt x="1502542" y="103600"/>
                </a:cubicBezTo>
                <a:cubicBezTo>
                  <a:pt x="1502542" y="97752"/>
                  <a:pt x="1504032" y="93122"/>
                  <a:pt x="1507011" y="89711"/>
                </a:cubicBezTo>
                <a:cubicBezTo>
                  <a:pt x="1509991" y="86300"/>
                  <a:pt x="1513973" y="83756"/>
                  <a:pt x="1518959" y="82077"/>
                </a:cubicBezTo>
                <a:cubicBezTo>
                  <a:pt x="1523944" y="80397"/>
                  <a:pt x="1529660" y="79314"/>
                  <a:pt x="1536107" y="78828"/>
                </a:cubicBezTo>
                <a:cubicBezTo>
                  <a:pt x="1542555" y="78340"/>
                  <a:pt x="1549247" y="78097"/>
                  <a:pt x="1556181" y="78097"/>
                </a:cubicBezTo>
                <a:lnTo>
                  <a:pt x="1556181" y="75646"/>
                </a:lnTo>
                <a:moveTo>
                  <a:pt x="1552930" y="86827"/>
                </a:moveTo>
                <a:cubicBezTo>
                  <a:pt x="1548380" y="86827"/>
                  <a:pt x="1543801" y="87016"/>
                  <a:pt x="1539195" y="87395"/>
                </a:cubicBezTo>
                <a:cubicBezTo>
                  <a:pt x="1534590" y="87772"/>
                  <a:pt x="1530418" y="88528"/>
                  <a:pt x="1526679" y="89664"/>
                </a:cubicBezTo>
                <a:cubicBezTo>
                  <a:pt x="1522943" y="90799"/>
                  <a:pt x="1519882" y="92446"/>
                  <a:pt x="1517498" y="94607"/>
                </a:cubicBezTo>
                <a:cubicBezTo>
                  <a:pt x="1515113" y="96768"/>
                  <a:pt x="1513921" y="99631"/>
                  <a:pt x="1513921" y="103196"/>
                </a:cubicBezTo>
                <a:cubicBezTo>
                  <a:pt x="1513921" y="105898"/>
                  <a:pt x="1514436" y="108167"/>
                  <a:pt x="1515464" y="110004"/>
                </a:cubicBezTo>
                <a:cubicBezTo>
                  <a:pt x="1516494" y="111841"/>
                  <a:pt x="1517876" y="113327"/>
                  <a:pt x="1519608" y="114461"/>
                </a:cubicBezTo>
                <a:cubicBezTo>
                  <a:pt x="1521343" y="115596"/>
                  <a:pt x="1523267" y="116406"/>
                  <a:pt x="1525380" y="116892"/>
                </a:cubicBezTo>
                <a:cubicBezTo>
                  <a:pt x="1527493" y="117378"/>
                  <a:pt x="1529633" y="117621"/>
                  <a:pt x="1531801" y="117621"/>
                </a:cubicBezTo>
                <a:cubicBezTo>
                  <a:pt x="1535702" y="117621"/>
                  <a:pt x="1539169" y="116946"/>
                  <a:pt x="1542203" y="115595"/>
                </a:cubicBezTo>
                <a:cubicBezTo>
                  <a:pt x="1545237" y="114244"/>
                  <a:pt x="1547783" y="112407"/>
                  <a:pt x="1549842" y="110084"/>
                </a:cubicBezTo>
                <a:cubicBezTo>
                  <a:pt x="1551901" y="107761"/>
                  <a:pt x="1553471" y="105087"/>
                  <a:pt x="1554554" y="102063"/>
                </a:cubicBezTo>
                <a:cubicBezTo>
                  <a:pt x="1555639" y="99037"/>
                  <a:pt x="1556181" y="95849"/>
                  <a:pt x="1556181" y="92499"/>
                </a:cubicBezTo>
                <a:lnTo>
                  <a:pt x="1556181" y="86827"/>
                </a:lnTo>
                <a:lnTo>
                  <a:pt x="1552930" y="86827"/>
                </a:lnTo>
                <a:close/>
                <a:moveTo>
                  <a:pt x="1627212" y="57938"/>
                </a:moveTo>
                <a:lnTo>
                  <a:pt x="1609332" y="57938"/>
                </a:lnTo>
                <a:lnTo>
                  <a:pt x="1609332" y="124764"/>
                </a:lnTo>
                <a:lnTo>
                  <a:pt x="1598281" y="124764"/>
                </a:lnTo>
                <a:lnTo>
                  <a:pt x="1598281" y="57938"/>
                </a:lnTo>
                <a:lnTo>
                  <a:pt x="1582350" y="57938"/>
                </a:lnTo>
                <a:lnTo>
                  <a:pt x="1582350" y="48731"/>
                </a:lnTo>
                <a:lnTo>
                  <a:pt x="1598281" y="48731"/>
                </a:lnTo>
                <a:lnTo>
                  <a:pt x="1598281" y="27939"/>
                </a:lnTo>
                <a:cubicBezTo>
                  <a:pt x="1598281" y="19275"/>
                  <a:pt x="1600394" y="12453"/>
                  <a:pt x="1604620" y="7473"/>
                </a:cubicBezTo>
                <a:cubicBezTo>
                  <a:pt x="1608846" y="2491"/>
                  <a:pt x="1615348" y="0"/>
                  <a:pt x="1624124" y="0"/>
                </a:cubicBezTo>
                <a:cubicBezTo>
                  <a:pt x="1625533" y="0"/>
                  <a:pt x="1627050" y="81"/>
                  <a:pt x="1628676" y="243"/>
                </a:cubicBezTo>
                <a:cubicBezTo>
                  <a:pt x="1630301" y="403"/>
                  <a:pt x="1631818" y="699"/>
                  <a:pt x="1633227" y="1128"/>
                </a:cubicBezTo>
                <a:lnTo>
                  <a:pt x="1631277" y="10819"/>
                </a:lnTo>
                <a:cubicBezTo>
                  <a:pt x="1630085" y="10495"/>
                  <a:pt x="1628893" y="10224"/>
                  <a:pt x="1627701" y="10008"/>
                </a:cubicBezTo>
                <a:cubicBezTo>
                  <a:pt x="1626509" y="9791"/>
                  <a:pt x="1625154" y="9683"/>
                  <a:pt x="1623638" y="9683"/>
                </a:cubicBezTo>
                <a:cubicBezTo>
                  <a:pt x="1620712" y="9683"/>
                  <a:pt x="1618300" y="10171"/>
                  <a:pt x="1616403" y="11148"/>
                </a:cubicBezTo>
                <a:cubicBezTo>
                  <a:pt x="1614507" y="12124"/>
                  <a:pt x="1613044" y="13507"/>
                  <a:pt x="1612014" y="15298"/>
                </a:cubicBezTo>
                <a:cubicBezTo>
                  <a:pt x="1610985" y="17087"/>
                  <a:pt x="1610281" y="19174"/>
                  <a:pt x="1609900" y="21560"/>
                </a:cubicBezTo>
                <a:cubicBezTo>
                  <a:pt x="1609522" y="23946"/>
                  <a:pt x="1609332" y="26495"/>
                  <a:pt x="1609332" y="29207"/>
                </a:cubicBezTo>
                <a:lnTo>
                  <a:pt x="1609332" y="48731"/>
                </a:lnTo>
                <a:lnTo>
                  <a:pt x="1627212" y="48731"/>
                </a:lnTo>
                <a:lnTo>
                  <a:pt x="1627212" y="579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6" name="Text tedforaperfectﬁt,thesecases">
            <a:extLst xmlns:a="http://schemas.openxmlformats.org/drawingml/2006/main">
              <a:ext uri="{FF2B5EF4-FFF2-40B4-BE49-F238E27FC236}">
                <a16:creationId xmlns:a16="http://schemas.microsoft.com/office/drawing/2014/main" id="{3D910508-7FFD-4E6D-869A-4114F692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6504" y="3779617"/>
            <a:ext cx="2292012" cy="163723"/>
          </a:xfrm>
          <a:custGeom xmlns:a="http://schemas.openxmlformats.org/drawingml/2006/main">
            <a:pathLst>
              <a:path w="2292012" h="163723">
                <a:moveTo>
                  <a:pt x="48275" y="57938"/>
                </a:moveTo>
                <a:lnTo>
                  <a:pt x="26821" y="57938"/>
                </a:lnTo>
                <a:lnTo>
                  <a:pt x="26821" y="102358"/>
                </a:lnTo>
                <a:cubicBezTo>
                  <a:pt x="26821" y="105179"/>
                  <a:pt x="27091" y="107511"/>
                  <a:pt x="27632" y="109355"/>
                </a:cubicBezTo>
                <a:cubicBezTo>
                  <a:pt x="28174" y="111198"/>
                  <a:pt x="28960" y="112636"/>
                  <a:pt x="29988" y="113668"/>
                </a:cubicBezTo>
                <a:cubicBezTo>
                  <a:pt x="31018" y="114698"/>
                  <a:pt x="32238" y="115403"/>
                  <a:pt x="33646" y="115783"/>
                </a:cubicBezTo>
                <a:cubicBezTo>
                  <a:pt x="35055" y="116162"/>
                  <a:pt x="36572" y="116351"/>
                  <a:pt x="38198" y="116351"/>
                </a:cubicBezTo>
                <a:cubicBezTo>
                  <a:pt x="39715" y="116351"/>
                  <a:pt x="41314" y="116130"/>
                  <a:pt x="42992" y="115689"/>
                </a:cubicBezTo>
                <a:cubicBezTo>
                  <a:pt x="44672" y="115246"/>
                  <a:pt x="46271" y="114637"/>
                  <a:pt x="47789" y="113861"/>
                </a:cubicBezTo>
                <a:lnTo>
                  <a:pt x="48275" y="123442"/>
                </a:lnTo>
                <a:cubicBezTo>
                  <a:pt x="46325" y="124201"/>
                  <a:pt x="44294" y="124770"/>
                  <a:pt x="42181" y="125148"/>
                </a:cubicBezTo>
                <a:cubicBezTo>
                  <a:pt x="40068" y="125527"/>
                  <a:pt x="37764" y="125716"/>
                  <a:pt x="35271" y="125716"/>
                </a:cubicBezTo>
                <a:cubicBezTo>
                  <a:pt x="33212" y="125716"/>
                  <a:pt x="31046" y="125445"/>
                  <a:pt x="28770" y="124903"/>
                </a:cubicBezTo>
                <a:cubicBezTo>
                  <a:pt x="26495" y="124362"/>
                  <a:pt x="24382" y="123334"/>
                  <a:pt x="22431" y="121818"/>
                </a:cubicBezTo>
                <a:cubicBezTo>
                  <a:pt x="20482" y="120300"/>
                  <a:pt x="18883" y="118240"/>
                  <a:pt x="17637" y="115639"/>
                </a:cubicBezTo>
                <a:cubicBezTo>
                  <a:pt x="16390" y="113038"/>
                  <a:pt x="15767" y="109625"/>
                  <a:pt x="15767" y="105399"/>
                </a:cubicBezTo>
                <a:lnTo>
                  <a:pt x="15767" y="57938"/>
                </a:lnTo>
                <a:lnTo>
                  <a:pt x="0" y="57938"/>
                </a:lnTo>
                <a:lnTo>
                  <a:pt x="0" y="48731"/>
                </a:lnTo>
                <a:lnTo>
                  <a:pt x="15767" y="48731"/>
                </a:lnTo>
                <a:lnTo>
                  <a:pt x="15767" y="27275"/>
                </a:lnTo>
                <a:lnTo>
                  <a:pt x="26821" y="27275"/>
                </a:lnTo>
                <a:lnTo>
                  <a:pt x="26821" y="48731"/>
                </a:lnTo>
                <a:lnTo>
                  <a:pt x="48275" y="48731"/>
                </a:lnTo>
                <a:lnTo>
                  <a:pt x="48275" y="57938"/>
                </a:lnTo>
                <a:close/>
                <a:moveTo>
                  <a:pt x="123534" y="80954"/>
                </a:moveTo>
                <a:cubicBezTo>
                  <a:pt x="123208" y="73741"/>
                  <a:pt x="120905" y="67758"/>
                  <a:pt x="116624" y="63005"/>
                </a:cubicBezTo>
                <a:cubicBezTo>
                  <a:pt x="112345" y="58251"/>
                  <a:pt x="106250" y="55874"/>
                  <a:pt x="98340" y="55874"/>
                </a:cubicBezTo>
                <a:cubicBezTo>
                  <a:pt x="94656" y="55874"/>
                  <a:pt x="91242" y="56557"/>
                  <a:pt x="88099" y="57923"/>
                </a:cubicBezTo>
                <a:cubicBezTo>
                  <a:pt x="84958" y="59288"/>
                  <a:pt x="82195" y="61146"/>
                  <a:pt x="79810" y="63496"/>
                </a:cubicBezTo>
                <a:cubicBezTo>
                  <a:pt x="77426" y="65845"/>
                  <a:pt x="75530" y="68523"/>
                  <a:pt x="74121" y="71529"/>
                </a:cubicBezTo>
                <a:cubicBezTo>
                  <a:pt x="72712" y="74533"/>
                  <a:pt x="71899" y="77675"/>
                  <a:pt x="71683" y="80954"/>
                </a:cubicBezTo>
                <a:lnTo>
                  <a:pt x="123534" y="80954"/>
                </a:lnTo>
                <a:moveTo>
                  <a:pt x="134749" y="84471"/>
                </a:moveTo>
                <a:cubicBezTo>
                  <a:pt x="134749" y="85231"/>
                  <a:pt x="134749" y="86046"/>
                  <a:pt x="134749" y="86916"/>
                </a:cubicBezTo>
                <a:cubicBezTo>
                  <a:pt x="134749" y="87784"/>
                  <a:pt x="134695" y="88707"/>
                  <a:pt x="134586" y="89684"/>
                </a:cubicBezTo>
                <a:lnTo>
                  <a:pt x="71519" y="89684"/>
                </a:lnTo>
                <a:cubicBezTo>
                  <a:pt x="71628" y="93475"/>
                  <a:pt x="72386" y="97050"/>
                  <a:pt x="73793" y="100408"/>
                </a:cubicBezTo>
                <a:cubicBezTo>
                  <a:pt x="75202" y="103765"/>
                  <a:pt x="77152" y="106689"/>
                  <a:pt x="79644" y="109181"/>
                </a:cubicBezTo>
                <a:cubicBezTo>
                  <a:pt x="82138" y="111671"/>
                  <a:pt x="85063" y="113648"/>
                  <a:pt x="88422" y="115111"/>
                </a:cubicBezTo>
                <a:cubicBezTo>
                  <a:pt x="91781" y="116573"/>
                  <a:pt x="95412" y="117304"/>
                  <a:pt x="99315" y="117304"/>
                </a:cubicBezTo>
                <a:cubicBezTo>
                  <a:pt x="105057" y="117304"/>
                  <a:pt x="110014" y="115977"/>
                  <a:pt x="114186" y="113323"/>
                </a:cubicBezTo>
                <a:cubicBezTo>
                  <a:pt x="118358" y="110667"/>
                  <a:pt x="121527" y="107606"/>
                  <a:pt x="123695" y="104139"/>
                </a:cubicBezTo>
                <a:lnTo>
                  <a:pt x="131984" y="110639"/>
                </a:lnTo>
                <a:cubicBezTo>
                  <a:pt x="127434" y="116374"/>
                  <a:pt x="122422" y="120479"/>
                  <a:pt x="116949" y="122956"/>
                </a:cubicBezTo>
                <a:cubicBezTo>
                  <a:pt x="111478" y="125431"/>
                  <a:pt x="105600" y="126669"/>
                  <a:pt x="99315" y="126669"/>
                </a:cubicBezTo>
                <a:cubicBezTo>
                  <a:pt x="93680" y="126669"/>
                  <a:pt x="88451" y="125666"/>
                  <a:pt x="83627" y="123660"/>
                </a:cubicBezTo>
                <a:cubicBezTo>
                  <a:pt x="78806" y="121655"/>
                  <a:pt x="74661" y="118864"/>
                  <a:pt x="71194" y="115287"/>
                </a:cubicBezTo>
                <a:cubicBezTo>
                  <a:pt x="67727" y="111709"/>
                  <a:pt x="64990" y="107481"/>
                  <a:pt x="62985" y="102603"/>
                </a:cubicBezTo>
                <a:cubicBezTo>
                  <a:pt x="60981" y="97726"/>
                  <a:pt x="59979" y="92414"/>
                  <a:pt x="59979" y="86668"/>
                </a:cubicBezTo>
                <a:cubicBezTo>
                  <a:pt x="59979" y="80922"/>
                  <a:pt x="60953" y="75611"/>
                  <a:pt x="62903" y="70733"/>
                </a:cubicBezTo>
                <a:cubicBezTo>
                  <a:pt x="64854" y="65855"/>
                  <a:pt x="67563" y="61628"/>
                  <a:pt x="71030" y="58052"/>
                </a:cubicBezTo>
                <a:cubicBezTo>
                  <a:pt x="74499" y="54473"/>
                  <a:pt x="78564" y="51682"/>
                  <a:pt x="83223" y="49676"/>
                </a:cubicBezTo>
                <a:cubicBezTo>
                  <a:pt x="87883" y="47670"/>
                  <a:pt x="92922" y="46667"/>
                  <a:pt x="98340" y="46667"/>
                </a:cubicBezTo>
                <a:cubicBezTo>
                  <a:pt x="104299" y="46667"/>
                  <a:pt x="109554" y="47673"/>
                  <a:pt x="114104" y="49683"/>
                </a:cubicBezTo>
                <a:cubicBezTo>
                  <a:pt x="118656" y="51692"/>
                  <a:pt x="122449" y="54408"/>
                  <a:pt x="125483" y="57831"/>
                </a:cubicBezTo>
                <a:cubicBezTo>
                  <a:pt x="128517" y="61252"/>
                  <a:pt x="130820" y="65243"/>
                  <a:pt x="132391" y="69805"/>
                </a:cubicBezTo>
                <a:cubicBezTo>
                  <a:pt x="133963" y="74367"/>
                  <a:pt x="134749" y="79256"/>
                  <a:pt x="134749" y="84471"/>
                </a:cubicBezTo>
                <a:close/>
                <a:moveTo>
                  <a:pt x="221058" y="111924"/>
                </a:moveTo>
                <a:cubicBezTo>
                  <a:pt x="217807" y="116800"/>
                  <a:pt x="213581" y="120477"/>
                  <a:pt x="208379" y="122954"/>
                </a:cubicBezTo>
                <a:cubicBezTo>
                  <a:pt x="203177" y="125430"/>
                  <a:pt x="197813" y="126669"/>
                  <a:pt x="192287" y="126669"/>
                </a:cubicBezTo>
                <a:cubicBezTo>
                  <a:pt x="186327" y="126669"/>
                  <a:pt x="180936" y="125640"/>
                  <a:pt x="176114" y="123581"/>
                </a:cubicBezTo>
                <a:cubicBezTo>
                  <a:pt x="171293" y="121521"/>
                  <a:pt x="167175" y="118702"/>
                  <a:pt x="163760" y="115126"/>
                </a:cubicBezTo>
                <a:cubicBezTo>
                  <a:pt x="160347" y="111548"/>
                  <a:pt x="157693" y="107320"/>
                  <a:pt x="155796" y="102442"/>
                </a:cubicBezTo>
                <a:cubicBezTo>
                  <a:pt x="153900" y="97563"/>
                  <a:pt x="152951" y="92305"/>
                  <a:pt x="152951" y="86668"/>
                </a:cubicBezTo>
                <a:cubicBezTo>
                  <a:pt x="152951" y="81031"/>
                  <a:pt x="153900" y="75774"/>
                  <a:pt x="155796" y="70897"/>
                </a:cubicBezTo>
                <a:cubicBezTo>
                  <a:pt x="157693" y="66017"/>
                  <a:pt x="160347" y="61789"/>
                  <a:pt x="163760" y="58213"/>
                </a:cubicBezTo>
                <a:cubicBezTo>
                  <a:pt x="167175" y="54635"/>
                  <a:pt x="171293" y="51816"/>
                  <a:pt x="176114" y="49758"/>
                </a:cubicBezTo>
                <a:cubicBezTo>
                  <a:pt x="180936" y="47698"/>
                  <a:pt x="186327" y="46667"/>
                  <a:pt x="192287" y="46667"/>
                </a:cubicBezTo>
                <a:cubicBezTo>
                  <a:pt x="197813" y="46667"/>
                  <a:pt x="203177" y="47941"/>
                  <a:pt x="208379" y="50489"/>
                </a:cubicBezTo>
                <a:cubicBezTo>
                  <a:pt x="213581" y="53036"/>
                  <a:pt x="217807" y="56802"/>
                  <a:pt x="221058" y="61789"/>
                </a:cubicBezTo>
                <a:lnTo>
                  <a:pt x="221383" y="61789"/>
                </a:lnTo>
                <a:lnTo>
                  <a:pt x="221383" y="1811"/>
                </a:lnTo>
                <a:lnTo>
                  <a:pt x="232434" y="1811"/>
                </a:lnTo>
                <a:lnTo>
                  <a:pt x="232434" y="124764"/>
                </a:lnTo>
                <a:lnTo>
                  <a:pt x="221383" y="124764"/>
                </a:lnTo>
                <a:lnTo>
                  <a:pt x="221383" y="111924"/>
                </a:lnTo>
                <a:lnTo>
                  <a:pt x="221058" y="111924"/>
                </a:lnTo>
                <a:moveTo>
                  <a:pt x="164656" y="86671"/>
                </a:moveTo>
                <a:cubicBezTo>
                  <a:pt x="164656" y="90907"/>
                  <a:pt x="165305" y="94899"/>
                  <a:pt x="166605" y="98648"/>
                </a:cubicBezTo>
                <a:cubicBezTo>
                  <a:pt x="167905" y="102394"/>
                  <a:pt x="169774" y="105653"/>
                  <a:pt x="172213" y="108424"/>
                </a:cubicBezTo>
                <a:cubicBezTo>
                  <a:pt x="174652" y="111194"/>
                  <a:pt x="177658" y="113367"/>
                  <a:pt x="181233" y="114942"/>
                </a:cubicBezTo>
                <a:cubicBezTo>
                  <a:pt x="184810" y="116517"/>
                  <a:pt x="188873" y="117304"/>
                  <a:pt x="193423" y="117304"/>
                </a:cubicBezTo>
                <a:cubicBezTo>
                  <a:pt x="197650" y="117304"/>
                  <a:pt x="201551" y="116517"/>
                  <a:pt x="205127" y="114942"/>
                </a:cubicBezTo>
                <a:cubicBezTo>
                  <a:pt x="208704" y="113367"/>
                  <a:pt x="211792" y="111221"/>
                  <a:pt x="214391" y="108506"/>
                </a:cubicBezTo>
                <a:cubicBezTo>
                  <a:pt x="216992" y="105790"/>
                  <a:pt x="219024" y="102558"/>
                  <a:pt x="220487" y="98811"/>
                </a:cubicBezTo>
                <a:cubicBezTo>
                  <a:pt x="221951" y="95063"/>
                  <a:pt x="222682" y="91016"/>
                  <a:pt x="222682" y="86671"/>
                </a:cubicBezTo>
                <a:cubicBezTo>
                  <a:pt x="222682" y="82325"/>
                  <a:pt x="221951" y="78279"/>
                  <a:pt x="220487" y="74533"/>
                </a:cubicBezTo>
                <a:cubicBezTo>
                  <a:pt x="219024" y="70784"/>
                  <a:pt x="216992" y="67525"/>
                  <a:pt x="214391" y="64756"/>
                </a:cubicBezTo>
                <a:cubicBezTo>
                  <a:pt x="211792" y="61984"/>
                  <a:pt x="208704" y="59812"/>
                  <a:pt x="205127" y="58238"/>
                </a:cubicBezTo>
                <a:cubicBezTo>
                  <a:pt x="201551" y="56662"/>
                  <a:pt x="197650" y="55874"/>
                  <a:pt x="193423" y="55874"/>
                </a:cubicBezTo>
                <a:cubicBezTo>
                  <a:pt x="188873" y="55874"/>
                  <a:pt x="184810" y="56689"/>
                  <a:pt x="181233" y="58319"/>
                </a:cubicBezTo>
                <a:cubicBezTo>
                  <a:pt x="177658" y="59948"/>
                  <a:pt x="174652" y="62148"/>
                  <a:pt x="172213" y="64919"/>
                </a:cubicBezTo>
                <a:cubicBezTo>
                  <a:pt x="169774" y="67689"/>
                  <a:pt x="167905" y="70948"/>
                  <a:pt x="166605" y="74696"/>
                </a:cubicBezTo>
                <a:cubicBezTo>
                  <a:pt x="165305" y="78443"/>
                  <a:pt x="164656" y="82434"/>
                  <a:pt x="164656" y="86671"/>
                </a:cubicBezTo>
                <a:close/>
                <a:moveTo>
                  <a:pt x="334837" y="57938"/>
                </a:moveTo>
                <a:lnTo>
                  <a:pt x="316957" y="57938"/>
                </a:lnTo>
                <a:lnTo>
                  <a:pt x="316957" y="124764"/>
                </a:lnTo>
                <a:lnTo>
                  <a:pt x="305905" y="124764"/>
                </a:lnTo>
                <a:lnTo>
                  <a:pt x="305905" y="57938"/>
                </a:lnTo>
                <a:lnTo>
                  <a:pt x="289975" y="57938"/>
                </a:lnTo>
                <a:lnTo>
                  <a:pt x="289975" y="48731"/>
                </a:lnTo>
                <a:lnTo>
                  <a:pt x="305905" y="48731"/>
                </a:lnTo>
                <a:lnTo>
                  <a:pt x="305905" y="27939"/>
                </a:lnTo>
                <a:cubicBezTo>
                  <a:pt x="305905" y="19275"/>
                  <a:pt x="308019" y="12453"/>
                  <a:pt x="312245" y="7473"/>
                </a:cubicBezTo>
                <a:cubicBezTo>
                  <a:pt x="316471" y="2491"/>
                  <a:pt x="322973" y="0"/>
                  <a:pt x="331749" y="0"/>
                </a:cubicBezTo>
                <a:cubicBezTo>
                  <a:pt x="333158" y="0"/>
                  <a:pt x="334675" y="81"/>
                  <a:pt x="336300" y="243"/>
                </a:cubicBezTo>
                <a:cubicBezTo>
                  <a:pt x="337926" y="403"/>
                  <a:pt x="339443" y="699"/>
                  <a:pt x="340852" y="1128"/>
                </a:cubicBezTo>
                <a:lnTo>
                  <a:pt x="338902" y="10819"/>
                </a:lnTo>
                <a:cubicBezTo>
                  <a:pt x="337710" y="10495"/>
                  <a:pt x="336518" y="10224"/>
                  <a:pt x="335326" y="10008"/>
                </a:cubicBezTo>
                <a:cubicBezTo>
                  <a:pt x="334133" y="9791"/>
                  <a:pt x="332779" y="9683"/>
                  <a:pt x="331263" y="9683"/>
                </a:cubicBezTo>
                <a:cubicBezTo>
                  <a:pt x="328336" y="9683"/>
                  <a:pt x="325925" y="10171"/>
                  <a:pt x="324028" y="11148"/>
                </a:cubicBezTo>
                <a:cubicBezTo>
                  <a:pt x="322132" y="12124"/>
                  <a:pt x="320668" y="13507"/>
                  <a:pt x="319638" y="15298"/>
                </a:cubicBezTo>
                <a:cubicBezTo>
                  <a:pt x="318610" y="17087"/>
                  <a:pt x="317906" y="19174"/>
                  <a:pt x="317525" y="21560"/>
                </a:cubicBezTo>
                <a:cubicBezTo>
                  <a:pt x="317147" y="23946"/>
                  <a:pt x="316957" y="26495"/>
                  <a:pt x="316957" y="29207"/>
                </a:cubicBezTo>
                <a:lnTo>
                  <a:pt x="316957" y="48731"/>
                </a:lnTo>
                <a:lnTo>
                  <a:pt x="334837" y="48731"/>
                </a:lnTo>
                <a:lnTo>
                  <a:pt x="334837" y="57938"/>
                </a:lnTo>
                <a:close/>
                <a:moveTo>
                  <a:pt x="426186" y="86668"/>
                </a:moveTo>
                <a:cubicBezTo>
                  <a:pt x="426186" y="92414"/>
                  <a:pt x="425183" y="97726"/>
                  <a:pt x="423177" y="102603"/>
                </a:cubicBezTo>
                <a:cubicBezTo>
                  <a:pt x="421173" y="107481"/>
                  <a:pt x="418383" y="111709"/>
                  <a:pt x="414806" y="115287"/>
                </a:cubicBezTo>
                <a:cubicBezTo>
                  <a:pt x="411232" y="118864"/>
                  <a:pt x="406952" y="121655"/>
                  <a:pt x="401966" y="123660"/>
                </a:cubicBezTo>
                <a:cubicBezTo>
                  <a:pt x="396983" y="125666"/>
                  <a:pt x="391511" y="126669"/>
                  <a:pt x="385550" y="126669"/>
                </a:cubicBezTo>
                <a:cubicBezTo>
                  <a:pt x="379698" y="126669"/>
                  <a:pt x="374280" y="125666"/>
                  <a:pt x="369295" y="123660"/>
                </a:cubicBezTo>
                <a:cubicBezTo>
                  <a:pt x="364311" y="121655"/>
                  <a:pt x="360031" y="118864"/>
                  <a:pt x="356455" y="115287"/>
                </a:cubicBezTo>
                <a:cubicBezTo>
                  <a:pt x="352880" y="111709"/>
                  <a:pt x="350090" y="107481"/>
                  <a:pt x="348084" y="102603"/>
                </a:cubicBezTo>
                <a:cubicBezTo>
                  <a:pt x="346080" y="97726"/>
                  <a:pt x="345078" y="92414"/>
                  <a:pt x="345078" y="86668"/>
                </a:cubicBezTo>
                <a:cubicBezTo>
                  <a:pt x="345078" y="80922"/>
                  <a:pt x="346080" y="75611"/>
                  <a:pt x="348084" y="70733"/>
                </a:cubicBezTo>
                <a:cubicBezTo>
                  <a:pt x="350090" y="65855"/>
                  <a:pt x="352880" y="61628"/>
                  <a:pt x="356455" y="58052"/>
                </a:cubicBezTo>
                <a:cubicBezTo>
                  <a:pt x="360031" y="54473"/>
                  <a:pt x="364311" y="51682"/>
                  <a:pt x="369295" y="49676"/>
                </a:cubicBezTo>
                <a:cubicBezTo>
                  <a:pt x="374280" y="47670"/>
                  <a:pt x="379698" y="46667"/>
                  <a:pt x="385550" y="46667"/>
                </a:cubicBezTo>
                <a:cubicBezTo>
                  <a:pt x="391511" y="46667"/>
                  <a:pt x="396983" y="47670"/>
                  <a:pt x="401966" y="49676"/>
                </a:cubicBezTo>
                <a:cubicBezTo>
                  <a:pt x="406952" y="51682"/>
                  <a:pt x="411232" y="54473"/>
                  <a:pt x="414806" y="58052"/>
                </a:cubicBezTo>
                <a:cubicBezTo>
                  <a:pt x="418383" y="61628"/>
                  <a:pt x="421173" y="65855"/>
                  <a:pt x="423177" y="70733"/>
                </a:cubicBezTo>
                <a:cubicBezTo>
                  <a:pt x="425183" y="75611"/>
                  <a:pt x="426186" y="80922"/>
                  <a:pt x="426186" y="86668"/>
                </a:cubicBezTo>
                <a:moveTo>
                  <a:pt x="414484" y="86671"/>
                </a:moveTo>
                <a:cubicBezTo>
                  <a:pt x="414484" y="82434"/>
                  <a:pt x="413807" y="78443"/>
                  <a:pt x="412453" y="74696"/>
                </a:cubicBezTo>
                <a:cubicBezTo>
                  <a:pt x="411099" y="70948"/>
                  <a:pt x="409175" y="67689"/>
                  <a:pt x="406681" y="64919"/>
                </a:cubicBezTo>
                <a:cubicBezTo>
                  <a:pt x="404190" y="62148"/>
                  <a:pt x="401155" y="59948"/>
                  <a:pt x="397579" y="58319"/>
                </a:cubicBezTo>
                <a:cubicBezTo>
                  <a:pt x="394004" y="56689"/>
                  <a:pt x="389995" y="55874"/>
                  <a:pt x="385552" y="55874"/>
                </a:cubicBezTo>
                <a:cubicBezTo>
                  <a:pt x="381110" y="55874"/>
                  <a:pt x="377127" y="56689"/>
                  <a:pt x="373605" y="58319"/>
                </a:cubicBezTo>
                <a:cubicBezTo>
                  <a:pt x="370083" y="59948"/>
                  <a:pt x="367076" y="62148"/>
                  <a:pt x="364582" y="64919"/>
                </a:cubicBezTo>
                <a:cubicBezTo>
                  <a:pt x="362091" y="67689"/>
                  <a:pt x="360168" y="70948"/>
                  <a:pt x="358813" y="74696"/>
                </a:cubicBezTo>
                <a:cubicBezTo>
                  <a:pt x="357459" y="78443"/>
                  <a:pt x="356782" y="82434"/>
                  <a:pt x="356782" y="86671"/>
                </a:cubicBezTo>
                <a:cubicBezTo>
                  <a:pt x="356782" y="90907"/>
                  <a:pt x="357459" y="94899"/>
                  <a:pt x="358813" y="98648"/>
                </a:cubicBezTo>
                <a:cubicBezTo>
                  <a:pt x="360168" y="102394"/>
                  <a:pt x="362091" y="105653"/>
                  <a:pt x="364582" y="108424"/>
                </a:cubicBezTo>
                <a:cubicBezTo>
                  <a:pt x="367076" y="111194"/>
                  <a:pt x="370083" y="113367"/>
                  <a:pt x="373605" y="114942"/>
                </a:cubicBezTo>
                <a:cubicBezTo>
                  <a:pt x="377127" y="116517"/>
                  <a:pt x="381110" y="117304"/>
                  <a:pt x="385552" y="117304"/>
                </a:cubicBezTo>
                <a:cubicBezTo>
                  <a:pt x="389995" y="117304"/>
                  <a:pt x="394004" y="116517"/>
                  <a:pt x="397579" y="114942"/>
                </a:cubicBezTo>
                <a:cubicBezTo>
                  <a:pt x="401155" y="113367"/>
                  <a:pt x="404190" y="111194"/>
                  <a:pt x="406681" y="108424"/>
                </a:cubicBezTo>
                <a:cubicBezTo>
                  <a:pt x="409175" y="105653"/>
                  <a:pt x="411099" y="102394"/>
                  <a:pt x="412453" y="98648"/>
                </a:cubicBezTo>
                <a:cubicBezTo>
                  <a:pt x="413807" y="94899"/>
                  <a:pt x="414484" y="90907"/>
                  <a:pt x="414484" y="86671"/>
                </a:cubicBezTo>
                <a:close/>
                <a:moveTo>
                  <a:pt x="449917" y="65378"/>
                </a:moveTo>
                <a:cubicBezTo>
                  <a:pt x="449917" y="63316"/>
                  <a:pt x="449862" y="60660"/>
                  <a:pt x="449753" y="57409"/>
                </a:cubicBezTo>
                <a:cubicBezTo>
                  <a:pt x="449645" y="54159"/>
                  <a:pt x="449483" y="51233"/>
                  <a:pt x="449267" y="48632"/>
                </a:cubicBezTo>
                <a:lnTo>
                  <a:pt x="459832" y="48632"/>
                </a:lnTo>
                <a:cubicBezTo>
                  <a:pt x="460049" y="50690"/>
                  <a:pt x="460211" y="52966"/>
                  <a:pt x="460319" y="55460"/>
                </a:cubicBezTo>
                <a:cubicBezTo>
                  <a:pt x="460428" y="57952"/>
                  <a:pt x="460482" y="60010"/>
                  <a:pt x="460482" y="61635"/>
                </a:cubicBezTo>
                <a:lnTo>
                  <a:pt x="460807" y="61635"/>
                </a:lnTo>
                <a:cubicBezTo>
                  <a:pt x="462975" y="57188"/>
                  <a:pt x="466226" y="53581"/>
                  <a:pt x="470559" y="50817"/>
                </a:cubicBezTo>
                <a:cubicBezTo>
                  <a:pt x="474895" y="48051"/>
                  <a:pt x="479772" y="46667"/>
                  <a:pt x="485190" y="46667"/>
                </a:cubicBezTo>
                <a:cubicBezTo>
                  <a:pt x="486599" y="46667"/>
                  <a:pt x="487872" y="46731"/>
                  <a:pt x="489010" y="46858"/>
                </a:cubicBezTo>
                <a:cubicBezTo>
                  <a:pt x="490147" y="46986"/>
                  <a:pt x="491312" y="47240"/>
                  <a:pt x="492504" y="47620"/>
                </a:cubicBezTo>
                <a:lnTo>
                  <a:pt x="491041" y="57962"/>
                </a:lnTo>
                <a:cubicBezTo>
                  <a:pt x="490391" y="57746"/>
                  <a:pt x="489307" y="57529"/>
                  <a:pt x="487789" y="57312"/>
                </a:cubicBezTo>
                <a:cubicBezTo>
                  <a:pt x="486273" y="57094"/>
                  <a:pt x="484756" y="56985"/>
                  <a:pt x="483238" y="56985"/>
                </a:cubicBezTo>
                <a:cubicBezTo>
                  <a:pt x="480313" y="56985"/>
                  <a:pt x="477496" y="57527"/>
                  <a:pt x="474786" y="58612"/>
                </a:cubicBezTo>
                <a:cubicBezTo>
                  <a:pt x="472077" y="59695"/>
                  <a:pt x="469720" y="61402"/>
                  <a:pt x="467715" y="63731"/>
                </a:cubicBezTo>
                <a:cubicBezTo>
                  <a:pt x="465711" y="66061"/>
                  <a:pt x="464085" y="69041"/>
                  <a:pt x="462838" y="72672"/>
                </a:cubicBezTo>
                <a:cubicBezTo>
                  <a:pt x="461593" y="76302"/>
                  <a:pt x="460971" y="80663"/>
                  <a:pt x="460971" y="85755"/>
                </a:cubicBezTo>
                <a:lnTo>
                  <a:pt x="460971" y="124764"/>
                </a:lnTo>
                <a:lnTo>
                  <a:pt x="449917" y="124764"/>
                </a:lnTo>
                <a:lnTo>
                  <a:pt x="449917" y="65378"/>
                </a:lnTo>
                <a:close/>
                <a:moveTo>
                  <a:pt x="597018" y="75646"/>
                </a:moveTo>
                <a:cubicBezTo>
                  <a:pt x="597018" y="69001"/>
                  <a:pt x="595284" y="64045"/>
                  <a:pt x="591817" y="60777"/>
                </a:cubicBezTo>
                <a:cubicBezTo>
                  <a:pt x="588350" y="57508"/>
                  <a:pt x="583311" y="55874"/>
                  <a:pt x="576700" y="55874"/>
                </a:cubicBezTo>
                <a:cubicBezTo>
                  <a:pt x="572150" y="55874"/>
                  <a:pt x="567923" y="56687"/>
                  <a:pt x="564021" y="58312"/>
                </a:cubicBezTo>
                <a:cubicBezTo>
                  <a:pt x="560121" y="59937"/>
                  <a:pt x="556816" y="62105"/>
                  <a:pt x="554108" y="64815"/>
                </a:cubicBezTo>
                <a:lnTo>
                  <a:pt x="547930" y="57501"/>
                </a:lnTo>
                <a:cubicBezTo>
                  <a:pt x="551073" y="54371"/>
                  <a:pt x="555218" y="51783"/>
                  <a:pt x="560365" y="49738"/>
                </a:cubicBezTo>
                <a:cubicBezTo>
                  <a:pt x="565513" y="47691"/>
                  <a:pt x="571337" y="46667"/>
                  <a:pt x="577838" y="46667"/>
                </a:cubicBezTo>
                <a:cubicBezTo>
                  <a:pt x="581957" y="46667"/>
                  <a:pt x="585804" y="47237"/>
                  <a:pt x="589379" y="48376"/>
                </a:cubicBezTo>
                <a:cubicBezTo>
                  <a:pt x="592955" y="49516"/>
                  <a:pt x="596098" y="51224"/>
                  <a:pt x="598806" y="53503"/>
                </a:cubicBezTo>
                <a:cubicBezTo>
                  <a:pt x="601516" y="55780"/>
                  <a:pt x="603629" y="58653"/>
                  <a:pt x="605146" y="62124"/>
                </a:cubicBezTo>
                <a:cubicBezTo>
                  <a:pt x="606663" y="65595"/>
                  <a:pt x="607422" y="69662"/>
                  <a:pt x="607422" y="74327"/>
                </a:cubicBezTo>
                <a:lnTo>
                  <a:pt x="607422" y="107680"/>
                </a:lnTo>
                <a:cubicBezTo>
                  <a:pt x="607422" y="110609"/>
                  <a:pt x="607531" y="113646"/>
                  <a:pt x="607747" y="116793"/>
                </a:cubicBezTo>
                <a:cubicBezTo>
                  <a:pt x="607964" y="119938"/>
                  <a:pt x="608289" y="122595"/>
                  <a:pt x="608722" y="124764"/>
                </a:cubicBezTo>
                <a:lnTo>
                  <a:pt x="598809" y="124764"/>
                </a:lnTo>
                <a:cubicBezTo>
                  <a:pt x="598483" y="122914"/>
                  <a:pt x="598212" y="120901"/>
                  <a:pt x="597995" y="118725"/>
                </a:cubicBezTo>
                <a:cubicBezTo>
                  <a:pt x="597778" y="116549"/>
                  <a:pt x="597670" y="114427"/>
                  <a:pt x="597670" y="112361"/>
                </a:cubicBezTo>
                <a:lnTo>
                  <a:pt x="597343" y="112361"/>
                </a:lnTo>
                <a:cubicBezTo>
                  <a:pt x="593875" y="117455"/>
                  <a:pt x="589947" y="121113"/>
                  <a:pt x="585557" y="123335"/>
                </a:cubicBezTo>
                <a:cubicBezTo>
                  <a:pt x="581169" y="125558"/>
                  <a:pt x="575887" y="126669"/>
                  <a:pt x="569711" y="126669"/>
                </a:cubicBezTo>
                <a:cubicBezTo>
                  <a:pt x="566784" y="126669"/>
                  <a:pt x="563777" y="126263"/>
                  <a:pt x="560688" y="125451"/>
                </a:cubicBezTo>
                <a:cubicBezTo>
                  <a:pt x="557601" y="124639"/>
                  <a:pt x="554784" y="123313"/>
                  <a:pt x="552238" y="121473"/>
                </a:cubicBezTo>
                <a:cubicBezTo>
                  <a:pt x="549692" y="119631"/>
                  <a:pt x="547578" y="117248"/>
                  <a:pt x="545898" y="114325"/>
                </a:cubicBezTo>
                <a:cubicBezTo>
                  <a:pt x="544219" y="111400"/>
                  <a:pt x="543379" y="107825"/>
                  <a:pt x="543379" y="103600"/>
                </a:cubicBezTo>
                <a:cubicBezTo>
                  <a:pt x="543379" y="97752"/>
                  <a:pt x="544868" y="93122"/>
                  <a:pt x="547848" y="89711"/>
                </a:cubicBezTo>
                <a:cubicBezTo>
                  <a:pt x="550827" y="86300"/>
                  <a:pt x="554810" y="83756"/>
                  <a:pt x="559795" y="82077"/>
                </a:cubicBezTo>
                <a:cubicBezTo>
                  <a:pt x="564780" y="80397"/>
                  <a:pt x="570496" y="79314"/>
                  <a:pt x="576943" y="78828"/>
                </a:cubicBezTo>
                <a:cubicBezTo>
                  <a:pt x="583392" y="78340"/>
                  <a:pt x="590083" y="78097"/>
                  <a:pt x="597018" y="78097"/>
                </a:cubicBezTo>
                <a:lnTo>
                  <a:pt x="597018" y="75646"/>
                </a:lnTo>
                <a:moveTo>
                  <a:pt x="593766" y="86827"/>
                </a:moveTo>
                <a:cubicBezTo>
                  <a:pt x="589216" y="86827"/>
                  <a:pt x="584638" y="87016"/>
                  <a:pt x="580031" y="87395"/>
                </a:cubicBezTo>
                <a:cubicBezTo>
                  <a:pt x="575426" y="87772"/>
                  <a:pt x="571254" y="88528"/>
                  <a:pt x="567516" y="89664"/>
                </a:cubicBezTo>
                <a:cubicBezTo>
                  <a:pt x="563779" y="90799"/>
                  <a:pt x="560718" y="92446"/>
                  <a:pt x="558334" y="94607"/>
                </a:cubicBezTo>
                <a:cubicBezTo>
                  <a:pt x="555950" y="96768"/>
                  <a:pt x="554758" y="99631"/>
                  <a:pt x="554758" y="103196"/>
                </a:cubicBezTo>
                <a:cubicBezTo>
                  <a:pt x="554758" y="105898"/>
                  <a:pt x="555272" y="108167"/>
                  <a:pt x="556300" y="110004"/>
                </a:cubicBezTo>
                <a:cubicBezTo>
                  <a:pt x="557331" y="111841"/>
                  <a:pt x="558712" y="113327"/>
                  <a:pt x="560445" y="114461"/>
                </a:cubicBezTo>
                <a:cubicBezTo>
                  <a:pt x="562179" y="115596"/>
                  <a:pt x="564103" y="116406"/>
                  <a:pt x="566216" y="116892"/>
                </a:cubicBezTo>
                <a:cubicBezTo>
                  <a:pt x="568329" y="117378"/>
                  <a:pt x="570470" y="117621"/>
                  <a:pt x="572638" y="117621"/>
                </a:cubicBezTo>
                <a:cubicBezTo>
                  <a:pt x="576538" y="117621"/>
                  <a:pt x="580005" y="116946"/>
                  <a:pt x="583039" y="115595"/>
                </a:cubicBezTo>
                <a:cubicBezTo>
                  <a:pt x="586074" y="114244"/>
                  <a:pt x="588620" y="112407"/>
                  <a:pt x="590678" y="110084"/>
                </a:cubicBezTo>
                <a:cubicBezTo>
                  <a:pt x="592737" y="107761"/>
                  <a:pt x="594308" y="105087"/>
                  <a:pt x="595391" y="102063"/>
                </a:cubicBezTo>
                <a:cubicBezTo>
                  <a:pt x="596476" y="99037"/>
                  <a:pt x="597018" y="95849"/>
                  <a:pt x="597018" y="92499"/>
                </a:cubicBezTo>
                <a:lnTo>
                  <a:pt x="597018" y="86827"/>
                </a:lnTo>
                <a:lnTo>
                  <a:pt x="593766" y="86827"/>
                </a:lnTo>
                <a:close/>
                <a:moveTo>
                  <a:pt x="687555" y="163723"/>
                </a:moveTo>
                <a:lnTo>
                  <a:pt x="676501" y="163723"/>
                </a:lnTo>
                <a:lnTo>
                  <a:pt x="676501" y="48622"/>
                </a:lnTo>
                <a:lnTo>
                  <a:pt x="687555" y="48622"/>
                </a:lnTo>
                <a:lnTo>
                  <a:pt x="687555" y="61789"/>
                </a:lnTo>
                <a:lnTo>
                  <a:pt x="688041" y="61789"/>
                </a:lnTo>
                <a:cubicBezTo>
                  <a:pt x="691185" y="56802"/>
                  <a:pt x="695384" y="53036"/>
                  <a:pt x="700638" y="50489"/>
                </a:cubicBezTo>
                <a:cubicBezTo>
                  <a:pt x="705895" y="47941"/>
                  <a:pt x="711231" y="46667"/>
                  <a:pt x="716648" y="46667"/>
                </a:cubicBezTo>
                <a:cubicBezTo>
                  <a:pt x="722609" y="46667"/>
                  <a:pt x="728000" y="47698"/>
                  <a:pt x="732821" y="49758"/>
                </a:cubicBezTo>
                <a:cubicBezTo>
                  <a:pt x="737643" y="51816"/>
                  <a:pt x="741760" y="54635"/>
                  <a:pt x="745173" y="58213"/>
                </a:cubicBezTo>
                <a:cubicBezTo>
                  <a:pt x="748587" y="61789"/>
                  <a:pt x="751243" y="66017"/>
                  <a:pt x="753139" y="70897"/>
                </a:cubicBezTo>
                <a:cubicBezTo>
                  <a:pt x="755036" y="75774"/>
                  <a:pt x="755984" y="81031"/>
                  <a:pt x="755984" y="86668"/>
                </a:cubicBezTo>
                <a:cubicBezTo>
                  <a:pt x="755984" y="92305"/>
                  <a:pt x="755036" y="97563"/>
                  <a:pt x="753139" y="102442"/>
                </a:cubicBezTo>
                <a:cubicBezTo>
                  <a:pt x="751243" y="107320"/>
                  <a:pt x="748587" y="111548"/>
                  <a:pt x="745173" y="115126"/>
                </a:cubicBezTo>
                <a:cubicBezTo>
                  <a:pt x="741760" y="118702"/>
                  <a:pt x="737643" y="121521"/>
                  <a:pt x="732821" y="123581"/>
                </a:cubicBezTo>
                <a:cubicBezTo>
                  <a:pt x="728000" y="125640"/>
                  <a:pt x="722609" y="126669"/>
                  <a:pt x="716648" y="126669"/>
                </a:cubicBezTo>
                <a:cubicBezTo>
                  <a:pt x="711231" y="126669"/>
                  <a:pt x="705895" y="125396"/>
                  <a:pt x="700638" y="122849"/>
                </a:cubicBezTo>
                <a:cubicBezTo>
                  <a:pt x="695384" y="120301"/>
                  <a:pt x="691185" y="116642"/>
                  <a:pt x="688041" y="111872"/>
                </a:cubicBezTo>
                <a:lnTo>
                  <a:pt x="687555" y="111872"/>
                </a:lnTo>
                <a:lnTo>
                  <a:pt x="687555" y="163723"/>
                </a:lnTo>
                <a:moveTo>
                  <a:pt x="744282" y="86671"/>
                </a:moveTo>
                <a:cubicBezTo>
                  <a:pt x="744282" y="82434"/>
                  <a:pt x="743632" y="78443"/>
                  <a:pt x="742330" y="74696"/>
                </a:cubicBezTo>
                <a:cubicBezTo>
                  <a:pt x="741031" y="70948"/>
                  <a:pt x="739162" y="67689"/>
                  <a:pt x="736723" y="64919"/>
                </a:cubicBezTo>
                <a:cubicBezTo>
                  <a:pt x="734285" y="62148"/>
                  <a:pt x="731279" y="59948"/>
                  <a:pt x="727702" y="58319"/>
                </a:cubicBezTo>
                <a:cubicBezTo>
                  <a:pt x="724126" y="56689"/>
                  <a:pt x="720062" y="55874"/>
                  <a:pt x="715512" y="55874"/>
                </a:cubicBezTo>
                <a:cubicBezTo>
                  <a:pt x="711286" y="55874"/>
                  <a:pt x="707384" y="56662"/>
                  <a:pt x="703808" y="58238"/>
                </a:cubicBezTo>
                <a:cubicBezTo>
                  <a:pt x="700233" y="59812"/>
                  <a:pt x="697145" y="61984"/>
                  <a:pt x="694544" y="64756"/>
                </a:cubicBezTo>
                <a:cubicBezTo>
                  <a:pt x="691943" y="67525"/>
                  <a:pt x="689911" y="70784"/>
                  <a:pt x="688448" y="74533"/>
                </a:cubicBezTo>
                <a:cubicBezTo>
                  <a:pt x="686985" y="78279"/>
                  <a:pt x="686253" y="82325"/>
                  <a:pt x="686253" y="86671"/>
                </a:cubicBezTo>
                <a:cubicBezTo>
                  <a:pt x="686253" y="91016"/>
                  <a:pt x="686985" y="95063"/>
                  <a:pt x="688448" y="98811"/>
                </a:cubicBezTo>
                <a:cubicBezTo>
                  <a:pt x="689911" y="102558"/>
                  <a:pt x="691943" y="105790"/>
                  <a:pt x="694544" y="108506"/>
                </a:cubicBezTo>
                <a:cubicBezTo>
                  <a:pt x="697145" y="111221"/>
                  <a:pt x="700233" y="113367"/>
                  <a:pt x="703808" y="114942"/>
                </a:cubicBezTo>
                <a:cubicBezTo>
                  <a:pt x="707384" y="116517"/>
                  <a:pt x="711286" y="117304"/>
                  <a:pt x="715512" y="117304"/>
                </a:cubicBezTo>
                <a:cubicBezTo>
                  <a:pt x="720062" y="117304"/>
                  <a:pt x="724126" y="116517"/>
                  <a:pt x="727702" y="114942"/>
                </a:cubicBezTo>
                <a:cubicBezTo>
                  <a:pt x="731279" y="113367"/>
                  <a:pt x="734285" y="111194"/>
                  <a:pt x="736723" y="108424"/>
                </a:cubicBezTo>
                <a:cubicBezTo>
                  <a:pt x="739162" y="105653"/>
                  <a:pt x="741031" y="102394"/>
                  <a:pt x="742330" y="98648"/>
                </a:cubicBezTo>
                <a:cubicBezTo>
                  <a:pt x="743632" y="94899"/>
                  <a:pt x="744282" y="90907"/>
                  <a:pt x="744282" y="86671"/>
                </a:cubicBezTo>
                <a:close/>
                <a:moveTo>
                  <a:pt x="837744" y="80954"/>
                </a:moveTo>
                <a:cubicBezTo>
                  <a:pt x="837419" y="73741"/>
                  <a:pt x="835115" y="67758"/>
                  <a:pt x="830834" y="63005"/>
                </a:cubicBezTo>
                <a:cubicBezTo>
                  <a:pt x="826555" y="58251"/>
                  <a:pt x="820461" y="55874"/>
                  <a:pt x="812550" y="55874"/>
                </a:cubicBezTo>
                <a:cubicBezTo>
                  <a:pt x="808866" y="55874"/>
                  <a:pt x="805453" y="56557"/>
                  <a:pt x="802310" y="57923"/>
                </a:cubicBezTo>
                <a:cubicBezTo>
                  <a:pt x="799168" y="59288"/>
                  <a:pt x="796405" y="61146"/>
                  <a:pt x="794021" y="63496"/>
                </a:cubicBezTo>
                <a:cubicBezTo>
                  <a:pt x="791636" y="65845"/>
                  <a:pt x="789740" y="68523"/>
                  <a:pt x="788331" y="71529"/>
                </a:cubicBezTo>
                <a:cubicBezTo>
                  <a:pt x="786922" y="74533"/>
                  <a:pt x="786110" y="77675"/>
                  <a:pt x="785893" y="80954"/>
                </a:cubicBezTo>
                <a:lnTo>
                  <a:pt x="837744" y="80954"/>
                </a:lnTo>
                <a:moveTo>
                  <a:pt x="848960" y="84471"/>
                </a:moveTo>
                <a:cubicBezTo>
                  <a:pt x="848960" y="85231"/>
                  <a:pt x="848960" y="86046"/>
                  <a:pt x="848960" y="86916"/>
                </a:cubicBezTo>
                <a:cubicBezTo>
                  <a:pt x="848960" y="87784"/>
                  <a:pt x="848905" y="88707"/>
                  <a:pt x="848796" y="89684"/>
                </a:cubicBezTo>
                <a:lnTo>
                  <a:pt x="785729" y="89684"/>
                </a:lnTo>
                <a:cubicBezTo>
                  <a:pt x="785839" y="93475"/>
                  <a:pt x="786597" y="97050"/>
                  <a:pt x="788004" y="100408"/>
                </a:cubicBezTo>
                <a:cubicBezTo>
                  <a:pt x="789413" y="103765"/>
                  <a:pt x="791363" y="106689"/>
                  <a:pt x="793855" y="109181"/>
                </a:cubicBezTo>
                <a:cubicBezTo>
                  <a:pt x="796348" y="111671"/>
                  <a:pt x="799274" y="113648"/>
                  <a:pt x="802632" y="115111"/>
                </a:cubicBezTo>
                <a:cubicBezTo>
                  <a:pt x="805992" y="116573"/>
                  <a:pt x="809623" y="117304"/>
                  <a:pt x="813525" y="117304"/>
                </a:cubicBezTo>
                <a:cubicBezTo>
                  <a:pt x="819268" y="117304"/>
                  <a:pt x="824225" y="115977"/>
                  <a:pt x="828396" y="113323"/>
                </a:cubicBezTo>
                <a:cubicBezTo>
                  <a:pt x="832568" y="110667"/>
                  <a:pt x="835738" y="107606"/>
                  <a:pt x="837905" y="104139"/>
                </a:cubicBezTo>
                <a:lnTo>
                  <a:pt x="846194" y="110639"/>
                </a:lnTo>
                <a:cubicBezTo>
                  <a:pt x="841644" y="116374"/>
                  <a:pt x="836632" y="120479"/>
                  <a:pt x="831159" y="122956"/>
                </a:cubicBezTo>
                <a:cubicBezTo>
                  <a:pt x="825688" y="125431"/>
                  <a:pt x="819810" y="126669"/>
                  <a:pt x="813525" y="126669"/>
                </a:cubicBezTo>
                <a:cubicBezTo>
                  <a:pt x="807890" y="126669"/>
                  <a:pt x="802661" y="125666"/>
                  <a:pt x="797838" y="123660"/>
                </a:cubicBezTo>
                <a:cubicBezTo>
                  <a:pt x="793016" y="121655"/>
                  <a:pt x="788872" y="118864"/>
                  <a:pt x="785405" y="115287"/>
                </a:cubicBezTo>
                <a:cubicBezTo>
                  <a:pt x="781937" y="111709"/>
                  <a:pt x="779201" y="107481"/>
                  <a:pt x="777195" y="102603"/>
                </a:cubicBezTo>
                <a:cubicBezTo>
                  <a:pt x="775191" y="97726"/>
                  <a:pt x="774189" y="92414"/>
                  <a:pt x="774189" y="86668"/>
                </a:cubicBezTo>
                <a:cubicBezTo>
                  <a:pt x="774189" y="80922"/>
                  <a:pt x="775164" y="75611"/>
                  <a:pt x="777113" y="70733"/>
                </a:cubicBezTo>
                <a:cubicBezTo>
                  <a:pt x="779064" y="65855"/>
                  <a:pt x="781774" y="61628"/>
                  <a:pt x="785241" y="58052"/>
                </a:cubicBezTo>
                <a:cubicBezTo>
                  <a:pt x="788710" y="54473"/>
                  <a:pt x="792774" y="51682"/>
                  <a:pt x="797434" y="49676"/>
                </a:cubicBezTo>
                <a:cubicBezTo>
                  <a:pt x="802093" y="47670"/>
                  <a:pt x="807132" y="46667"/>
                  <a:pt x="812550" y="46667"/>
                </a:cubicBezTo>
                <a:cubicBezTo>
                  <a:pt x="818509" y="46667"/>
                  <a:pt x="823764" y="47673"/>
                  <a:pt x="828315" y="49683"/>
                </a:cubicBezTo>
                <a:cubicBezTo>
                  <a:pt x="832867" y="51692"/>
                  <a:pt x="836660" y="54408"/>
                  <a:pt x="839694" y="57831"/>
                </a:cubicBezTo>
                <a:cubicBezTo>
                  <a:pt x="842728" y="61252"/>
                  <a:pt x="845030" y="65243"/>
                  <a:pt x="846601" y="69805"/>
                </a:cubicBezTo>
                <a:cubicBezTo>
                  <a:pt x="848174" y="74367"/>
                  <a:pt x="848960" y="79256"/>
                  <a:pt x="848960" y="84471"/>
                </a:cubicBezTo>
                <a:close/>
                <a:moveTo>
                  <a:pt x="872689" y="65378"/>
                </a:moveTo>
                <a:cubicBezTo>
                  <a:pt x="872689" y="63316"/>
                  <a:pt x="872635" y="60660"/>
                  <a:pt x="872526" y="57409"/>
                </a:cubicBezTo>
                <a:cubicBezTo>
                  <a:pt x="872418" y="54159"/>
                  <a:pt x="872256" y="51233"/>
                  <a:pt x="872040" y="48632"/>
                </a:cubicBezTo>
                <a:lnTo>
                  <a:pt x="882605" y="48632"/>
                </a:lnTo>
                <a:cubicBezTo>
                  <a:pt x="882822" y="50690"/>
                  <a:pt x="882984" y="52966"/>
                  <a:pt x="883091" y="55460"/>
                </a:cubicBezTo>
                <a:cubicBezTo>
                  <a:pt x="883201" y="57952"/>
                  <a:pt x="883255" y="60010"/>
                  <a:pt x="883255" y="61635"/>
                </a:cubicBezTo>
                <a:lnTo>
                  <a:pt x="883580" y="61635"/>
                </a:lnTo>
                <a:cubicBezTo>
                  <a:pt x="885748" y="57188"/>
                  <a:pt x="888998" y="53581"/>
                  <a:pt x="893332" y="50817"/>
                </a:cubicBezTo>
                <a:cubicBezTo>
                  <a:pt x="897668" y="48051"/>
                  <a:pt x="902544" y="46667"/>
                  <a:pt x="907963" y="46667"/>
                </a:cubicBezTo>
                <a:cubicBezTo>
                  <a:pt x="909372" y="46667"/>
                  <a:pt x="910645" y="46731"/>
                  <a:pt x="911782" y="46858"/>
                </a:cubicBezTo>
                <a:cubicBezTo>
                  <a:pt x="912920" y="46986"/>
                  <a:pt x="914085" y="47240"/>
                  <a:pt x="915277" y="47620"/>
                </a:cubicBezTo>
                <a:lnTo>
                  <a:pt x="913814" y="57962"/>
                </a:lnTo>
                <a:cubicBezTo>
                  <a:pt x="913164" y="57746"/>
                  <a:pt x="912080" y="57529"/>
                  <a:pt x="910562" y="57312"/>
                </a:cubicBezTo>
                <a:cubicBezTo>
                  <a:pt x="909046" y="57094"/>
                  <a:pt x="907529" y="56985"/>
                  <a:pt x="906011" y="56985"/>
                </a:cubicBezTo>
                <a:cubicBezTo>
                  <a:pt x="903086" y="56985"/>
                  <a:pt x="900268" y="57527"/>
                  <a:pt x="897558" y="58612"/>
                </a:cubicBezTo>
                <a:cubicBezTo>
                  <a:pt x="894850" y="59695"/>
                  <a:pt x="892493" y="61402"/>
                  <a:pt x="890487" y="63731"/>
                </a:cubicBezTo>
                <a:cubicBezTo>
                  <a:pt x="888483" y="66061"/>
                  <a:pt x="886858" y="69041"/>
                  <a:pt x="885611" y="72672"/>
                </a:cubicBezTo>
                <a:cubicBezTo>
                  <a:pt x="884366" y="76302"/>
                  <a:pt x="883744" y="80663"/>
                  <a:pt x="883744" y="85755"/>
                </a:cubicBezTo>
                <a:lnTo>
                  <a:pt x="883744" y="124764"/>
                </a:lnTo>
                <a:lnTo>
                  <a:pt x="872689" y="124764"/>
                </a:lnTo>
                <a:lnTo>
                  <a:pt x="872689" y="65378"/>
                </a:lnTo>
                <a:close/>
                <a:moveTo>
                  <a:pt x="963388" y="57938"/>
                </a:moveTo>
                <a:lnTo>
                  <a:pt x="945508" y="57938"/>
                </a:lnTo>
                <a:lnTo>
                  <a:pt x="945508" y="124764"/>
                </a:lnTo>
                <a:lnTo>
                  <a:pt x="934456" y="124764"/>
                </a:lnTo>
                <a:lnTo>
                  <a:pt x="934456" y="57938"/>
                </a:lnTo>
                <a:lnTo>
                  <a:pt x="918526" y="57938"/>
                </a:lnTo>
                <a:lnTo>
                  <a:pt x="918526" y="48731"/>
                </a:lnTo>
                <a:lnTo>
                  <a:pt x="934456" y="48731"/>
                </a:lnTo>
                <a:lnTo>
                  <a:pt x="934456" y="27939"/>
                </a:lnTo>
                <a:cubicBezTo>
                  <a:pt x="934456" y="19275"/>
                  <a:pt x="936569" y="12453"/>
                  <a:pt x="940795" y="7473"/>
                </a:cubicBezTo>
                <a:cubicBezTo>
                  <a:pt x="945022" y="2491"/>
                  <a:pt x="951523" y="0"/>
                  <a:pt x="960300" y="0"/>
                </a:cubicBezTo>
                <a:cubicBezTo>
                  <a:pt x="961708" y="0"/>
                  <a:pt x="963226" y="81"/>
                  <a:pt x="964851" y="243"/>
                </a:cubicBezTo>
                <a:cubicBezTo>
                  <a:pt x="966476" y="403"/>
                  <a:pt x="967993" y="699"/>
                  <a:pt x="969402" y="1128"/>
                </a:cubicBezTo>
                <a:lnTo>
                  <a:pt x="967453" y="10819"/>
                </a:lnTo>
                <a:cubicBezTo>
                  <a:pt x="966260" y="10495"/>
                  <a:pt x="965068" y="10224"/>
                  <a:pt x="963876" y="10008"/>
                </a:cubicBezTo>
                <a:cubicBezTo>
                  <a:pt x="962684" y="9791"/>
                  <a:pt x="961330" y="9683"/>
                  <a:pt x="959814" y="9683"/>
                </a:cubicBezTo>
                <a:cubicBezTo>
                  <a:pt x="956887" y="9683"/>
                  <a:pt x="954475" y="10171"/>
                  <a:pt x="952579" y="11148"/>
                </a:cubicBezTo>
                <a:cubicBezTo>
                  <a:pt x="950682" y="12124"/>
                  <a:pt x="949219" y="13507"/>
                  <a:pt x="948189" y="15298"/>
                </a:cubicBezTo>
                <a:cubicBezTo>
                  <a:pt x="947160" y="17087"/>
                  <a:pt x="946456" y="19174"/>
                  <a:pt x="946076" y="21560"/>
                </a:cubicBezTo>
                <a:cubicBezTo>
                  <a:pt x="945697" y="23946"/>
                  <a:pt x="945508" y="26495"/>
                  <a:pt x="945508" y="29207"/>
                </a:cubicBezTo>
                <a:lnTo>
                  <a:pt x="945508" y="48731"/>
                </a:lnTo>
                <a:lnTo>
                  <a:pt x="963388" y="48731"/>
                </a:lnTo>
                <a:lnTo>
                  <a:pt x="963388" y="57938"/>
                </a:lnTo>
                <a:close/>
                <a:moveTo>
                  <a:pt x="1037183" y="80954"/>
                </a:moveTo>
                <a:cubicBezTo>
                  <a:pt x="1036858" y="73741"/>
                  <a:pt x="1034554" y="67758"/>
                  <a:pt x="1030274" y="63005"/>
                </a:cubicBezTo>
                <a:cubicBezTo>
                  <a:pt x="1025994" y="58251"/>
                  <a:pt x="1019900" y="55874"/>
                  <a:pt x="1011990" y="55874"/>
                </a:cubicBezTo>
                <a:cubicBezTo>
                  <a:pt x="1008306" y="55874"/>
                  <a:pt x="1004892" y="56557"/>
                  <a:pt x="1001749" y="57923"/>
                </a:cubicBezTo>
                <a:cubicBezTo>
                  <a:pt x="998607" y="59288"/>
                  <a:pt x="995844" y="61146"/>
                  <a:pt x="993460" y="63496"/>
                </a:cubicBezTo>
                <a:cubicBezTo>
                  <a:pt x="991076" y="65845"/>
                  <a:pt x="989179" y="68523"/>
                  <a:pt x="987770" y="71529"/>
                </a:cubicBezTo>
                <a:cubicBezTo>
                  <a:pt x="986362" y="74533"/>
                  <a:pt x="985549" y="77675"/>
                  <a:pt x="985332" y="80954"/>
                </a:cubicBezTo>
                <a:lnTo>
                  <a:pt x="1037183" y="80954"/>
                </a:lnTo>
                <a:moveTo>
                  <a:pt x="1048399" y="84471"/>
                </a:moveTo>
                <a:cubicBezTo>
                  <a:pt x="1048399" y="85231"/>
                  <a:pt x="1048399" y="86046"/>
                  <a:pt x="1048399" y="86916"/>
                </a:cubicBezTo>
                <a:cubicBezTo>
                  <a:pt x="1048399" y="87784"/>
                  <a:pt x="1048344" y="88707"/>
                  <a:pt x="1048235" y="89684"/>
                </a:cubicBezTo>
                <a:lnTo>
                  <a:pt x="985169" y="89684"/>
                </a:lnTo>
                <a:cubicBezTo>
                  <a:pt x="985278" y="93475"/>
                  <a:pt x="986036" y="97050"/>
                  <a:pt x="987443" y="100408"/>
                </a:cubicBezTo>
                <a:cubicBezTo>
                  <a:pt x="988852" y="103765"/>
                  <a:pt x="990802" y="106689"/>
                  <a:pt x="993294" y="109181"/>
                </a:cubicBezTo>
                <a:cubicBezTo>
                  <a:pt x="995787" y="111671"/>
                  <a:pt x="998713" y="113648"/>
                  <a:pt x="1002071" y="115111"/>
                </a:cubicBezTo>
                <a:cubicBezTo>
                  <a:pt x="1005431" y="116573"/>
                  <a:pt x="1009062" y="117304"/>
                  <a:pt x="1012964" y="117304"/>
                </a:cubicBezTo>
                <a:cubicBezTo>
                  <a:pt x="1018707" y="117304"/>
                  <a:pt x="1023664" y="115977"/>
                  <a:pt x="1027836" y="113323"/>
                </a:cubicBezTo>
                <a:cubicBezTo>
                  <a:pt x="1032007" y="110667"/>
                  <a:pt x="1035177" y="107606"/>
                  <a:pt x="1037345" y="104139"/>
                </a:cubicBezTo>
                <a:lnTo>
                  <a:pt x="1045634" y="110639"/>
                </a:lnTo>
                <a:cubicBezTo>
                  <a:pt x="1041083" y="116374"/>
                  <a:pt x="1036072" y="120479"/>
                  <a:pt x="1030599" y="122956"/>
                </a:cubicBezTo>
                <a:cubicBezTo>
                  <a:pt x="1025127" y="125431"/>
                  <a:pt x="1019249" y="126669"/>
                  <a:pt x="1012964" y="126669"/>
                </a:cubicBezTo>
                <a:cubicBezTo>
                  <a:pt x="1007329" y="126669"/>
                  <a:pt x="1002100" y="125666"/>
                  <a:pt x="997277" y="123660"/>
                </a:cubicBezTo>
                <a:cubicBezTo>
                  <a:pt x="992456" y="121655"/>
                  <a:pt x="988311" y="118864"/>
                  <a:pt x="984844" y="115287"/>
                </a:cubicBezTo>
                <a:cubicBezTo>
                  <a:pt x="981376" y="111709"/>
                  <a:pt x="978640" y="107481"/>
                  <a:pt x="976634" y="102603"/>
                </a:cubicBezTo>
                <a:cubicBezTo>
                  <a:pt x="974630" y="97726"/>
                  <a:pt x="973628" y="92414"/>
                  <a:pt x="973628" y="86668"/>
                </a:cubicBezTo>
                <a:cubicBezTo>
                  <a:pt x="973628" y="80922"/>
                  <a:pt x="974603" y="75611"/>
                  <a:pt x="976552" y="70733"/>
                </a:cubicBezTo>
                <a:cubicBezTo>
                  <a:pt x="978504" y="65855"/>
                  <a:pt x="981213" y="61628"/>
                  <a:pt x="984680" y="58052"/>
                </a:cubicBezTo>
                <a:cubicBezTo>
                  <a:pt x="988149" y="54473"/>
                  <a:pt x="992213" y="51682"/>
                  <a:pt x="996873" y="49676"/>
                </a:cubicBezTo>
                <a:cubicBezTo>
                  <a:pt x="1001532" y="47670"/>
                  <a:pt x="1006571" y="46667"/>
                  <a:pt x="1011990" y="46667"/>
                </a:cubicBezTo>
                <a:cubicBezTo>
                  <a:pt x="1017949" y="46667"/>
                  <a:pt x="1023203" y="47673"/>
                  <a:pt x="1027754" y="49683"/>
                </a:cubicBezTo>
                <a:cubicBezTo>
                  <a:pt x="1032306" y="51692"/>
                  <a:pt x="1036099" y="54408"/>
                  <a:pt x="1039133" y="57831"/>
                </a:cubicBezTo>
                <a:cubicBezTo>
                  <a:pt x="1042167" y="61252"/>
                  <a:pt x="1044469" y="65243"/>
                  <a:pt x="1046040" y="69805"/>
                </a:cubicBezTo>
                <a:cubicBezTo>
                  <a:pt x="1047613" y="74367"/>
                  <a:pt x="1048399" y="79256"/>
                  <a:pt x="1048399" y="84471"/>
                </a:cubicBezTo>
                <a:close/>
                <a:moveTo>
                  <a:pt x="1126908" y="65954"/>
                </a:moveTo>
                <a:cubicBezTo>
                  <a:pt x="1125066" y="63027"/>
                  <a:pt x="1122384" y="60615"/>
                  <a:pt x="1118862" y="58719"/>
                </a:cubicBezTo>
                <a:cubicBezTo>
                  <a:pt x="1115340" y="56822"/>
                  <a:pt x="1111520" y="55874"/>
                  <a:pt x="1107403" y="55874"/>
                </a:cubicBezTo>
                <a:cubicBezTo>
                  <a:pt x="1102960" y="55874"/>
                  <a:pt x="1098951" y="56662"/>
                  <a:pt x="1095374" y="58238"/>
                </a:cubicBezTo>
                <a:cubicBezTo>
                  <a:pt x="1091798" y="59812"/>
                  <a:pt x="1088736" y="61984"/>
                  <a:pt x="1086190" y="64756"/>
                </a:cubicBezTo>
                <a:cubicBezTo>
                  <a:pt x="1083644" y="67525"/>
                  <a:pt x="1081693" y="70784"/>
                  <a:pt x="1080339" y="74533"/>
                </a:cubicBezTo>
                <a:cubicBezTo>
                  <a:pt x="1078985" y="78279"/>
                  <a:pt x="1078308" y="82325"/>
                  <a:pt x="1078308" y="86671"/>
                </a:cubicBezTo>
                <a:cubicBezTo>
                  <a:pt x="1078308" y="91016"/>
                  <a:pt x="1078985" y="95036"/>
                  <a:pt x="1080339" y="98729"/>
                </a:cubicBezTo>
                <a:cubicBezTo>
                  <a:pt x="1081693" y="102422"/>
                  <a:pt x="1083616" y="105653"/>
                  <a:pt x="1086108" y="108424"/>
                </a:cubicBezTo>
                <a:cubicBezTo>
                  <a:pt x="1088602" y="111194"/>
                  <a:pt x="1091636" y="113367"/>
                  <a:pt x="1095211" y="114942"/>
                </a:cubicBezTo>
                <a:cubicBezTo>
                  <a:pt x="1098787" y="116517"/>
                  <a:pt x="1102797" y="117304"/>
                  <a:pt x="1107240" y="117304"/>
                </a:cubicBezTo>
                <a:cubicBezTo>
                  <a:pt x="1112116" y="117304"/>
                  <a:pt x="1116233" y="116383"/>
                  <a:pt x="1119591" y="114541"/>
                </a:cubicBezTo>
                <a:cubicBezTo>
                  <a:pt x="1122951" y="112699"/>
                  <a:pt x="1125715" y="110315"/>
                  <a:pt x="1127882" y="107390"/>
                </a:cubicBezTo>
                <a:lnTo>
                  <a:pt x="1136171" y="113566"/>
                </a:lnTo>
                <a:cubicBezTo>
                  <a:pt x="1132920" y="117564"/>
                  <a:pt x="1128938" y="120748"/>
                  <a:pt x="1124224" y="123117"/>
                </a:cubicBezTo>
                <a:cubicBezTo>
                  <a:pt x="1119512" y="125485"/>
                  <a:pt x="1113850" y="126669"/>
                  <a:pt x="1107240" y="126669"/>
                </a:cubicBezTo>
                <a:cubicBezTo>
                  <a:pt x="1101062" y="126669"/>
                  <a:pt x="1095481" y="125666"/>
                  <a:pt x="1090496" y="123660"/>
                </a:cubicBezTo>
                <a:cubicBezTo>
                  <a:pt x="1085512" y="121655"/>
                  <a:pt x="1081259" y="118864"/>
                  <a:pt x="1077738" y="115287"/>
                </a:cubicBezTo>
                <a:cubicBezTo>
                  <a:pt x="1074217" y="111709"/>
                  <a:pt x="1071482" y="107481"/>
                  <a:pt x="1069531" y="102603"/>
                </a:cubicBezTo>
                <a:cubicBezTo>
                  <a:pt x="1067579" y="97726"/>
                  <a:pt x="1066604" y="92414"/>
                  <a:pt x="1066604" y="86668"/>
                </a:cubicBezTo>
                <a:cubicBezTo>
                  <a:pt x="1066604" y="80922"/>
                  <a:pt x="1067579" y="75611"/>
                  <a:pt x="1069531" y="70733"/>
                </a:cubicBezTo>
                <a:cubicBezTo>
                  <a:pt x="1071482" y="65855"/>
                  <a:pt x="1074217" y="61628"/>
                  <a:pt x="1077738" y="58052"/>
                </a:cubicBezTo>
                <a:cubicBezTo>
                  <a:pt x="1081259" y="54473"/>
                  <a:pt x="1085512" y="51682"/>
                  <a:pt x="1090496" y="49676"/>
                </a:cubicBezTo>
                <a:cubicBezTo>
                  <a:pt x="1095481" y="47670"/>
                  <a:pt x="1101062" y="46667"/>
                  <a:pt x="1107240" y="46667"/>
                </a:cubicBezTo>
                <a:cubicBezTo>
                  <a:pt x="1112332" y="46667"/>
                  <a:pt x="1117506" y="47771"/>
                  <a:pt x="1122761" y="49979"/>
                </a:cubicBezTo>
                <a:cubicBezTo>
                  <a:pt x="1128017" y="52186"/>
                  <a:pt x="1132271" y="55452"/>
                  <a:pt x="1135521" y="59775"/>
                </a:cubicBezTo>
                <a:lnTo>
                  <a:pt x="1126908" y="65954"/>
                </a:lnTo>
                <a:close/>
                <a:moveTo>
                  <a:pt x="1187696" y="57938"/>
                </a:moveTo>
                <a:lnTo>
                  <a:pt x="1166243" y="57938"/>
                </a:lnTo>
                <a:lnTo>
                  <a:pt x="1166243" y="102358"/>
                </a:lnTo>
                <a:cubicBezTo>
                  <a:pt x="1166243" y="105179"/>
                  <a:pt x="1166513" y="107511"/>
                  <a:pt x="1167054" y="109355"/>
                </a:cubicBezTo>
                <a:cubicBezTo>
                  <a:pt x="1167596" y="111198"/>
                  <a:pt x="1168381" y="112636"/>
                  <a:pt x="1169410" y="113668"/>
                </a:cubicBezTo>
                <a:cubicBezTo>
                  <a:pt x="1170440" y="114698"/>
                  <a:pt x="1171659" y="115403"/>
                  <a:pt x="1173068" y="115783"/>
                </a:cubicBezTo>
                <a:cubicBezTo>
                  <a:pt x="1174477" y="116162"/>
                  <a:pt x="1175994" y="116351"/>
                  <a:pt x="1177619" y="116351"/>
                </a:cubicBezTo>
                <a:cubicBezTo>
                  <a:pt x="1179137" y="116351"/>
                  <a:pt x="1180735" y="116130"/>
                  <a:pt x="1182414" y="115689"/>
                </a:cubicBezTo>
                <a:cubicBezTo>
                  <a:pt x="1184094" y="115246"/>
                  <a:pt x="1185692" y="114637"/>
                  <a:pt x="1187210" y="113861"/>
                </a:cubicBezTo>
                <a:lnTo>
                  <a:pt x="1187696" y="123442"/>
                </a:lnTo>
                <a:cubicBezTo>
                  <a:pt x="1185747" y="124201"/>
                  <a:pt x="1183716" y="124770"/>
                  <a:pt x="1181603" y="125148"/>
                </a:cubicBezTo>
                <a:cubicBezTo>
                  <a:pt x="1179489" y="125527"/>
                  <a:pt x="1177186" y="125716"/>
                  <a:pt x="1174693" y="125716"/>
                </a:cubicBezTo>
                <a:cubicBezTo>
                  <a:pt x="1172634" y="125716"/>
                  <a:pt x="1170467" y="125445"/>
                  <a:pt x="1168192" y="124903"/>
                </a:cubicBezTo>
                <a:cubicBezTo>
                  <a:pt x="1165917" y="124362"/>
                  <a:pt x="1163804" y="123334"/>
                  <a:pt x="1161853" y="121818"/>
                </a:cubicBezTo>
                <a:cubicBezTo>
                  <a:pt x="1159903" y="120300"/>
                  <a:pt x="1158305" y="118240"/>
                  <a:pt x="1157059" y="115639"/>
                </a:cubicBezTo>
                <a:cubicBezTo>
                  <a:pt x="1155812" y="113038"/>
                  <a:pt x="1155188" y="109625"/>
                  <a:pt x="1155188" y="105399"/>
                </a:cubicBezTo>
                <a:lnTo>
                  <a:pt x="1155188" y="57938"/>
                </a:lnTo>
                <a:lnTo>
                  <a:pt x="1139422" y="57938"/>
                </a:lnTo>
                <a:lnTo>
                  <a:pt x="1139422" y="48731"/>
                </a:lnTo>
                <a:lnTo>
                  <a:pt x="1155188" y="48731"/>
                </a:lnTo>
                <a:lnTo>
                  <a:pt x="1155188" y="27275"/>
                </a:lnTo>
                <a:lnTo>
                  <a:pt x="1166243" y="27275"/>
                </a:lnTo>
                <a:lnTo>
                  <a:pt x="1166243" y="48731"/>
                </a:lnTo>
                <a:lnTo>
                  <a:pt x="1187696" y="48731"/>
                </a:lnTo>
                <a:lnTo>
                  <a:pt x="1187696" y="57938"/>
                </a:lnTo>
                <a:close/>
                <a:moveTo>
                  <a:pt x="1304403" y="124764"/>
                </a:moveTo>
                <a:lnTo>
                  <a:pt x="1293351" y="124764"/>
                </a:lnTo>
                <a:lnTo>
                  <a:pt x="1293351" y="48731"/>
                </a:lnTo>
                <a:lnTo>
                  <a:pt x="1304403" y="48731"/>
                </a:lnTo>
                <a:lnTo>
                  <a:pt x="1304403" y="124764"/>
                </a:lnTo>
                <a:moveTo>
                  <a:pt x="1306841" y="19365"/>
                </a:moveTo>
                <a:cubicBezTo>
                  <a:pt x="1306841" y="21634"/>
                  <a:pt x="1306028" y="23497"/>
                  <a:pt x="1304403" y="24956"/>
                </a:cubicBezTo>
                <a:cubicBezTo>
                  <a:pt x="1302778" y="26414"/>
                  <a:pt x="1300990" y="27143"/>
                  <a:pt x="1299041" y="27143"/>
                </a:cubicBezTo>
                <a:cubicBezTo>
                  <a:pt x="1297090" y="27143"/>
                  <a:pt x="1295301" y="26414"/>
                  <a:pt x="1293676" y="24956"/>
                </a:cubicBezTo>
                <a:cubicBezTo>
                  <a:pt x="1292051" y="23497"/>
                  <a:pt x="1291238" y="21634"/>
                  <a:pt x="1291238" y="19365"/>
                </a:cubicBezTo>
                <a:cubicBezTo>
                  <a:pt x="1291238" y="17097"/>
                  <a:pt x="1292051" y="15233"/>
                  <a:pt x="1293676" y="13775"/>
                </a:cubicBezTo>
                <a:cubicBezTo>
                  <a:pt x="1295301" y="12317"/>
                  <a:pt x="1297090" y="11587"/>
                  <a:pt x="1299041" y="11587"/>
                </a:cubicBezTo>
                <a:cubicBezTo>
                  <a:pt x="1300990" y="11587"/>
                  <a:pt x="1302778" y="12317"/>
                  <a:pt x="1304403" y="13775"/>
                </a:cubicBezTo>
                <a:cubicBezTo>
                  <a:pt x="1306028" y="15233"/>
                  <a:pt x="1306841" y="17097"/>
                  <a:pt x="1306841" y="19365"/>
                </a:cubicBezTo>
                <a:moveTo>
                  <a:pt x="1277746" y="57938"/>
                </a:moveTo>
                <a:lnTo>
                  <a:pt x="1259866" y="57938"/>
                </a:lnTo>
                <a:lnTo>
                  <a:pt x="1259866" y="124764"/>
                </a:lnTo>
                <a:lnTo>
                  <a:pt x="1248814" y="124764"/>
                </a:lnTo>
                <a:lnTo>
                  <a:pt x="1248814" y="57938"/>
                </a:lnTo>
                <a:lnTo>
                  <a:pt x="1232884" y="57938"/>
                </a:lnTo>
                <a:lnTo>
                  <a:pt x="1232884" y="48731"/>
                </a:lnTo>
                <a:lnTo>
                  <a:pt x="1248814" y="48731"/>
                </a:lnTo>
                <a:lnTo>
                  <a:pt x="1248814" y="27939"/>
                </a:lnTo>
                <a:cubicBezTo>
                  <a:pt x="1248814" y="19275"/>
                  <a:pt x="1250927" y="12453"/>
                  <a:pt x="1255154" y="7473"/>
                </a:cubicBezTo>
                <a:cubicBezTo>
                  <a:pt x="1259380" y="2491"/>
                  <a:pt x="1265881" y="0"/>
                  <a:pt x="1274658" y="0"/>
                </a:cubicBezTo>
                <a:cubicBezTo>
                  <a:pt x="1276067" y="0"/>
                  <a:pt x="1277584" y="81"/>
                  <a:pt x="1279209" y="243"/>
                </a:cubicBezTo>
                <a:cubicBezTo>
                  <a:pt x="1280834" y="403"/>
                  <a:pt x="1282351" y="699"/>
                  <a:pt x="1283760" y="1128"/>
                </a:cubicBezTo>
                <a:lnTo>
                  <a:pt x="1281811" y="10819"/>
                </a:lnTo>
                <a:cubicBezTo>
                  <a:pt x="1280619" y="10495"/>
                  <a:pt x="1279426" y="10224"/>
                  <a:pt x="1278234" y="10008"/>
                </a:cubicBezTo>
                <a:cubicBezTo>
                  <a:pt x="1277042" y="9791"/>
                  <a:pt x="1275688" y="9683"/>
                  <a:pt x="1274172" y="9683"/>
                </a:cubicBezTo>
                <a:cubicBezTo>
                  <a:pt x="1271245" y="9683"/>
                  <a:pt x="1268834" y="10171"/>
                  <a:pt x="1266937" y="11148"/>
                </a:cubicBezTo>
                <a:cubicBezTo>
                  <a:pt x="1265040" y="12124"/>
                  <a:pt x="1263577" y="13507"/>
                  <a:pt x="1262547" y="15298"/>
                </a:cubicBezTo>
                <a:cubicBezTo>
                  <a:pt x="1261519" y="17087"/>
                  <a:pt x="1260814" y="19174"/>
                  <a:pt x="1260434" y="21560"/>
                </a:cubicBezTo>
                <a:cubicBezTo>
                  <a:pt x="1260055" y="23946"/>
                  <a:pt x="1259866" y="26495"/>
                  <a:pt x="1259866" y="29207"/>
                </a:cubicBezTo>
                <a:lnTo>
                  <a:pt x="1259866" y="48731"/>
                </a:lnTo>
                <a:lnTo>
                  <a:pt x="1277746" y="48731"/>
                </a:lnTo>
                <a:lnTo>
                  <a:pt x="1277746" y="57938"/>
                </a:lnTo>
                <a:close/>
                <a:moveTo>
                  <a:pt x="1368282" y="57938"/>
                </a:moveTo>
                <a:lnTo>
                  <a:pt x="1346828" y="57938"/>
                </a:lnTo>
                <a:lnTo>
                  <a:pt x="1346828" y="102358"/>
                </a:lnTo>
                <a:cubicBezTo>
                  <a:pt x="1346828" y="105179"/>
                  <a:pt x="1347099" y="107511"/>
                  <a:pt x="1347639" y="109355"/>
                </a:cubicBezTo>
                <a:cubicBezTo>
                  <a:pt x="1348182" y="111198"/>
                  <a:pt x="1348967" y="112636"/>
                  <a:pt x="1349995" y="113668"/>
                </a:cubicBezTo>
                <a:cubicBezTo>
                  <a:pt x="1351025" y="114698"/>
                  <a:pt x="1352245" y="115403"/>
                  <a:pt x="1353654" y="115783"/>
                </a:cubicBezTo>
                <a:cubicBezTo>
                  <a:pt x="1355062" y="116162"/>
                  <a:pt x="1356579" y="116351"/>
                  <a:pt x="1358205" y="116351"/>
                </a:cubicBezTo>
                <a:cubicBezTo>
                  <a:pt x="1359723" y="116351"/>
                  <a:pt x="1361321" y="116130"/>
                  <a:pt x="1362999" y="115689"/>
                </a:cubicBezTo>
                <a:cubicBezTo>
                  <a:pt x="1364679" y="115246"/>
                  <a:pt x="1366278" y="114637"/>
                  <a:pt x="1367796" y="113861"/>
                </a:cubicBezTo>
                <a:lnTo>
                  <a:pt x="1368282" y="123442"/>
                </a:lnTo>
                <a:cubicBezTo>
                  <a:pt x="1366332" y="124201"/>
                  <a:pt x="1364301" y="124770"/>
                  <a:pt x="1362188" y="125148"/>
                </a:cubicBezTo>
                <a:cubicBezTo>
                  <a:pt x="1360075" y="125527"/>
                  <a:pt x="1357772" y="125716"/>
                  <a:pt x="1355278" y="125716"/>
                </a:cubicBezTo>
                <a:cubicBezTo>
                  <a:pt x="1353220" y="125716"/>
                  <a:pt x="1351053" y="125445"/>
                  <a:pt x="1348778" y="124903"/>
                </a:cubicBezTo>
                <a:cubicBezTo>
                  <a:pt x="1346502" y="124362"/>
                  <a:pt x="1344389" y="123334"/>
                  <a:pt x="1342438" y="121818"/>
                </a:cubicBezTo>
                <a:cubicBezTo>
                  <a:pt x="1340489" y="120300"/>
                  <a:pt x="1338891" y="118240"/>
                  <a:pt x="1337644" y="115639"/>
                </a:cubicBezTo>
                <a:cubicBezTo>
                  <a:pt x="1336397" y="113038"/>
                  <a:pt x="1335774" y="109625"/>
                  <a:pt x="1335774" y="105399"/>
                </a:cubicBezTo>
                <a:lnTo>
                  <a:pt x="1335774" y="57938"/>
                </a:lnTo>
                <a:lnTo>
                  <a:pt x="1320007" y="57938"/>
                </a:lnTo>
                <a:lnTo>
                  <a:pt x="1320007" y="48731"/>
                </a:lnTo>
                <a:lnTo>
                  <a:pt x="1335774" y="48731"/>
                </a:lnTo>
                <a:lnTo>
                  <a:pt x="1335774" y="27275"/>
                </a:lnTo>
                <a:lnTo>
                  <a:pt x="1346828" y="27275"/>
                </a:lnTo>
                <a:lnTo>
                  <a:pt x="1346828" y="48731"/>
                </a:lnTo>
                <a:lnTo>
                  <a:pt x="1368282" y="48731"/>
                </a:lnTo>
                <a:lnTo>
                  <a:pt x="1368282" y="57938"/>
                </a:lnTo>
                <a:close/>
                <a:moveTo>
                  <a:pt x="1387463" y="147622"/>
                </a:moveTo>
                <a:lnTo>
                  <a:pt x="1378197" y="147622"/>
                </a:lnTo>
                <a:lnTo>
                  <a:pt x="1389087" y="109367"/>
                </a:lnTo>
                <a:lnTo>
                  <a:pt x="1400628" y="109367"/>
                </a:lnTo>
                <a:lnTo>
                  <a:pt x="1387463" y="147622"/>
                </a:lnTo>
                <a:close/>
                <a:moveTo>
                  <a:pt x="1497828" y="57938"/>
                </a:moveTo>
                <a:lnTo>
                  <a:pt x="1476374" y="57938"/>
                </a:lnTo>
                <a:lnTo>
                  <a:pt x="1476374" y="102358"/>
                </a:lnTo>
                <a:cubicBezTo>
                  <a:pt x="1476374" y="105179"/>
                  <a:pt x="1476644" y="107511"/>
                  <a:pt x="1477185" y="109355"/>
                </a:cubicBezTo>
                <a:cubicBezTo>
                  <a:pt x="1477727" y="111198"/>
                  <a:pt x="1478513" y="112636"/>
                  <a:pt x="1479541" y="113668"/>
                </a:cubicBezTo>
                <a:cubicBezTo>
                  <a:pt x="1480571" y="114698"/>
                  <a:pt x="1481791" y="115403"/>
                  <a:pt x="1483200" y="115783"/>
                </a:cubicBezTo>
                <a:cubicBezTo>
                  <a:pt x="1484608" y="116162"/>
                  <a:pt x="1486125" y="116351"/>
                  <a:pt x="1487751" y="116351"/>
                </a:cubicBezTo>
                <a:cubicBezTo>
                  <a:pt x="1489269" y="116351"/>
                  <a:pt x="1490867" y="116130"/>
                  <a:pt x="1492545" y="115689"/>
                </a:cubicBezTo>
                <a:cubicBezTo>
                  <a:pt x="1494225" y="115246"/>
                  <a:pt x="1495824" y="114637"/>
                  <a:pt x="1497342" y="113861"/>
                </a:cubicBezTo>
                <a:lnTo>
                  <a:pt x="1497828" y="123442"/>
                </a:lnTo>
                <a:cubicBezTo>
                  <a:pt x="1495878" y="124201"/>
                  <a:pt x="1493847" y="124770"/>
                  <a:pt x="1491734" y="125148"/>
                </a:cubicBezTo>
                <a:cubicBezTo>
                  <a:pt x="1489621" y="125527"/>
                  <a:pt x="1487318" y="125716"/>
                  <a:pt x="1484824" y="125716"/>
                </a:cubicBezTo>
                <a:cubicBezTo>
                  <a:pt x="1482766" y="125716"/>
                  <a:pt x="1480599" y="125445"/>
                  <a:pt x="1478324" y="124903"/>
                </a:cubicBezTo>
                <a:cubicBezTo>
                  <a:pt x="1476048" y="124362"/>
                  <a:pt x="1473935" y="123334"/>
                  <a:pt x="1471984" y="121818"/>
                </a:cubicBezTo>
                <a:cubicBezTo>
                  <a:pt x="1470035" y="120300"/>
                  <a:pt x="1468437" y="118240"/>
                  <a:pt x="1467190" y="115639"/>
                </a:cubicBezTo>
                <a:cubicBezTo>
                  <a:pt x="1465943" y="113038"/>
                  <a:pt x="1465320" y="109625"/>
                  <a:pt x="1465320" y="105399"/>
                </a:cubicBezTo>
                <a:lnTo>
                  <a:pt x="1465320" y="57938"/>
                </a:lnTo>
                <a:lnTo>
                  <a:pt x="1449553" y="57938"/>
                </a:lnTo>
                <a:lnTo>
                  <a:pt x="1449553" y="48731"/>
                </a:lnTo>
                <a:lnTo>
                  <a:pt x="1465320" y="48731"/>
                </a:lnTo>
                <a:lnTo>
                  <a:pt x="1465320" y="27275"/>
                </a:lnTo>
                <a:lnTo>
                  <a:pt x="1476374" y="27275"/>
                </a:lnTo>
                <a:lnTo>
                  <a:pt x="1476374" y="48731"/>
                </a:lnTo>
                <a:lnTo>
                  <a:pt x="1497828" y="48731"/>
                </a:lnTo>
                <a:lnTo>
                  <a:pt x="1497828" y="57938"/>
                </a:lnTo>
                <a:close/>
                <a:moveTo>
                  <a:pt x="1526762" y="61147"/>
                </a:moveTo>
                <a:cubicBezTo>
                  <a:pt x="1528821" y="56701"/>
                  <a:pt x="1532233" y="53176"/>
                  <a:pt x="1537000" y="50574"/>
                </a:cubicBezTo>
                <a:cubicBezTo>
                  <a:pt x="1541769" y="47970"/>
                  <a:pt x="1546862" y="46667"/>
                  <a:pt x="1552281" y="46667"/>
                </a:cubicBezTo>
                <a:cubicBezTo>
                  <a:pt x="1561924" y="46667"/>
                  <a:pt x="1569156" y="49542"/>
                  <a:pt x="1573978" y="55291"/>
                </a:cubicBezTo>
                <a:cubicBezTo>
                  <a:pt x="1578801" y="61040"/>
                  <a:pt x="1581212" y="68633"/>
                  <a:pt x="1581212" y="78069"/>
                </a:cubicBezTo>
                <a:lnTo>
                  <a:pt x="1581212" y="124764"/>
                </a:lnTo>
                <a:lnTo>
                  <a:pt x="1570161" y="124764"/>
                </a:lnTo>
                <a:lnTo>
                  <a:pt x="1570161" y="82583"/>
                </a:lnTo>
                <a:cubicBezTo>
                  <a:pt x="1570161" y="78565"/>
                  <a:pt x="1569836" y="74929"/>
                  <a:pt x="1569186" y="71673"/>
                </a:cubicBezTo>
                <a:cubicBezTo>
                  <a:pt x="1568536" y="68416"/>
                  <a:pt x="1567425" y="65620"/>
                  <a:pt x="1565853" y="63285"/>
                </a:cubicBezTo>
                <a:cubicBezTo>
                  <a:pt x="1564282" y="60950"/>
                  <a:pt x="1562169" y="59131"/>
                  <a:pt x="1559513" y="57828"/>
                </a:cubicBezTo>
                <a:cubicBezTo>
                  <a:pt x="1556859" y="56525"/>
                  <a:pt x="1553528" y="55874"/>
                  <a:pt x="1549518" y="55874"/>
                </a:cubicBezTo>
                <a:cubicBezTo>
                  <a:pt x="1546593" y="55874"/>
                  <a:pt x="1543748" y="56472"/>
                  <a:pt x="1540984" y="57667"/>
                </a:cubicBezTo>
                <a:cubicBezTo>
                  <a:pt x="1538221" y="58861"/>
                  <a:pt x="1535755" y="60680"/>
                  <a:pt x="1533588" y="63124"/>
                </a:cubicBezTo>
                <a:cubicBezTo>
                  <a:pt x="1531422" y="65566"/>
                  <a:pt x="1529688" y="68659"/>
                  <a:pt x="1528387" y="72405"/>
                </a:cubicBezTo>
                <a:cubicBezTo>
                  <a:pt x="1527087" y="76150"/>
                  <a:pt x="1526437" y="80574"/>
                  <a:pt x="1526437" y="85679"/>
                </a:cubicBezTo>
                <a:lnTo>
                  <a:pt x="1526437" y="124764"/>
                </a:lnTo>
                <a:lnTo>
                  <a:pt x="1515383" y="124764"/>
                </a:lnTo>
                <a:lnTo>
                  <a:pt x="1515383" y="1806"/>
                </a:lnTo>
                <a:lnTo>
                  <a:pt x="1526437" y="1806"/>
                </a:lnTo>
                <a:lnTo>
                  <a:pt x="1526437" y="61147"/>
                </a:lnTo>
                <a:lnTo>
                  <a:pt x="1526762" y="61147"/>
                </a:lnTo>
                <a:close/>
                <a:moveTo>
                  <a:pt x="1667849" y="80954"/>
                </a:moveTo>
                <a:cubicBezTo>
                  <a:pt x="1667523" y="73741"/>
                  <a:pt x="1665220" y="67758"/>
                  <a:pt x="1660939" y="63005"/>
                </a:cubicBezTo>
                <a:cubicBezTo>
                  <a:pt x="1656660" y="58251"/>
                  <a:pt x="1650565" y="55874"/>
                  <a:pt x="1642655" y="55874"/>
                </a:cubicBezTo>
                <a:cubicBezTo>
                  <a:pt x="1638971" y="55874"/>
                  <a:pt x="1635558" y="56557"/>
                  <a:pt x="1632415" y="57923"/>
                </a:cubicBezTo>
                <a:cubicBezTo>
                  <a:pt x="1629273" y="59288"/>
                  <a:pt x="1626510" y="61146"/>
                  <a:pt x="1624126" y="63496"/>
                </a:cubicBezTo>
                <a:cubicBezTo>
                  <a:pt x="1621741" y="65845"/>
                  <a:pt x="1619845" y="68523"/>
                  <a:pt x="1618436" y="71529"/>
                </a:cubicBezTo>
                <a:cubicBezTo>
                  <a:pt x="1617027" y="74533"/>
                  <a:pt x="1616215" y="77675"/>
                  <a:pt x="1615998" y="80954"/>
                </a:cubicBezTo>
                <a:lnTo>
                  <a:pt x="1667849" y="80954"/>
                </a:lnTo>
                <a:moveTo>
                  <a:pt x="1679065" y="84471"/>
                </a:moveTo>
                <a:cubicBezTo>
                  <a:pt x="1679065" y="85231"/>
                  <a:pt x="1679065" y="86046"/>
                  <a:pt x="1679065" y="86916"/>
                </a:cubicBezTo>
                <a:cubicBezTo>
                  <a:pt x="1679065" y="87784"/>
                  <a:pt x="1679010" y="88707"/>
                  <a:pt x="1678901" y="89684"/>
                </a:cubicBezTo>
                <a:lnTo>
                  <a:pt x="1615834" y="89684"/>
                </a:lnTo>
                <a:cubicBezTo>
                  <a:pt x="1615943" y="93475"/>
                  <a:pt x="1616702" y="97050"/>
                  <a:pt x="1618109" y="100408"/>
                </a:cubicBezTo>
                <a:cubicBezTo>
                  <a:pt x="1619517" y="103765"/>
                  <a:pt x="1621468" y="106689"/>
                  <a:pt x="1623960" y="109181"/>
                </a:cubicBezTo>
                <a:cubicBezTo>
                  <a:pt x="1626453" y="111671"/>
                  <a:pt x="1629379" y="113648"/>
                  <a:pt x="1632737" y="115111"/>
                </a:cubicBezTo>
                <a:cubicBezTo>
                  <a:pt x="1636097" y="116573"/>
                  <a:pt x="1639728" y="117304"/>
                  <a:pt x="1643630" y="117304"/>
                </a:cubicBezTo>
                <a:cubicBezTo>
                  <a:pt x="1649372" y="117304"/>
                  <a:pt x="1654330" y="115977"/>
                  <a:pt x="1658501" y="113323"/>
                </a:cubicBezTo>
                <a:cubicBezTo>
                  <a:pt x="1662673" y="110667"/>
                  <a:pt x="1665843" y="107606"/>
                  <a:pt x="1668010" y="104139"/>
                </a:cubicBezTo>
                <a:lnTo>
                  <a:pt x="1676299" y="110639"/>
                </a:lnTo>
                <a:cubicBezTo>
                  <a:pt x="1671749" y="116374"/>
                  <a:pt x="1666737" y="120479"/>
                  <a:pt x="1661264" y="122956"/>
                </a:cubicBezTo>
                <a:cubicBezTo>
                  <a:pt x="1655793" y="125431"/>
                  <a:pt x="1649915" y="126669"/>
                  <a:pt x="1643630" y="126669"/>
                </a:cubicBezTo>
                <a:cubicBezTo>
                  <a:pt x="1637995" y="126669"/>
                  <a:pt x="1632766" y="125666"/>
                  <a:pt x="1627943" y="123660"/>
                </a:cubicBezTo>
                <a:cubicBezTo>
                  <a:pt x="1623121" y="121655"/>
                  <a:pt x="1618977" y="118864"/>
                  <a:pt x="1615509" y="115287"/>
                </a:cubicBezTo>
                <a:cubicBezTo>
                  <a:pt x="1612042" y="111709"/>
                  <a:pt x="1609306" y="107481"/>
                  <a:pt x="1607300" y="102603"/>
                </a:cubicBezTo>
                <a:cubicBezTo>
                  <a:pt x="1605296" y="97726"/>
                  <a:pt x="1604294" y="92414"/>
                  <a:pt x="1604294" y="86668"/>
                </a:cubicBezTo>
                <a:cubicBezTo>
                  <a:pt x="1604294" y="80922"/>
                  <a:pt x="1605269" y="75611"/>
                  <a:pt x="1607218" y="70733"/>
                </a:cubicBezTo>
                <a:cubicBezTo>
                  <a:pt x="1609169" y="65855"/>
                  <a:pt x="1611878" y="61628"/>
                  <a:pt x="1615346" y="58052"/>
                </a:cubicBezTo>
                <a:cubicBezTo>
                  <a:pt x="1618815" y="54473"/>
                  <a:pt x="1622879" y="51682"/>
                  <a:pt x="1627538" y="49676"/>
                </a:cubicBezTo>
                <a:cubicBezTo>
                  <a:pt x="1632198" y="47670"/>
                  <a:pt x="1637237" y="46667"/>
                  <a:pt x="1642655" y="46667"/>
                </a:cubicBezTo>
                <a:cubicBezTo>
                  <a:pt x="1648614" y="46667"/>
                  <a:pt x="1653869" y="47673"/>
                  <a:pt x="1658419" y="49683"/>
                </a:cubicBezTo>
                <a:cubicBezTo>
                  <a:pt x="1662971" y="51692"/>
                  <a:pt x="1666764" y="54408"/>
                  <a:pt x="1669799" y="57831"/>
                </a:cubicBezTo>
                <a:cubicBezTo>
                  <a:pt x="1672833" y="61252"/>
                  <a:pt x="1675135" y="65243"/>
                  <a:pt x="1676706" y="69805"/>
                </a:cubicBezTo>
                <a:cubicBezTo>
                  <a:pt x="1678278" y="74367"/>
                  <a:pt x="1679065" y="79256"/>
                  <a:pt x="1679065" y="84471"/>
                </a:cubicBezTo>
                <a:close/>
                <a:moveTo>
                  <a:pt x="1743268" y="66603"/>
                </a:moveTo>
                <a:cubicBezTo>
                  <a:pt x="1741643" y="63460"/>
                  <a:pt x="1739178" y="60886"/>
                  <a:pt x="1735873" y="58882"/>
                </a:cubicBezTo>
                <a:cubicBezTo>
                  <a:pt x="1732567" y="56877"/>
                  <a:pt x="1728801" y="55874"/>
                  <a:pt x="1724575" y="55874"/>
                </a:cubicBezTo>
                <a:cubicBezTo>
                  <a:pt x="1722626" y="55874"/>
                  <a:pt x="1720675" y="56091"/>
                  <a:pt x="1718724" y="56526"/>
                </a:cubicBezTo>
                <a:cubicBezTo>
                  <a:pt x="1716773" y="56959"/>
                  <a:pt x="1715039" y="57665"/>
                  <a:pt x="1713521" y="58642"/>
                </a:cubicBezTo>
                <a:cubicBezTo>
                  <a:pt x="1712005" y="59617"/>
                  <a:pt x="1710786" y="60865"/>
                  <a:pt x="1709865" y="62385"/>
                </a:cubicBezTo>
                <a:cubicBezTo>
                  <a:pt x="1708944" y="63902"/>
                  <a:pt x="1708484" y="65692"/>
                  <a:pt x="1708484" y="67754"/>
                </a:cubicBezTo>
                <a:cubicBezTo>
                  <a:pt x="1708484" y="71336"/>
                  <a:pt x="1709946" y="74075"/>
                  <a:pt x="1712871" y="75974"/>
                </a:cubicBezTo>
                <a:cubicBezTo>
                  <a:pt x="1715798" y="77872"/>
                  <a:pt x="1720403" y="79472"/>
                  <a:pt x="1726688" y="80775"/>
                </a:cubicBezTo>
                <a:cubicBezTo>
                  <a:pt x="1735683" y="82619"/>
                  <a:pt x="1742320" y="85304"/>
                  <a:pt x="1746599" y="88831"/>
                </a:cubicBezTo>
                <a:cubicBezTo>
                  <a:pt x="1750880" y="92356"/>
                  <a:pt x="1753021" y="97102"/>
                  <a:pt x="1753021" y="103070"/>
                </a:cubicBezTo>
                <a:cubicBezTo>
                  <a:pt x="1753021" y="107410"/>
                  <a:pt x="1752181" y="111073"/>
                  <a:pt x="1750501" y="114057"/>
                </a:cubicBezTo>
                <a:cubicBezTo>
                  <a:pt x="1748821" y="117040"/>
                  <a:pt x="1746626" y="119481"/>
                  <a:pt x="1743916" y="121381"/>
                </a:cubicBezTo>
                <a:cubicBezTo>
                  <a:pt x="1741207" y="123279"/>
                  <a:pt x="1738147" y="124635"/>
                  <a:pt x="1734734" y="125449"/>
                </a:cubicBezTo>
                <a:cubicBezTo>
                  <a:pt x="1731321" y="126262"/>
                  <a:pt x="1727881" y="126669"/>
                  <a:pt x="1724414" y="126669"/>
                </a:cubicBezTo>
                <a:cubicBezTo>
                  <a:pt x="1718670" y="126669"/>
                  <a:pt x="1713089" y="125485"/>
                  <a:pt x="1707670" y="123117"/>
                </a:cubicBezTo>
                <a:cubicBezTo>
                  <a:pt x="1702253" y="120748"/>
                  <a:pt x="1697811" y="117023"/>
                  <a:pt x="1694342" y="111941"/>
                </a:cubicBezTo>
                <a:lnTo>
                  <a:pt x="1703119" y="105438"/>
                </a:lnTo>
                <a:cubicBezTo>
                  <a:pt x="1705070" y="108798"/>
                  <a:pt x="1707941" y="111616"/>
                  <a:pt x="1711733" y="113891"/>
                </a:cubicBezTo>
                <a:cubicBezTo>
                  <a:pt x="1715526" y="116166"/>
                  <a:pt x="1719698" y="117304"/>
                  <a:pt x="1724250" y="117304"/>
                </a:cubicBezTo>
                <a:cubicBezTo>
                  <a:pt x="1726635" y="117304"/>
                  <a:pt x="1728910" y="117087"/>
                  <a:pt x="1731076" y="116654"/>
                </a:cubicBezTo>
                <a:cubicBezTo>
                  <a:pt x="1733243" y="116219"/>
                  <a:pt x="1735140" y="115459"/>
                  <a:pt x="1736765" y="114374"/>
                </a:cubicBezTo>
                <a:cubicBezTo>
                  <a:pt x="1738391" y="113290"/>
                  <a:pt x="1739691" y="111907"/>
                  <a:pt x="1740667" y="110225"/>
                </a:cubicBezTo>
                <a:cubicBezTo>
                  <a:pt x="1741642" y="108542"/>
                  <a:pt x="1742130" y="106453"/>
                  <a:pt x="1742130" y="103958"/>
                </a:cubicBezTo>
                <a:cubicBezTo>
                  <a:pt x="1742130" y="99943"/>
                  <a:pt x="1740206" y="96932"/>
                  <a:pt x="1736359" y="94925"/>
                </a:cubicBezTo>
                <a:cubicBezTo>
                  <a:pt x="1732513" y="92917"/>
                  <a:pt x="1726959" y="91046"/>
                  <a:pt x="1719699" y="89310"/>
                </a:cubicBezTo>
                <a:cubicBezTo>
                  <a:pt x="1717424" y="88767"/>
                  <a:pt x="1715012" y="88089"/>
                  <a:pt x="1712464" y="87276"/>
                </a:cubicBezTo>
                <a:cubicBezTo>
                  <a:pt x="1709918" y="86462"/>
                  <a:pt x="1707561" y="85269"/>
                  <a:pt x="1705393" y="83697"/>
                </a:cubicBezTo>
                <a:cubicBezTo>
                  <a:pt x="1703227" y="82123"/>
                  <a:pt x="1701440" y="80142"/>
                  <a:pt x="1700031" y="77754"/>
                </a:cubicBezTo>
                <a:cubicBezTo>
                  <a:pt x="1698622" y="75367"/>
                  <a:pt x="1697918" y="72383"/>
                  <a:pt x="1697918" y="68803"/>
                </a:cubicBezTo>
                <a:cubicBezTo>
                  <a:pt x="1697918" y="64896"/>
                  <a:pt x="1698676" y="61559"/>
                  <a:pt x="1700192" y="58793"/>
                </a:cubicBezTo>
                <a:cubicBezTo>
                  <a:pt x="1701710" y="56025"/>
                  <a:pt x="1703742" y="53747"/>
                  <a:pt x="1706289" y="51958"/>
                </a:cubicBezTo>
                <a:cubicBezTo>
                  <a:pt x="1708835" y="50167"/>
                  <a:pt x="1711734" y="48838"/>
                  <a:pt x="1714984" y="47970"/>
                </a:cubicBezTo>
                <a:cubicBezTo>
                  <a:pt x="1718237" y="47102"/>
                  <a:pt x="1721596" y="46667"/>
                  <a:pt x="1725064" y="46667"/>
                </a:cubicBezTo>
                <a:cubicBezTo>
                  <a:pt x="1730373" y="46667"/>
                  <a:pt x="1735519" y="47852"/>
                  <a:pt x="1740503" y="50222"/>
                </a:cubicBezTo>
                <a:cubicBezTo>
                  <a:pt x="1745488" y="52589"/>
                  <a:pt x="1749228" y="55937"/>
                  <a:pt x="1751721" y="60264"/>
                </a:cubicBezTo>
                <a:lnTo>
                  <a:pt x="1743268" y="66603"/>
                </a:lnTo>
                <a:close/>
                <a:moveTo>
                  <a:pt x="1832993" y="80954"/>
                </a:moveTo>
                <a:cubicBezTo>
                  <a:pt x="1832667" y="73741"/>
                  <a:pt x="1830364" y="67758"/>
                  <a:pt x="1826083" y="63005"/>
                </a:cubicBezTo>
                <a:cubicBezTo>
                  <a:pt x="1821804" y="58251"/>
                  <a:pt x="1815709" y="55874"/>
                  <a:pt x="1807799" y="55874"/>
                </a:cubicBezTo>
                <a:cubicBezTo>
                  <a:pt x="1804115" y="55874"/>
                  <a:pt x="1800701" y="56557"/>
                  <a:pt x="1797558" y="57923"/>
                </a:cubicBezTo>
                <a:cubicBezTo>
                  <a:pt x="1794416" y="59288"/>
                  <a:pt x="1791653" y="61146"/>
                  <a:pt x="1789269" y="63496"/>
                </a:cubicBezTo>
                <a:cubicBezTo>
                  <a:pt x="1786885" y="65845"/>
                  <a:pt x="1784988" y="68523"/>
                  <a:pt x="1783580" y="71529"/>
                </a:cubicBezTo>
                <a:cubicBezTo>
                  <a:pt x="1782171" y="74533"/>
                  <a:pt x="1781358" y="77675"/>
                  <a:pt x="1781142" y="80954"/>
                </a:cubicBezTo>
                <a:lnTo>
                  <a:pt x="1832993" y="80954"/>
                </a:lnTo>
                <a:moveTo>
                  <a:pt x="1844208" y="84471"/>
                </a:moveTo>
                <a:cubicBezTo>
                  <a:pt x="1844208" y="85231"/>
                  <a:pt x="1844208" y="86046"/>
                  <a:pt x="1844208" y="86916"/>
                </a:cubicBezTo>
                <a:cubicBezTo>
                  <a:pt x="1844208" y="87784"/>
                  <a:pt x="1844154" y="88707"/>
                  <a:pt x="1844044" y="89684"/>
                </a:cubicBezTo>
                <a:lnTo>
                  <a:pt x="1780978" y="89684"/>
                </a:lnTo>
                <a:cubicBezTo>
                  <a:pt x="1781087" y="93475"/>
                  <a:pt x="1781845" y="97050"/>
                  <a:pt x="1783252" y="100408"/>
                </a:cubicBezTo>
                <a:cubicBezTo>
                  <a:pt x="1784661" y="103765"/>
                  <a:pt x="1786611" y="106689"/>
                  <a:pt x="1789103" y="109181"/>
                </a:cubicBezTo>
                <a:cubicBezTo>
                  <a:pt x="1791596" y="111671"/>
                  <a:pt x="1794522" y="113648"/>
                  <a:pt x="1797880" y="115111"/>
                </a:cubicBezTo>
                <a:cubicBezTo>
                  <a:pt x="1801240" y="116573"/>
                  <a:pt x="1804871" y="117304"/>
                  <a:pt x="1808773" y="117304"/>
                </a:cubicBezTo>
                <a:cubicBezTo>
                  <a:pt x="1814516" y="117304"/>
                  <a:pt x="1819473" y="115977"/>
                  <a:pt x="1823645" y="113323"/>
                </a:cubicBezTo>
                <a:cubicBezTo>
                  <a:pt x="1827816" y="110667"/>
                  <a:pt x="1830986" y="107606"/>
                  <a:pt x="1833154" y="104139"/>
                </a:cubicBezTo>
                <a:lnTo>
                  <a:pt x="1841443" y="110639"/>
                </a:lnTo>
                <a:cubicBezTo>
                  <a:pt x="1836892" y="116374"/>
                  <a:pt x="1831881" y="120479"/>
                  <a:pt x="1826408" y="122956"/>
                </a:cubicBezTo>
                <a:cubicBezTo>
                  <a:pt x="1820936" y="125431"/>
                  <a:pt x="1815058" y="126669"/>
                  <a:pt x="1808773" y="126669"/>
                </a:cubicBezTo>
                <a:cubicBezTo>
                  <a:pt x="1803138" y="126669"/>
                  <a:pt x="1797909" y="125666"/>
                  <a:pt x="1793086" y="123660"/>
                </a:cubicBezTo>
                <a:cubicBezTo>
                  <a:pt x="1788265" y="121655"/>
                  <a:pt x="1784120" y="118864"/>
                  <a:pt x="1780653" y="115287"/>
                </a:cubicBezTo>
                <a:cubicBezTo>
                  <a:pt x="1777186" y="111709"/>
                  <a:pt x="1774449" y="107481"/>
                  <a:pt x="1772443" y="102603"/>
                </a:cubicBezTo>
                <a:cubicBezTo>
                  <a:pt x="1770439" y="97726"/>
                  <a:pt x="1769437" y="92414"/>
                  <a:pt x="1769437" y="86668"/>
                </a:cubicBezTo>
                <a:cubicBezTo>
                  <a:pt x="1769437" y="80922"/>
                  <a:pt x="1770412" y="75611"/>
                  <a:pt x="1772362" y="70733"/>
                </a:cubicBezTo>
                <a:cubicBezTo>
                  <a:pt x="1774313" y="65855"/>
                  <a:pt x="1777022" y="61628"/>
                  <a:pt x="1780489" y="58052"/>
                </a:cubicBezTo>
                <a:cubicBezTo>
                  <a:pt x="1783958" y="54473"/>
                  <a:pt x="1788022" y="51682"/>
                  <a:pt x="1792682" y="49676"/>
                </a:cubicBezTo>
                <a:cubicBezTo>
                  <a:pt x="1797341" y="47670"/>
                  <a:pt x="1802380" y="46667"/>
                  <a:pt x="1807799" y="46667"/>
                </a:cubicBezTo>
                <a:cubicBezTo>
                  <a:pt x="1813758" y="46667"/>
                  <a:pt x="1819013" y="47673"/>
                  <a:pt x="1823563" y="49683"/>
                </a:cubicBezTo>
                <a:cubicBezTo>
                  <a:pt x="1828115" y="51692"/>
                  <a:pt x="1831908" y="54408"/>
                  <a:pt x="1834942" y="57831"/>
                </a:cubicBezTo>
                <a:cubicBezTo>
                  <a:pt x="1837976" y="61252"/>
                  <a:pt x="1840279" y="65243"/>
                  <a:pt x="1841849" y="69805"/>
                </a:cubicBezTo>
                <a:cubicBezTo>
                  <a:pt x="1843422" y="74367"/>
                  <a:pt x="1844208" y="79256"/>
                  <a:pt x="1844208" y="84471"/>
                </a:cubicBezTo>
                <a:close/>
                <a:moveTo>
                  <a:pt x="1963351" y="65954"/>
                </a:moveTo>
                <a:cubicBezTo>
                  <a:pt x="1961509" y="63027"/>
                  <a:pt x="1958827" y="60615"/>
                  <a:pt x="1955305" y="58719"/>
                </a:cubicBezTo>
                <a:cubicBezTo>
                  <a:pt x="1951783" y="56822"/>
                  <a:pt x="1947963" y="55874"/>
                  <a:pt x="1943846" y="55874"/>
                </a:cubicBezTo>
                <a:cubicBezTo>
                  <a:pt x="1939403" y="55874"/>
                  <a:pt x="1935394" y="56662"/>
                  <a:pt x="1931817" y="58238"/>
                </a:cubicBezTo>
                <a:cubicBezTo>
                  <a:pt x="1928241" y="59812"/>
                  <a:pt x="1925180" y="61984"/>
                  <a:pt x="1922633" y="64756"/>
                </a:cubicBezTo>
                <a:cubicBezTo>
                  <a:pt x="1920087" y="67525"/>
                  <a:pt x="1918137" y="70784"/>
                  <a:pt x="1916782" y="74533"/>
                </a:cubicBezTo>
                <a:cubicBezTo>
                  <a:pt x="1915428" y="78279"/>
                  <a:pt x="1914751" y="82325"/>
                  <a:pt x="1914751" y="86671"/>
                </a:cubicBezTo>
                <a:cubicBezTo>
                  <a:pt x="1914751" y="91016"/>
                  <a:pt x="1915428" y="95036"/>
                  <a:pt x="1916782" y="98729"/>
                </a:cubicBezTo>
                <a:cubicBezTo>
                  <a:pt x="1918137" y="102422"/>
                  <a:pt x="1920060" y="105653"/>
                  <a:pt x="1922551" y="108424"/>
                </a:cubicBezTo>
                <a:cubicBezTo>
                  <a:pt x="1925045" y="111194"/>
                  <a:pt x="1928079" y="113367"/>
                  <a:pt x="1931654" y="114942"/>
                </a:cubicBezTo>
                <a:cubicBezTo>
                  <a:pt x="1935230" y="116517"/>
                  <a:pt x="1939240" y="117304"/>
                  <a:pt x="1943683" y="117304"/>
                </a:cubicBezTo>
                <a:cubicBezTo>
                  <a:pt x="1948559" y="117304"/>
                  <a:pt x="1952676" y="116383"/>
                  <a:pt x="1956034" y="114541"/>
                </a:cubicBezTo>
                <a:cubicBezTo>
                  <a:pt x="1959394" y="112699"/>
                  <a:pt x="1962158" y="110315"/>
                  <a:pt x="1964325" y="107390"/>
                </a:cubicBezTo>
                <a:lnTo>
                  <a:pt x="1972614" y="113566"/>
                </a:lnTo>
                <a:cubicBezTo>
                  <a:pt x="1969363" y="117564"/>
                  <a:pt x="1965381" y="120748"/>
                  <a:pt x="1960667" y="123117"/>
                </a:cubicBezTo>
                <a:cubicBezTo>
                  <a:pt x="1955955" y="125485"/>
                  <a:pt x="1950293" y="126669"/>
                  <a:pt x="1943683" y="126669"/>
                </a:cubicBezTo>
                <a:cubicBezTo>
                  <a:pt x="1937505" y="126669"/>
                  <a:pt x="1931924" y="125666"/>
                  <a:pt x="1926939" y="123660"/>
                </a:cubicBezTo>
                <a:cubicBezTo>
                  <a:pt x="1921955" y="121655"/>
                  <a:pt x="1917703" y="118864"/>
                  <a:pt x="1914181" y="115287"/>
                </a:cubicBezTo>
                <a:cubicBezTo>
                  <a:pt x="1910660" y="111709"/>
                  <a:pt x="1907925" y="107481"/>
                  <a:pt x="1905974" y="102603"/>
                </a:cubicBezTo>
                <a:cubicBezTo>
                  <a:pt x="1904023" y="97726"/>
                  <a:pt x="1903047" y="92414"/>
                  <a:pt x="1903047" y="86668"/>
                </a:cubicBezTo>
                <a:cubicBezTo>
                  <a:pt x="1903047" y="80922"/>
                  <a:pt x="1904023" y="75611"/>
                  <a:pt x="1905974" y="70733"/>
                </a:cubicBezTo>
                <a:cubicBezTo>
                  <a:pt x="1907925" y="65855"/>
                  <a:pt x="1910660" y="61628"/>
                  <a:pt x="1914181" y="58052"/>
                </a:cubicBezTo>
                <a:cubicBezTo>
                  <a:pt x="1917703" y="54473"/>
                  <a:pt x="1921955" y="51682"/>
                  <a:pt x="1926939" y="49676"/>
                </a:cubicBezTo>
                <a:cubicBezTo>
                  <a:pt x="1931924" y="47670"/>
                  <a:pt x="1937505" y="46667"/>
                  <a:pt x="1943683" y="46667"/>
                </a:cubicBezTo>
                <a:cubicBezTo>
                  <a:pt x="1948775" y="46667"/>
                  <a:pt x="1953949" y="47771"/>
                  <a:pt x="1959204" y="49979"/>
                </a:cubicBezTo>
                <a:cubicBezTo>
                  <a:pt x="1964460" y="52186"/>
                  <a:pt x="1968714" y="55452"/>
                  <a:pt x="1971964" y="59775"/>
                </a:cubicBezTo>
                <a:lnTo>
                  <a:pt x="1963351" y="65954"/>
                </a:lnTo>
                <a:close/>
                <a:moveTo>
                  <a:pt x="2037794" y="75646"/>
                </a:moveTo>
                <a:cubicBezTo>
                  <a:pt x="2037794" y="69001"/>
                  <a:pt x="2036060" y="64045"/>
                  <a:pt x="2032593" y="60777"/>
                </a:cubicBezTo>
                <a:cubicBezTo>
                  <a:pt x="2029126" y="57508"/>
                  <a:pt x="2024087" y="55874"/>
                  <a:pt x="2017476" y="55874"/>
                </a:cubicBezTo>
                <a:cubicBezTo>
                  <a:pt x="2012926" y="55874"/>
                  <a:pt x="2008700" y="56687"/>
                  <a:pt x="2004797" y="58312"/>
                </a:cubicBezTo>
                <a:cubicBezTo>
                  <a:pt x="2000897" y="59937"/>
                  <a:pt x="1997592" y="62105"/>
                  <a:pt x="1994884" y="64815"/>
                </a:cubicBezTo>
                <a:lnTo>
                  <a:pt x="1988706" y="57501"/>
                </a:lnTo>
                <a:cubicBezTo>
                  <a:pt x="1991849" y="54371"/>
                  <a:pt x="1995994" y="51783"/>
                  <a:pt x="2001142" y="49738"/>
                </a:cubicBezTo>
                <a:cubicBezTo>
                  <a:pt x="2006289" y="47691"/>
                  <a:pt x="2012113" y="46667"/>
                  <a:pt x="2018615" y="46667"/>
                </a:cubicBezTo>
                <a:cubicBezTo>
                  <a:pt x="2022733" y="46667"/>
                  <a:pt x="2026580" y="47237"/>
                  <a:pt x="2030155" y="48376"/>
                </a:cubicBezTo>
                <a:cubicBezTo>
                  <a:pt x="2033731" y="49516"/>
                  <a:pt x="2036874" y="51224"/>
                  <a:pt x="2039582" y="53503"/>
                </a:cubicBezTo>
                <a:cubicBezTo>
                  <a:pt x="2042292" y="55780"/>
                  <a:pt x="2044405" y="58653"/>
                  <a:pt x="2045922" y="62124"/>
                </a:cubicBezTo>
                <a:cubicBezTo>
                  <a:pt x="2047439" y="65595"/>
                  <a:pt x="2048198" y="69662"/>
                  <a:pt x="2048198" y="74327"/>
                </a:cubicBezTo>
                <a:lnTo>
                  <a:pt x="2048198" y="107680"/>
                </a:lnTo>
                <a:cubicBezTo>
                  <a:pt x="2048198" y="110609"/>
                  <a:pt x="2048307" y="113646"/>
                  <a:pt x="2048523" y="116793"/>
                </a:cubicBezTo>
                <a:cubicBezTo>
                  <a:pt x="2048740" y="119938"/>
                  <a:pt x="2049065" y="122595"/>
                  <a:pt x="2049498" y="124764"/>
                </a:cubicBezTo>
                <a:lnTo>
                  <a:pt x="2039585" y="124764"/>
                </a:lnTo>
                <a:cubicBezTo>
                  <a:pt x="2039259" y="122914"/>
                  <a:pt x="2038988" y="120901"/>
                  <a:pt x="2038771" y="118725"/>
                </a:cubicBezTo>
                <a:cubicBezTo>
                  <a:pt x="2038555" y="116549"/>
                  <a:pt x="2038446" y="114427"/>
                  <a:pt x="2038446" y="112361"/>
                </a:cubicBezTo>
                <a:lnTo>
                  <a:pt x="2038119" y="112361"/>
                </a:lnTo>
                <a:cubicBezTo>
                  <a:pt x="2034652" y="117455"/>
                  <a:pt x="2030723" y="121113"/>
                  <a:pt x="2026333" y="123335"/>
                </a:cubicBezTo>
                <a:cubicBezTo>
                  <a:pt x="2021945" y="125558"/>
                  <a:pt x="2016663" y="126669"/>
                  <a:pt x="2010487" y="126669"/>
                </a:cubicBezTo>
                <a:cubicBezTo>
                  <a:pt x="2007560" y="126669"/>
                  <a:pt x="2004553" y="126263"/>
                  <a:pt x="2001464" y="125451"/>
                </a:cubicBezTo>
                <a:cubicBezTo>
                  <a:pt x="1998377" y="124639"/>
                  <a:pt x="1995560" y="123313"/>
                  <a:pt x="1993014" y="121473"/>
                </a:cubicBezTo>
                <a:cubicBezTo>
                  <a:pt x="1990468" y="119631"/>
                  <a:pt x="1988354" y="117248"/>
                  <a:pt x="1986675" y="114325"/>
                </a:cubicBezTo>
                <a:cubicBezTo>
                  <a:pt x="1984995" y="111400"/>
                  <a:pt x="1984155" y="107825"/>
                  <a:pt x="1984155" y="103600"/>
                </a:cubicBezTo>
                <a:cubicBezTo>
                  <a:pt x="1984155" y="97752"/>
                  <a:pt x="1985644" y="93122"/>
                  <a:pt x="1988624" y="89711"/>
                </a:cubicBezTo>
                <a:cubicBezTo>
                  <a:pt x="1991604" y="86300"/>
                  <a:pt x="1995586" y="83756"/>
                  <a:pt x="2000571" y="82077"/>
                </a:cubicBezTo>
                <a:cubicBezTo>
                  <a:pt x="2005556" y="80397"/>
                  <a:pt x="2011272" y="79314"/>
                  <a:pt x="2017719" y="78828"/>
                </a:cubicBezTo>
                <a:cubicBezTo>
                  <a:pt x="2024168" y="78340"/>
                  <a:pt x="2030859" y="78097"/>
                  <a:pt x="2037794" y="78097"/>
                </a:cubicBezTo>
                <a:lnTo>
                  <a:pt x="2037794" y="75646"/>
                </a:lnTo>
                <a:moveTo>
                  <a:pt x="2034542" y="86827"/>
                </a:moveTo>
                <a:cubicBezTo>
                  <a:pt x="2029992" y="86827"/>
                  <a:pt x="2025414" y="87016"/>
                  <a:pt x="2020807" y="87395"/>
                </a:cubicBezTo>
                <a:cubicBezTo>
                  <a:pt x="2016202" y="87772"/>
                  <a:pt x="2012030" y="88528"/>
                  <a:pt x="2008292" y="89664"/>
                </a:cubicBezTo>
                <a:cubicBezTo>
                  <a:pt x="2004555" y="90799"/>
                  <a:pt x="2001495" y="92446"/>
                  <a:pt x="1999110" y="94607"/>
                </a:cubicBezTo>
                <a:cubicBezTo>
                  <a:pt x="1996726" y="96768"/>
                  <a:pt x="1995534" y="99631"/>
                  <a:pt x="1995534" y="103196"/>
                </a:cubicBezTo>
                <a:cubicBezTo>
                  <a:pt x="1995534" y="105898"/>
                  <a:pt x="1996048" y="108167"/>
                  <a:pt x="1997076" y="110004"/>
                </a:cubicBezTo>
                <a:cubicBezTo>
                  <a:pt x="1998107" y="111841"/>
                  <a:pt x="1999488" y="113327"/>
                  <a:pt x="2001221" y="114461"/>
                </a:cubicBezTo>
                <a:cubicBezTo>
                  <a:pt x="2002955" y="115596"/>
                  <a:pt x="2004879" y="116406"/>
                  <a:pt x="2006992" y="116892"/>
                </a:cubicBezTo>
                <a:cubicBezTo>
                  <a:pt x="2009105" y="117378"/>
                  <a:pt x="2011246" y="117621"/>
                  <a:pt x="2013414" y="117621"/>
                </a:cubicBezTo>
                <a:cubicBezTo>
                  <a:pt x="2017314" y="117621"/>
                  <a:pt x="2020781" y="116946"/>
                  <a:pt x="2023816" y="115595"/>
                </a:cubicBezTo>
                <a:cubicBezTo>
                  <a:pt x="2026850" y="114244"/>
                  <a:pt x="2029396" y="112407"/>
                  <a:pt x="2031455" y="110084"/>
                </a:cubicBezTo>
                <a:cubicBezTo>
                  <a:pt x="2033513" y="107761"/>
                  <a:pt x="2035084" y="105087"/>
                  <a:pt x="2036167" y="102063"/>
                </a:cubicBezTo>
                <a:cubicBezTo>
                  <a:pt x="2037252" y="99037"/>
                  <a:pt x="2037794" y="95849"/>
                  <a:pt x="2037794" y="92499"/>
                </a:cubicBezTo>
                <a:lnTo>
                  <a:pt x="2037794" y="86827"/>
                </a:lnTo>
                <a:lnTo>
                  <a:pt x="2034542" y="86827"/>
                </a:lnTo>
                <a:close/>
                <a:moveTo>
                  <a:pt x="2117117" y="66603"/>
                </a:moveTo>
                <a:cubicBezTo>
                  <a:pt x="2115492" y="63460"/>
                  <a:pt x="2113027" y="60886"/>
                  <a:pt x="2109721" y="58882"/>
                </a:cubicBezTo>
                <a:cubicBezTo>
                  <a:pt x="2106416" y="56877"/>
                  <a:pt x="2102650" y="55874"/>
                  <a:pt x="2098424" y="55874"/>
                </a:cubicBezTo>
                <a:cubicBezTo>
                  <a:pt x="2096474" y="55874"/>
                  <a:pt x="2094524" y="56091"/>
                  <a:pt x="2092573" y="56526"/>
                </a:cubicBezTo>
                <a:cubicBezTo>
                  <a:pt x="2090622" y="56959"/>
                  <a:pt x="2088888" y="57665"/>
                  <a:pt x="2087370" y="58642"/>
                </a:cubicBezTo>
                <a:cubicBezTo>
                  <a:pt x="2085853" y="59617"/>
                  <a:pt x="2084635" y="60865"/>
                  <a:pt x="2083714" y="62385"/>
                </a:cubicBezTo>
                <a:cubicBezTo>
                  <a:pt x="2082793" y="63902"/>
                  <a:pt x="2082332" y="65692"/>
                  <a:pt x="2082332" y="67754"/>
                </a:cubicBezTo>
                <a:cubicBezTo>
                  <a:pt x="2082332" y="71336"/>
                  <a:pt x="2083795" y="74075"/>
                  <a:pt x="2086720" y="75974"/>
                </a:cubicBezTo>
                <a:cubicBezTo>
                  <a:pt x="2089646" y="77872"/>
                  <a:pt x="2094252" y="79472"/>
                  <a:pt x="2100537" y="80775"/>
                </a:cubicBezTo>
                <a:cubicBezTo>
                  <a:pt x="2109532" y="82619"/>
                  <a:pt x="2116169" y="85304"/>
                  <a:pt x="2120448" y="88831"/>
                </a:cubicBezTo>
                <a:cubicBezTo>
                  <a:pt x="2124729" y="92356"/>
                  <a:pt x="2126869" y="97102"/>
                  <a:pt x="2126869" y="103070"/>
                </a:cubicBezTo>
                <a:cubicBezTo>
                  <a:pt x="2126869" y="107410"/>
                  <a:pt x="2126029" y="111073"/>
                  <a:pt x="2124349" y="114057"/>
                </a:cubicBezTo>
                <a:cubicBezTo>
                  <a:pt x="2122670" y="117040"/>
                  <a:pt x="2120475" y="119481"/>
                  <a:pt x="2117765" y="121381"/>
                </a:cubicBezTo>
                <a:cubicBezTo>
                  <a:pt x="2115056" y="123279"/>
                  <a:pt x="2111996" y="124635"/>
                  <a:pt x="2108583" y="125449"/>
                </a:cubicBezTo>
                <a:cubicBezTo>
                  <a:pt x="2105170" y="126262"/>
                  <a:pt x="2101730" y="126669"/>
                  <a:pt x="2098263" y="126669"/>
                </a:cubicBezTo>
                <a:cubicBezTo>
                  <a:pt x="2092519" y="126669"/>
                  <a:pt x="2086937" y="125485"/>
                  <a:pt x="2081519" y="123117"/>
                </a:cubicBezTo>
                <a:cubicBezTo>
                  <a:pt x="2076102" y="120748"/>
                  <a:pt x="2071659" y="117023"/>
                  <a:pt x="2068190" y="111941"/>
                </a:cubicBezTo>
                <a:lnTo>
                  <a:pt x="2076968" y="105438"/>
                </a:lnTo>
                <a:cubicBezTo>
                  <a:pt x="2078919" y="108798"/>
                  <a:pt x="2081790" y="111616"/>
                  <a:pt x="2085581" y="113891"/>
                </a:cubicBezTo>
                <a:cubicBezTo>
                  <a:pt x="2089374" y="116166"/>
                  <a:pt x="2093547" y="117304"/>
                  <a:pt x="2098099" y="117304"/>
                </a:cubicBezTo>
                <a:cubicBezTo>
                  <a:pt x="2100483" y="117304"/>
                  <a:pt x="2102758" y="117087"/>
                  <a:pt x="2104925" y="116654"/>
                </a:cubicBezTo>
                <a:cubicBezTo>
                  <a:pt x="2107092" y="116219"/>
                  <a:pt x="2108989" y="115459"/>
                  <a:pt x="2110614" y="114374"/>
                </a:cubicBezTo>
                <a:cubicBezTo>
                  <a:pt x="2112239" y="113290"/>
                  <a:pt x="2113540" y="111907"/>
                  <a:pt x="2114515" y="110225"/>
                </a:cubicBezTo>
                <a:cubicBezTo>
                  <a:pt x="2115491" y="108542"/>
                  <a:pt x="2115979" y="106453"/>
                  <a:pt x="2115979" y="103958"/>
                </a:cubicBezTo>
                <a:cubicBezTo>
                  <a:pt x="2115979" y="99943"/>
                  <a:pt x="2114055" y="96932"/>
                  <a:pt x="2110207" y="94925"/>
                </a:cubicBezTo>
                <a:cubicBezTo>
                  <a:pt x="2106361" y="92917"/>
                  <a:pt x="2100808" y="91046"/>
                  <a:pt x="2093548" y="89310"/>
                </a:cubicBezTo>
                <a:cubicBezTo>
                  <a:pt x="2091273" y="88767"/>
                  <a:pt x="2088861" y="88089"/>
                  <a:pt x="2086313" y="87276"/>
                </a:cubicBezTo>
                <a:cubicBezTo>
                  <a:pt x="2083767" y="86462"/>
                  <a:pt x="2081410" y="85269"/>
                  <a:pt x="2079242" y="83697"/>
                </a:cubicBezTo>
                <a:cubicBezTo>
                  <a:pt x="2077076" y="82123"/>
                  <a:pt x="2075289" y="80142"/>
                  <a:pt x="2073880" y="77754"/>
                </a:cubicBezTo>
                <a:cubicBezTo>
                  <a:pt x="2072471" y="75367"/>
                  <a:pt x="2071767" y="72383"/>
                  <a:pt x="2071767" y="68803"/>
                </a:cubicBezTo>
                <a:cubicBezTo>
                  <a:pt x="2071767" y="64896"/>
                  <a:pt x="2072525" y="61559"/>
                  <a:pt x="2074041" y="58793"/>
                </a:cubicBezTo>
                <a:cubicBezTo>
                  <a:pt x="2075559" y="56025"/>
                  <a:pt x="2077591" y="53747"/>
                  <a:pt x="2080137" y="51958"/>
                </a:cubicBezTo>
                <a:cubicBezTo>
                  <a:pt x="2082684" y="50167"/>
                  <a:pt x="2085582" y="48838"/>
                  <a:pt x="2088833" y="47970"/>
                </a:cubicBezTo>
                <a:cubicBezTo>
                  <a:pt x="2092085" y="47102"/>
                  <a:pt x="2095445" y="46667"/>
                  <a:pt x="2098913" y="46667"/>
                </a:cubicBezTo>
                <a:cubicBezTo>
                  <a:pt x="2104222" y="46667"/>
                  <a:pt x="2109368" y="47852"/>
                  <a:pt x="2114352" y="50222"/>
                </a:cubicBezTo>
                <a:cubicBezTo>
                  <a:pt x="2119337" y="52589"/>
                  <a:pt x="2123076" y="55937"/>
                  <a:pt x="2125570" y="60264"/>
                </a:cubicBezTo>
                <a:lnTo>
                  <a:pt x="2117117" y="66603"/>
                </a:lnTo>
                <a:close/>
                <a:moveTo>
                  <a:pt x="2206840" y="80954"/>
                </a:moveTo>
                <a:cubicBezTo>
                  <a:pt x="2206514" y="73741"/>
                  <a:pt x="2204211" y="67758"/>
                  <a:pt x="2199930" y="63005"/>
                </a:cubicBezTo>
                <a:cubicBezTo>
                  <a:pt x="2195651" y="58251"/>
                  <a:pt x="2189557" y="55874"/>
                  <a:pt x="2181646" y="55874"/>
                </a:cubicBezTo>
                <a:cubicBezTo>
                  <a:pt x="2177962" y="55874"/>
                  <a:pt x="2174549" y="56557"/>
                  <a:pt x="2171406" y="57923"/>
                </a:cubicBezTo>
                <a:cubicBezTo>
                  <a:pt x="2168264" y="59288"/>
                  <a:pt x="2165501" y="61146"/>
                  <a:pt x="2163117" y="63496"/>
                </a:cubicBezTo>
                <a:cubicBezTo>
                  <a:pt x="2160732" y="65845"/>
                  <a:pt x="2158836" y="68523"/>
                  <a:pt x="2157427" y="71529"/>
                </a:cubicBezTo>
                <a:cubicBezTo>
                  <a:pt x="2156018" y="74533"/>
                  <a:pt x="2155206" y="77675"/>
                  <a:pt x="2154989" y="80954"/>
                </a:cubicBezTo>
                <a:lnTo>
                  <a:pt x="2206840" y="80954"/>
                </a:lnTo>
                <a:moveTo>
                  <a:pt x="2218056" y="84471"/>
                </a:moveTo>
                <a:cubicBezTo>
                  <a:pt x="2218056" y="85231"/>
                  <a:pt x="2218056" y="86046"/>
                  <a:pt x="2218056" y="86916"/>
                </a:cubicBezTo>
                <a:cubicBezTo>
                  <a:pt x="2218056" y="87784"/>
                  <a:pt x="2218001" y="88707"/>
                  <a:pt x="2217892" y="89684"/>
                </a:cubicBezTo>
                <a:lnTo>
                  <a:pt x="2154825" y="89684"/>
                </a:lnTo>
                <a:cubicBezTo>
                  <a:pt x="2154935" y="93475"/>
                  <a:pt x="2155693" y="97050"/>
                  <a:pt x="2157100" y="100408"/>
                </a:cubicBezTo>
                <a:cubicBezTo>
                  <a:pt x="2158509" y="103765"/>
                  <a:pt x="2160459" y="106689"/>
                  <a:pt x="2162951" y="109181"/>
                </a:cubicBezTo>
                <a:cubicBezTo>
                  <a:pt x="2165444" y="111671"/>
                  <a:pt x="2168370" y="113648"/>
                  <a:pt x="2171728" y="115111"/>
                </a:cubicBezTo>
                <a:cubicBezTo>
                  <a:pt x="2175088" y="116573"/>
                  <a:pt x="2178719" y="117304"/>
                  <a:pt x="2182621" y="117304"/>
                </a:cubicBezTo>
                <a:cubicBezTo>
                  <a:pt x="2188364" y="117304"/>
                  <a:pt x="2193321" y="115977"/>
                  <a:pt x="2197492" y="113323"/>
                </a:cubicBezTo>
                <a:cubicBezTo>
                  <a:pt x="2201664" y="110667"/>
                  <a:pt x="2204834" y="107606"/>
                  <a:pt x="2207001" y="104139"/>
                </a:cubicBezTo>
                <a:lnTo>
                  <a:pt x="2215290" y="110639"/>
                </a:lnTo>
                <a:cubicBezTo>
                  <a:pt x="2210740" y="116374"/>
                  <a:pt x="2205728" y="120479"/>
                  <a:pt x="2200255" y="122956"/>
                </a:cubicBezTo>
                <a:cubicBezTo>
                  <a:pt x="2194784" y="125431"/>
                  <a:pt x="2188906" y="126669"/>
                  <a:pt x="2182621" y="126669"/>
                </a:cubicBezTo>
                <a:cubicBezTo>
                  <a:pt x="2176986" y="126669"/>
                  <a:pt x="2171757" y="125666"/>
                  <a:pt x="2166934" y="123660"/>
                </a:cubicBezTo>
                <a:cubicBezTo>
                  <a:pt x="2162112" y="121655"/>
                  <a:pt x="2157968" y="118864"/>
                  <a:pt x="2154501" y="115287"/>
                </a:cubicBezTo>
                <a:cubicBezTo>
                  <a:pt x="2151033" y="111709"/>
                  <a:pt x="2148297" y="107481"/>
                  <a:pt x="2146291" y="102603"/>
                </a:cubicBezTo>
                <a:cubicBezTo>
                  <a:pt x="2144287" y="97726"/>
                  <a:pt x="2143285" y="92414"/>
                  <a:pt x="2143285" y="86668"/>
                </a:cubicBezTo>
                <a:cubicBezTo>
                  <a:pt x="2143285" y="80922"/>
                  <a:pt x="2144260" y="75611"/>
                  <a:pt x="2146209" y="70733"/>
                </a:cubicBezTo>
                <a:cubicBezTo>
                  <a:pt x="2148160" y="65855"/>
                  <a:pt x="2150870" y="61628"/>
                  <a:pt x="2154337" y="58052"/>
                </a:cubicBezTo>
                <a:cubicBezTo>
                  <a:pt x="2157806" y="54473"/>
                  <a:pt x="2161870" y="51682"/>
                  <a:pt x="2166530" y="49676"/>
                </a:cubicBezTo>
                <a:cubicBezTo>
                  <a:pt x="2171189" y="47670"/>
                  <a:pt x="2176228" y="46667"/>
                  <a:pt x="2181646" y="46667"/>
                </a:cubicBezTo>
                <a:cubicBezTo>
                  <a:pt x="2187605" y="46667"/>
                  <a:pt x="2192860" y="47673"/>
                  <a:pt x="2197410" y="49683"/>
                </a:cubicBezTo>
                <a:cubicBezTo>
                  <a:pt x="2201962" y="51692"/>
                  <a:pt x="2205756" y="54408"/>
                  <a:pt x="2208790" y="57831"/>
                </a:cubicBezTo>
                <a:cubicBezTo>
                  <a:pt x="2211824" y="61252"/>
                  <a:pt x="2214126" y="65243"/>
                  <a:pt x="2215697" y="69805"/>
                </a:cubicBezTo>
                <a:cubicBezTo>
                  <a:pt x="2217269" y="74367"/>
                  <a:pt x="2218056" y="79256"/>
                  <a:pt x="2218056" y="84471"/>
                </a:cubicBezTo>
                <a:close/>
                <a:moveTo>
                  <a:pt x="2282260" y="66603"/>
                </a:moveTo>
                <a:cubicBezTo>
                  <a:pt x="2280634" y="63460"/>
                  <a:pt x="2278169" y="60886"/>
                  <a:pt x="2274864" y="58882"/>
                </a:cubicBezTo>
                <a:cubicBezTo>
                  <a:pt x="2271559" y="56877"/>
                  <a:pt x="2267793" y="55874"/>
                  <a:pt x="2263567" y="55874"/>
                </a:cubicBezTo>
                <a:cubicBezTo>
                  <a:pt x="2261617" y="55874"/>
                  <a:pt x="2259667" y="56091"/>
                  <a:pt x="2257716" y="56526"/>
                </a:cubicBezTo>
                <a:cubicBezTo>
                  <a:pt x="2255765" y="56959"/>
                  <a:pt x="2254030" y="57665"/>
                  <a:pt x="2252512" y="58642"/>
                </a:cubicBezTo>
                <a:cubicBezTo>
                  <a:pt x="2250996" y="59617"/>
                  <a:pt x="2249777" y="60865"/>
                  <a:pt x="2248856" y="62385"/>
                </a:cubicBezTo>
                <a:cubicBezTo>
                  <a:pt x="2247936" y="63902"/>
                  <a:pt x="2247475" y="65692"/>
                  <a:pt x="2247475" y="67754"/>
                </a:cubicBezTo>
                <a:cubicBezTo>
                  <a:pt x="2247475" y="71336"/>
                  <a:pt x="2248938" y="74075"/>
                  <a:pt x="2251862" y="75974"/>
                </a:cubicBezTo>
                <a:cubicBezTo>
                  <a:pt x="2254789" y="77872"/>
                  <a:pt x="2259395" y="79472"/>
                  <a:pt x="2265680" y="80775"/>
                </a:cubicBezTo>
                <a:cubicBezTo>
                  <a:pt x="2274675" y="82619"/>
                  <a:pt x="2281312" y="85304"/>
                  <a:pt x="2285591" y="88831"/>
                </a:cubicBezTo>
                <a:cubicBezTo>
                  <a:pt x="2289872" y="92356"/>
                  <a:pt x="2292012" y="97102"/>
                  <a:pt x="2292012" y="103070"/>
                </a:cubicBezTo>
                <a:cubicBezTo>
                  <a:pt x="2292012" y="107410"/>
                  <a:pt x="2291172" y="111073"/>
                  <a:pt x="2289492" y="114057"/>
                </a:cubicBezTo>
                <a:cubicBezTo>
                  <a:pt x="2287812" y="117040"/>
                  <a:pt x="2285617" y="119481"/>
                  <a:pt x="2282907" y="121381"/>
                </a:cubicBezTo>
                <a:cubicBezTo>
                  <a:pt x="2280199" y="123279"/>
                  <a:pt x="2277138" y="124635"/>
                  <a:pt x="2273725" y="125449"/>
                </a:cubicBezTo>
                <a:cubicBezTo>
                  <a:pt x="2270313" y="126262"/>
                  <a:pt x="2266873" y="126669"/>
                  <a:pt x="2263405" y="126669"/>
                </a:cubicBezTo>
                <a:cubicBezTo>
                  <a:pt x="2257661" y="126669"/>
                  <a:pt x="2252080" y="125485"/>
                  <a:pt x="2246662" y="123117"/>
                </a:cubicBezTo>
                <a:cubicBezTo>
                  <a:pt x="2241245" y="120748"/>
                  <a:pt x="2236802" y="117023"/>
                  <a:pt x="2233333" y="111941"/>
                </a:cubicBezTo>
                <a:lnTo>
                  <a:pt x="2242110" y="105438"/>
                </a:lnTo>
                <a:cubicBezTo>
                  <a:pt x="2244061" y="108798"/>
                  <a:pt x="2246933" y="111616"/>
                  <a:pt x="2250724" y="113891"/>
                </a:cubicBezTo>
                <a:cubicBezTo>
                  <a:pt x="2254517" y="116166"/>
                  <a:pt x="2258690" y="117304"/>
                  <a:pt x="2263242" y="117304"/>
                </a:cubicBezTo>
                <a:cubicBezTo>
                  <a:pt x="2265626" y="117304"/>
                  <a:pt x="2267901" y="117087"/>
                  <a:pt x="2270067" y="116654"/>
                </a:cubicBezTo>
                <a:cubicBezTo>
                  <a:pt x="2272235" y="116219"/>
                  <a:pt x="2274131" y="115459"/>
                  <a:pt x="2275757" y="114374"/>
                </a:cubicBezTo>
                <a:cubicBezTo>
                  <a:pt x="2277382" y="113290"/>
                  <a:pt x="2278683" y="111907"/>
                  <a:pt x="2279658" y="110225"/>
                </a:cubicBezTo>
                <a:cubicBezTo>
                  <a:pt x="2280634" y="108542"/>
                  <a:pt x="2281121" y="106453"/>
                  <a:pt x="2281121" y="103958"/>
                </a:cubicBezTo>
                <a:cubicBezTo>
                  <a:pt x="2281121" y="99943"/>
                  <a:pt x="2279198" y="96932"/>
                  <a:pt x="2275350" y="94925"/>
                </a:cubicBezTo>
                <a:cubicBezTo>
                  <a:pt x="2271504" y="92917"/>
                  <a:pt x="2265951" y="91046"/>
                  <a:pt x="2258690" y="89310"/>
                </a:cubicBezTo>
                <a:cubicBezTo>
                  <a:pt x="2256415" y="88767"/>
                  <a:pt x="2254004" y="88089"/>
                  <a:pt x="2251456" y="87276"/>
                </a:cubicBezTo>
                <a:cubicBezTo>
                  <a:pt x="2248909" y="86462"/>
                  <a:pt x="2246552" y="85269"/>
                  <a:pt x="2244385" y="83697"/>
                </a:cubicBezTo>
                <a:cubicBezTo>
                  <a:pt x="2242219" y="82123"/>
                  <a:pt x="2240431" y="80142"/>
                  <a:pt x="2239022" y="77754"/>
                </a:cubicBezTo>
                <a:cubicBezTo>
                  <a:pt x="2237614" y="75367"/>
                  <a:pt x="2236909" y="72383"/>
                  <a:pt x="2236909" y="68803"/>
                </a:cubicBezTo>
                <a:cubicBezTo>
                  <a:pt x="2236909" y="64896"/>
                  <a:pt x="2237667" y="61559"/>
                  <a:pt x="2239184" y="58793"/>
                </a:cubicBezTo>
                <a:cubicBezTo>
                  <a:pt x="2240702" y="56025"/>
                  <a:pt x="2242734" y="53747"/>
                  <a:pt x="2245280" y="51958"/>
                </a:cubicBezTo>
                <a:cubicBezTo>
                  <a:pt x="2247826" y="50167"/>
                  <a:pt x="2250725" y="48838"/>
                  <a:pt x="2253976" y="47970"/>
                </a:cubicBezTo>
                <a:cubicBezTo>
                  <a:pt x="2257228" y="47102"/>
                  <a:pt x="2260588" y="46667"/>
                  <a:pt x="2264055" y="46667"/>
                </a:cubicBezTo>
                <a:cubicBezTo>
                  <a:pt x="2269364" y="46667"/>
                  <a:pt x="2274511" y="47852"/>
                  <a:pt x="2279494" y="50222"/>
                </a:cubicBezTo>
                <a:cubicBezTo>
                  <a:pt x="2284480" y="52589"/>
                  <a:pt x="2288219" y="55937"/>
                  <a:pt x="2290712" y="60264"/>
                </a:cubicBezTo>
                <a:lnTo>
                  <a:pt x="2282260" y="666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7" name="Text enhanceyourdevice’sstylewhilekeepingitlightweight">
            <a:extLst xmlns:a="http://schemas.openxmlformats.org/drawingml/2006/main">
              <a:ext uri="{FF2B5EF4-FFF2-40B4-BE49-F238E27FC236}">
                <a16:creationId xmlns:a16="http://schemas.microsoft.com/office/drawing/2014/main" id="{D5D2A382-0B79-4E01-9D86-9F18EDA6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9453" y="3982568"/>
            <a:ext cx="4094283" cy="162007"/>
          </a:xfrm>
          <a:custGeom xmlns:a="http://schemas.openxmlformats.org/drawingml/2006/main">
            <a:pathLst>
              <a:path w="4094283" h="162007">
                <a:moveTo>
                  <a:pt x="63555" y="79148"/>
                </a:moveTo>
                <a:cubicBezTo>
                  <a:pt x="63229" y="71936"/>
                  <a:pt x="60926" y="65953"/>
                  <a:pt x="56645" y="61199"/>
                </a:cubicBezTo>
                <a:cubicBezTo>
                  <a:pt x="52366" y="56445"/>
                  <a:pt x="46271" y="54068"/>
                  <a:pt x="38361" y="54068"/>
                </a:cubicBezTo>
                <a:cubicBezTo>
                  <a:pt x="34677" y="54068"/>
                  <a:pt x="31264" y="54751"/>
                  <a:pt x="28121" y="56117"/>
                </a:cubicBezTo>
                <a:cubicBezTo>
                  <a:pt x="24979" y="57483"/>
                  <a:pt x="22216" y="59340"/>
                  <a:pt x="19832" y="61690"/>
                </a:cubicBezTo>
                <a:cubicBezTo>
                  <a:pt x="17447" y="64040"/>
                  <a:pt x="15551" y="66717"/>
                  <a:pt x="14142" y="69723"/>
                </a:cubicBezTo>
                <a:cubicBezTo>
                  <a:pt x="12733" y="72728"/>
                  <a:pt x="11921" y="75869"/>
                  <a:pt x="11704" y="79148"/>
                </a:cubicBezTo>
                <a:lnTo>
                  <a:pt x="63555" y="79148"/>
                </a:lnTo>
                <a:moveTo>
                  <a:pt x="74771" y="82665"/>
                </a:moveTo>
                <a:cubicBezTo>
                  <a:pt x="74771" y="83426"/>
                  <a:pt x="74771" y="84241"/>
                  <a:pt x="74771" y="85111"/>
                </a:cubicBezTo>
                <a:cubicBezTo>
                  <a:pt x="74771" y="85979"/>
                  <a:pt x="74716" y="86901"/>
                  <a:pt x="74607" y="87878"/>
                </a:cubicBezTo>
                <a:lnTo>
                  <a:pt x="11540" y="87878"/>
                </a:lnTo>
                <a:cubicBezTo>
                  <a:pt x="11650" y="91670"/>
                  <a:pt x="12408" y="95245"/>
                  <a:pt x="13815" y="98603"/>
                </a:cubicBezTo>
                <a:cubicBezTo>
                  <a:pt x="15223" y="101959"/>
                  <a:pt x="17174" y="104884"/>
                  <a:pt x="19666" y="107375"/>
                </a:cubicBezTo>
                <a:cubicBezTo>
                  <a:pt x="22159" y="109865"/>
                  <a:pt x="25085" y="111842"/>
                  <a:pt x="28443" y="113306"/>
                </a:cubicBezTo>
                <a:cubicBezTo>
                  <a:pt x="31803" y="114767"/>
                  <a:pt x="35434" y="115498"/>
                  <a:pt x="39336" y="115498"/>
                </a:cubicBezTo>
                <a:cubicBezTo>
                  <a:pt x="45078" y="115498"/>
                  <a:pt x="50036" y="114171"/>
                  <a:pt x="54207" y="111517"/>
                </a:cubicBezTo>
                <a:cubicBezTo>
                  <a:pt x="58379" y="108862"/>
                  <a:pt x="61549" y="105800"/>
                  <a:pt x="63716" y="102333"/>
                </a:cubicBezTo>
                <a:lnTo>
                  <a:pt x="72005" y="108834"/>
                </a:lnTo>
                <a:cubicBezTo>
                  <a:pt x="67455" y="114568"/>
                  <a:pt x="62443" y="118674"/>
                  <a:pt x="56970" y="121150"/>
                </a:cubicBezTo>
                <a:cubicBezTo>
                  <a:pt x="51499" y="123626"/>
                  <a:pt x="45621" y="124863"/>
                  <a:pt x="39336" y="124863"/>
                </a:cubicBezTo>
                <a:cubicBezTo>
                  <a:pt x="33701" y="124863"/>
                  <a:pt x="28472" y="123860"/>
                  <a:pt x="23649" y="121855"/>
                </a:cubicBezTo>
                <a:cubicBezTo>
                  <a:pt x="18827" y="119849"/>
                  <a:pt x="14683" y="117058"/>
                  <a:pt x="11215" y="113482"/>
                </a:cubicBezTo>
                <a:cubicBezTo>
                  <a:pt x="7748" y="109904"/>
                  <a:pt x="5012" y="105676"/>
                  <a:pt x="3006" y="100798"/>
                </a:cubicBezTo>
                <a:cubicBezTo>
                  <a:pt x="1002" y="95920"/>
                  <a:pt x="0" y="90608"/>
                  <a:pt x="0" y="84863"/>
                </a:cubicBezTo>
                <a:cubicBezTo>
                  <a:pt x="0" y="79117"/>
                  <a:pt x="975" y="73805"/>
                  <a:pt x="2924" y="68927"/>
                </a:cubicBezTo>
                <a:cubicBezTo>
                  <a:pt x="4875" y="64050"/>
                  <a:pt x="7584" y="59822"/>
                  <a:pt x="11052" y="56246"/>
                </a:cubicBezTo>
                <a:cubicBezTo>
                  <a:pt x="14521" y="52668"/>
                  <a:pt x="18585" y="49876"/>
                  <a:pt x="23244" y="47870"/>
                </a:cubicBezTo>
                <a:cubicBezTo>
                  <a:pt x="27904" y="45865"/>
                  <a:pt x="32943" y="44862"/>
                  <a:pt x="38361" y="44862"/>
                </a:cubicBezTo>
                <a:cubicBezTo>
                  <a:pt x="44320" y="44862"/>
                  <a:pt x="49575" y="45867"/>
                  <a:pt x="54125" y="47878"/>
                </a:cubicBezTo>
                <a:cubicBezTo>
                  <a:pt x="58677" y="49887"/>
                  <a:pt x="62470" y="52603"/>
                  <a:pt x="65505" y="56025"/>
                </a:cubicBezTo>
                <a:cubicBezTo>
                  <a:pt x="68539" y="59446"/>
                  <a:pt x="70841" y="63438"/>
                  <a:pt x="72412" y="68000"/>
                </a:cubicBezTo>
                <a:cubicBezTo>
                  <a:pt x="73984" y="72562"/>
                  <a:pt x="74771" y="77450"/>
                  <a:pt x="74771" y="82665"/>
                </a:cubicBezTo>
                <a:close/>
                <a:moveTo>
                  <a:pt x="108416" y="46826"/>
                </a:moveTo>
                <a:cubicBezTo>
                  <a:pt x="108633" y="48885"/>
                  <a:pt x="108795" y="51161"/>
                  <a:pt x="108902" y="53654"/>
                </a:cubicBezTo>
                <a:cubicBezTo>
                  <a:pt x="109011" y="56146"/>
                  <a:pt x="109066" y="58205"/>
                  <a:pt x="109066" y="59830"/>
                </a:cubicBezTo>
                <a:lnTo>
                  <a:pt x="109391" y="59830"/>
                </a:lnTo>
                <a:cubicBezTo>
                  <a:pt x="111559" y="55382"/>
                  <a:pt x="115081" y="51776"/>
                  <a:pt x="119957" y="49011"/>
                </a:cubicBezTo>
                <a:cubicBezTo>
                  <a:pt x="124833" y="46245"/>
                  <a:pt x="129980" y="44862"/>
                  <a:pt x="135398" y="44862"/>
                </a:cubicBezTo>
                <a:cubicBezTo>
                  <a:pt x="145041" y="44862"/>
                  <a:pt x="152274" y="47736"/>
                  <a:pt x="157095" y="53486"/>
                </a:cubicBezTo>
                <a:cubicBezTo>
                  <a:pt x="161918" y="59235"/>
                  <a:pt x="164330" y="66827"/>
                  <a:pt x="164330" y="76264"/>
                </a:cubicBezTo>
                <a:lnTo>
                  <a:pt x="164330" y="122958"/>
                </a:lnTo>
                <a:lnTo>
                  <a:pt x="153278" y="122958"/>
                </a:lnTo>
                <a:lnTo>
                  <a:pt x="153278" y="80778"/>
                </a:lnTo>
                <a:cubicBezTo>
                  <a:pt x="153278" y="76760"/>
                  <a:pt x="152953" y="73123"/>
                  <a:pt x="152303" y="69867"/>
                </a:cubicBezTo>
                <a:cubicBezTo>
                  <a:pt x="151654" y="66610"/>
                  <a:pt x="150542" y="63814"/>
                  <a:pt x="148970" y="61479"/>
                </a:cubicBezTo>
                <a:cubicBezTo>
                  <a:pt x="147399" y="59145"/>
                  <a:pt x="145286" y="57326"/>
                  <a:pt x="142631" y="56023"/>
                </a:cubicBezTo>
                <a:cubicBezTo>
                  <a:pt x="139977" y="54720"/>
                  <a:pt x="136645" y="54068"/>
                  <a:pt x="132635" y="54068"/>
                </a:cubicBezTo>
                <a:cubicBezTo>
                  <a:pt x="129710" y="54068"/>
                  <a:pt x="126866" y="54666"/>
                  <a:pt x="124101" y="55862"/>
                </a:cubicBezTo>
                <a:cubicBezTo>
                  <a:pt x="121338" y="57055"/>
                  <a:pt x="118873" y="58874"/>
                  <a:pt x="116705" y="61318"/>
                </a:cubicBezTo>
                <a:cubicBezTo>
                  <a:pt x="114539" y="63760"/>
                  <a:pt x="112805" y="66854"/>
                  <a:pt x="111504" y="70599"/>
                </a:cubicBezTo>
                <a:cubicBezTo>
                  <a:pt x="110204" y="74344"/>
                  <a:pt x="109555" y="78769"/>
                  <a:pt x="109555" y="83873"/>
                </a:cubicBezTo>
                <a:lnTo>
                  <a:pt x="109555" y="122958"/>
                </a:lnTo>
                <a:lnTo>
                  <a:pt x="98500" y="122958"/>
                </a:lnTo>
                <a:lnTo>
                  <a:pt x="98500" y="63573"/>
                </a:lnTo>
                <a:cubicBezTo>
                  <a:pt x="98500" y="61511"/>
                  <a:pt x="98446" y="58854"/>
                  <a:pt x="98337" y="55604"/>
                </a:cubicBezTo>
                <a:cubicBezTo>
                  <a:pt x="98229" y="52353"/>
                  <a:pt x="98067" y="49427"/>
                  <a:pt x="97851" y="46826"/>
                </a:cubicBezTo>
                <a:lnTo>
                  <a:pt x="108416" y="46826"/>
                </a:lnTo>
                <a:close/>
                <a:moveTo>
                  <a:pt x="204642" y="59341"/>
                </a:moveTo>
                <a:cubicBezTo>
                  <a:pt x="206701" y="54895"/>
                  <a:pt x="210113" y="51371"/>
                  <a:pt x="214880" y="48768"/>
                </a:cubicBezTo>
                <a:cubicBezTo>
                  <a:pt x="219649" y="46164"/>
                  <a:pt x="224742" y="44862"/>
                  <a:pt x="230161" y="44862"/>
                </a:cubicBezTo>
                <a:cubicBezTo>
                  <a:pt x="239804" y="44862"/>
                  <a:pt x="247036" y="47736"/>
                  <a:pt x="251858" y="53486"/>
                </a:cubicBezTo>
                <a:cubicBezTo>
                  <a:pt x="256681" y="59235"/>
                  <a:pt x="259092" y="66827"/>
                  <a:pt x="259092" y="76264"/>
                </a:cubicBezTo>
                <a:lnTo>
                  <a:pt x="259092" y="122958"/>
                </a:lnTo>
                <a:lnTo>
                  <a:pt x="248041" y="122958"/>
                </a:lnTo>
                <a:lnTo>
                  <a:pt x="248041" y="80778"/>
                </a:lnTo>
                <a:cubicBezTo>
                  <a:pt x="248041" y="76760"/>
                  <a:pt x="247716" y="73123"/>
                  <a:pt x="247066" y="69867"/>
                </a:cubicBezTo>
                <a:cubicBezTo>
                  <a:pt x="246416" y="66610"/>
                  <a:pt x="245305" y="63814"/>
                  <a:pt x="243732" y="61479"/>
                </a:cubicBezTo>
                <a:cubicBezTo>
                  <a:pt x="242162" y="59145"/>
                  <a:pt x="240048" y="57326"/>
                  <a:pt x="237393" y="56023"/>
                </a:cubicBezTo>
                <a:cubicBezTo>
                  <a:pt x="234739" y="54720"/>
                  <a:pt x="231407" y="54068"/>
                  <a:pt x="227398" y="54068"/>
                </a:cubicBezTo>
                <a:cubicBezTo>
                  <a:pt x="224473" y="54068"/>
                  <a:pt x="221628" y="54666"/>
                  <a:pt x="218863" y="55862"/>
                </a:cubicBezTo>
                <a:cubicBezTo>
                  <a:pt x="216100" y="57055"/>
                  <a:pt x="213635" y="58874"/>
                  <a:pt x="211467" y="61318"/>
                </a:cubicBezTo>
                <a:cubicBezTo>
                  <a:pt x="209301" y="63760"/>
                  <a:pt x="207568" y="66854"/>
                  <a:pt x="206266" y="70599"/>
                </a:cubicBezTo>
                <a:cubicBezTo>
                  <a:pt x="204967" y="74344"/>
                  <a:pt x="204317" y="78769"/>
                  <a:pt x="204317" y="83873"/>
                </a:cubicBezTo>
                <a:lnTo>
                  <a:pt x="204317" y="122958"/>
                </a:lnTo>
                <a:lnTo>
                  <a:pt x="193263" y="122958"/>
                </a:lnTo>
                <a:lnTo>
                  <a:pt x="193263" y="0"/>
                </a:lnTo>
                <a:lnTo>
                  <a:pt x="204317" y="0"/>
                </a:lnTo>
                <a:lnTo>
                  <a:pt x="204317" y="59341"/>
                </a:lnTo>
                <a:lnTo>
                  <a:pt x="204642" y="59341"/>
                </a:lnTo>
                <a:close/>
                <a:moveTo>
                  <a:pt x="335650" y="73841"/>
                </a:moveTo>
                <a:cubicBezTo>
                  <a:pt x="335650" y="67195"/>
                  <a:pt x="333916" y="62239"/>
                  <a:pt x="330449" y="58972"/>
                </a:cubicBezTo>
                <a:cubicBezTo>
                  <a:pt x="326982" y="55703"/>
                  <a:pt x="321943" y="54068"/>
                  <a:pt x="315332" y="54068"/>
                </a:cubicBezTo>
                <a:cubicBezTo>
                  <a:pt x="310782" y="54068"/>
                  <a:pt x="306556" y="54881"/>
                  <a:pt x="302653" y="56506"/>
                </a:cubicBezTo>
                <a:cubicBezTo>
                  <a:pt x="298753" y="58132"/>
                  <a:pt x="295448" y="60299"/>
                  <a:pt x="292740" y="63010"/>
                </a:cubicBezTo>
                <a:lnTo>
                  <a:pt x="286562" y="55695"/>
                </a:lnTo>
                <a:cubicBezTo>
                  <a:pt x="289705" y="52565"/>
                  <a:pt x="293850" y="49978"/>
                  <a:pt x="298998" y="47932"/>
                </a:cubicBezTo>
                <a:cubicBezTo>
                  <a:pt x="304145" y="45885"/>
                  <a:pt x="309969" y="44862"/>
                  <a:pt x="316471" y="44862"/>
                </a:cubicBezTo>
                <a:cubicBezTo>
                  <a:pt x="320589" y="44862"/>
                  <a:pt x="324436" y="45431"/>
                  <a:pt x="328011" y="46571"/>
                </a:cubicBezTo>
                <a:cubicBezTo>
                  <a:pt x="331587" y="47710"/>
                  <a:pt x="334730" y="49419"/>
                  <a:pt x="337438" y="51697"/>
                </a:cubicBezTo>
                <a:cubicBezTo>
                  <a:pt x="340148" y="53974"/>
                  <a:pt x="342261" y="56848"/>
                  <a:pt x="343778" y="60318"/>
                </a:cubicBezTo>
                <a:cubicBezTo>
                  <a:pt x="345296" y="63789"/>
                  <a:pt x="346054" y="67857"/>
                  <a:pt x="346054" y="72521"/>
                </a:cubicBezTo>
                <a:lnTo>
                  <a:pt x="346054" y="105875"/>
                </a:lnTo>
                <a:cubicBezTo>
                  <a:pt x="346054" y="108803"/>
                  <a:pt x="346163" y="111841"/>
                  <a:pt x="346379" y="114987"/>
                </a:cubicBezTo>
                <a:cubicBezTo>
                  <a:pt x="346596" y="118132"/>
                  <a:pt x="346921" y="120789"/>
                  <a:pt x="347354" y="122958"/>
                </a:cubicBezTo>
                <a:lnTo>
                  <a:pt x="337441" y="122958"/>
                </a:lnTo>
                <a:cubicBezTo>
                  <a:pt x="337115" y="121108"/>
                  <a:pt x="336844" y="119095"/>
                  <a:pt x="336627" y="116919"/>
                </a:cubicBezTo>
                <a:cubicBezTo>
                  <a:pt x="336411" y="114743"/>
                  <a:pt x="336302" y="112622"/>
                  <a:pt x="336302" y="110555"/>
                </a:cubicBezTo>
                <a:lnTo>
                  <a:pt x="335975" y="110555"/>
                </a:lnTo>
                <a:cubicBezTo>
                  <a:pt x="332508" y="115649"/>
                  <a:pt x="328579" y="119308"/>
                  <a:pt x="324189" y="121530"/>
                </a:cubicBezTo>
                <a:cubicBezTo>
                  <a:pt x="319801" y="123752"/>
                  <a:pt x="314519" y="124863"/>
                  <a:pt x="308343" y="124863"/>
                </a:cubicBezTo>
                <a:cubicBezTo>
                  <a:pt x="305416" y="124863"/>
                  <a:pt x="302409" y="124457"/>
                  <a:pt x="299320" y="123645"/>
                </a:cubicBezTo>
                <a:cubicBezTo>
                  <a:pt x="296233" y="122834"/>
                  <a:pt x="293416" y="121508"/>
                  <a:pt x="290870" y="119667"/>
                </a:cubicBezTo>
                <a:cubicBezTo>
                  <a:pt x="288324" y="117825"/>
                  <a:pt x="286211" y="115443"/>
                  <a:pt x="284531" y="112519"/>
                </a:cubicBezTo>
                <a:cubicBezTo>
                  <a:pt x="282851" y="109594"/>
                  <a:pt x="282011" y="106020"/>
                  <a:pt x="282011" y="101795"/>
                </a:cubicBezTo>
                <a:cubicBezTo>
                  <a:pt x="282011" y="95947"/>
                  <a:pt x="283500" y="91317"/>
                  <a:pt x="286480" y="87906"/>
                </a:cubicBezTo>
                <a:cubicBezTo>
                  <a:pt x="289460" y="84495"/>
                  <a:pt x="293442" y="81950"/>
                  <a:pt x="298427" y="80272"/>
                </a:cubicBezTo>
                <a:cubicBezTo>
                  <a:pt x="303412" y="78592"/>
                  <a:pt x="309128" y="77509"/>
                  <a:pt x="315575" y="77023"/>
                </a:cubicBezTo>
                <a:cubicBezTo>
                  <a:pt x="322024" y="76535"/>
                  <a:pt x="328715" y="76291"/>
                  <a:pt x="335650" y="76291"/>
                </a:cubicBezTo>
                <a:lnTo>
                  <a:pt x="335650" y="73841"/>
                </a:lnTo>
                <a:moveTo>
                  <a:pt x="332398" y="85021"/>
                </a:moveTo>
                <a:cubicBezTo>
                  <a:pt x="327848" y="85021"/>
                  <a:pt x="323270" y="85211"/>
                  <a:pt x="318663" y="85589"/>
                </a:cubicBezTo>
                <a:cubicBezTo>
                  <a:pt x="314058" y="85966"/>
                  <a:pt x="309887" y="86723"/>
                  <a:pt x="306148" y="87859"/>
                </a:cubicBezTo>
                <a:cubicBezTo>
                  <a:pt x="302411" y="88993"/>
                  <a:pt x="299351" y="90641"/>
                  <a:pt x="296966" y="92802"/>
                </a:cubicBezTo>
                <a:cubicBezTo>
                  <a:pt x="294582" y="94963"/>
                  <a:pt x="293390" y="97826"/>
                  <a:pt x="293390" y="101391"/>
                </a:cubicBezTo>
                <a:cubicBezTo>
                  <a:pt x="293390" y="104092"/>
                  <a:pt x="293904" y="106362"/>
                  <a:pt x="294933" y="108199"/>
                </a:cubicBezTo>
                <a:cubicBezTo>
                  <a:pt x="295963" y="110036"/>
                  <a:pt x="297344" y="111521"/>
                  <a:pt x="299077" y="112656"/>
                </a:cubicBezTo>
                <a:cubicBezTo>
                  <a:pt x="300811" y="113790"/>
                  <a:pt x="302735" y="114600"/>
                  <a:pt x="304848" y="115086"/>
                </a:cubicBezTo>
                <a:cubicBezTo>
                  <a:pt x="306962" y="115572"/>
                  <a:pt x="309102" y="115815"/>
                  <a:pt x="311270" y="115815"/>
                </a:cubicBezTo>
                <a:cubicBezTo>
                  <a:pt x="315170" y="115815"/>
                  <a:pt x="318638" y="115140"/>
                  <a:pt x="321672" y="113789"/>
                </a:cubicBezTo>
                <a:cubicBezTo>
                  <a:pt x="324706" y="112438"/>
                  <a:pt x="327252" y="110601"/>
                  <a:pt x="329311" y="108278"/>
                </a:cubicBezTo>
                <a:cubicBezTo>
                  <a:pt x="331369" y="105955"/>
                  <a:pt x="332940" y="103281"/>
                  <a:pt x="334023" y="100257"/>
                </a:cubicBezTo>
                <a:cubicBezTo>
                  <a:pt x="335108" y="97231"/>
                  <a:pt x="335650" y="94043"/>
                  <a:pt x="335650" y="90694"/>
                </a:cubicBezTo>
                <a:lnTo>
                  <a:pt x="335650" y="85021"/>
                </a:lnTo>
                <a:lnTo>
                  <a:pt x="332398" y="85021"/>
                </a:lnTo>
                <a:close/>
                <a:moveTo>
                  <a:pt x="384414" y="46826"/>
                </a:moveTo>
                <a:cubicBezTo>
                  <a:pt x="384630" y="48885"/>
                  <a:pt x="384792" y="51161"/>
                  <a:pt x="384900" y="53654"/>
                </a:cubicBezTo>
                <a:cubicBezTo>
                  <a:pt x="385009" y="56146"/>
                  <a:pt x="385063" y="58205"/>
                  <a:pt x="385063" y="59830"/>
                </a:cubicBezTo>
                <a:lnTo>
                  <a:pt x="385388" y="59830"/>
                </a:lnTo>
                <a:cubicBezTo>
                  <a:pt x="387556" y="55382"/>
                  <a:pt x="391078" y="51776"/>
                  <a:pt x="395954" y="49011"/>
                </a:cubicBezTo>
                <a:cubicBezTo>
                  <a:pt x="400830" y="46245"/>
                  <a:pt x="405977" y="44862"/>
                  <a:pt x="411396" y="44862"/>
                </a:cubicBezTo>
                <a:cubicBezTo>
                  <a:pt x="421039" y="44862"/>
                  <a:pt x="428271" y="47736"/>
                  <a:pt x="433092" y="53486"/>
                </a:cubicBezTo>
                <a:cubicBezTo>
                  <a:pt x="437916" y="59235"/>
                  <a:pt x="440327" y="66827"/>
                  <a:pt x="440327" y="76264"/>
                </a:cubicBezTo>
                <a:lnTo>
                  <a:pt x="440327" y="122958"/>
                </a:lnTo>
                <a:lnTo>
                  <a:pt x="429275" y="122958"/>
                </a:lnTo>
                <a:lnTo>
                  <a:pt x="429275" y="80778"/>
                </a:lnTo>
                <a:cubicBezTo>
                  <a:pt x="429275" y="76760"/>
                  <a:pt x="428951" y="73123"/>
                  <a:pt x="428301" y="69867"/>
                </a:cubicBezTo>
                <a:cubicBezTo>
                  <a:pt x="427651" y="66610"/>
                  <a:pt x="426540" y="63814"/>
                  <a:pt x="424967" y="61479"/>
                </a:cubicBezTo>
                <a:cubicBezTo>
                  <a:pt x="423397" y="59145"/>
                  <a:pt x="421283" y="57326"/>
                  <a:pt x="418628" y="56023"/>
                </a:cubicBezTo>
                <a:cubicBezTo>
                  <a:pt x="415974" y="54720"/>
                  <a:pt x="412642" y="54068"/>
                  <a:pt x="408633" y="54068"/>
                </a:cubicBezTo>
                <a:cubicBezTo>
                  <a:pt x="405708" y="54068"/>
                  <a:pt x="402863" y="54666"/>
                  <a:pt x="400098" y="55862"/>
                </a:cubicBezTo>
                <a:cubicBezTo>
                  <a:pt x="397335" y="57055"/>
                  <a:pt x="394870" y="58874"/>
                  <a:pt x="392702" y="61318"/>
                </a:cubicBezTo>
                <a:cubicBezTo>
                  <a:pt x="390536" y="63760"/>
                  <a:pt x="388803" y="66854"/>
                  <a:pt x="387501" y="70599"/>
                </a:cubicBezTo>
                <a:cubicBezTo>
                  <a:pt x="386202" y="74344"/>
                  <a:pt x="385552" y="78769"/>
                  <a:pt x="385552" y="83873"/>
                </a:cubicBezTo>
                <a:lnTo>
                  <a:pt x="385552" y="122958"/>
                </a:lnTo>
                <a:lnTo>
                  <a:pt x="374498" y="122958"/>
                </a:lnTo>
                <a:lnTo>
                  <a:pt x="374498" y="63573"/>
                </a:lnTo>
                <a:cubicBezTo>
                  <a:pt x="374498" y="61511"/>
                  <a:pt x="374443" y="58854"/>
                  <a:pt x="374334" y="55604"/>
                </a:cubicBezTo>
                <a:cubicBezTo>
                  <a:pt x="374227" y="52353"/>
                  <a:pt x="374065" y="49427"/>
                  <a:pt x="373848" y="46826"/>
                </a:cubicBezTo>
                <a:lnTo>
                  <a:pt x="384414" y="46826"/>
                </a:lnTo>
                <a:close/>
                <a:moveTo>
                  <a:pt x="523713" y="64148"/>
                </a:moveTo>
                <a:cubicBezTo>
                  <a:pt x="521871" y="61221"/>
                  <a:pt x="519189" y="58810"/>
                  <a:pt x="515667" y="56913"/>
                </a:cubicBezTo>
                <a:cubicBezTo>
                  <a:pt x="512145" y="55017"/>
                  <a:pt x="508326" y="54068"/>
                  <a:pt x="504209" y="54068"/>
                </a:cubicBezTo>
                <a:cubicBezTo>
                  <a:pt x="499766" y="54068"/>
                  <a:pt x="495756" y="54856"/>
                  <a:pt x="492180" y="56432"/>
                </a:cubicBezTo>
                <a:cubicBezTo>
                  <a:pt x="488603" y="58006"/>
                  <a:pt x="485542" y="60179"/>
                  <a:pt x="482995" y="62950"/>
                </a:cubicBezTo>
                <a:cubicBezTo>
                  <a:pt x="480449" y="65720"/>
                  <a:pt x="478499" y="68979"/>
                  <a:pt x="477145" y="72727"/>
                </a:cubicBezTo>
                <a:cubicBezTo>
                  <a:pt x="475791" y="76474"/>
                  <a:pt x="475113" y="80520"/>
                  <a:pt x="475113" y="84865"/>
                </a:cubicBezTo>
                <a:cubicBezTo>
                  <a:pt x="475113" y="89210"/>
                  <a:pt x="475791" y="93230"/>
                  <a:pt x="477145" y="96924"/>
                </a:cubicBezTo>
                <a:cubicBezTo>
                  <a:pt x="478499" y="100616"/>
                  <a:pt x="480422" y="103848"/>
                  <a:pt x="482914" y="106619"/>
                </a:cubicBezTo>
                <a:cubicBezTo>
                  <a:pt x="485407" y="109388"/>
                  <a:pt x="488441" y="111561"/>
                  <a:pt x="492016" y="113137"/>
                </a:cubicBezTo>
                <a:cubicBezTo>
                  <a:pt x="495592" y="114711"/>
                  <a:pt x="499602" y="115498"/>
                  <a:pt x="504045" y="115498"/>
                </a:cubicBezTo>
                <a:cubicBezTo>
                  <a:pt x="508921" y="115498"/>
                  <a:pt x="513038" y="114577"/>
                  <a:pt x="516396" y="112735"/>
                </a:cubicBezTo>
                <a:cubicBezTo>
                  <a:pt x="519756" y="110893"/>
                  <a:pt x="522520" y="108510"/>
                  <a:pt x="524688" y="105585"/>
                </a:cubicBezTo>
                <a:lnTo>
                  <a:pt x="532977" y="111760"/>
                </a:lnTo>
                <a:cubicBezTo>
                  <a:pt x="529726" y="115758"/>
                  <a:pt x="525743" y="118942"/>
                  <a:pt x="521029" y="121312"/>
                </a:cubicBezTo>
                <a:cubicBezTo>
                  <a:pt x="516317" y="123679"/>
                  <a:pt x="510656" y="124863"/>
                  <a:pt x="504045" y="124863"/>
                </a:cubicBezTo>
                <a:cubicBezTo>
                  <a:pt x="497868" y="124863"/>
                  <a:pt x="492286" y="123860"/>
                  <a:pt x="487301" y="121855"/>
                </a:cubicBezTo>
                <a:cubicBezTo>
                  <a:pt x="482318" y="119849"/>
                  <a:pt x="478065" y="117058"/>
                  <a:pt x="474543" y="113482"/>
                </a:cubicBezTo>
                <a:cubicBezTo>
                  <a:pt x="471023" y="109904"/>
                  <a:pt x="468287" y="105676"/>
                  <a:pt x="466336" y="100798"/>
                </a:cubicBezTo>
                <a:cubicBezTo>
                  <a:pt x="464385" y="95920"/>
                  <a:pt x="463409" y="90608"/>
                  <a:pt x="463409" y="84863"/>
                </a:cubicBezTo>
                <a:cubicBezTo>
                  <a:pt x="463409" y="79117"/>
                  <a:pt x="464385" y="73805"/>
                  <a:pt x="466336" y="68927"/>
                </a:cubicBezTo>
                <a:cubicBezTo>
                  <a:pt x="468287" y="64050"/>
                  <a:pt x="471023" y="59822"/>
                  <a:pt x="474543" y="56246"/>
                </a:cubicBezTo>
                <a:cubicBezTo>
                  <a:pt x="478065" y="52668"/>
                  <a:pt x="482318" y="49876"/>
                  <a:pt x="487301" y="47870"/>
                </a:cubicBezTo>
                <a:cubicBezTo>
                  <a:pt x="492286" y="45865"/>
                  <a:pt x="497868" y="44862"/>
                  <a:pt x="504045" y="44862"/>
                </a:cubicBezTo>
                <a:cubicBezTo>
                  <a:pt x="509138" y="44862"/>
                  <a:pt x="514311" y="45966"/>
                  <a:pt x="519566" y="48173"/>
                </a:cubicBezTo>
                <a:cubicBezTo>
                  <a:pt x="524822" y="50380"/>
                  <a:pt x="529076" y="53646"/>
                  <a:pt x="532327" y="57970"/>
                </a:cubicBezTo>
                <a:lnTo>
                  <a:pt x="523713" y="64148"/>
                </a:lnTo>
                <a:close/>
                <a:moveTo>
                  <a:pt x="608235" y="79148"/>
                </a:moveTo>
                <a:cubicBezTo>
                  <a:pt x="607909" y="71936"/>
                  <a:pt x="605606" y="65953"/>
                  <a:pt x="601325" y="61199"/>
                </a:cubicBezTo>
                <a:cubicBezTo>
                  <a:pt x="597046" y="56445"/>
                  <a:pt x="590951" y="54068"/>
                  <a:pt x="583041" y="54068"/>
                </a:cubicBezTo>
                <a:cubicBezTo>
                  <a:pt x="579357" y="54068"/>
                  <a:pt x="575943" y="54751"/>
                  <a:pt x="572800" y="56117"/>
                </a:cubicBezTo>
                <a:cubicBezTo>
                  <a:pt x="569658" y="57483"/>
                  <a:pt x="566895" y="59340"/>
                  <a:pt x="564511" y="61690"/>
                </a:cubicBezTo>
                <a:cubicBezTo>
                  <a:pt x="562127" y="64040"/>
                  <a:pt x="560230" y="66717"/>
                  <a:pt x="558822" y="69723"/>
                </a:cubicBezTo>
                <a:cubicBezTo>
                  <a:pt x="557413" y="72728"/>
                  <a:pt x="556600" y="75869"/>
                  <a:pt x="556384" y="79148"/>
                </a:cubicBezTo>
                <a:lnTo>
                  <a:pt x="608235" y="79148"/>
                </a:lnTo>
                <a:moveTo>
                  <a:pt x="619450" y="82665"/>
                </a:moveTo>
                <a:cubicBezTo>
                  <a:pt x="619450" y="83426"/>
                  <a:pt x="619450" y="84241"/>
                  <a:pt x="619450" y="85111"/>
                </a:cubicBezTo>
                <a:cubicBezTo>
                  <a:pt x="619450" y="85979"/>
                  <a:pt x="619396" y="86901"/>
                  <a:pt x="619286" y="87878"/>
                </a:cubicBezTo>
                <a:lnTo>
                  <a:pt x="556220" y="87878"/>
                </a:lnTo>
                <a:cubicBezTo>
                  <a:pt x="556329" y="91670"/>
                  <a:pt x="557087" y="95245"/>
                  <a:pt x="558494" y="98603"/>
                </a:cubicBezTo>
                <a:cubicBezTo>
                  <a:pt x="559903" y="101959"/>
                  <a:pt x="561853" y="104884"/>
                  <a:pt x="564345" y="107375"/>
                </a:cubicBezTo>
                <a:cubicBezTo>
                  <a:pt x="566838" y="109865"/>
                  <a:pt x="569764" y="111842"/>
                  <a:pt x="573122" y="113306"/>
                </a:cubicBezTo>
                <a:cubicBezTo>
                  <a:pt x="576482" y="114767"/>
                  <a:pt x="580113" y="115498"/>
                  <a:pt x="584016" y="115498"/>
                </a:cubicBezTo>
                <a:cubicBezTo>
                  <a:pt x="589758" y="115498"/>
                  <a:pt x="594715" y="114171"/>
                  <a:pt x="598887" y="111517"/>
                </a:cubicBezTo>
                <a:cubicBezTo>
                  <a:pt x="603058" y="108862"/>
                  <a:pt x="606228" y="105800"/>
                  <a:pt x="608396" y="102333"/>
                </a:cubicBezTo>
                <a:lnTo>
                  <a:pt x="616685" y="108834"/>
                </a:lnTo>
                <a:cubicBezTo>
                  <a:pt x="612134" y="114568"/>
                  <a:pt x="607123" y="118674"/>
                  <a:pt x="601650" y="121150"/>
                </a:cubicBezTo>
                <a:cubicBezTo>
                  <a:pt x="596178" y="123626"/>
                  <a:pt x="590300" y="124863"/>
                  <a:pt x="584016" y="124863"/>
                </a:cubicBezTo>
                <a:cubicBezTo>
                  <a:pt x="578380" y="124863"/>
                  <a:pt x="573151" y="123860"/>
                  <a:pt x="568328" y="121855"/>
                </a:cubicBezTo>
                <a:cubicBezTo>
                  <a:pt x="563507" y="119849"/>
                  <a:pt x="559362" y="117058"/>
                  <a:pt x="555895" y="113482"/>
                </a:cubicBezTo>
                <a:cubicBezTo>
                  <a:pt x="552428" y="109904"/>
                  <a:pt x="549691" y="105676"/>
                  <a:pt x="547686" y="100798"/>
                </a:cubicBezTo>
                <a:cubicBezTo>
                  <a:pt x="545682" y="95920"/>
                  <a:pt x="544680" y="90608"/>
                  <a:pt x="544680" y="84863"/>
                </a:cubicBezTo>
                <a:cubicBezTo>
                  <a:pt x="544680" y="79117"/>
                  <a:pt x="545654" y="73805"/>
                  <a:pt x="547604" y="68927"/>
                </a:cubicBezTo>
                <a:cubicBezTo>
                  <a:pt x="549555" y="64050"/>
                  <a:pt x="552264" y="59822"/>
                  <a:pt x="555731" y="56246"/>
                </a:cubicBezTo>
                <a:cubicBezTo>
                  <a:pt x="559200" y="52668"/>
                  <a:pt x="563264" y="49876"/>
                  <a:pt x="567924" y="47870"/>
                </a:cubicBezTo>
                <a:cubicBezTo>
                  <a:pt x="572583" y="45865"/>
                  <a:pt x="577622" y="44862"/>
                  <a:pt x="583041" y="44862"/>
                </a:cubicBezTo>
                <a:cubicBezTo>
                  <a:pt x="589000" y="44862"/>
                  <a:pt x="594255" y="45867"/>
                  <a:pt x="598805" y="47878"/>
                </a:cubicBezTo>
                <a:cubicBezTo>
                  <a:pt x="603357" y="49887"/>
                  <a:pt x="607150" y="52603"/>
                  <a:pt x="610184" y="56025"/>
                </a:cubicBezTo>
                <a:cubicBezTo>
                  <a:pt x="613218" y="59446"/>
                  <a:pt x="615521" y="63438"/>
                  <a:pt x="617091" y="68000"/>
                </a:cubicBezTo>
                <a:cubicBezTo>
                  <a:pt x="618664" y="72562"/>
                  <a:pt x="619450" y="77450"/>
                  <a:pt x="619450" y="82665"/>
                </a:cubicBezTo>
                <a:close/>
                <a:moveTo>
                  <a:pt x="709987" y="111202"/>
                </a:moveTo>
                <a:lnTo>
                  <a:pt x="710312" y="111202"/>
                </a:lnTo>
                <a:lnTo>
                  <a:pt x="733879" y="46997"/>
                </a:lnTo>
                <a:lnTo>
                  <a:pt x="745908" y="46997"/>
                </a:lnTo>
                <a:lnTo>
                  <a:pt x="708036" y="142736"/>
                </a:lnTo>
                <a:cubicBezTo>
                  <a:pt x="705760" y="148587"/>
                  <a:pt x="702862" y="153262"/>
                  <a:pt x="699340" y="156759"/>
                </a:cubicBezTo>
                <a:cubicBezTo>
                  <a:pt x="695818" y="160257"/>
                  <a:pt x="690752" y="162007"/>
                  <a:pt x="684141" y="162007"/>
                </a:cubicBezTo>
                <a:cubicBezTo>
                  <a:pt x="680783" y="162007"/>
                  <a:pt x="677479" y="161689"/>
                  <a:pt x="674228" y="161054"/>
                </a:cubicBezTo>
                <a:lnTo>
                  <a:pt x="675364" y="151024"/>
                </a:lnTo>
                <a:cubicBezTo>
                  <a:pt x="677965" y="151891"/>
                  <a:pt x="680674" y="152324"/>
                  <a:pt x="683491" y="152324"/>
                </a:cubicBezTo>
                <a:cubicBezTo>
                  <a:pt x="687285" y="152324"/>
                  <a:pt x="690264" y="151159"/>
                  <a:pt x="692430" y="148829"/>
                </a:cubicBezTo>
                <a:cubicBezTo>
                  <a:pt x="694598" y="146500"/>
                  <a:pt x="696494" y="143168"/>
                  <a:pt x="698120" y="138834"/>
                </a:cubicBezTo>
                <a:lnTo>
                  <a:pt x="704298" y="122904"/>
                </a:lnTo>
                <a:lnTo>
                  <a:pt x="671790" y="46997"/>
                </a:lnTo>
                <a:lnTo>
                  <a:pt x="684141" y="46997"/>
                </a:lnTo>
                <a:lnTo>
                  <a:pt x="709987" y="111202"/>
                </a:lnTo>
                <a:close/>
                <a:moveTo>
                  <a:pt x="838719" y="84863"/>
                </a:moveTo>
                <a:cubicBezTo>
                  <a:pt x="838719" y="90608"/>
                  <a:pt x="837716" y="95920"/>
                  <a:pt x="835710" y="100798"/>
                </a:cubicBezTo>
                <a:cubicBezTo>
                  <a:pt x="833706" y="105676"/>
                  <a:pt x="830916" y="109904"/>
                  <a:pt x="827340" y="113482"/>
                </a:cubicBezTo>
                <a:cubicBezTo>
                  <a:pt x="823765" y="117058"/>
                  <a:pt x="819485" y="119849"/>
                  <a:pt x="814500" y="121855"/>
                </a:cubicBezTo>
                <a:cubicBezTo>
                  <a:pt x="809516" y="123860"/>
                  <a:pt x="804044" y="124863"/>
                  <a:pt x="798083" y="124863"/>
                </a:cubicBezTo>
                <a:cubicBezTo>
                  <a:pt x="792232" y="124863"/>
                  <a:pt x="786813" y="123860"/>
                  <a:pt x="781828" y="121855"/>
                </a:cubicBezTo>
                <a:cubicBezTo>
                  <a:pt x="776844" y="119849"/>
                  <a:pt x="772564" y="117058"/>
                  <a:pt x="768988" y="113482"/>
                </a:cubicBezTo>
                <a:cubicBezTo>
                  <a:pt x="765413" y="109904"/>
                  <a:pt x="762623" y="105676"/>
                  <a:pt x="760617" y="100798"/>
                </a:cubicBezTo>
                <a:cubicBezTo>
                  <a:pt x="758613" y="95920"/>
                  <a:pt x="757611" y="90608"/>
                  <a:pt x="757611" y="84863"/>
                </a:cubicBezTo>
                <a:cubicBezTo>
                  <a:pt x="757611" y="79117"/>
                  <a:pt x="758613" y="73805"/>
                  <a:pt x="760617" y="68927"/>
                </a:cubicBezTo>
                <a:cubicBezTo>
                  <a:pt x="762623" y="64050"/>
                  <a:pt x="765413" y="59822"/>
                  <a:pt x="768988" y="56246"/>
                </a:cubicBezTo>
                <a:cubicBezTo>
                  <a:pt x="772564" y="52668"/>
                  <a:pt x="776844" y="49876"/>
                  <a:pt x="781828" y="47870"/>
                </a:cubicBezTo>
                <a:cubicBezTo>
                  <a:pt x="786813" y="45865"/>
                  <a:pt x="792232" y="44862"/>
                  <a:pt x="798083" y="44862"/>
                </a:cubicBezTo>
                <a:cubicBezTo>
                  <a:pt x="804044" y="44862"/>
                  <a:pt x="809516" y="45865"/>
                  <a:pt x="814500" y="47870"/>
                </a:cubicBezTo>
                <a:cubicBezTo>
                  <a:pt x="819485" y="49876"/>
                  <a:pt x="823765" y="52668"/>
                  <a:pt x="827340" y="56246"/>
                </a:cubicBezTo>
                <a:cubicBezTo>
                  <a:pt x="830916" y="59822"/>
                  <a:pt x="833706" y="64050"/>
                  <a:pt x="835710" y="68927"/>
                </a:cubicBezTo>
                <a:cubicBezTo>
                  <a:pt x="837716" y="73805"/>
                  <a:pt x="838719" y="79117"/>
                  <a:pt x="838719" y="84863"/>
                </a:cubicBezTo>
                <a:moveTo>
                  <a:pt x="827017" y="84865"/>
                </a:moveTo>
                <a:cubicBezTo>
                  <a:pt x="827017" y="80629"/>
                  <a:pt x="826340" y="76637"/>
                  <a:pt x="824986" y="72891"/>
                </a:cubicBezTo>
                <a:cubicBezTo>
                  <a:pt x="823632" y="69142"/>
                  <a:pt x="821708" y="65883"/>
                  <a:pt x="819215" y="63114"/>
                </a:cubicBezTo>
                <a:cubicBezTo>
                  <a:pt x="816723" y="60342"/>
                  <a:pt x="813689" y="58143"/>
                  <a:pt x="810112" y="56514"/>
                </a:cubicBezTo>
                <a:cubicBezTo>
                  <a:pt x="806537" y="54884"/>
                  <a:pt x="802529" y="54068"/>
                  <a:pt x="798086" y="54068"/>
                </a:cubicBezTo>
                <a:cubicBezTo>
                  <a:pt x="793643" y="54068"/>
                  <a:pt x="789660" y="54884"/>
                  <a:pt x="786139" y="56514"/>
                </a:cubicBezTo>
                <a:cubicBezTo>
                  <a:pt x="782617" y="58143"/>
                  <a:pt x="779609" y="60342"/>
                  <a:pt x="777116" y="63114"/>
                </a:cubicBezTo>
                <a:cubicBezTo>
                  <a:pt x="774624" y="65883"/>
                  <a:pt x="772701" y="69142"/>
                  <a:pt x="771347" y="72891"/>
                </a:cubicBezTo>
                <a:cubicBezTo>
                  <a:pt x="769992" y="76637"/>
                  <a:pt x="769315" y="80629"/>
                  <a:pt x="769315" y="84865"/>
                </a:cubicBezTo>
                <a:cubicBezTo>
                  <a:pt x="769315" y="89101"/>
                  <a:pt x="769992" y="93094"/>
                  <a:pt x="771347" y="96842"/>
                </a:cubicBezTo>
                <a:cubicBezTo>
                  <a:pt x="772701" y="100589"/>
                  <a:pt x="774624" y="103848"/>
                  <a:pt x="777116" y="106619"/>
                </a:cubicBezTo>
                <a:cubicBezTo>
                  <a:pt x="779609" y="109388"/>
                  <a:pt x="782617" y="111561"/>
                  <a:pt x="786139" y="113137"/>
                </a:cubicBezTo>
                <a:cubicBezTo>
                  <a:pt x="789660" y="114711"/>
                  <a:pt x="793643" y="115498"/>
                  <a:pt x="798086" y="115498"/>
                </a:cubicBezTo>
                <a:cubicBezTo>
                  <a:pt x="802529" y="115498"/>
                  <a:pt x="806537" y="114711"/>
                  <a:pt x="810112" y="113137"/>
                </a:cubicBezTo>
                <a:cubicBezTo>
                  <a:pt x="813689" y="111561"/>
                  <a:pt x="816723" y="109388"/>
                  <a:pt x="819215" y="106619"/>
                </a:cubicBezTo>
                <a:cubicBezTo>
                  <a:pt x="821708" y="103848"/>
                  <a:pt x="823632" y="100589"/>
                  <a:pt x="824986" y="96842"/>
                </a:cubicBezTo>
                <a:cubicBezTo>
                  <a:pt x="826340" y="93094"/>
                  <a:pt x="827017" y="89101"/>
                  <a:pt x="827017" y="84865"/>
                </a:cubicBezTo>
                <a:close/>
                <a:moveTo>
                  <a:pt x="917714" y="122958"/>
                </a:moveTo>
                <a:cubicBezTo>
                  <a:pt x="917497" y="120900"/>
                  <a:pt x="917335" y="118625"/>
                  <a:pt x="917225" y="116133"/>
                </a:cubicBezTo>
                <a:cubicBezTo>
                  <a:pt x="917118" y="113640"/>
                  <a:pt x="917064" y="111580"/>
                  <a:pt x="917064" y="109955"/>
                </a:cubicBezTo>
                <a:lnTo>
                  <a:pt x="916739" y="109955"/>
                </a:lnTo>
                <a:cubicBezTo>
                  <a:pt x="914572" y="114398"/>
                  <a:pt x="911050" y="117993"/>
                  <a:pt x="906174" y="120741"/>
                </a:cubicBezTo>
                <a:cubicBezTo>
                  <a:pt x="901298" y="123489"/>
                  <a:pt x="896150" y="124863"/>
                  <a:pt x="890732" y="124863"/>
                </a:cubicBezTo>
                <a:cubicBezTo>
                  <a:pt x="881089" y="124863"/>
                  <a:pt x="873856" y="122002"/>
                  <a:pt x="869033" y="116279"/>
                </a:cubicBezTo>
                <a:cubicBezTo>
                  <a:pt x="864211" y="110555"/>
                  <a:pt x="861800" y="102979"/>
                  <a:pt x="861800" y="93551"/>
                </a:cubicBezTo>
                <a:lnTo>
                  <a:pt x="861800" y="46901"/>
                </a:lnTo>
                <a:lnTo>
                  <a:pt x="872855" y="46901"/>
                </a:lnTo>
                <a:lnTo>
                  <a:pt x="872855" y="89000"/>
                </a:lnTo>
                <a:cubicBezTo>
                  <a:pt x="872855" y="93009"/>
                  <a:pt x="873179" y="96639"/>
                  <a:pt x="873829" y="99890"/>
                </a:cubicBezTo>
                <a:cubicBezTo>
                  <a:pt x="874479" y="103141"/>
                  <a:pt x="875589" y="105931"/>
                  <a:pt x="877160" y="108261"/>
                </a:cubicBezTo>
                <a:cubicBezTo>
                  <a:pt x="878733" y="110591"/>
                  <a:pt x="880846" y="112406"/>
                  <a:pt x="883500" y="113707"/>
                </a:cubicBezTo>
                <a:cubicBezTo>
                  <a:pt x="886155" y="115007"/>
                  <a:pt x="889488" y="115657"/>
                  <a:pt x="893497" y="115657"/>
                </a:cubicBezTo>
                <a:cubicBezTo>
                  <a:pt x="896422" y="115657"/>
                  <a:pt x="899266" y="115061"/>
                  <a:pt x="902029" y="113869"/>
                </a:cubicBezTo>
                <a:cubicBezTo>
                  <a:pt x="904794" y="112676"/>
                  <a:pt x="907259" y="110862"/>
                  <a:pt x="909425" y="108424"/>
                </a:cubicBezTo>
                <a:cubicBezTo>
                  <a:pt x="911593" y="105986"/>
                  <a:pt x="913327" y="102897"/>
                  <a:pt x="914626" y="99158"/>
                </a:cubicBezTo>
                <a:cubicBezTo>
                  <a:pt x="915927" y="95420"/>
                  <a:pt x="916578" y="91004"/>
                  <a:pt x="916578" y="85912"/>
                </a:cubicBezTo>
                <a:lnTo>
                  <a:pt x="916578" y="46901"/>
                </a:lnTo>
                <a:lnTo>
                  <a:pt x="927630" y="46901"/>
                </a:lnTo>
                <a:lnTo>
                  <a:pt x="927630" y="106230"/>
                </a:lnTo>
                <a:cubicBezTo>
                  <a:pt x="927630" y="108288"/>
                  <a:pt x="927684" y="110942"/>
                  <a:pt x="927791" y="114191"/>
                </a:cubicBezTo>
                <a:cubicBezTo>
                  <a:pt x="927900" y="117440"/>
                  <a:pt x="928063" y="120363"/>
                  <a:pt x="928280" y="122958"/>
                </a:cubicBezTo>
                <a:lnTo>
                  <a:pt x="917714" y="122958"/>
                </a:lnTo>
                <a:close/>
                <a:moveTo>
                  <a:pt x="956888" y="63573"/>
                </a:moveTo>
                <a:cubicBezTo>
                  <a:pt x="956888" y="61511"/>
                  <a:pt x="956833" y="58854"/>
                  <a:pt x="956724" y="55604"/>
                </a:cubicBezTo>
                <a:cubicBezTo>
                  <a:pt x="956616" y="52353"/>
                  <a:pt x="956454" y="49427"/>
                  <a:pt x="956238" y="46826"/>
                </a:cubicBezTo>
                <a:lnTo>
                  <a:pt x="966803" y="46826"/>
                </a:lnTo>
                <a:cubicBezTo>
                  <a:pt x="967020" y="48885"/>
                  <a:pt x="967182" y="51161"/>
                  <a:pt x="967290" y="53654"/>
                </a:cubicBezTo>
                <a:cubicBezTo>
                  <a:pt x="967399" y="56146"/>
                  <a:pt x="967453" y="58205"/>
                  <a:pt x="967453" y="59830"/>
                </a:cubicBezTo>
                <a:lnTo>
                  <a:pt x="967778" y="59830"/>
                </a:lnTo>
                <a:cubicBezTo>
                  <a:pt x="969946" y="55382"/>
                  <a:pt x="973197" y="51776"/>
                  <a:pt x="977530" y="49011"/>
                </a:cubicBezTo>
                <a:cubicBezTo>
                  <a:pt x="981866" y="46245"/>
                  <a:pt x="986743" y="44862"/>
                  <a:pt x="992161" y="44862"/>
                </a:cubicBezTo>
                <a:cubicBezTo>
                  <a:pt x="993570" y="44862"/>
                  <a:pt x="994843" y="44926"/>
                  <a:pt x="995981" y="45053"/>
                </a:cubicBezTo>
                <a:cubicBezTo>
                  <a:pt x="997118" y="45180"/>
                  <a:pt x="998283" y="45434"/>
                  <a:pt x="999475" y="45814"/>
                </a:cubicBezTo>
                <a:lnTo>
                  <a:pt x="998012" y="56157"/>
                </a:lnTo>
                <a:cubicBezTo>
                  <a:pt x="997362" y="55940"/>
                  <a:pt x="996278" y="55724"/>
                  <a:pt x="994760" y="55507"/>
                </a:cubicBezTo>
                <a:cubicBezTo>
                  <a:pt x="993244" y="55289"/>
                  <a:pt x="991727" y="55180"/>
                  <a:pt x="990209" y="55180"/>
                </a:cubicBezTo>
                <a:cubicBezTo>
                  <a:pt x="987284" y="55180"/>
                  <a:pt x="984467" y="55722"/>
                  <a:pt x="981757" y="56807"/>
                </a:cubicBezTo>
                <a:cubicBezTo>
                  <a:pt x="979048" y="57890"/>
                  <a:pt x="976691" y="59596"/>
                  <a:pt x="974686" y="61926"/>
                </a:cubicBezTo>
                <a:cubicBezTo>
                  <a:pt x="972682" y="64255"/>
                  <a:pt x="971056" y="67236"/>
                  <a:pt x="969810" y="70867"/>
                </a:cubicBezTo>
                <a:cubicBezTo>
                  <a:pt x="968564" y="74496"/>
                  <a:pt x="967942" y="78857"/>
                  <a:pt x="967942" y="83950"/>
                </a:cubicBezTo>
                <a:lnTo>
                  <a:pt x="967942" y="122958"/>
                </a:lnTo>
                <a:lnTo>
                  <a:pt x="956888" y="122958"/>
                </a:lnTo>
                <a:lnTo>
                  <a:pt x="956888" y="63573"/>
                </a:lnTo>
                <a:close/>
                <a:moveTo>
                  <a:pt x="1118619" y="110118"/>
                </a:moveTo>
                <a:cubicBezTo>
                  <a:pt x="1115369" y="114995"/>
                  <a:pt x="1111142" y="118671"/>
                  <a:pt x="1105941" y="121148"/>
                </a:cubicBezTo>
                <a:cubicBezTo>
                  <a:pt x="1100739" y="123625"/>
                  <a:pt x="1095375" y="124863"/>
                  <a:pt x="1089849" y="124863"/>
                </a:cubicBezTo>
                <a:cubicBezTo>
                  <a:pt x="1083888" y="124863"/>
                  <a:pt x="1078497" y="123834"/>
                  <a:pt x="1073676" y="121775"/>
                </a:cubicBezTo>
                <a:cubicBezTo>
                  <a:pt x="1068854" y="119715"/>
                  <a:pt x="1064736" y="116897"/>
                  <a:pt x="1061322" y="113320"/>
                </a:cubicBezTo>
                <a:cubicBezTo>
                  <a:pt x="1057909" y="109742"/>
                  <a:pt x="1055254" y="105514"/>
                  <a:pt x="1053358" y="100637"/>
                </a:cubicBezTo>
                <a:cubicBezTo>
                  <a:pt x="1051461" y="95757"/>
                  <a:pt x="1050513" y="90499"/>
                  <a:pt x="1050513" y="84863"/>
                </a:cubicBezTo>
                <a:cubicBezTo>
                  <a:pt x="1050513" y="79226"/>
                  <a:pt x="1051461" y="73969"/>
                  <a:pt x="1053358" y="69091"/>
                </a:cubicBezTo>
                <a:cubicBezTo>
                  <a:pt x="1055254" y="64212"/>
                  <a:pt x="1057909" y="59984"/>
                  <a:pt x="1061322" y="56407"/>
                </a:cubicBezTo>
                <a:cubicBezTo>
                  <a:pt x="1064736" y="52829"/>
                  <a:pt x="1068854" y="50011"/>
                  <a:pt x="1073676" y="47952"/>
                </a:cubicBezTo>
                <a:cubicBezTo>
                  <a:pt x="1078497" y="45892"/>
                  <a:pt x="1083888" y="44862"/>
                  <a:pt x="1089849" y="44862"/>
                </a:cubicBezTo>
                <a:cubicBezTo>
                  <a:pt x="1095375" y="44862"/>
                  <a:pt x="1100739" y="46136"/>
                  <a:pt x="1105941" y="48684"/>
                </a:cubicBezTo>
                <a:cubicBezTo>
                  <a:pt x="1111142" y="51230"/>
                  <a:pt x="1115369" y="54997"/>
                  <a:pt x="1118619" y="59984"/>
                </a:cubicBezTo>
                <a:lnTo>
                  <a:pt x="1118944" y="59984"/>
                </a:lnTo>
                <a:lnTo>
                  <a:pt x="1118944" y="5"/>
                </a:lnTo>
                <a:lnTo>
                  <a:pt x="1129996" y="5"/>
                </a:lnTo>
                <a:lnTo>
                  <a:pt x="1129996" y="122958"/>
                </a:lnTo>
                <a:lnTo>
                  <a:pt x="1118944" y="122958"/>
                </a:lnTo>
                <a:lnTo>
                  <a:pt x="1118944" y="110118"/>
                </a:lnTo>
                <a:lnTo>
                  <a:pt x="1118619" y="110118"/>
                </a:lnTo>
                <a:moveTo>
                  <a:pt x="1062217" y="84865"/>
                </a:moveTo>
                <a:cubicBezTo>
                  <a:pt x="1062217" y="89101"/>
                  <a:pt x="1062867" y="93094"/>
                  <a:pt x="1064167" y="96842"/>
                </a:cubicBezTo>
                <a:cubicBezTo>
                  <a:pt x="1065466" y="100589"/>
                  <a:pt x="1067335" y="103848"/>
                  <a:pt x="1069774" y="106619"/>
                </a:cubicBezTo>
                <a:cubicBezTo>
                  <a:pt x="1072213" y="109388"/>
                  <a:pt x="1075220" y="111561"/>
                  <a:pt x="1078795" y="113137"/>
                </a:cubicBezTo>
                <a:cubicBezTo>
                  <a:pt x="1082371" y="114711"/>
                  <a:pt x="1086435" y="115498"/>
                  <a:pt x="1090985" y="115498"/>
                </a:cubicBezTo>
                <a:cubicBezTo>
                  <a:pt x="1095211" y="115498"/>
                  <a:pt x="1099113" y="114711"/>
                  <a:pt x="1102689" y="113137"/>
                </a:cubicBezTo>
                <a:cubicBezTo>
                  <a:pt x="1106265" y="111561"/>
                  <a:pt x="1109353" y="109416"/>
                  <a:pt x="1111953" y="106701"/>
                </a:cubicBezTo>
                <a:cubicBezTo>
                  <a:pt x="1114553" y="103984"/>
                  <a:pt x="1116586" y="100752"/>
                  <a:pt x="1118049" y="97006"/>
                </a:cubicBezTo>
                <a:cubicBezTo>
                  <a:pt x="1119512" y="93257"/>
                  <a:pt x="1120244" y="89210"/>
                  <a:pt x="1120244" y="84865"/>
                </a:cubicBezTo>
                <a:cubicBezTo>
                  <a:pt x="1120244" y="80520"/>
                  <a:pt x="1119512" y="76474"/>
                  <a:pt x="1118049" y="72727"/>
                </a:cubicBezTo>
                <a:cubicBezTo>
                  <a:pt x="1116586" y="68979"/>
                  <a:pt x="1114553" y="65720"/>
                  <a:pt x="1111953" y="62950"/>
                </a:cubicBezTo>
                <a:cubicBezTo>
                  <a:pt x="1109353" y="60179"/>
                  <a:pt x="1106265" y="58006"/>
                  <a:pt x="1102689" y="56432"/>
                </a:cubicBezTo>
                <a:cubicBezTo>
                  <a:pt x="1099113" y="54856"/>
                  <a:pt x="1095211" y="54068"/>
                  <a:pt x="1090985" y="54068"/>
                </a:cubicBezTo>
                <a:cubicBezTo>
                  <a:pt x="1086435" y="54068"/>
                  <a:pt x="1082371" y="54884"/>
                  <a:pt x="1078795" y="56514"/>
                </a:cubicBezTo>
                <a:cubicBezTo>
                  <a:pt x="1075220" y="58143"/>
                  <a:pt x="1072213" y="60342"/>
                  <a:pt x="1069774" y="63114"/>
                </a:cubicBezTo>
                <a:cubicBezTo>
                  <a:pt x="1067335" y="65883"/>
                  <a:pt x="1065466" y="69142"/>
                  <a:pt x="1064167" y="72891"/>
                </a:cubicBezTo>
                <a:cubicBezTo>
                  <a:pt x="1062867" y="76637"/>
                  <a:pt x="1062217" y="80629"/>
                  <a:pt x="1062217" y="84865"/>
                </a:cubicBezTo>
                <a:close/>
                <a:moveTo>
                  <a:pt x="1217607" y="79148"/>
                </a:moveTo>
                <a:cubicBezTo>
                  <a:pt x="1217281" y="71936"/>
                  <a:pt x="1214978" y="65953"/>
                  <a:pt x="1210697" y="61199"/>
                </a:cubicBezTo>
                <a:cubicBezTo>
                  <a:pt x="1206418" y="56445"/>
                  <a:pt x="1200323" y="54068"/>
                  <a:pt x="1192413" y="54068"/>
                </a:cubicBezTo>
                <a:cubicBezTo>
                  <a:pt x="1188729" y="54068"/>
                  <a:pt x="1185316" y="54751"/>
                  <a:pt x="1182172" y="56117"/>
                </a:cubicBezTo>
                <a:cubicBezTo>
                  <a:pt x="1179031" y="57483"/>
                  <a:pt x="1176268" y="59340"/>
                  <a:pt x="1173884" y="61690"/>
                </a:cubicBezTo>
                <a:cubicBezTo>
                  <a:pt x="1171499" y="64040"/>
                  <a:pt x="1169603" y="66717"/>
                  <a:pt x="1168194" y="69723"/>
                </a:cubicBezTo>
                <a:cubicBezTo>
                  <a:pt x="1166785" y="72728"/>
                  <a:pt x="1165973" y="75869"/>
                  <a:pt x="1165756" y="79148"/>
                </a:cubicBezTo>
                <a:lnTo>
                  <a:pt x="1217607" y="79148"/>
                </a:lnTo>
                <a:moveTo>
                  <a:pt x="1228823" y="82665"/>
                </a:moveTo>
                <a:cubicBezTo>
                  <a:pt x="1228823" y="83426"/>
                  <a:pt x="1228823" y="84241"/>
                  <a:pt x="1228823" y="85111"/>
                </a:cubicBezTo>
                <a:cubicBezTo>
                  <a:pt x="1228823" y="85979"/>
                  <a:pt x="1228768" y="86901"/>
                  <a:pt x="1228659" y="87878"/>
                </a:cubicBezTo>
                <a:lnTo>
                  <a:pt x="1165592" y="87878"/>
                </a:lnTo>
                <a:cubicBezTo>
                  <a:pt x="1165701" y="91670"/>
                  <a:pt x="1166460" y="95245"/>
                  <a:pt x="1167867" y="98603"/>
                </a:cubicBezTo>
                <a:cubicBezTo>
                  <a:pt x="1169275" y="101959"/>
                  <a:pt x="1171226" y="104884"/>
                  <a:pt x="1173717" y="107375"/>
                </a:cubicBezTo>
                <a:cubicBezTo>
                  <a:pt x="1176211" y="109865"/>
                  <a:pt x="1179137" y="111842"/>
                  <a:pt x="1182495" y="113306"/>
                </a:cubicBezTo>
                <a:cubicBezTo>
                  <a:pt x="1185855" y="114767"/>
                  <a:pt x="1189486" y="115498"/>
                  <a:pt x="1193388" y="115498"/>
                </a:cubicBezTo>
                <a:cubicBezTo>
                  <a:pt x="1199130" y="115498"/>
                  <a:pt x="1204088" y="114171"/>
                  <a:pt x="1208259" y="111517"/>
                </a:cubicBezTo>
                <a:cubicBezTo>
                  <a:pt x="1212431" y="108862"/>
                  <a:pt x="1215601" y="105800"/>
                  <a:pt x="1217768" y="102333"/>
                </a:cubicBezTo>
                <a:lnTo>
                  <a:pt x="1226057" y="108834"/>
                </a:lnTo>
                <a:cubicBezTo>
                  <a:pt x="1221507" y="114568"/>
                  <a:pt x="1216495" y="118674"/>
                  <a:pt x="1211022" y="121150"/>
                </a:cubicBezTo>
                <a:cubicBezTo>
                  <a:pt x="1205551" y="123626"/>
                  <a:pt x="1199673" y="124863"/>
                  <a:pt x="1193388" y="124863"/>
                </a:cubicBezTo>
                <a:cubicBezTo>
                  <a:pt x="1187753" y="124863"/>
                  <a:pt x="1182524" y="123860"/>
                  <a:pt x="1177701" y="121855"/>
                </a:cubicBezTo>
                <a:cubicBezTo>
                  <a:pt x="1172879" y="119849"/>
                  <a:pt x="1168735" y="117058"/>
                  <a:pt x="1165267" y="113482"/>
                </a:cubicBezTo>
                <a:cubicBezTo>
                  <a:pt x="1161800" y="109904"/>
                  <a:pt x="1159064" y="105676"/>
                  <a:pt x="1157058" y="100798"/>
                </a:cubicBezTo>
                <a:cubicBezTo>
                  <a:pt x="1155054" y="95920"/>
                  <a:pt x="1154052" y="90608"/>
                  <a:pt x="1154052" y="84863"/>
                </a:cubicBezTo>
                <a:cubicBezTo>
                  <a:pt x="1154052" y="79117"/>
                  <a:pt x="1155027" y="73805"/>
                  <a:pt x="1156976" y="68927"/>
                </a:cubicBezTo>
                <a:cubicBezTo>
                  <a:pt x="1158927" y="64050"/>
                  <a:pt x="1161636" y="59822"/>
                  <a:pt x="1165104" y="56246"/>
                </a:cubicBezTo>
                <a:cubicBezTo>
                  <a:pt x="1168573" y="52668"/>
                  <a:pt x="1172637" y="49876"/>
                  <a:pt x="1177296" y="47870"/>
                </a:cubicBezTo>
                <a:cubicBezTo>
                  <a:pt x="1181956" y="45865"/>
                  <a:pt x="1186995" y="44862"/>
                  <a:pt x="1192413" y="44862"/>
                </a:cubicBezTo>
                <a:cubicBezTo>
                  <a:pt x="1198372" y="44862"/>
                  <a:pt x="1203627" y="45867"/>
                  <a:pt x="1208177" y="47878"/>
                </a:cubicBezTo>
                <a:cubicBezTo>
                  <a:pt x="1212729" y="49887"/>
                  <a:pt x="1216522" y="52603"/>
                  <a:pt x="1219557" y="56025"/>
                </a:cubicBezTo>
                <a:cubicBezTo>
                  <a:pt x="1222591" y="59446"/>
                  <a:pt x="1224893" y="63438"/>
                  <a:pt x="1226464" y="68000"/>
                </a:cubicBezTo>
                <a:cubicBezTo>
                  <a:pt x="1228036" y="72562"/>
                  <a:pt x="1228823" y="77450"/>
                  <a:pt x="1228823" y="82665"/>
                </a:cubicBezTo>
                <a:close/>
                <a:moveTo>
                  <a:pt x="1283760" y="122958"/>
                </a:moveTo>
                <a:lnTo>
                  <a:pt x="1271570" y="122958"/>
                </a:lnTo>
                <a:lnTo>
                  <a:pt x="1240526" y="46888"/>
                </a:lnTo>
                <a:lnTo>
                  <a:pt x="1252877" y="46888"/>
                </a:lnTo>
                <a:lnTo>
                  <a:pt x="1277585" y="111254"/>
                </a:lnTo>
                <a:lnTo>
                  <a:pt x="1277910" y="111254"/>
                </a:lnTo>
                <a:lnTo>
                  <a:pt x="1302779" y="46888"/>
                </a:lnTo>
                <a:lnTo>
                  <a:pt x="1314644" y="46888"/>
                </a:lnTo>
                <a:lnTo>
                  <a:pt x="1283760" y="122958"/>
                </a:lnTo>
                <a:close/>
                <a:moveTo>
                  <a:pt x="1343088" y="122958"/>
                </a:moveTo>
                <a:lnTo>
                  <a:pt x="1332036" y="122958"/>
                </a:lnTo>
                <a:lnTo>
                  <a:pt x="1332036" y="46888"/>
                </a:lnTo>
                <a:lnTo>
                  <a:pt x="1343088" y="46888"/>
                </a:lnTo>
                <a:lnTo>
                  <a:pt x="1343088" y="122958"/>
                </a:lnTo>
                <a:moveTo>
                  <a:pt x="1345365" y="17560"/>
                </a:moveTo>
                <a:cubicBezTo>
                  <a:pt x="1345365" y="19828"/>
                  <a:pt x="1344552" y="21692"/>
                  <a:pt x="1342927" y="23150"/>
                </a:cubicBezTo>
                <a:cubicBezTo>
                  <a:pt x="1341302" y="24609"/>
                  <a:pt x="1339513" y="25338"/>
                  <a:pt x="1337562" y="25338"/>
                </a:cubicBezTo>
                <a:cubicBezTo>
                  <a:pt x="1335611" y="25338"/>
                  <a:pt x="1333823" y="24609"/>
                  <a:pt x="1332198" y="23150"/>
                </a:cubicBezTo>
                <a:cubicBezTo>
                  <a:pt x="1330572" y="21692"/>
                  <a:pt x="1329760" y="19828"/>
                  <a:pt x="1329760" y="17560"/>
                </a:cubicBezTo>
                <a:cubicBezTo>
                  <a:pt x="1329760" y="15291"/>
                  <a:pt x="1330572" y="13428"/>
                  <a:pt x="1332198" y="11969"/>
                </a:cubicBezTo>
                <a:cubicBezTo>
                  <a:pt x="1333823" y="10511"/>
                  <a:pt x="1335611" y="9782"/>
                  <a:pt x="1337562" y="9782"/>
                </a:cubicBezTo>
                <a:cubicBezTo>
                  <a:pt x="1339513" y="9782"/>
                  <a:pt x="1341302" y="10511"/>
                  <a:pt x="1342927" y="11969"/>
                </a:cubicBezTo>
                <a:cubicBezTo>
                  <a:pt x="1344552" y="13428"/>
                  <a:pt x="1345365" y="15291"/>
                  <a:pt x="1345365" y="17560"/>
                </a:cubicBezTo>
                <a:close/>
                <a:moveTo>
                  <a:pt x="1427287" y="64148"/>
                </a:moveTo>
                <a:cubicBezTo>
                  <a:pt x="1425445" y="61221"/>
                  <a:pt x="1422763" y="58810"/>
                  <a:pt x="1419241" y="56913"/>
                </a:cubicBezTo>
                <a:cubicBezTo>
                  <a:pt x="1415719" y="55017"/>
                  <a:pt x="1411900" y="54068"/>
                  <a:pt x="1407782" y="54068"/>
                </a:cubicBezTo>
                <a:cubicBezTo>
                  <a:pt x="1403340" y="54068"/>
                  <a:pt x="1399330" y="54856"/>
                  <a:pt x="1395753" y="56432"/>
                </a:cubicBezTo>
                <a:cubicBezTo>
                  <a:pt x="1392177" y="58006"/>
                  <a:pt x="1389116" y="60179"/>
                  <a:pt x="1386569" y="62950"/>
                </a:cubicBezTo>
                <a:cubicBezTo>
                  <a:pt x="1384023" y="65720"/>
                  <a:pt x="1382073" y="68979"/>
                  <a:pt x="1380718" y="72727"/>
                </a:cubicBezTo>
                <a:cubicBezTo>
                  <a:pt x="1379364" y="76474"/>
                  <a:pt x="1378687" y="80520"/>
                  <a:pt x="1378687" y="84865"/>
                </a:cubicBezTo>
                <a:cubicBezTo>
                  <a:pt x="1378687" y="89210"/>
                  <a:pt x="1379364" y="93230"/>
                  <a:pt x="1380718" y="96924"/>
                </a:cubicBezTo>
                <a:cubicBezTo>
                  <a:pt x="1382073" y="100616"/>
                  <a:pt x="1383996" y="103848"/>
                  <a:pt x="1386487" y="106619"/>
                </a:cubicBezTo>
                <a:cubicBezTo>
                  <a:pt x="1388981" y="109388"/>
                  <a:pt x="1392015" y="111561"/>
                  <a:pt x="1395590" y="113137"/>
                </a:cubicBezTo>
                <a:cubicBezTo>
                  <a:pt x="1399166" y="114711"/>
                  <a:pt x="1403176" y="115498"/>
                  <a:pt x="1407619" y="115498"/>
                </a:cubicBezTo>
                <a:cubicBezTo>
                  <a:pt x="1412495" y="115498"/>
                  <a:pt x="1416612" y="114577"/>
                  <a:pt x="1419970" y="112735"/>
                </a:cubicBezTo>
                <a:cubicBezTo>
                  <a:pt x="1423330" y="110893"/>
                  <a:pt x="1426094" y="108510"/>
                  <a:pt x="1428261" y="105585"/>
                </a:cubicBezTo>
                <a:lnTo>
                  <a:pt x="1436550" y="111760"/>
                </a:lnTo>
                <a:cubicBezTo>
                  <a:pt x="1433300" y="115758"/>
                  <a:pt x="1429317" y="118942"/>
                  <a:pt x="1424603" y="121312"/>
                </a:cubicBezTo>
                <a:cubicBezTo>
                  <a:pt x="1419891" y="123679"/>
                  <a:pt x="1414229" y="124863"/>
                  <a:pt x="1407619" y="124863"/>
                </a:cubicBezTo>
                <a:cubicBezTo>
                  <a:pt x="1401441" y="124863"/>
                  <a:pt x="1395860" y="123860"/>
                  <a:pt x="1390875" y="121855"/>
                </a:cubicBezTo>
                <a:cubicBezTo>
                  <a:pt x="1385891" y="119849"/>
                  <a:pt x="1381639" y="117058"/>
                  <a:pt x="1378117" y="113482"/>
                </a:cubicBezTo>
                <a:cubicBezTo>
                  <a:pt x="1374597" y="109904"/>
                  <a:pt x="1371861" y="105676"/>
                  <a:pt x="1369910" y="100798"/>
                </a:cubicBezTo>
                <a:cubicBezTo>
                  <a:pt x="1367959" y="95920"/>
                  <a:pt x="1366983" y="90608"/>
                  <a:pt x="1366983" y="84863"/>
                </a:cubicBezTo>
                <a:cubicBezTo>
                  <a:pt x="1366983" y="79117"/>
                  <a:pt x="1367959" y="73805"/>
                  <a:pt x="1369910" y="68927"/>
                </a:cubicBezTo>
                <a:cubicBezTo>
                  <a:pt x="1371861" y="64050"/>
                  <a:pt x="1374597" y="59822"/>
                  <a:pt x="1378117" y="56246"/>
                </a:cubicBezTo>
                <a:cubicBezTo>
                  <a:pt x="1381639" y="52668"/>
                  <a:pt x="1385891" y="49876"/>
                  <a:pt x="1390875" y="47870"/>
                </a:cubicBezTo>
                <a:cubicBezTo>
                  <a:pt x="1395860" y="45865"/>
                  <a:pt x="1401441" y="44862"/>
                  <a:pt x="1407619" y="44862"/>
                </a:cubicBezTo>
                <a:cubicBezTo>
                  <a:pt x="1412711" y="44862"/>
                  <a:pt x="1417885" y="45966"/>
                  <a:pt x="1423140" y="48173"/>
                </a:cubicBezTo>
                <a:cubicBezTo>
                  <a:pt x="1428396" y="50380"/>
                  <a:pt x="1432650" y="53646"/>
                  <a:pt x="1435900" y="57970"/>
                </a:cubicBezTo>
                <a:lnTo>
                  <a:pt x="1427287" y="64148"/>
                </a:lnTo>
                <a:close/>
                <a:moveTo>
                  <a:pt x="1511809" y="79148"/>
                </a:moveTo>
                <a:cubicBezTo>
                  <a:pt x="1511483" y="71936"/>
                  <a:pt x="1509180" y="65953"/>
                  <a:pt x="1504899" y="61199"/>
                </a:cubicBezTo>
                <a:cubicBezTo>
                  <a:pt x="1500620" y="56445"/>
                  <a:pt x="1494525" y="54068"/>
                  <a:pt x="1486615" y="54068"/>
                </a:cubicBezTo>
                <a:cubicBezTo>
                  <a:pt x="1482931" y="54068"/>
                  <a:pt x="1479518" y="54751"/>
                  <a:pt x="1476374" y="56117"/>
                </a:cubicBezTo>
                <a:cubicBezTo>
                  <a:pt x="1473233" y="57483"/>
                  <a:pt x="1470470" y="59340"/>
                  <a:pt x="1468086" y="61690"/>
                </a:cubicBezTo>
                <a:cubicBezTo>
                  <a:pt x="1465701" y="64040"/>
                  <a:pt x="1463805" y="66717"/>
                  <a:pt x="1462396" y="69723"/>
                </a:cubicBezTo>
                <a:cubicBezTo>
                  <a:pt x="1460987" y="72728"/>
                  <a:pt x="1460175" y="75869"/>
                  <a:pt x="1459958" y="79148"/>
                </a:cubicBezTo>
                <a:lnTo>
                  <a:pt x="1511809" y="79148"/>
                </a:lnTo>
                <a:moveTo>
                  <a:pt x="1523025" y="82665"/>
                </a:moveTo>
                <a:cubicBezTo>
                  <a:pt x="1523025" y="83426"/>
                  <a:pt x="1523025" y="84241"/>
                  <a:pt x="1523025" y="85111"/>
                </a:cubicBezTo>
                <a:cubicBezTo>
                  <a:pt x="1523025" y="85979"/>
                  <a:pt x="1522970" y="86901"/>
                  <a:pt x="1522861" y="87878"/>
                </a:cubicBezTo>
                <a:lnTo>
                  <a:pt x="1459794" y="87878"/>
                </a:lnTo>
                <a:cubicBezTo>
                  <a:pt x="1459903" y="91670"/>
                  <a:pt x="1460661" y="95245"/>
                  <a:pt x="1462069" y="98603"/>
                </a:cubicBezTo>
                <a:cubicBezTo>
                  <a:pt x="1463477" y="101959"/>
                  <a:pt x="1465428" y="104884"/>
                  <a:pt x="1467919" y="107375"/>
                </a:cubicBezTo>
                <a:cubicBezTo>
                  <a:pt x="1470413" y="109865"/>
                  <a:pt x="1473339" y="111842"/>
                  <a:pt x="1476697" y="113306"/>
                </a:cubicBezTo>
                <a:cubicBezTo>
                  <a:pt x="1480057" y="114767"/>
                  <a:pt x="1483688" y="115498"/>
                  <a:pt x="1487590" y="115498"/>
                </a:cubicBezTo>
                <a:cubicBezTo>
                  <a:pt x="1493332" y="115498"/>
                  <a:pt x="1498289" y="114171"/>
                  <a:pt x="1502461" y="111517"/>
                </a:cubicBezTo>
                <a:cubicBezTo>
                  <a:pt x="1506633" y="108862"/>
                  <a:pt x="1509803" y="105800"/>
                  <a:pt x="1511970" y="102333"/>
                </a:cubicBezTo>
                <a:lnTo>
                  <a:pt x="1520259" y="108834"/>
                </a:lnTo>
                <a:cubicBezTo>
                  <a:pt x="1515709" y="114568"/>
                  <a:pt x="1510697" y="118674"/>
                  <a:pt x="1505224" y="121150"/>
                </a:cubicBezTo>
                <a:cubicBezTo>
                  <a:pt x="1499753" y="123626"/>
                  <a:pt x="1493875" y="124863"/>
                  <a:pt x="1487590" y="124863"/>
                </a:cubicBezTo>
                <a:cubicBezTo>
                  <a:pt x="1481955" y="124863"/>
                  <a:pt x="1476726" y="123860"/>
                  <a:pt x="1471903" y="121855"/>
                </a:cubicBezTo>
                <a:cubicBezTo>
                  <a:pt x="1467081" y="119849"/>
                  <a:pt x="1462937" y="117058"/>
                  <a:pt x="1459469" y="113482"/>
                </a:cubicBezTo>
                <a:cubicBezTo>
                  <a:pt x="1456002" y="109904"/>
                  <a:pt x="1453266" y="105676"/>
                  <a:pt x="1451260" y="100798"/>
                </a:cubicBezTo>
                <a:cubicBezTo>
                  <a:pt x="1449256" y="95920"/>
                  <a:pt x="1448254" y="90608"/>
                  <a:pt x="1448254" y="84863"/>
                </a:cubicBezTo>
                <a:cubicBezTo>
                  <a:pt x="1448254" y="79117"/>
                  <a:pt x="1449229" y="73805"/>
                  <a:pt x="1451178" y="68927"/>
                </a:cubicBezTo>
                <a:cubicBezTo>
                  <a:pt x="1453129" y="64050"/>
                  <a:pt x="1455838" y="59822"/>
                  <a:pt x="1459306" y="56246"/>
                </a:cubicBezTo>
                <a:cubicBezTo>
                  <a:pt x="1462775" y="52668"/>
                  <a:pt x="1466839" y="49876"/>
                  <a:pt x="1471498" y="47870"/>
                </a:cubicBezTo>
                <a:cubicBezTo>
                  <a:pt x="1476158" y="45865"/>
                  <a:pt x="1481197" y="44862"/>
                  <a:pt x="1486615" y="44862"/>
                </a:cubicBezTo>
                <a:cubicBezTo>
                  <a:pt x="1492574" y="44862"/>
                  <a:pt x="1497829" y="45867"/>
                  <a:pt x="1502379" y="47878"/>
                </a:cubicBezTo>
                <a:cubicBezTo>
                  <a:pt x="1506931" y="49887"/>
                  <a:pt x="1510724" y="52603"/>
                  <a:pt x="1513758" y="56025"/>
                </a:cubicBezTo>
                <a:cubicBezTo>
                  <a:pt x="1516793" y="59446"/>
                  <a:pt x="1519095" y="63438"/>
                  <a:pt x="1520666" y="68000"/>
                </a:cubicBezTo>
                <a:cubicBezTo>
                  <a:pt x="1522238" y="72562"/>
                  <a:pt x="1523025" y="77450"/>
                  <a:pt x="1523025" y="82665"/>
                </a:cubicBezTo>
                <a:close/>
                <a:moveTo>
                  <a:pt x="1548217" y="46072"/>
                </a:moveTo>
                <a:lnTo>
                  <a:pt x="1538954" y="46072"/>
                </a:lnTo>
                <a:lnTo>
                  <a:pt x="1549842" y="7877"/>
                </a:lnTo>
                <a:lnTo>
                  <a:pt x="1561382" y="7877"/>
                </a:lnTo>
                <a:lnTo>
                  <a:pt x="1548217" y="46072"/>
                </a:lnTo>
                <a:close/>
                <a:moveTo>
                  <a:pt x="1615511" y="64798"/>
                </a:moveTo>
                <a:cubicBezTo>
                  <a:pt x="1613885" y="61654"/>
                  <a:pt x="1611420" y="59081"/>
                  <a:pt x="1608115" y="57077"/>
                </a:cubicBezTo>
                <a:cubicBezTo>
                  <a:pt x="1604810" y="55071"/>
                  <a:pt x="1601044" y="54068"/>
                  <a:pt x="1596817" y="54068"/>
                </a:cubicBezTo>
                <a:cubicBezTo>
                  <a:pt x="1594868" y="54068"/>
                  <a:pt x="1592918" y="54286"/>
                  <a:pt x="1590967" y="54721"/>
                </a:cubicBezTo>
                <a:cubicBezTo>
                  <a:pt x="1589016" y="55154"/>
                  <a:pt x="1587281" y="55859"/>
                  <a:pt x="1585763" y="56836"/>
                </a:cubicBezTo>
                <a:cubicBezTo>
                  <a:pt x="1584247" y="57812"/>
                  <a:pt x="1583028" y="59059"/>
                  <a:pt x="1582107" y="60579"/>
                </a:cubicBezTo>
                <a:cubicBezTo>
                  <a:pt x="1581186" y="62097"/>
                  <a:pt x="1580726" y="63887"/>
                  <a:pt x="1580726" y="65949"/>
                </a:cubicBezTo>
                <a:cubicBezTo>
                  <a:pt x="1580726" y="69530"/>
                  <a:pt x="1582188" y="72270"/>
                  <a:pt x="1585113" y="74168"/>
                </a:cubicBezTo>
                <a:cubicBezTo>
                  <a:pt x="1588040" y="76066"/>
                  <a:pt x="1592646" y="77667"/>
                  <a:pt x="1598931" y="78970"/>
                </a:cubicBezTo>
                <a:cubicBezTo>
                  <a:pt x="1607925" y="80813"/>
                  <a:pt x="1614562" y="83498"/>
                  <a:pt x="1618842" y="87025"/>
                </a:cubicBezTo>
                <a:cubicBezTo>
                  <a:pt x="1623122" y="90550"/>
                  <a:pt x="1625263" y="95297"/>
                  <a:pt x="1625263" y="101264"/>
                </a:cubicBezTo>
                <a:cubicBezTo>
                  <a:pt x="1625263" y="105604"/>
                  <a:pt x="1624423" y="109267"/>
                  <a:pt x="1622743" y="112251"/>
                </a:cubicBezTo>
                <a:cubicBezTo>
                  <a:pt x="1621063" y="115234"/>
                  <a:pt x="1618868" y="117676"/>
                  <a:pt x="1616158" y="119575"/>
                </a:cubicBezTo>
                <a:cubicBezTo>
                  <a:pt x="1613450" y="121474"/>
                  <a:pt x="1610389" y="122829"/>
                  <a:pt x="1606976" y="123643"/>
                </a:cubicBezTo>
                <a:cubicBezTo>
                  <a:pt x="1603564" y="124457"/>
                  <a:pt x="1600124" y="124863"/>
                  <a:pt x="1596656" y="124863"/>
                </a:cubicBezTo>
                <a:cubicBezTo>
                  <a:pt x="1590912" y="124863"/>
                  <a:pt x="1585331" y="123679"/>
                  <a:pt x="1579912" y="121312"/>
                </a:cubicBezTo>
                <a:cubicBezTo>
                  <a:pt x="1574496" y="118942"/>
                  <a:pt x="1570053" y="115217"/>
                  <a:pt x="1566584" y="110136"/>
                </a:cubicBezTo>
                <a:lnTo>
                  <a:pt x="1575361" y="103633"/>
                </a:lnTo>
                <a:cubicBezTo>
                  <a:pt x="1577312" y="106993"/>
                  <a:pt x="1580184" y="109810"/>
                  <a:pt x="1583975" y="112085"/>
                </a:cubicBezTo>
                <a:cubicBezTo>
                  <a:pt x="1587768" y="114360"/>
                  <a:pt x="1591941" y="115498"/>
                  <a:pt x="1596493" y="115498"/>
                </a:cubicBezTo>
                <a:cubicBezTo>
                  <a:pt x="1598877" y="115498"/>
                  <a:pt x="1601152" y="115281"/>
                  <a:pt x="1603318" y="114848"/>
                </a:cubicBezTo>
                <a:cubicBezTo>
                  <a:pt x="1605486" y="114413"/>
                  <a:pt x="1607382" y="113654"/>
                  <a:pt x="1609008" y="112569"/>
                </a:cubicBezTo>
                <a:cubicBezTo>
                  <a:pt x="1610633" y="111484"/>
                  <a:pt x="1611933" y="110101"/>
                  <a:pt x="1612909" y="108420"/>
                </a:cubicBezTo>
                <a:cubicBezTo>
                  <a:pt x="1613885" y="106736"/>
                  <a:pt x="1614372" y="104647"/>
                  <a:pt x="1614372" y="102152"/>
                </a:cubicBezTo>
                <a:cubicBezTo>
                  <a:pt x="1614372" y="98137"/>
                  <a:pt x="1612449" y="95126"/>
                  <a:pt x="1608601" y="93119"/>
                </a:cubicBezTo>
                <a:cubicBezTo>
                  <a:pt x="1604755" y="91112"/>
                  <a:pt x="1599202" y="89240"/>
                  <a:pt x="1591941" y="87504"/>
                </a:cubicBezTo>
                <a:cubicBezTo>
                  <a:pt x="1589666" y="86962"/>
                  <a:pt x="1587255" y="86284"/>
                  <a:pt x="1584707" y="85470"/>
                </a:cubicBezTo>
                <a:cubicBezTo>
                  <a:pt x="1582160" y="84657"/>
                  <a:pt x="1579803" y="83464"/>
                  <a:pt x="1577636" y="81891"/>
                </a:cubicBezTo>
                <a:cubicBezTo>
                  <a:pt x="1575470" y="80317"/>
                  <a:pt x="1573682" y="78336"/>
                  <a:pt x="1572273" y="75949"/>
                </a:cubicBezTo>
                <a:cubicBezTo>
                  <a:pt x="1570865" y="73561"/>
                  <a:pt x="1570160" y="70577"/>
                  <a:pt x="1570160" y="66998"/>
                </a:cubicBezTo>
                <a:cubicBezTo>
                  <a:pt x="1570160" y="63091"/>
                  <a:pt x="1570918" y="59754"/>
                  <a:pt x="1572435" y="56988"/>
                </a:cubicBezTo>
                <a:cubicBezTo>
                  <a:pt x="1573952" y="54220"/>
                  <a:pt x="1575985" y="51941"/>
                  <a:pt x="1578531" y="50152"/>
                </a:cubicBezTo>
                <a:cubicBezTo>
                  <a:pt x="1581077" y="48361"/>
                  <a:pt x="1583976" y="47032"/>
                  <a:pt x="1587227" y="46164"/>
                </a:cubicBezTo>
                <a:cubicBezTo>
                  <a:pt x="1590479" y="45296"/>
                  <a:pt x="1593839" y="44862"/>
                  <a:pt x="1597306" y="44862"/>
                </a:cubicBezTo>
                <a:cubicBezTo>
                  <a:pt x="1602615" y="44862"/>
                  <a:pt x="1607762" y="46047"/>
                  <a:pt x="1612745" y="48416"/>
                </a:cubicBezTo>
                <a:cubicBezTo>
                  <a:pt x="1617731" y="50784"/>
                  <a:pt x="1621470" y="54131"/>
                  <a:pt x="1623963" y="58458"/>
                </a:cubicBezTo>
                <a:lnTo>
                  <a:pt x="1615511" y="64798"/>
                </a:lnTo>
                <a:close/>
                <a:moveTo>
                  <a:pt x="1728316" y="64798"/>
                </a:moveTo>
                <a:cubicBezTo>
                  <a:pt x="1726690" y="61654"/>
                  <a:pt x="1724225" y="59081"/>
                  <a:pt x="1720920" y="57077"/>
                </a:cubicBezTo>
                <a:cubicBezTo>
                  <a:pt x="1717614" y="55071"/>
                  <a:pt x="1713849" y="54068"/>
                  <a:pt x="1709622" y="54068"/>
                </a:cubicBezTo>
                <a:cubicBezTo>
                  <a:pt x="1707673" y="54068"/>
                  <a:pt x="1705723" y="54286"/>
                  <a:pt x="1703772" y="54721"/>
                </a:cubicBezTo>
                <a:cubicBezTo>
                  <a:pt x="1701821" y="55154"/>
                  <a:pt x="1700086" y="55859"/>
                  <a:pt x="1698568" y="56836"/>
                </a:cubicBezTo>
                <a:cubicBezTo>
                  <a:pt x="1697052" y="57812"/>
                  <a:pt x="1695833" y="59059"/>
                  <a:pt x="1694912" y="60579"/>
                </a:cubicBezTo>
                <a:cubicBezTo>
                  <a:pt x="1693991" y="62097"/>
                  <a:pt x="1693531" y="63887"/>
                  <a:pt x="1693531" y="65949"/>
                </a:cubicBezTo>
                <a:cubicBezTo>
                  <a:pt x="1693531" y="69530"/>
                  <a:pt x="1694993" y="72270"/>
                  <a:pt x="1697918" y="74168"/>
                </a:cubicBezTo>
                <a:cubicBezTo>
                  <a:pt x="1700845" y="76066"/>
                  <a:pt x="1705451" y="77667"/>
                  <a:pt x="1711736" y="78970"/>
                </a:cubicBezTo>
                <a:cubicBezTo>
                  <a:pt x="1720730" y="80813"/>
                  <a:pt x="1727367" y="83498"/>
                  <a:pt x="1731647" y="87025"/>
                </a:cubicBezTo>
                <a:cubicBezTo>
                  <a:pt x="1735927" y="90550"/>
                  <a:pt x="1738068" y="95297"/>
                  <a:pt x="1738068" y="101264"/>
                </a:cubicBezTo>
                <a:cubicBezTo>
                  <a:pt x="1738068" y="105604"/>
                  <a:pt x="1737228" y="109267"/>
                  <a:pt x="1735548" y="112251"/>
                </a:cubicBezTo>
                <a:cubicBezTo>
                  <a:pt x="1733868" y="115234"/>
                  <a:pt x="1731673" y="117676"/>
                  <a:pt x="1728963" y="119575"/>
                </a:cubicBezTo>
                <a:cubicBezTo>
                  <a:pt x="1726255" y="121474"/>
                  <a:pt x="1723194" y="122829"/>
                  <a:pt x="1719781" y="123643"/>
                </a:cubicBezTo>
                <a:cubicBezTo>
                  <a:pt x="1716369" y="124457"/>
                  <a:pt x="1712929" y="124863"/>
                  <a:pt x="1709461" y="124863"/>
                </a:cubicBezTo>
                <a:cubicBezTo>
                  <a:pt x="1703717" y="124863"/>
                  <a:pt x="1698136" y="123679"/>
                  <a:pt x="1692717" y="121312"/>
                </a:cubicBezTo>
                <a:cubicBezTo>
                  <a:pt x="1687301" y="118942"/>
                  <a:pt x="1682858" y="115217"/>
                  <a:pt x="1679389" y="110136"/>
                </a:cubicBezTo>
                <a:lnTo>
                  <a:pt x="1688166" y="103633"/>
                </a:lnTo>
                <a:cubicBezTo>
                  <a:pt x="1690117" y="106993"/>
                  <a:pt x="1692989" y="109810"/>
                  <a:pt x="1696780" y="112085"/>
                </a:cubicBezTo>
                <a:cubicBezTo>
                  <a:pt x="1700573" y="114360"/>
                  <a:pt x="1704746" y="115498"/>
                  <a:pt x="1709298" y="115498"/>
                </a:cubicBezTo>
                <a:cubicBezTo>
                  <a:pt x="1711682" y="115498"/>
                  <a:pt x="1713957" y="115281"/>
                  <a:pt x="1716123" y="114848"/>
                </a:cubicBezTo>
                <a:cubicBezTo>
                  <a:pt x="1718291" y="114413"/>
                  <a:pt x="1720187" y="113654"/>
                  <a:pt x="1721813" y="112569"/>
                </a:cubicBezTo>
                <a:cubicBezTo>
                  <a:pt x="1723438" y="111484"/>
                  <a:pt x="1724738" y="110101"/>
                  <a:pt x="1725714" y="108420"/>
                </a:cubicBezTo>
                <a:cubicBezTo>
                  <a:pt x="1726690" y="106736"/>
                  <a:pt x="1727177" y="104647"/>
                  <a:pt x="1727177" y="102152"/>
                </a:cubicBezTo>
                <a:cubicBezTo>
                  <a:pt x="1727177" y="98137"/>
                  <a:pt x="1725253" y="95126"/>
                  <a:pt x="1721406" y="93119"/>
                </a:cubicBezTo>
                <a:cubicBezTo>
                  <a:pt x="1717560" y="91112"/>
                  <a:pt x="1712007" y="89240"/>
                  <a:pt x="1704746" y="87504"/>
                </a:cubicBezTo>
                <a:cubicBezTo>
                  <a:pt x="1702471" y="86962"/>
                  <a:pt x="1700060" y="86284"/>
                  <a:pt x="1697512" y="85470"/>
                </a:cubicBezTo>
                <a:cubicBezTo>
                  <a:pt x="1694965" y="84657"/>
                  <a:pt x="1692608" y="83464"/>
                  <a:pt x="1690441" y="81891"/>
                </a:cubicBezTo>
                <a:cubicBezTo>
                  <a:pt x="1688275" y="80317"/>
                  <a:pt x="1686487" y="78336"/>
                  <a:pt x="1685078" y="75949"/>
                </a:cubicBezTo>
                <a:cubicBezTo>
                  <a:pt x="1683670" y="73561"/>
                  <a:pt x="1682965" y="70577"/>
                  <a:pt x="1682965" y="66998"/>
                </a:cubicBezTo>
                <a:cubicBezTo>
                  <a:pt x="1682965" y="63091"/>
                  <a:pt x="1683723" y="59754"/>
                  <a:pt x="1685240" y="56988"/>
                </a:cubicBezTo>
                <a:cubicBezTo>
                  <a:pt x="1686757" y="54220"/>
                  <a:pt x="1688790" y="51941"/>
                  <a:pt x="1691336" y="50152"/>
                </a:cubicBezTo>
                <a:cubicBezTo>
                  <a:pt x="1693882" y="48361"/>
                  <a:pt x="1696781" y="47032"/>
                  <a:pt x="1700031" y="46164"/>
                </a:cubicBezTo>
                <a:cubicBezTo>
                  <a:pt x="1703284" y="45296"/>
                  <a:pt x="1706644" y="44862"/>
                  <a:pt x="1710111" y="44862"/>
                </a:cubicBezTo>
                <a:cubicBezTo>
                  <a:pt x="1715420" y="44862"/>
                  <a:pt x="1720567" y="46047"/>
                  <a:pt x="1725550" y="48416"/>
                </a:cubicBezTo>
                <a:cubicBezTo>
                  <a:pt x="1730535" y="50784"/>
                  <a:pt x="1734275" y="54131"/>
                  <a:pt x="1736768" y="58458"/>
                </a:cubicBezTo>
                <a:lnTo>
                  <a:pt x="1728316" y="64798"/>
                </a:lnTo>
                <a:close/>
                <a:moveTo>
                  <a:pt x="1794307" y="56132"/>
                </a:moveTo>
                <a:lnTo>
                  <a:pt x="1772853" y="56132"/>
                </a:lnTo>
                <a:lnTo>
                  <a:pt x="1772853" y="100552"/>
                </a:lnTo>
                <a:cubicBezTo>
                  <a:pt x="1772853" y="103373"/>
                  <a:pt x="1773123" y="105705"/>
                  <a:pt x="1773664" y="107549"/>
                </a:cubicBezTo>
                <a:cubicBezTo>
                  <a:pt x="1774206" y="109393"/>
                  <a:pt x="1774992" y="110830"/>
                  <a:pt x="1776020" y="111862"/>
                </a:cubicBezTo>
                <a:cubicBezTo>
                  <a:pt x="1777050" y="112892"/>
                  <a:pt x="1778270" y="113597"/>
                  <a:pt x="1779678" y="113978"/>
                </a:cubicBezTo>
                <a:cubicBezTo>
                  <a:pt x="1781087" y="114356"/>
                  <a:pt x="1782604" y="114546"/>
                  <a:pt x="1784229" y="114546"/>
                </a:cubicBezTo>
                <a:cubicBezTo>
                  <a:pt x="1785747" y="114546"/>
                  <a:pt x="1787345" y="114325"/>
                  <a:pt x="1789024" y="113883"/>
                </a:cubicBezTo>
                <a:cubicBezTo>
                  <a:pt x="1790704" y="113440"/>
                  <a:pt x="1792303" y="112831"/>
                  <a:pt x="1793820" y="112055"/>
                </a:cubicBezTo>
                <a:lnTo>
                  <a:pt x="1794307" y="121637"/>
                </a:lnTo>
                <a:cubicBezTo>
                  <a:pt x="1792357" y="122395"/>
                  <a:pt x="1790326" y="122964"/>
                  <a:pt x="1788213" y="123343"/>
                </a:cubicBezTo>
                <a:cubicBezTo>
                  <a:pt x="1786100" y="123722"/>
                  <a:pt x="1783796" y="123911"/>
                  <a:pt x="1781303" y="123911"/>
                </a:cubicBezTo>
                <a:cubicBezTo>
                  <a:pt x="1779244" y="123911"/>
                  <a:pt x="1777077" y="123640"/>
                  <a:pt x="1774802" y="123097"/>
                </a:cubicBezTo>
                <a:cubicBezTo>
                  <a:pt x="1772527" y="122557"/>
                  <a:pt x="1770414" y="121528"/>
                  <a:pt x="1768463" y="120012"/>
                </a:cubicBezTo>
                <a:cubicBezTo>
                  <a:pt x="1766513" y="118494"/>
                  <a:pt x="1764915" y="116435"/>
                  <a:pt x="1763669" y="113834"/>
                </a:cubicBezTo>
                <a:cubicBezTo>
                  <a:pt x="1762422" y="111233"/>
                  <a:pt x="1761799" y="107819"/>
                  <a:pt x="1761799" y="103593"/>
                </a:cubicBezTo>
                <a:lnTo>
                  <a:pt x="1761799" y="56132"/>
                </a:lnTo>
                <a:lnTo>
                  <a:pt x="1746032" y="56132"/>
                </a:lnTo>
                <a:lnTo>
                  <a:pt x="1746032" y="46925"/>
                </a:lnTo>
                <a:lnTo>
                  <a:pt x="1761799" y="46925"/>
                </a:lnTo>
                <a:lnTo>
                  <a:pt x="1761799" y="25469"/>
                </a:lnTo>
                <a:lnTo>
                  <a:pt x="1772853" y="25469"/>
                </a:lnTo>
                <a:lnTo>
                  <a:pt x="1772853" y="46925"/>
                </a:lnTo>
                <a:lnTo>
                  <a:pt x="1794307" y="46925"/>
                </a:lnTo>
                <a:lnTo>
                  <a:pt x="1794307" y="56132"/>
                </a:lnTo>
                <a:close/>
                <a:moveTo>
                  <a:pt x="1837708" y="111202"/>
                </a:moveTo>
                <a:lnTo>
                  <a:pt x="1838033" y="111202"/>
                </a:lnTo>
                <a:lnTo>
                  <a:pt x="1861600" y="46997"/>
                </a:lnTo>
                <a:lnTo>
                  <a:pt x="1873629" y="46997"/>
                </a:lnTo>
                <a:lnTo>
                  <a:pt x="1835756" y="142736"/>
                </a:lnTo>
                <a:cubicBezTo>
                  <a:pt x="1833481" y="148587"/>
                  <a:pt x="1830582" y="153262"/>
                  <a:pt x="1827060" y="156759"/>
                </a:cubicBezTo>
                <a:cubicBezTo>
                  <a:pt x="1823538" y="160257"/>
                  <a:pt x="1818472" y="162007"/>
                  <a:pt x="1811862" y="162007"/>
                </a:cubicBezTo>
                <a:cubicBezTo>
                  <a:pt x="1808503" y="162007"/>
                  <a:pt x="1805199" y="161689"/>
                  <a:pt x="1801948" y="161054"/>
                </a:cubicBezTo>
                <a:lnTo>
                  <a:pt x="1803084" y="151024"/>
                </a:lnTo>
                <a:cubicBezTo>
                  <a:pt x="1805685" y="151891"/>
                  <a:pt x="1808394" y="152324"/>
                  <a:pt x="1811212" y="152324"/>
                </a:cubicBezTo>
                <a:cubicBezTo>
                  <a:pt x="1815005" y="152324"/>
                  <a:pt x="1817984" y="151159"/>
                  <a:pt x="1820150" y="148829"/>
                </a:cubicBezTo>
                <a:cubicBezTo>
                  <a:pt x="1822318" y="146500"/>
                  <a:pt x="1824215" y="143168"/>
                  <a:pt x="1825840" y="138834"/>
                </a:cubicBezTo>
                <a:lnTo>
                  <a:pt x="1832018" y="122904"/>
                </a:lnTo>
                <a:lnTo>
                  <a:pt x="1799510" y="46997"/>
                </a:lnTo>
                <a:lnTo>
                  <a:pt x="1811862" y="46997"/>
                </a:lnTo>
                <a:lnTo>
                  <a:pt x="1837708" y="111202"/>
                </a:lnTo>
                <a:close/>
                <a:moveTo>
                  <a:pt x="1902237" y="122958"/>
                </a:moveTo>
                <a:lnTo>
                  <a:pt x="1891182" y="122958"/>
                </a:lnTo>
                <a:lnTo>
                  <a:pt x="1891182" y="77"/>
                </a:lnTo>
                <a:lnTo>
                  <a:pt x="1902237" y="77"/>
                </a:lnTo>
                <a:lnTo>
                  <a:pt x="1902237" y="122958"/>
                </a:lnTo>
                <a:close/>
                <a:moveTo>
                  <a:pt x="1989846" y="79148"/>
                </a:moveTo>
                <a:cubicBezTo>
                  <a:pt x="1989521" y="71936"/>
                  <a:pt x="1987217" y="65953"/>
                  <a:pt x="1982937" y="61199"/>
                </a:cubicBezTo>
                <a:cubicBezTo>
                  <a:pt x="1978657" y="56445"/>
                  <a:pt x="1972563" y="54068"/>
                  <a:pt x="1964653" y="54068"/>
                </a:cubicBezTo>
                <a:cubicBezTo>
                  <a:pt x="1960969" y="54068"/>
                  <a:pt x="1957555" y="54751"/>
                  <a:pt x="1954412" y="56117"/>
                </a:cubicBezTo>
                <a:cubicBezTo>
                  <a:pt x="1951270" y="57483"/>
                  <a:pt x="1948507" y="59340"/>
                  <a:pt x="1946123" y="61690"/>
                </a:cubicBezTo>
                <a:cubicBezTo>
                  <a:pt x="1943739" y="64040"/>
                  <a:pt x="1941842" y="66717"/>
                  <a:pt x="1940433" y="69723"/>
                </a:cubicBezTo>
                <a:cubicBezTo>
                  <a:pt x="1939025" y="72728"/>
                  <a:pt x="1938212" y="75869"/>
                  <a:pt x="1937995" y="79148"/>
                </a:cubicBezTo>
                <a:lnTo>
                  <a:pt x="1989846" y="79148"/>
                </a:lnTo>
                <a:moveTo>
                  <a:pt x="2001062" y="82665"/>
                </a:moveTo>
                <a:cubicBezTo>
                  <a:pt x="2001062" y="83426"/>
                  <a:pt x="2001062" y="84241"/>
                  <a:pt x="2001062" y="85111"/>
                </a:cubicBezTo>
                <a:cubicBezTo>
                  <a:pt x="2001062" y="85979"/>
                  <a:pt x="2001007" y="86901"/>
                  <a:pt x="2000898" y="87878"/>
                </a:cubicBezTo>
                <a:lnTo>
                  <a:pt x="1937832" y="87878"/>
                </a:lnTo>
                <a:cubicBezTo>
                  <a:pt x="1937941" y="91670"/>
                  <a:pt x="1938699" y="95245"/>
                  <a:pt x="1940106" y="98603"/>
                </a:cubicBezTo>
                <a:cubicBezTo>
                  <a:pt x="1941515" y="101959"/>
                  <a:pt x="1943465" y="104884"/>
                  <a:pt x="1945957" y="107375"/>
                </a:cubicBezTo>
                <a:cubicBezTo>
                  <a:pt x="1948450" y="109865"/>
                  <a:pt x="1951376" y="111842"/>
                  <a:pt x="1954734" y="113306"/>
                </a:cubicBezTo>
                <a:cubicBezTo>
                  <a:pt x="1958094" y="114767"/>
                  <a:pt x="1961725" y="115498"/>
                  <a:pt x="1965627" y="115498"/>
                </a:cubicBezTo>
                <a:cubicBezTo>
                  <a:pt x="1971370" y="115498"/>
                  <a:pt x="1976327" y="114171"/>
                  <a:pt x="1980499" y="111517"/>
                </a:cubicBezTo>
                <a:cubicBezTo>
                  <a:pt x="1984670" y="108862"/>
                  <a:pt x="1987840" y="105800"/>
                  <a:pt x="1990008" y="102333"/>
                </a:cubicBezTo>
                <a:lnTo>
                  <a:pt x="1998297" y="108834"/>
                </a:lnTo>
                <a:cubicBezTo>
                  <a:pt x="1993746" y="114568"/>
                  <a:pt x="1988735" y="118674"/>
                  <a:pt x="1983262" y="121150"/>
                </a:cubicBezTo>
                <a:cubicBezTo>
                  <a:pt x="1977790" y="123626"/>
                  <a:pt x="1971912" y="124863"/>
                  <a:pt x="1965627" y="124863"/>
                </a:cubicBezTo>
                <a:cubicBezTo>
                  <a:pt x="1959992" y="124863"/>
                  <a:pt x="1954763" y="123860"/>
                  <a:pt x="1949940" y="121855"/>
                </a:cubicBezTo>
                <a:cubicBezTo>
                  <a:pt x="1945119" y="119849"/>
                  <a:pt x="1940974" y="117058"/>
                  <a:pt x="1937507" y="113482"/>
                </a:cubicBezTo>
                <a:cubicBezTo>
                  <a:pt x="1934039" y="109904"/>
                  <a:pt x="1931303" y="105676"/>
                  <a:pt x="1929297" y="100798"/>
                </a:cubicBezTo>
                <a:cubicBezTo>
                  <a:pt x="1927293" y="95920"/>
                  <a:pt x="1926291" y="90608"/>
                  <a:pt x="1926291" y="84863"/>
                </a:cubicBezTo>
                <a:cubicBezTo>
                  <a:pt x="1926291" y="79117"/>
                  <a:pt x="1927266" y="73805"/>
                  <a:pt x="1929215" y="68927"/>
                </a:cubicBezTo>
                <a:cubicBezTo>
                  <a:pt x="1931167" y="64050"/>
                  <a:pt x="1933876" y="59822"/>
                  <a:pt x="1937343" y="56246"/>
                </a:cubicBezTo>
                <a:cubicBezTo>
                  <a:pt x="1940812" y="52668"/>
                  <a:pt x="1944876" y="49876"/>
                  <a:pt x="1949536" y="47870"/>
                </a:cubicBezTo>
                <a:cubicBezTo>
                  <a:pt x="1954195" y="45865"/>
                  <a:pt x="1959234" y="44862"/>
                  <a:pt x="1964653" y="44862"/>
                </a:cubicBezTo>
                <a:cubicBezTo>
                  <a:pt x="1970612" y="44862"/>
                  <a:pt x="1975866" y="45867"/>
                  <a:pt x="1980417" y="47878"/>
                </a:cubicBezTo>
                <a:cubicBezTo>
                  <a:pt x="1984969" y="49887"/>
                  <a:pt x="1988762" y="52603"/>
                  <a:pt x="1991796" y="56025"/>
                </a:cubicBezTo>
                <a:cubicBezTo>
                  <a:pt x="1994830" y="59446"/>
                  <a:pt x="1997132" y="63438"/>
                  <a:pt x="1998703" y="68000"/>
                </a:cubicBezTo>
                <a:cubicBezTo>
                  <a:pt x="2000276" y="72562"/>
                  <a:pt x="2001062" y="77450"/>
                  <a:pt x="2001062" y="82665"/>
                </a:cubicBezTo>
                <a:close/>
                <a:moveTo>
                  <a:pt x="2066891" y="46925"/>
                </a:moveTo>
                <a:lnTo>
                  <a:pt x="2085259" y="108663"/>
                </a:lnTo>
                <a:lnTo>
                  <a:pt x="2085584" y="108663"/>
                </a:lnTo>
                <a:lnTo>
                  <a:pt x="2106063" y="46925"/>
                </a:lnTo>
                <a:lnTo>
                  <a:pt x="2116793" y="46925"/>
                </a:lnTo>
                <a:lnTo>
                  <a:pt x="2137597" y="108663"/>
                </a:lnTo>
                <a:lnTo>
                  <a:pt x="2137921" y="108663"/>
                </a:lnTo>
                <a:lnTo>
                  <a:pt x="2156126" y="46925"/>
                </a:lnTo>
                <a:lnTo>
                  <a:pt x="2167830" y="46925"/>
                </a:lnTo>
                <a:lnTo>
                  <a:pt x="2143775" y="122958"/>
                </a:lnTo>
                <a:lnTo>
                  <a:pt x="2131746" y="122958"/>
                </a:lnTo>
                <a:lnTo>
                  <a:pt x="2111428" y="61385"/>
                </a:lnTo>
                <a:lnTo>
                  <a:pt x="2111103" y="61385"/>
                </a:lnTo>
                <a:lnTo>
                  <a:pt x="2091110" y="122958"/>
                </a:lnTo>
                <a:lnTo>
                  <a:pt x="2079081" y="122958"/>
                </a:lnTo>
                <a:lnTo>
                  <a:pt x="2055026" y="46925"/>
                </a:lnTo>
                <a:lnTo>
                  <a:pt x="2066891" y="46925"/>
                </a:lnTo>
                <a:close/>
                <a:moveTo>
                  <a:pt x="2198388" y="59341"/>
                </a:moveTo>
                <a:cubicBezTo>
                  <a:pt x="2200447" y="54895"/>
                  <a:pt x="2203860" y="51371"/>
                  <a:pt x="2208627" y="48768"/>
                </a:cubicBezTo>
                <a:cubicBezTo>
                  <a:pt x="2213395" y="46164"/>
                  <a:pt x="2218489" y="44862"/>
                  <a:pt x="2223907" y="44862"/>
                </a:cubicBezTo>
                <a:cubicBezTo>
                  <a:pt x="2233550" y="44862"/>
                  <a:pt x="2240782" y="47736"/>
                  <a:pt x="2245604" y="53486"/>
                </a:cubicBezTo>
                <a:cubicBezTo>
                  <a:pt x="2250427" y="59235"/>
                  <a:pt x="2252839" y="66827"/>
                  <a:pt x="2252839" y="76264"/>
                </a:cubicBezTo>
                <a:lnTo>
                  <a:pt x="2252839" y="122958"/>
                </a:lnTo>
                <a:lnTo>
                  <a:pt x="2241787" y="122958"/>
                </a:lnTo>
                <a:lnTo>
                  <a:pt x="2241787" y="80778"/>
                </a:lnTo>
                <a:cubicBezTo>
                  <a:pt x="2241787" y="76760"/>
                  <a:pt x="2241462" y="73123"/>
                  <a:pt x="2240812" y="69867"/>
                </a:cubicBezTo>
                <a:cubicBezTo>
                  <a:pt x="2240162" y="66610"/>
                  <a:pt x="2239051" y="63814"/>
                  <a:pt x="2237479" y="61479"/>
                </a:cubicBezTo>
                <a:cubicBezTo>
                  <a:pt x="2235908" y="59145"/>
                  <a:pt x="2233795" y="57326"/>
                  <a:pt x="2231139" y="56023"/>
                </a:cubicBezTo>
                <a:cubicBezTo>
                  <a:pt x="2228486" y="54720"/>
                  <a:pt x="2225154" y="54068"/>
                  <a:pt x="2221144" y="54068"/>
                </a:cubicBezTo>
                <a:cubicBezTo>
                  <a:pt x="2218219" y="54068"/>
                  <a:pt x="2215374" y="54666"/>
                  <a:pt x="2212610" y="55862"/>
                </a:cubicBezTo>
                <a:cubicBezTo>
                  <a:pt x="2209847" y="57055"/>
                  <a:pt x="2207381" y="58874"/>
                  <a:pt x="2205214" y="61318"/>
                </a:cubicBezTo>
                <a:cubicBezTo>
                  <a:pt x="2203048" y="63760"/>
                  <a:pt x="2201314" y="66854"/>
                  <a:pt x="2200013" y="70599"/>
                </a:cubicBezTo>
                <a:cubicBezTo>
                  <a:pt x="2198713" y="74344"/>
                  <a:pt x="2198063" y="78769"/>
                  <a:pt x="2198063" y="83873"/>
                </a:cubicBezTo>
                <a:lnTo>
                  <a:pt x="2198063" y="122958"/>
                </a:lnTo>
                <a:lnTo>
                  <a:pt x="2187009" y="122958"/>
                </a:lnTo>
                <a:lnTo>
                  <a:pt x="2187009" y="0"/>
                </a:lnTo>
                <a:lnTo>
                  <a:pt x="2198063" y="0"/>
                </a:lnTo>
                <a:lnTo>
                  <a:pt x="2198063" y="59341"/>
                </a:lnTo>
                <a:lnTo>
                  <a:pt x="2198388" y="59341"/>
                </a:lnTo>
                <a:close/>
                <a:moveTo>
                  <a:pt x="2292662" y="122958"/>
                </a:moveTo>
                <a:lnTo>
                  <a:pt x="2281610" y="122958"/>
                </a:lnTo>
                <a:lnTo>
                  <a:pt x="2281610" y="46888"/>
                </a:lnTo>
                <a:lnTo>
                  <a:pt x="2292662" y="46888"/>
                </a:lnTo>
                <a:lnTo>
                  <a:pt x="2292662" y="122958"/>
                </a:lnTo>
                <a:moveTo>
                  <a:pt x="2294939" y="17560"/>
                </a:moveTo>
                <a:cubicBezTo>
                  <a:pt x="2294939" y="19828"/>
                  <a:pt x="2294126" y="21692"/>
                  <a:pt x="2292501" y="23150"/>
                </a:cubicBezTo>
                <a:cubicBezTo>
                  <a:pt x="2290876" y="24609"/>
                  <a:pt x="2289087" y="25338"/>
                  <a:pt x="2287136" y="25338"/>
                </a:cubicBezTo>
                <a:cubicBezTo>
                  <a:pt x="2285185" y="25338"/>
                  <a:pt x="2283397" y="24609"/>
                  <a:pt x="2281772" y="23150"/>
                </a:cubicBezTo>
                <a:cubicBezTo>
                  <a:pt x="2280146" y="21692"/>
                  <a:pt x="2279333" y="19828"/>
                  <a:pt x="2279333" y="17560"/>
                </a:cubicBezTo>
                <a:cubicBezTo>
                  <a:pt x="2279333" y="15291"/>
                  <a:pt x="2280146" y="13428"/>
                  <a:pt x="2281772" y="11969"/>
                </a:cubicBezTo>
                <a:cubicBezTo>
                  <a:pt x="2283397" y="10511"/>
                  <a:pt x="2285185" y="9782"/>
                  <a:pt x="2287136" y="9782"/>
                </a:cubicBezTo>
                <a:cubicBezTo>
                  <a:pt x="2289087" y="9782"/>
                  <a:pt x="2290876" y="10511"/>
                  <a:pt x="2292501" y="11969"/>
                </a:cubicBezTo>
                <a:cubicBezTo>
                  <a:pt x="2294126" y="13428"/>
                  <a:pt x="2294939" y="15291"/>
                  <a:pt x="2294939" y="17560"/>
                </a:cubicBezTo>
                <a:close/>
                <a:moveTo>
                  <a:pt x="2333461" y="122958"/>
                </a:moveTo>
                <a:lnTo>
                  <a:pt x="2322407" y="122958"/>
                </a:lnTo>
                <a:lnTo>
                  <a:pt x="2322407" y="77"/>
                </a:lnTo>
                <a:lnTo>
                  <a:pt x="2333461" y="77"/>
                </a:lnTo>
                <a:lnTo>
                  <a:pt x="2333461" y="122958"/>
                </a:lnTo>
                <a:close/>
                <a:moveTo>
                  <a:pt x="2421072" y="79148"/>
                </a:moveTo>
                <a:cubicBezTo>
                  <a:pt x="2420746" y="71936"/>
                  <a:pt x="2418443" y="65953"/>
                  <a:pt x="2414162" y="61199"/>
                </a:cubicBezTo>
                <a:cubicBezTo>
                  <a:pt x="2409883" y="56445"/>
                  <a:pt x="2403788" y="54068"/>
                  <a:pt x="2395878" y="54068"/>
                </a:cubicBezTo>
                <a:cubicBezTo>
                  <a:pt x="2392194" y="54068"/>
                  <a:pt x="2388780" y="54751"/>
                  <a:pt x="2385637" y="56117"/>
                </a:cubicBezTo>
                <a:cubicBezTo>
                  <a:pt x="2382496" y="57483"/>
                  <a:pt x="2379733" y="59340"/>
                  <a:pt x="2377348" y="61690"/>
                </a:cubicBezTo>
                <a:cubicBezTo>
                  <a:pt x="2374964" y="64040"/>
                  <a:pt x="2373068" y="66717"/>
                  <a:pt x="2371659" y="69723"/>
                </a:cubicBezTo>
                <a:cubicBezTo>
                  <a:pt x="2370250" y="72728"/>
                  <a:pt x="2369437" y="75869"/>
                  <a:pt x="2369221" y="79148"/>
                </a:cubicBezTo>
                <a:lnTo>
                  <a:pt x="2421072" y="79148"/>
                </a:lnTo>
                <a:moveTo>
                  <a:pt x="2432287" y="82665"/>
                </a:moveTo>
                <a:cubicBezTo>
                  <a:pt x="2432287" y="83426"/>
                  <a:pt x="2432287" y="84241"/>
                  <a:pt x="2432287" y="85111"/>
                </a:cubicBezTo>
                <a:cubicBezTo>
                  <a:pt x="2432287" y="85979"/>
                  <a:pt x="2432233" y="86901"/>
                  <a:pt x="2432124" y="87878"/>
                </a:cubicBezTo>
                <a:lnTo>
                  <a:pt x="2369057" y="87878"/>
                </a:lnTo>
                <a:cubicBezTo>
                  <a:pt x="2369166" y="91670"/>
                  <a:pt x="2369924" y="95245"/>
                  <a:pt x="2371331" y="98603"/>
                </a:cubicBezTo>
                <a:cubicBezTo>
                  <a:pt x="2372740" y="101959"/>
                  <a:pt x="2374690" y="104884"/>
                  <a:pt x="2377182" y="107375"/>
                </a:cubicBezTo>
                <a:cubicBezTo>
                  <a:pt x="2379676" y="109865"/>
                  <a:pt x="2382601" y="111842"/>
                  <a:pt x="2385960" y="113306"/>
                </a:cubicBezTo>
                <a:cubicBezTo>
                  <a:pt x="2389319" y="114767"/>
                  <a:pt x="2392950" y="115498"/>
                  <a:pt x="2396853" y="115498"/>
                </a:cubicBezTo>
                <a:cubicBezTo>
                  <a:pt x="2402595" y="115498"/>
                  <a:pt x="2407552" y="114171"/>
                  <a:pt x="2411724" y="111517"/>
                </a:cubicBezTo>
                <a:cubicBezTo>
                  <a:pt x="2415896" y="108862"/>
                  <a:pt x="2419065" y="105800"/>
                  <a:pt x="2421233" y="102333"/>
                </a:cubicBezTo>
                <a:lnTo>
                  <a:pt x="2429522" y="108834"/>
                </a:lnTo>
                <a:cubicBezTo>
                  <a:pt x="2424972" y="114568"/>
                  <a:pt x="2419960" y="118674"/>
                  <a:pt x="2414487" y="121150"/>
                </a:cubicBezTo>
                <a:cubicBezTo>
                  <a:pt x="2409016" y="123626"/>
                  <a:pt x="2403137" y="124863"/>
                  <a:pt x="2396853" y="124863"/>
                </a:cubicBezTo>
                <a:cubicBezTo>
                  <a:pt x="2391218" y="124863"/>
                  <a:pt x="2385989" y="123860"/>
                  <a:pt x="2381165" y="121855"/>
                </a:cubicBezTo>
                <a:cubicBezTo>
                  <a:pt x="2376344" y="119849"/>
                  <a:pt x="2372199" y="117058"/>
                  <a:pt x="2368732" y="113482"/>
                </a:cubicBezTo>
                <a:cubicBezTo>
                  <a:pt x="2365265" y="109904"/>
                  <a:pt x="2362528" y="105676"/>
                  <a:pt x="2360523" y="100798"/>
                </a:cubicBezTo>
                <a:cubicBezTo>
                  <a:pt x="2358519" y="95920"/>
                  <a:pt x="2357517" y="90608"/>
                  <a:pt x="2357517" y="84863"/>
                </a:cubicBezTo>
                <a:cubicBezTo>
                  <a:pt x="2357517" y="79117"/>
                  <a:pt x="2358491" y="73805"/>
                  <a:pt x="2360441" y="68927"/>
                </a:cubicBezTo>
                <a:cubicBezTo>
                  <a:pt x="2362392" y="64050"/>
                  <a:pt x="2365101" y="59822"/>
                  <a:pt x="2368568" y="56246"/>
                </a:cubicBezTo>
                <a:cubicBezTo>
                  <a:pt x="2372037" y="52668"/>
                  <a:pt x="2376102" y="49876"/>
                  <a:pt x="2380761" y="47870"/>
                </a:cubicBezTo>
                <a:cubicBezTo>
                  <a:pt x="2385421" y="45865"/>
                  <a:pt x="2390460" y="44862"/>
                  <a:pt x="2395878" y="44862"/>
                </a:cubicBezTo>
                <a:cubicBezTo>
                  <a:pt x="2401837" y="44862"/>
                  <a:pt x="2407092" y="45867"/>
                  <a:pt x="2411642" y="47878"/>
                </a:cubicBezTo>
                <a:cubicBezTo>
                  <a:pt x="2416194" y="49887"/>
                  <a:pt x="2419987" y="52603"/>
                  <a:pt x="2423021" y="56025"/>
                </a:cubicBezTo>
                <a:cubicBezTo>
                  <a:pt x="2426055" y="59446"/>
                  <a:pt x="2428358" y="63438"/>
                  <a:pt x="2429929" y="68000"/>
                </a:cubicBezTo>
                <a:cubicBezTo>
                  <a:pt x="2431501" y="72562"/>
                  <a:pt x="2432287" y="77450"/>
                  <a:pt x="2432287" y="82665"/>
                </a:cubicBezTo>
                <a:close/>
                <a:moveTo>
                  <a:pt x="2508032" y="81212"/>
                </a:moveTo>
                <a:lnTo>
                  <a:pt x="2508518" y="81212"/>
                </a:lnTo>
                <a:lnTo>
                  <a:pt x="2543628" y="46915"/>
                </a:lnTo>
                <a:lnTo>
                  <a:pt x="2559558" y="46915"/>
                </a:lnTo>
                <a:lnTo>
                  <a:pt x="2521197" y="81698"/>
                </a:lnTo>
                <a:lnTo>
                  <a:pt x="2563460" y="122958"/>
                </a:lnTo>
                <a:lnTo>
                  <a:pt x="2547204" y="122958"/>
                </a:lnTo>
                <a:lnTo>
                  <a:pt x="2508518" y="82958"/>
                </a:lnTo>
                <a:lnTo>
                  <a:pt x="2508032" y="82958"/>
                </a:lnTo>
                <a:lnTo>
                  <a:pt x="2508032" y="122958"/>
                </a:lnTo>
                <a:lnTo>
                  <a:pt x="2496978" y="122958"/>
                </a:lnTo>
                <a:lnTo>
                  <a:pt x="2496978" y="104"/>
                </a:lnTo>
                <a:lnTo>
                  <a:pt x="2508032" y="104"/>
                </a:lnTo>
                <a:lnTo>
                  <a:pt x="2508032" y="81212"/>
                </a:lnTo>
                <a:close/>
                <a:moveTo>
                  <a:pt x="2634653" y="79148"/>
                </a:moveTo>
                <a:cubicBezTo>
                  <a:pt x="2634327" y="71936"/>
                  <a:pt x="2632023" y="65953"/>
                  <a:pt x="2627743" y="61199"/>
                </a:cubicBezTo>
                <a:cubicBezTo>
                  <a:pt x="2623463" y="56445"/>
                  <a:pt x="2617369" y="54068"/>
                  <a:pt x="2609459" y="54068"/>
                </a:cubicBezTo>
                <a:cubicBezTo>
                  <a:pt x="2605775" y="54068"/>
                  <a:pt x="2602361" y="54751"/>
                  <a:pt x="2599218" y="56117"/>
                </a:cubicBezTo>
                <a:cubicBezTo>
                  <a:pt x="2596076" y="57483"/>
                  <a:pt x="2593313" y="59340"/>
                  <a:pt x="2590929" y="61690"/>
                </a:cubicBezTo>
                <a:cubicBezTo>
                  <a:pt x="2588545" y="64040"/>
                  <a:pt x="2586648" y="66717"/>
                  <a:pt x="2585239" y="69723"/>
                </a:cubicBezTo>
                <a:cubicBezTo>
                  <a:pt x="2583831" y="72728"/>
                  <a:pt x="2583018" y="75869"/>
                  <a:pt x="2582801" y="79148"/>
                </a:cubicBezTo>
                <a:lnTo>
                  <a:pt x="2634653" y="79148"/>
                </a:lnTo>
                <a:moveTo>
                  <a:pt x="2645868" y="82665"/>
                </a:moveTo>
                <a:cubicBezTo>
                  <a:pt x="2645868" y="83426"/>
                  <a:pt x="2645868" y="84241"/>
                  <a:pt x="2645868" y="85111"/>
                </a:cubicBezTo>
                <a:cubicBezTo>
                  <a:pt x="2645868" y="85979"/>
                  <a:pt x="2645813" y="86901"/>
                  <a:pt x="2645704" y="87878"/>
                </a:cubicBezTo>
                <a:lnTo>
                  <a:pt x="2582638" y="87878"/>
                </a:lnTo>
                <a:cubicBezTo>
                  <a:pt x="2582747" y="91670"/>
                  <a:pt x="2583505" y="95245"/>
                  <a:pt x="2584912" y="98603"/>
                </a:cubicBezTo>
                <a:cubicBezTo>
                  <a:pt x="2586321" y="101959"/>
                  <a:pt x="2588271" y="104884"/>
                  <a:pt x="2590763" y="107375"/>
                </a:cubicBezTo>
                <a:cubicBezTo>
                  <a:pt x="2593256" y="109865"/>
                  <a:pt x="2596182" y="111842"/>
                  <a:pt x="2599540" y="113306"/>
                </a:cubicBezTo>
                <a:cubicBezTo>
                  <a:pt x="2602900" y="114767"/>
                  <a:pt x="2606531" y="115498"/>
                  <a:pt x="2610433" y="115498"/>
                </a:cubicBezTo>
                <a:cubicBezTo>
                  <a:pt x="2616176" y="115498"/>
                  <a:pt x="2621133" y="114171"/>
                  <a:pt x="2625305" y="111517"/>
                </a:cubicBezTo>
                <a:cubicBezTo>
                  <a:pt x="2629476" y="108862"/>
                  <a:pt x="2632646" y="105800"/>
                  <a:pt x="2634814" y="102333"/>
                </a:cubicBezTo>
                <a:lnTo>
                  <a:pt x="2643103" y="108834"/>
                </a:lnTo>
                <a:cubicBezTo>
                  <a:pt x="2638552" y="114568"/>
                  <a:pt x="2633541" y="118674"/>
                  <a:pt x="2628068" y="121150"/>
                </a:cubicBezTo>
                <a:cubicBezTo>
                  <a:pt x="2622596" y="123626"/>
                  <a:pt x="2616718" y="124863"/>
                  <a:pt x="2610433" y="124863"/>
                </a:cubicBezTo>
                <a:cubicBezTo>
                  <a:pt x="2604798" y="124863"/>
                  <a:pt x="2599569" y="123860"/>
                  <a:pt x="2594746" y="121855"/>
                </a:cubicBezTo>
                <a:cubicBezTo>
                  <a:pt x="2589925" y="119849"/>
                  <a:pt x="2585780" y="117058"/>
                  <a:pt x="2582313" y="113482"/>
                </a:cubicBezTo>
                <a:cubicBezTo>
                  <a:pt x="2578845" y="109904"/>
                  <a:pt x="2576109" y="105676"/>
                  <a:pt x="2574103" y="100798"/>
                </a:cubicBezTo>
                <a:cubicBezTo>
                  <a:pt x="2572099" y="95920"/>
                  <a:pt x="2571097" y="90608"/>
                  <a:pt x="2571097" y="84863"/>
                </a:cubicBezTo>
                <a:cubicBezTo>
                  <a:pt x="2571097" y="79117"/>
                  <a:pt x="2572072" y="73805"/>
                  <a:pt x="2574022" y="68927"/>
                </a:cubicBezTo>
                <a:cubicBezTo>
                  <a:pt x="2575973" y="64050"/>
                  <a:pt x="2578682" y="59822"/>
                  <a:pt x="2582149" y="56246"/>
                </a:cubicBezTo>
                <a:cubicBezTo>
                  <a:pt x="2585618" y="52668"/>
                  <a:pt x="2589682" y="49876"/>
                  <a:pt x="2594342" y="47870"/>
                </a:cubicBezTo>
                <a:cubicBezTo>
                  <a:pt x="2599001" y="45865"/>
                  <a:pt x="2604040" y="44862"/>
                  <a:pt x="2609459" y="44862"/>
                </a:cubicBezTo>
                <a:cubicBezTo>
                  <a:pt x="2615418" y="44862"/>
                  <a:pt x="2620672" y="45867"/>
                  <a:pt x="2625223" y="47878"/>
                </a:cubicBezTo>
                <a:cubicBezTo>
                  <a:pt x="2629775" y="49887"/>
                  <a:pt x="2633568" y="52603"/>
                  <a:pt x="2636602" y="56025"/>
                </a:cubicBezTo>
                <a:cubicBezTo>
                  <a:pt x="2639636" y="59446"/>
                  <a:pt x="2641939" y="63438"/>
                  <a:pt x="2643509" y="68000"/>
                </a:cubicBezTo>
                <a:cubicBezTo>
                  <a:pt x="2645082" y="72562"/>
                  <a:pt x="2645868" y="77450"/>
                  <a:pt x="2645868" y="82665"/>
                </a:cubicBezTo>
                <a:close/>
                <a:moveTo>
                  <a:pt x="2727627" y="79148"/>
                </a:moveTo>
                <a:cubicBezTo>
                  <a:pt x="2727301" y="71936"/>
                  <a:pt x="2724998" y="65953"/>
                  <a:pt x="2720717" y="61199"/>
                </a:cubicBezTo>
                <a:cubicBezTo>
                  <a:pt x="2716438" y="56445"/>
                  <a:pt x="2710343" y="54068"/>
                  <a:pt x="2702433" y="54068"/>
                </a:cubicBezTo>
                <a:cubicBezTo>
                  <a:pt x="2698749" y="54068"/>
                  <a:pt x="2695336" y="54751"/>
                  <a:pt x="2692192" y="56117"/>
                </a:cubicBezTo>
                <a:cubicBezTo>
                  <a:pt x="2689051" y="57483"/>
                  <a:pt x="2686288" y="59340"/>
                  <a:pt x="2683904" y="61690"/>
                </a:cubicBezTo>
                <a:cubicBezTo>
                  <a:pt x="2681519" y="64040"/>
                  <a:pt x="2679623" y="66717"/>
                  <a:pt x="2678214" y="69723"/>
                </a:cubicBezTo>
                <a:cubicBezTo>
                  <a:pt x="2676805" y="72728"/>
                  <a:pt x="2675992" y="75869"/>
                  <a:pt x="2675776" y="79148"/>
                </a:cubicBezTo>
                <a:lnTo>
                  <a:pt x="2727627" y="79148"/>
                </a:lnTo>
                <a:moveTo>
                  <a:pt x="2738842" y="82665"/>
                </a:moveTo>
                <a:cubicBezTo>
                  <a:pt x="2738842" y="83426"/>
                  <a:pt x="2738842" y="84241"/>
                  <a:pt x="2738842" y="85111"/>
                </a:cubicBezTo>
                <a:cubicBezTo>
                  <a:pt x="2738842" y="85979"/>
                  <a:pt x="2738788" y="86901"/>
                  <a:pt x="2738679" y="87878"/>
                </a:cubicBezTo>
                <a:lnTo>
                  <a:pt x="2675612" y="87878"/>
                </a:lnTo>
                <a:cubicBezTo>
                  <a:pt x="2675721" y="91670"/>
                  <a:pt x="2676479" y="95245"/>
                  <a:pt x="2677887" y="98603"/>
                </a:cubicBezTo>
                <a:cubicBezTo>
                  <a:pt x="2679295" y="101959"/>
                  <a:pt x="2681246" y="104884"/>
                  <a:pt x="2683737" y="107375"/>
                </a:cubicBezTo>
                <a:cubicBezTo>
                  <a:pt x="2686231" y="109865"/>
                  <a:pt x="2689157" y="111842"/>
                  <a:pt x="2692515" y="113306"/>
                </a:cubicBezTo>
                <a:cubicBezTo>
                  <a:pt x="2695875" y="114767"/>
                  <a:pt x="2699506" y="115498"/>
                  <a:pt x="2703408" y="115498"/>
                </a:cubicBezTo>
                <a:cubicBezTo>
                  <a:pt x="2709150" y="115498"/>
                  <a:pt x="2714107" y="114171"/>
                  <a:pt x="2718279" y="111517"/>
                </a:cubicBezTo>
                <a:cubicBezTo>
                  <a:pt x="2722451" y="108862"/>
                  <a:pt x="2725621" y="105800"/>
                  <a:pt x="2727788" y="102333"/>
                </a:cubicBezTo>
                <a:lnTo>
                  <a:pt x="2736077" y="108834"/>
                </a:lnTo>
                <a:cubicBezTo>
                  <a:pt x="2731527" y="114568"/>
                  <a:pt x="2726515" y="118674"/>
                  <a:pt x="2721042" y="121150"/>
                </a:cubicBezTo>
                <a:cubicBezTo>
                  <a:pt x="2715571" y="123626"/>
                  <a:pt x="2709693" y="124863"/>
                  <a:pt x="2703408" y="124863"/>
                </a:cubicBezTo>
                <a:cubicBezTo>
                  <a:pt x="2697773" y="124863"/>
                  <a:pt x="2692544" y="123860"/>
                  <a:pt x="2687721" y="121855"/>
                </a:cubicBezTo>
                <a:cubicBezTo>
                  <a:pt x="2682899" y="119849"/>
                  <a:pt x="2678755" y="117058"/>
                  <a:pt x="2675287" y="113482"/>
                </a:cubicBezTo>
                <a:cubicBezTo>
                  <a:pt x="2671820" y="109904"/>
                  <a:pt x="2669083" y="105676"/>
                  <a:pt x="2667078" y="100798"/>
                </a:cubicBezTo>
                <a:cubicBezTo>
                  <a:pt x="2665074" y="95920"/>
                  <a:pt x="2664072" y="90608"/>
                  <a:pt x="2664072" y="84863"/>
                </a:cubicBezTo>
                <a:cubicBezTo>
                  <a:pt x="2664072" y="79117"/>
                  <a:pt x="2665047" y="73805"/>
                  <a:pt x="2666996" y="68927"/>
                </a:cubicBezTo>
                <a:cubicBezTo>
                  <a:pt x="2668947" y="64050"/>
                  <a:pt x="2671656" y="59822"/>
                  <a:pt x="2675124" y="56246"/>
                </a:cubicBezTo>
                <a:cubicBezTo>
                  <a:pt x="2678593" y="52668"/>
                  <a:pt x="2682657" y="49876"/>
                  <a:pt x="2687316" y="47870"/>
                </a:cubicBezTo>
                <a:cubicBezTo>
                  <a:pt x="2691976" y="45865"/>
                  <a:pt x="2697015" y="44862"/>
                  <a:pt x="2702433" y="44862"/>
                </a:cubicBezTo>
                <a:cubicBezTo>
                  <a:pt x="2708392" y="44862"/>
                  <a:pt x="2713647" y="45867"/>
                  <a:pt x="2718197" y="47878"/>
                </a:cubicBezTo>
                <a:cubicBezTo>
                  <a:pt x="2722749" y="49887"/>
                  <a:pt x="2726542" y="52603"/>
                  <a:pt x="2729576" y="56025"/>
                </a:cubicBezTo>
                <a:cubicBezTo>
                  <a:pt x="2732611" y="59446"/>
                  <a:pt x="2734913" y="63438"/>
                  <a:pt x="2736484" y="68000"/>
                </a:cubicBezTo>
                <a:cubicBezTo>
                  <a:pt x="2738056" y="72562"/>
                  <a:pt x="2738842" y="77450"/>
                  <a:pt x="2738842" y="82665"/>
                </a:cubicBezTo>
                <a:close/>
                <a:moveTo>
                  <a:pt x="2773627" y="161917"/>
                </a:moveTo>
                <a:lnTo>
                  <a:pt x="2762573" y="161917"/>
                </a:lnTo>
                <a:lnTo>
                  <a:pt x="2762573" y="46816"/>
                </a:lnTo>
                <a:lnTo>
                  <a:pt x="2773627" y="46816"/>
                </a:lnTo>
                <a:lnTo>
                  <a:pt x="2773627" y="59984"/>
                </a:lnTo>
                <a:lnTo>
                  <a:pt x="2774113" y="59984"/>
                </a:lnTo>
                <a:cubicBezTo>
                  <a:pt x="2777256" y="54997"/>
                  <a:pt x="2781455" y="51230"/>
                  <a:pt x="2786710" y="48684"/>
                </a:cubicBezTo>
                <a:cubicBezTo>
                  <a:pt x="2791966" y="46136"/>
                  <a:pt x="2797303" y="44862"/>
                  <a:pt x="2802720" y="44862"/>
                </a:cubicBezTo>
                <a:cubicBezTo>
                  <a:pt x="2808681" y="44862"/>
                  <a:pt x="2814072" y="45892"/>
                  <a:pt x="2818893" y="47952"/>
                </a:cubicBezTo>
                <a:cubicBezTo>
                  <a:pt x="2823715" y="50011"/>
                  <a:pt x="2827832" y="52829"/>
                  <a:pt x="2831245" y="56407"/>
                </a:cubicBezTo>
                <a:cubicBezTo>
                  <a:pt x="2834659" y="59984"/>
                  <a:pt x="2837314" y="64212"/>
                  <a:pt x="2839211" y="69091"/>
                </a:cubicBezTo>
                <a:cubicBezTo>
                  <a:pt x="2841108" y="73969"/>
                  <a:pt x="2842056" y="79226"/>
                  <a:pt x="2842056" y="84863"/>
                </a:cubicBezTo>
                <a:cubicBezTo>
                  <a:pt x="2842056" y="90499"/>
                  <a:pt x="2841108" y="95757"/>
                  <a:pt x="2839211" y="100637"/>
                </a:cubicBezTo>
                <a:cubicBezTo>
                  <a:pt x="2837314" y="105514"/>
                  <a:pt x="2834659" y="109742"/>
                  <a:pt x="2831245" y="113320"/>
                </a:cubicBezTo>
                <a:cubicBezTo>
                  <a:pt x="2827832" y="116897"/>
                  <a:pt x="2823715" y="119715"/>
                  <a:pt x="2818893" y="121775"/>
                </a:cubicBezTo>
                <a:cubicBezTo>
                  <a:pt x="2814072" y="123834"/>
                  <a:pt x="2808681" y="124863"/>
                  <a:pt x="2802720" y="124863"/>
                </a:cubicBezTo>
                <a:cubicBezTo>
                  <a:pt x="2797303" y="124863"/>
                  <a:pt x="2791966" y="123590"/>
                  <a:pt x="2786710" y="121044"/>
                </a:cubicBezTo>
                <a:cubicBezTo>
                  <a:pt x="2781455" y="118496"/>
                  <a:pt x="2777256" y="114837"/>
                  <a:pt x="2774113" y="110066"/>
                </a:cubicBezTo>
                <a:lnTo>
                  <a:pt x="2773627" y="110066"/>
                </a:lnTo>
                <a:lnTo>
                  <a:pt x="2773627" y="161917"/>
                </a:lnTo>
                <a:moveTo>
                  <a:pt x="2830354" y="84865"/>
                </a:moveTo>
                <a:cubicBezTo>
                  <a:pt x="2830354" y="80629"/>
                  <a:pt x="2829704" y="76637"/>
                  <a:pt x="2828402" y="72891"/>
                </a:cubicBezTo>
                <a:cubicBezTo>
                  <a:pt x="2827103" y="69142"/>
                  <a:pt x="2825233" y="65883"/>
                  <a:pt x="2822795" y="63114"/>
                </a:cubicBezTo>
                <a:cubicBezTo>
                  <a:pt x="2820357" y="60342"/>
                  <a:pt x="2817350" y="58143"/>
                  <a:pt x="2813774" y="56514"/>
                </a:cubicBezTo>
                <a:cubicBezTo>
                  <a:pt x="2810198" y="54884"/>
                  <a:pt x="2806134" y="54068"/>
                  <a:pt x="2801584" y="54068"/>
                </a:cubicBezTo>
                <a:cubicBezTo>
                  <a:pt x="2797358" y="54068"/>
                  <a:pt x="2793456" y="54856"/>
                  <a:pt x="2789880" y="56432"/>
                </a:cubicBezTo>
                <a:cubicBezTo>
                  <a:pt x="2786305" y="58006"/>
                  <a:pt x="2783217" y="60179"/>
                  <a:pt x="2780616" y="62950"/>
                </a:cubicBezTo>
                <a:cubicBezTo>
                  <a:pt x="2778015" y="65720"/>
                  <a:pt x="2775983" y="68979"/>
                  <a:pt x="2774520" y="72727"/>
                </a:cubicBezTo>
                <a:cubicBezTo>
                  <a:pt x="2773057" y="76474"/>
                  <a:pt x="2772325" y="80520"/>
                  <a:pt x="2772325" y="84865"/>
                </a:cubicBezTo>
                <a:cubicBezTo>
                  <a:pt x="2772325" y="89210"/>
                  <a:pt x="2773057" y="93257"/>
                  <a:pt x="2774520" y="97006"/>
                </a:cubicBezTo>
                <a:cubicBezTo>
                  <a:pt x="2775983" y="100752"/>
                  <a:pt x="2778015" y="103984"/>
                  <a:pt x="2780616" y="106701"/>
                </a:cubicBezTo>
                <a:cubicBezTo>
                  <a:pt x="2783217" y="109416"/>
                  <a:pt x="2786305" y="111561"/>
                  <a:pt x="2789880" y="113137"/>
                </a:cubicBezTo>
                <a:cubicBezTo>
                  <a:pt x="2793456" y="114711"/>
                  <a:pt x="2797358" y="115498"/>
                  <a:pt x="2801584" y="115498"/>
                </a:cubicBezTo>
                <a:cubicBezTo>
                  <a:pt x="2806134" y="115498"/>
                  <a:pt x="2810198" y="114711"/>
                  <a:pt x="2813774" y="113137"/>
                </a:cubicBezTo>
                <a:cubicBezTo>
                  <a:pt x="2817350" y="111561"/>
                  <a:pt x="2820357" y="109388"/>
                  <a:pt x="2822795" y="106619"/>
                </a:cubicBezTo>
                <a:cubicBezTo>
                  <a:pt x="2825233" y="103848"/>
                  <a:pt x="2827103" y="100589"/>
                  <a:pt x="2828402" y="96842"/>
                </a:cubicBezTo>
                <a:cubicBezTo>
                  <a:pt x="2829704" y="93094"/>
                  <a:pt x="2830354" y="89101"/>
                  <a:pt x="2830354" y="84865"/>
                </a:cubicBezTo>
                <a:close/>
                <a:moveTo>
                  <a:pt x="2877003" y="122958"/>
                </a:moveTo>
                <a:lnTo>
                  <a:pt x="2865951" y="122958"/>
                </a:lnTo>
                <a:lnTo>
                  <a:pt x="2865951" y="46888"/>
                </a:lnTo>
                <a:lnTo>
                  <a:pt x="2877003" y="46888"/>
                </a:lnTo>
                <a:lnTo>
                  <a:pt x="2877003" y="122958"/>
                </a:lnTo>
                <a:moveTo>
                  <a:pt x="2879280" y="17560"/>
                </a:moveTo>
                <a:cubicBezTo>
                  <a:pt x="2879280" y="19828"/>
                  <a:pt x="2878467" y="21692"/>
                  <a:pt x="2876842" y="23150"/>
                </a:cubicBezTo>
                <a:cubicBezTo>
                  <a:pt x="2875216" y="24609"/>
                  <a:pt x="2873428" y="25338"/>
                  <a:pt x="2871477" y="25338"/>
                </a:cubicBezTo>
                <a:cubicBezTo>
                  <a:pt x="2869526" y="25338"/>
                  <a:pt x="2867738" y="24609"/>
                  <a:pt x="2866112" y="23150"/>
                </a:cubicBezTo>
                <a:cubicBezTo>
                  <a:pt x="2864487" y="21692"/>
                  <a:pt x="2863674" y="19828"/>
                  <a:pt x="2863674" y="17560"/>
                </a:cubicBezTo>
                <a:cubicBezTo>
                  <a:pt x="2863674" y="15291"/>
                  <a:pt x="2864487" y="13428"/>
                  <a:pt x="2866112" y="11969"/>
                </a:cubicBezTo>
                <a:cubicBezTo>
                  <a:pt x="2867738" y="10511"/>
                  <a:pt x="2869526" y="9782"/>
                  <a:pt x="2871477" y="9782"/>
                </a:cubicBezTo>
                <a:cubicBezTo>
                  <a:pt x="2873428" y="9782"/>
                  <a:pt x="2875216" y="10511"/>
                  <a:pt x="2876842" y="11969"/>
                </a:cubicBezTo>
                <a:cubicBezTo>
                  <a:pt x="2878467" y="13428"/>
                  <a:pt x="2879280" y="15291"/>
                  <a:pt x="2879280" y="17560"/>
                </a:cubicBezTo>
                <a:close/>
                <a:moveTo>
                  <a:pt x="2916339" y="46826"/>
                </a:moveTo>
                <a:cubicBezTo>
                  <a:pt x="2916555" y="48885"/>
                  <a:pt x="2916717" y="51161"/>
                  <a:pt x="2916825" y="53654"/>
                </a:cubicBezTo>
                <a:cubicBezTo>
                  <a:pt x="2916934" y="56146"/>
                  <a:pt x="2916988" y="58205"/>
                  <a:pt x="2916988" y="59830"/>
                </a:cubicBezTo>
                <a:lnTo>
                  <a:pt x="2917313" y="59830"/>
                </a:lnTo>
                <a:cubicBezTo>
                  <a:pt x="2919481" y="55382"/>
                  <a:pt x="2923003" y="51776"/>
                  <a:pt x="2927879" y="49011"/>
                </a:cubicBezTo>
                <a:cubicBezTo>
                  <a:pt x="2932755" y="46245"/>
                  <a:pt x="2937902" y="44862"/>
                  <a:pt x="2943321" y="44862"/>
                </a:cubicBezTo>
                <a:cubicBezTo>
                  <a:pt x="2952964" y="44862"/>
                  <a:pt x="2960196" y="47736"/>
                  <a:pt x="2965018" y="53486"/>
                </a:cubicBezTo>
                <a:cubicBezTo>
                  <a:pt x="2969841" y="59235"/>
                  <a:pt x="2972252" y="66827"/>
                  <a:pt x="2972252" y="76264"/>
                </a:cubicBezTo>
                <a:lnTo>
                  <a:pt x="2972252" y="122958"/>
                </a:lnTo>
                <a:lnTo>
                  <a:pt x="2961200" y="122958"/>
                </a:lnTo>
                <a:lnTo>
                  <a:pt x="2961200" y="80778"/>
                </a:lnTo>
                <a:cubicBezTo>
                  <a:pt x="2961200" y="76760"/>
                  <a:pt x="2960876" y="73123"/>
                  <a:pt x="2960226" y="69867"/>
                </a:cubicBezTo>
                <a:cubicBezTo>
                  <a:pt x="2959576" y="66610"/>
                  <a:pt x="2958465" y="63814"/>
                  <a:pt x="2956892" y="61479"/>
                </a:cubicBezTo>
                <a:cubicBezTo>
                  <a:pt x="2955322" y="59145"/>
                  <a:pt x="2953208" y="57326"/>
                  <a:pt x="2950553" y="56023"/>
                </a:cubicBezTo>
                <a:cubicBezTo>
                  <a:pt x="2947899" y="54720"/>
                  <a:pt x="2944567" y="54068"/>
                  <a:pt x="2940558" y="54068"/>
                </a:cubicBezTo>
                <a:cubicBezTo>
                  <a:pt x="2937633" y="54068"/>
                  <a:pt x="2934788" y="54666"/>
                  <a:pt x="2932023" y="55862"/>
                </a:cubicBezTo>
                <a:cubicBezTo>
                  <a:pt x="2929260" y="57055"/>
                  <a:pt x="2926795" y="58874"/>
                  <a:pt x="2924627" y="61318"/>
                </a:cubicBezTo>
                <a:cubicBezTo>
                  <a:pt x="2922461" y="63760"/>
                  <a:pt x="2920728" y="66854"/>
                  <a:pt x="2919426" y="70599"/>
                </a:cubicBezTo>
                <a:cubicBezTo>
                  <a:pt x="2918127" y="74344"/>
                  <a:pt x="2917477" y="78769"/>
                  <a:pt x="2917477" y="83873"/>
                </a:cubicBezTo>
                <a:lnTo>
                  <a:pt x="2917477" y="122958"/>
                </a:lnTo>
                <a:lnTo>
                  <a:pt x="2906423" y="122958"/>
                </a:lnTo>
                <a:lnTo>
                  <a:pt x="2906423" y="63573"/>
                </a:lnTo>
                <a:cubicBezTo>
                  <a:pt x="2906423" y="61511"/>
                  <a:pt x="2906368" y="58854"/>
                  <a:pt x="2906259" y="55604"/>
                </a:cubicBezTo>
                <a:cubicBezTo>
                  <a:pt x="2906152" y="52353"/>
                  <a:pt x="2905990" y="49427"/>
                  <a:pt x="2905773" y="46826"/>
                </a:cubicBezTo>
                <a:lnTo>
                  <a:pt x="2916339" y="46826"/>
                </a:lnTo>
                <a:close/>
                <a:moveTo>
                  <a:pt x="3004924" y="138346"/>
                </a:moveTo>
                <a:cubicBezTo>
                  <a:pt x="3007959" y="142248"/>
                  <a:pt x="3012103" y="145553"/>
                  <a:pt x="3017358" y="148261"/>
                </a:cubicBezTo>
                <a:cubicBezTo>
                  <a:pt x="3022614" y="150970"/>
                  <a:pt x="3028168" y="152324"/>
                  <a:pt x="3034020" y="152324"/>
                </a:cubicBezTo>
                <a:cubicBezTo>
                  <a:pt x="3039436" y="152324"/>
                  <a:pt x="3044041" y="151536"/>
                  <a:pt x="3047834" y="149960"/>
                </a:cubicBezTo>
                <a:cubicBezTo>
                  <a:pt x="3051627" y="148385"/>
                  <a:pt x="3054689" y="146238"/>
                  <a:pt x="3057019" y="143519"/>
                </a:cubicBezTo>
                <a:cubicBezTo>
                  <a:pt x="3059348" y="140803"/>
                  <a:pt x="3061055" y="137623"/>
                  <a:pt x="3062138" y="133980"/>
                </a:cubicBezTo>
                <a:cubicBezTo>
                  <a:pt x="3063222" y="130340"/>
                  <a:pt x="3063765" y="126454"/>
                  <a:pt x="3063765" y="122324"/>
                </a:cubicBezTo>
                <a:lnTo>
                  <a:pt x="3063765" y="107990"/>
                </a:lnTo>
                <a:lnTo>
                  <a:pt x="3063440" y="107990"/>
                </a:lnTo>
                <a:cubicBezTo>
                  <a:pt x="3060513" y="112762"/>
                  <a:pt x="3056368" y="116450"/>
                  <a:pt x="3051004" y="119055"/>
                </a:cubicBezTo>
                <a:cubicBezTo>
                  <a:pt x="3045640" y="121657"/>
                  <a:pt x="3040195" y="122958"/>
                  <a:pt x="3034670" y="122958"/>
                </a:cubicBezTo>
                <a:cubicBezTo>
                  <a:pt x="3028709" y="122958"/>
                  <a:pt x="3023318" y="121982"/>
                  <a:pt x="3018496" y="120029"/>
                </a:cubicBezTo>
                <a:cubicBezTo>
                  <a:pt x="3013675" y="118077"/>
                  <a:pt x="3009557" y="115392"/>
                  <a:pt x="3006142" y="111976"/>
                </a:cubicBezTo>
                <a:cubicBezTo>
                  <a:pt x="3002729" y="108560"/>
                  <a:pt x="3000075" y="104466"/>
                  <a:pt x="2998178" y="99694"/>
                </a:cubicBezTo>
                <a:cubicBezTo>
                  <a:pt x="2996282" y="94921"/>
                  <a:pt x="2995334" y="89768"/>
                  <a:pt x="2995334" y="84235"/>
                </a:cubicBezTo>
                <a:cubicBezTo>
                  <a:pt x="2995334" y="78812"/>
                  <a:pt x="2996282" y="73714"/>
                  <a:pt x="2998178" y="68942"/>
                </a:cubicBezTo>
                <a:cubicBezTo>
                  <a:pt x="3000075" y="64169"/>
                  <a:pt x="3002729" y="59993"/>
                  <a:pt x="3006142" y="56415"/>
                </a:cubicBezTo>
                <a:cubicBezTo>
                  <a:pt x="3009557" y="52835"/>
                  <a:pt x="3013675" y="50015"/>
                  <a:pt x="3018496" y="47955"/>
                </a:cubicBezTo>
                <a:cubicBezTo>
                  <a:pt x="3023318" y="45893"/>
                  <a:pt x="3028709" y="44862"/>
                  <a:pt x="3034670" y="44862"/>
                </a:cubicBezTo>
                <a:cubicBezTo>
                  <a:pt x="3040195" y="44862"/>
                  <a:pt x="3045613" y="46164"/>
                  <a:pt x="3050922" y="48768"/>
                </a:cubicBezTo>
                <a:cubicBezTo>
                  <a:pt x="3056233" y="51371"/>
                  <a:pt x="3060406" y="55113"/>
                  <a:pt x="3063440" y="59994"/>
                </a:cubicBezTo>
                <a:lnTo>
                  <a:pt x="3063765" y="59994"/>
                </a:lnTo>
                <a:lnTo>
                  <a:pt x="3063765" y="46826"/>
                </a:lnTo>
                <a:lnTo>
                  <a:pt x="3074817" y="46826"/>
                </a:lnTo>
                <a:lnTo>
                  <a:pt x="3074817" y="122324"/>
                </a:lnTo>
                <a:cubicBezTo>
                  <a:pt x="3074817" y="126444"/>
                  <a:pt x="3074248" y="130835"/>
                  <a:pt x="3073110" y="135496"/>
                </a:cubicBezTo>
                <a:cubicBezTo>
                  <a:pt x="3071973" y="140159"/>
                  <a:pt x="3069859" y="144441"/>
                  <a:pt x="3066771" y="148343"/>
                </a:cubicBezTo>
                <a:cubicBezTo>
                  <a:pt x="3063682" y="152247"/>
                  <a:pt x="3059483" y="155500"/>
                  <a:pt x="3054174" y="158103"/>
                </a:cubicBezTo>
                <a:cubicBezTo>
                  <a:pt x="3048865" y="160705"/>
                  <a:pt x="3041984" y="162007"/>
                  <a:pt x="3033531" y="162007"/>
                </a:cubicBezTo>
                <a:cubicBezTo>
                  <a:pt x="3026487" y="162007"/>
                  <a:pt x="3019768" y="160662"/>
                  <a:pt x="3013374" y="157971"/>
                </a:cubicBezTo>
                <a:cubicBezTo>
                  <a:pt x="3006982" y="155283"/>
                  <a:pt x="3001510" y="151558"/>
                  <a:pt x="2996958" y="146798"/>
                </a:cubicBezTo>
                <a:lnTo>
                  <a:pt x="3004924" y="138346"/>
                </a:lnTo>
                <a:moveTo>
                  <a:pt x="3007038" y="83913"/>
                </a:moveTo>
                <a:cubicBezTo>
                  <a:pt x="3007038" y="87936"/>
                  <a:pt x="3007687" y="91741"/>
                  <a:pt x="3008987" y="95329"/>
                </a:cubicBezTo>
                <a:cubicBezTo>
                  <a:pt x="3010287" y="98915"/>
                  <a:pt x="3012156" y="102068"/>
                  <a:pt x="3014595" y="104786"/>
                </a:cubicBezTo>
                <a:cubicBezTo>
                  <a:pt x="3017034" y="107504"/>
                  <a:pt x="3020040" y="109652"/>
                  <a:pt x="3023615" y="111230"/>
                </a:cubicBezTo>
                <a:cubicBezTo>
                  <a:pt x="3027192" y="112805"/>
                  <a:pt x="3031255" y="113593"/>
                  <a:pt x="3035805" y="113593"/>
                </a:cubicBezTo>
                <a:cubicBezTo>
                  <a:pt x="3040032" y="113593"/>
                  <a:pt x="3043933" y="112886"/>
                  <a:pt x="3047510" y="111473"/>
                </a:cubicBezTo>
                <a:cubicBezTo>
                  <a:pt x="3051086" y="110059"/>
                  <a:pt x="3054174" y="108047"/>
                  <a:pt x="3056773" y="105438"/>
                </a:cubicBezTo>
                <a:cubicBezTo>
                  <a:pt x="3059374" y="102829"/>
                  <a:pt x="3061406" y="99704"/>
                  <a:pt x="3062869" y="96063"/>
                </a:cubicBezTo>
                <a:cubicBezTo>
                  <a:pt x="3064333" y="92421"/>
                  <a:pt x="3065064" y="88370"/>
                  <a:pt x="3065064" y="83913"/>
                </a:cubicBezTo>
                <a:cubicBezTo>
                  <a:pt x="3065064" y="79890"/>
                  <a:pt x="3064333" y="76084"/>
                  <a:pt x="3062869" y="72496"/>
                </a:cubicBezTo>
                <a:cubicBezTo>
                  <a:pt x="3061406" y="68908"/>
                  <a:pt x="3059374" y="65756"/>
                  <a:pt x="3056773" y="63039"/>
                </a:cubicBezTo>
                <a:cubicBezTo>
                  <a:pt x="3054174" y="60321"/>
                  <a:pt x="3051086" y="58147"/>
                  <a:pt x="3047510" y="56516"/>
                </a:cubicBezTo>
                <a:cubicBezTo>
                  <a:pt x="3043933" y="54884"/>
                  <a:pt x="3040032" y="54068"/>
                  <a:pt x="3035805" y="54068"/>
                </a:cubicBezTo>
                <a:cubicBezTo>
                  <a:pt x="3031255" y="54068"/>
                  <a:pt x="3027192" y="54884"/>
                  <a:pt x="3023615" y="56516"/>
                </a:cubicBezTo>
                <a:cubicBezTo>
                  <a:pt x="3020040" y="58147"/>
                  <a:pt x="3017034" y="60321"/>
                  <a:pt x="3014595" y="63039"/>
                </a:cubicBezTo>
                <a:cubicBezTo>
                  <a:pt x="3012156" y="65756"/>
                  <a:pt x="3010287" y="68908"/>
                  <a:pt x="3008987" y="72496"/>
                </a:cubicBezTo>
                <a:cubicBezTo>
                  <a:pt x="3007687" y="76084"/>
                  <a:pt x="3007038" y="79890"/>
                  <a:pt x="3007038" y="83913"/>
                </a:cubicBezTo>
                <a:close/>
                <a:moveTo>
                  <a:pt x="3155437" y="122958"/>
                </a:moveTo>
                <a:lnTo>
                  <a:pt x="3144386" y="122958"/>
                </a:lnTo>
                <a:lnTo>
                  <a:pt x="3144386" y="46888"/>
                </a:lnTo>
                <a:lnTo>
                  <a:pt x="3155437" y="46888"/>
                </a:lnTo>
                <a:lnTo>
                  <a:pt x="3155437" y="122958"/>
                </a:lnTo>
                <a:moveTo>
                  <a:pt x="3157714" y="17560"/>
                </a:moveTo>
                <a:cubicBezTo>
                  <a:pt x="3157714" y="19828"/>
                  <a:pt x="3156902" y="21692"/>
                  <a:pt x="3155276" y="23150"/>
                </a:cubicBezTo>
                <a:cubicBezTo>
                  <a:pt x="3153651" y="24609"/>
                  <a:pt x="3151863" y="25338"/>
                  <a:pt x="3149911" y="25338"/>
                </a:cubicBezTo>
                <a:cubicBezTo>
                  <a:pt x="3147960" y="25338"/>
                  <a:pt x="3146172" y="24609"/>
                  <a:pt x="3144547" y="23150"/>
                </a:cubicBezTo>
                <a:cubicBezTo>
                  <a:pt x="3142921" y="21692"/>
                  <a:pt x="3142109" y="19828"/>
                  <a:pt x="3142109" y="17560"/>
                </a:cubicBezTo>
                <a:cubicBezTo>
                  <a:pt x="3142109" y="15291"/>
                  <a:pt x="3142921" y="13428"/>
                  <a:pt x="3144547" y="11969"/>
                </a:cubicBezTo>
                <a:cubicBezTo>
                  <a:pt x="3146172" y="10511"/>
                  <a:pt x="3147960" y="9782"/>
                  <a:pt x="3149911" y="9782"/>
                </a:cubicBezTo>
                <a:cubicBezTo>
                  <a:pt x="3151863" y="9782"/>
                  <a:pt x="3153651" y="10511"/>
                  <a:pt x="3155276" y="11969"/>
                </a:cubicBezTo>
                <a:cubicBezTo>
                  <a:pt x="3156902" y="13428"/>
                  <a:pt x="3157714" y="15291"/>
                  <a:pt x="3157714" y="17560"/>
                </a:cubicBezTo>
                <a:close/>
                <a:moveTo>
                  <a:pt x="3219153" y="56132"/>
                </a:moveTo>
                <a:lnTo>
                  <a:pt x="3197700" y="56132"/>
                </a:lnTo>
                <a:lnTo>
                  <a:pt x="3197700" y="100552"/>
                </a:lnTo>
                <a:cubicBezTo>
                  <a:pt x="3197700" y="103373"/>
                  <a:pt x="3197970" y="105705"/>
                  <a:pt x="3198511" y="107549"/>
                </a:cubicBezTo>
                <a:cubicBezTo>
                  <a:pt x="3199053" y="109393"/>
                  <a:pt x="3199838" y="110830"/>
                  <a:pt x="3200867" y="111862"/>
                </a:cubicBezTo>
                <a:cubicBezTo>
                  <a:pt x="3201897" y="112892"/>
                  <a:pt x="3203117" y="113597"/>
                  <a:pt x="3204525" y="113978"/>
                </a:cubicBezTo>
                <a:cubicBezTo>
                  <a:pt x="3205934" y="114356"/>
                  <a:pt x="3207451" y="114546"/>
                  <a:pt x="3209076" y="114546"/>
                </a:cubicBezTo>
                <a:cubicBezTo>
                  <a:pt x="3210594" y="114546"/>
                  <a:pt x="3212192" y="114325"/>
                  <a:pt x="3213871" y="113883"/>
                </a:cubicBezTo>
                <a:cubicBezTo>
                  <a:pt x="3215551" y="113440"/>
                  <a:pt x="3217149" y="112831"/>
                  <a:pt x="3218667" y="112055"/>
                </a:cubicBezTo>
                <a:lnTo>
                  <a:pt x="3219153" y="121637"/>
                </a:lnTo>
                <a:cubicBezTo>
                  <a:pt x="3217204" y="122395"/>
                  <a:pt x="3215173" y="122964"/>
                  <a:pt x="3213060" y="123343"/>
                </a:cubicBezTo>
                <a:cubicBezTo>
                  <a:pt x="3210946" y="123722"/>
                  <a:pt x="3208643" y="123911"/>
                  <a:pt x="3206150" y="123911"/>
                </a:cubicBezTo>
                <a:cubicBezTo>
                  <a:pt x="3204091" y="123911"/>
                  <a:pt x="3201924" y="123640"/>
                  <a:pt x="3199649" y="123097"/>
                </a:cubicBezTo>
                <a:cubicBezTo>
                  <a:pt x="3197374" y="122557"/>
                  <a:pt x="3195261" y="121528"/>
                  <a:pt x="3193310" y="120012"/>
                </a:cubicBezTo>
                <a:cubicBezTo>
                  <a:pt x="3191360" y="118494"/>
                  <a:pt x="3189762" y="116435"/>
                  <a:pt x="3188516" y="113834"/>
                </a:cubicBezTo>
                <a:cubicBezTo>
                  <a:pt x="3187269" y="111233"/>
                  <a:pt x="3186645" y="107819"/>
                  <a:pt x="3186645" y="103593"/>
                </a:cubicBezTo>
                <a:lnTo>
                  <a:pt x="3186645" y="56132"/>
                </a:lnTo>
                <a:lnTo>
                  <a:pt x="3170879" y="56132"/>
                </a:lnTo>
                <a:lnTo>
                  <a:pt x="3170879" y="46925"/>
                </a:lnTo>
                <a:lnTo>
                  <a:pt x="3186645" y="46925"/>
                </a:lnTo>
                <a:lnTo>
                  <a:pt x="3186645" y="25469"/>
                </a:lnTo>
                <a:lnTo>
                  <a:pt x="3197700" y="25469"/>
                </a:lnTo>
                <a:lnTo>
                  <a:pt x="3197700" y="46925"/>
                </a:lnTo>
                <a:lnTo>
                  <a:pt x="3219153" y="46925"/>
                </a:lnTo>
                <a:lnTo>
                  <a:pt x="3219153" y="56132"/>
                </a:lnTo>
                <a:close/>
                <a:moveTo>
                  <a:pt x="3288398" y="122958"/>
                </a:moveTo>
                <a:lnTo>
                  <a:pt x="3277344" y="122958"/>
                </a:lnTo>
                <a:lnTo>
                  <a:pt x="3277344" y="77"/>
                </a:lnTo>
                <a:lnTo>
                  <a:pt x="3288398" y="77"/>
                </a:lnTo>
                <a:lnTo>
                  <a:pt x="3288398" y="122958"/>
                </a:lnTo>
                <a:close/>
                <a:moveTo>
                  <a:pt x="3329195" y="122958"/>
                </a:moveTo>
                <a:lnTo>
                  <a:pt x="3318144" y="122958"/>
                </a:lnTo>
                <a:lnTo>
                  <a:pt x="3318144" y="46888"/>
                </a:lnTo>
                <a:lnTo>
                  <a:pt x="3329195" y="46888"/>
                </a:lnTo>
                <a:lnTo>
                  <a:pt x="3329195" y="122958"/>
                </a:lnTo>
                <a:moveTo>
                  <a:pt x="3331472" y="17560"/>
                </a:moveTo>
                <a:cubicBezTo>
                  <a:pt x="3331472" y="19828"/>
                  <a:pt x="3330660" y="21692"/>
                  <a:pt x="3329034" y="23150"/>
                </a:cubicBezTo>
                <a:cubicBezTo>
                  <a:pt x="3327409" y="24609"/>
                  <a:pt x="3325621" y="25338"/>
                  <a:pt x="3323669" y="25338"/>
                </a:cubicBezTo>
                <a:cubicBezTo>
                  <a:pt x="3321718" y="25338"/>
                  <a:pt x="3319930" y="24609"/>
                  <a:pt x="3318305" y="23150"/>
                </a:cubicBezTo>
                <a:cubicBezTo>
                  <a:pt x="3316679" y="21692"/>
                  <a:pt x="3315867" y="19828"/>
                  <a:pt x="3315867" y="17560"/>
                </a:cubicBezTo>
                <a:cubicBezTo>
                  <a:pt x="3315867" y="15291"/>
                  <a:pt x="3316679" y="13428"/>
                  <a:pt x="3318305" y="11969"/>
                </a:cubicBezTo>
                <a:cubicBezTo>
                  <a:pt x="3319930" y="10511"/>
                  <a:pt x="3321718" y="9782"/>
                  <a:pt x="3323669" y="9782"/>
                </a:cubicBezTo>
                <a:cubicBezTo>
                  <a:pt x="3325621" y="9782"/>
                  <a:pt x="3327409" y="10511"/>
                  <a:pt x="3329034" y="11969"/>
                </a:cubicBezTo>
                <a:cubicBezTo>
                  <a:pt x="3330660" y="13428"/>
                  <a:pt x="3331472" y="15291"/>
                  <a:pt x="3331472" y="17560"/>
                </a:cubicBezTo>
                <a:close/>
                <a:moveTo>
                  <a:pt x="3362681" y="138346"/>
                </a:moveTo>
                <a:cubicBezTo>
                  <a:pt x="3365715" y="142248"/>
                  <a:pt x="3369859" y="145553"/>
                  <a:pt x="3375114" y="148261"/>
                </a:cubicBezTo>
                <a:cubicBezTo>
                  <a:pt x="3380370" y="150970"/>
                  <a:pt x="3385924" y="152324"/>
                  <a:pt x="3391776" y="152324"/>
                </a:cubicBezTo>
                <a:cubicBezTo>
                  <a:pt x="3397193" y="152324"/>
                  <a:pt x="3401798" y="151536"/>
                  <a:pt x="3405591" y="149960"/>
                </a:cubicBezTo>
                <a:cubicBezTo>
                  <a:pt x="3409384" y="148385"/>
                  <a:pt x="3412445" y="146238"/>
                  <a:pt x="3414775" y="143519"/>
                </a:cubicBezTo>
                <a:cubicBezTo>
                  <a:pt x="3417104" y="140803"/>
                  <a:pt x="3418811" y="137623"/>
                  <a:pt x="3419894" y="133980"/>
                </a:cubicBezTo>
                <a:cubicBezTo>
                  <a:pt x="3420979" y="130340"/>
                  <a:pt x="3421521" y="126454"/>
                  <a:pt x="3421521" y="122324"/>
                </a:cubicBezTo>
                <a:lnTo>
                  <a:pt x="3421521" y="107990"/>
                </a:lnTo>
                <a:lnTo>
                  <a:pt x="3421196" y="107990"/>
                </a:lnTo>
                <a:cubicBezTo>
                  <a:pt x="3418269" y="112762"/>
                  <a:pt x="3414124" y="116450"/>
                  <a:pt x="3408760" y="119055"/>
                </a:cubicBezTo>
                <a:cubicBezTo>
                  <a:pt x="3403396" y="121657"/>
                  <a:pt x="3397952" y="122958"/>
                  <a:pt x="3392426" y="122958"/>
                </a:cubicBezTo>
                <a:cubicBezTo>
                  <a:pt x="3386465" y="122958"/>
                  <a:pt x="3381074" y="121982"/>
                  <a:pt x="3376252" y="120029"/>
                </a:cubicBezTo>
                <a:cubicBezTo>
                  <a:pt x="3371431" y="118077"/>
                  <a:pt x="3367313" y="115392"/>
                  <a:pt x="3363898" y="111976"/>
                </a:cubicBezTo>
                <a:cubicBezTo>
                  <a:pt x="3360486" y="108560"/>
                  <a:pt x="3357831" y="104466"/>
                  <a:pt x="3355934" y="99694"/>
                </a:cubicBezTo>
                <a:cubicBezTo>
                  <a:pt x="3354038" y="94921"/>
                  <a:pt x="3353090" y="89768"/>
                  <a:pt x="3353090" y="84235"/>
                </a:cubicBezTo>
                <a:cubicBezTo>
                  <a:pt x="3353090" y="78812"/>
                  <a:pt x="3354038" y="73714"/>
                  <a:pt x="3355934" y="68942"/>
                </a:cubicBezTo>
                <a:cubicBezTo>
                  <a:pt x="3357831" y="64169"/>
                  <a:pt x="3360486" y="59993"/>
                  <a:pt x="3363898" y="56415"/>
                </a:cubicBezTo>
                <a:cubicBezTo>
                  <a:pt x="3367313" y="52835"/>
                  <a:pt x="3371431" y="50015"/>
                  <a:pt x="3376252" y="47955"/>
                </a:cubicBezTo>
                <a:cubicBezTo>
                  <a:pt x="3381074" y="45893"/>
                  <a:pt x="3386465" y="44862"/>
                  <a:pt x="3392426" y="44862"/>
                </a:cubicBezTo>
                <a:cubicBezTo>
                  <a:pt x="3397952" y="44862"/>
                  <a:pt x="3403369" y="46164"/>
                  <a:pt x="3408678" y="48768"/>
                </a:cubicBezTo>
                <a:cubicBezTo>
                  <a:pt x="3413989" y="51371"/>
                  <a:pt x="3418162" y="55113"/>
                  <a:pt x="3421196" y="59994"/>
                </a:cubicBezTo>
                <a:lnTo>
                  <a:pt x="3421521" y="59994"/>
                </a:lnTo>
                <a:lnTo>
                  <a:pt x="3421521" y="46826"/>
                </a:lnTo>
                <a:lnTo>
                  <a:pt x="3432573" y="46826"/>
                </a:lnTo>
                <a:lnTo>
                  <a:pt x="3432573" y="122324"/>
                </a:lnTo>
                <a:cubicBezTo>
                  <a:pt x="3432573" y="126444"/>
                  <a:pt x="3432004" y="130835"/>
                  <a:pt x="3430866" y="135496"/>
                </a:cubicBezTo>
                <a:cubicBezTo>
                  <a:pt x="3429729" y="140159"/>
                  <a:pt x="3427616" y="144441"/>
                  <a:pt x="3424527" y="148343"/>
                </a:cubicBezTo>
                <a:cubicBezTo>
                  <a:pt x="3421438" y="152247"/>
                  <a:pt x="3417239" y="155500"/>
                  <a:pt x="3411930" y="158103"/>
                </a:cubicBezTo>
                <a:cubicBezTo>
                  <a:pt x="3406621" y="160705"/>
                  <a:pt x="3399740" y="162007"/>
                  <a:pt x="3391287" y="162007"/>
                </a:cubicBezTo>
                <a:cubicBezTo>
                  <a:pt x="3384243" y="162007"/>
                  <a:pt x="3377525" y="160662"/>
                  <a:pt x="3371131" y="157971"/>
                </a:cubicBezTo>
                <a:cubicBezTo>
                  <a:pt x="3364738" y="155283"/>
                  <a:pt x="3359266" y="151558"/>
                  <a:pt x="3354714" y="146798"/>
                </a:cubicBezTo>
                <a:lnTo>
                  <a:pt x="3362681" y="138346"/>
                </a:lnTo>
                <a:moveTo>
                  <a:pt x="3364794" y="83913"/>
                </a:moveTo>
                <a:cubicBezTo>
                  <a:pt x="3364794" y="87936"/>
                  <a:pt x="3365444" y="91741"/>
                  <a:pt x="3366743" y="95329"/>
                </a:cubicBezTo>
                <a:cubicBezTo>
                  <a:pt x="3368043" y="98915"/>
                  <a:pt x="3369912" y="102068"/>
                  <a:pt x="3372351" y="104786"/>
                </a:cubicBezTo>
                <a:cubicBezTo>
                  <a:pt x="3374790" y="107504"/>
                  <a:pt x="3377797" y="109652"/>
                  <a:pt x="3381371" y="111230"/>
                </a:cubicBezTo>
                <a:cubicBezTo>
                  <a:pt x="3384948" y="112805"/>
                  <a:pt x="3389011" y="113593"/>
                  <a:pt x="3393562" y="113593"/>
                </a:cubicBezTo>
                <a:cubicBezTo>
                  <a:pt x="3397788" y="113593"/>
                  <a:pt x="3401689" y="112886"/>
                  <a:pt x="3405266" y="111473"/>
                </a:cubicBezTo>
                <a:cubicBezTo>
                  <a:pt x="3408842" y="110059"/>
                  <a:pt x="3411930" y="108047"/>
                  <a:pt x="3414529" y="105438"/>
                </a:cubicBezTo>
                <a:cubicBezTo>
                  <a:pt x="3417130" y="102829"/>
                  <a:pt x="3419162" y="99704"/>
                  <a:pt x="3420626" y="96063"/>
                </a:cubicBezTo>
                <a:cubicBezTo>
                  <a:pt x="3422089" y="92421"/>
                  <a:pt x="3422821" y="88370"/>
                  <a:pt x="3422821" y="83913"/>
                </a:cubicBezTo>
                <a:cubicBezTo>
                  <a:pt x="3422821" y="79890"/>
                  <a:pt x="3422089" y="76084"/>
                  <a:pt x="3420626" y="72496"/>
                </a:cubicBezTo>
                <a:cubicBezTo>
                  <a:pt x="3419162" y="68908"/>
                  <a:pt x="3417130" y="65756"/>
                  <a:pt x="3414529" y="63039"/>
                </a:cubicBezTo>
                <a:cubicBezTo>
                  <a:pt x="3411930" y="60321"/>
                  <a:pt x="3408842" y="58147"/>
                  <a:pt x="3405266" y="56516"/>
                </a:cubicBezTo>
                <a:cubicBezTo>
                  <a:pt x="3401689" y="54884"/>
                  <a:pt x="3397788" y="54068"/>
                  <a:pt x="3393562" y="54068"/>
                </a:cubicBezTo>
                <a:cubicBezTo>
                  <a:pt x="3389011" y="54068"/>
                  <a:pt x="3384948" y="54884"/>
                  <a:pt x="3381371" y="56516"/>
                </a:cubicBezTo>
                <a:cubicBezTo>
                  <a:pt x="3377797" y="58147"/>
                  <a:pt x="3374790" y="60321"/>
                  <a:pt x="3372351" y="63039"/>
                </a:cubicBezTo>
                <a:cubicBezTo>
                  <a:pt x="3369912" y="65756"/>
                  <a:pt x="3368043" y="68908"/>
                  <a:pt x="3366743" y="72496"/>
                </a:cubicBezTo>
                <a:cubicBezTo>
                  <a:pt x="3365444" y="76084"/>
                  <a:pt x="3364794" y="79890"/>
                  <a:pt x="3364794" y="83913"/>
                </a:cubicBezTo>
                <a:close/>
                <a:moveTo>
                  <a:pt x="3473047" y="59341"/>
                </a:moveTo>
                <a:cubicBezTo>
                  <a:pt x="3475105" y="54895"/>
                  <a:pt x="3478518" y="51371"/>
                  <a:pt x="3483285" y="48768"/>
                </a:cubicBezTo>
                <a:cubicBezTo>
                  <a:pt x="3488054" y="46164"/>
                  <a:pt x="3493147" y="44862"/>
                  <a:pt x="3498566" y="44862"/>
                </a:cubicBezTo>
                <a:cubicBezTo>
                  <a:pt x="3508209" y="44862"/>
                  <a:pt x="3515441" y="47736"/>
                  <a:pt x="3520262" y="53486"/>
                </a:cubicBezTo>
                <a:cubicBezTo>
                  <a:pt x="3525086" y="59235"/>
                  <a:pt x="3527497" y="66827"/>
                  <a:pt x="3527497" y="76264"/>
                </a:cubicBezTo>
                <a:lnTo>
                  <a:pt x="3527497" y="122958"/>
                </a:lnTo>
                <a:lnTo>
                  <a:pt x="3516445" y="122958"/>
                </a:lnTo>
                <a:lnTo>
                  <a:pt x="3516445" y="80778"/>
                </a:lnTo>
                <a:cubicBezTo>
                  <a:pt x="3516445" y="76760"/>
                  <a:pt x="3516120" y="73123"/>
                  <a:pt x="3515471" y="69867"/>
                </a:cubicBezTo>
                <a:cubicBezTo>
                  <a:pt x="3514821" y="66610"/>
                  <a:pt x="3513710" y="63814"/>
                  <a:pt x="3512137" y="61479"/>
                </a:cubicBezTo>
                <a:cubicBezTo>
                  <a:pt x="3510566" y="59145"/>
                  <a:pt x="3508453" y="57326"/>
                  <a:pt x="3505798" y="56023"/>
                </a:cubicBezTo>
                <a:cubicBezTo>
                  <a:pt x="3503144" y="54720"/>
                  <a:pt x="3499812" y="54068"/>
                  <a:pt x="3495803" y="54068"/>
                </a:cubicBezTo>
                <a:cubicBezTo>
                  <a:pt x="3492878" y="54068"/>
                  <a:pt x="3490033" y="54666"/>
                  <a:pt x="3487268" y="55862"/>
                </a:cubicBezTo>
                <a:cubicBezTo>
                  <a:pt x="3484505" y="57055"/>
                  <a:pt x="3482040" y="58874"/>
                  <a:pt x="3479872" y="61318"/>
                </a:cubicBezTo>
                <a:cubicBezTo>
                  <a:pt x="3477706" y="63760"/>
                  <a:pt x="3475973" y="66854"/>
                  <a:pt x="3474671" y="70599"/>
                </a:cubicBezTo>
                <a:cubicBezTo>
                  <a:pt x="3473372" y="74344"/>
                  <a:pt x="3472722" y="78769"/>
                  <a:pt x="3472722" y="83873"/>
                </a:cubicBezTo>
                <a:lnTo>
                  <a:pt x="3472722" y="122958"/>
                </a:lnTo>
                <a:lnTo>
                  <a:pt x="3461668" y="122958"/>
                </a:lnTo>
                <a:lnTo>
                  <a:pt x="3461668" y="0"/>
                </a:lnTo>
                <a:lnTo>
                  <a:pt x="3472722" y="0"/>
                </a:lnTo>
                <a:lnTo>
                  <a:pt x="3472722" y="59341"/>
                </a:lnTo>
                <a:lnTo>
                  <a:pt x="3473047" y="59341"/>
                </a:lnTo>
                <a:close/>
                <a:moveTo>
                  <a:pt x="3590400" y="56132"/>
                </a:moveTo>
                <a:lnTo>
                  <a:pt x="3568946" y="56132"/>
                </a:lnTo>
                <a:lnTo>
                  <a:pt x="3568946" y="100552"/>
                </a:lnTo>
                <a:cubicBezTo>
                  <a:pt x="3568946" y="103373"/>
                  <a:pt x="3569217" y="105705"/>
                  <a:pt x="3569757" y="107549"/>
                </a:cubicBezTo>
                <a:cubicBezTo>
                  <a:pt x="3570300" y="109393"/>
                  <a:pt x="3571085" y="110830"/>
                  <a:pt x="3572114" y="111862"/>
                </a:cubicBezTo>
                <a:cubicBezTo>
                  <a:pt x="3573144" y="112892"/>
                  <a:pt x="3574363" y="113597"/>
                  <a:pt x="3575772" y="113978"/>
                </a:cubicBezTo>
                <a:cubicBezTo>
                  <a:pt x="3577181" y="114356"/>
                  <a:pt x="3578698" y="114546"/>
                  <a:pt x="3580323" y="114546"/>
                </a:cubicBezTo>
                <a:cubicBezTo>
                  <a:pt x="3581841" y="114546"/>
                  <a:pt x="3583439" y="114325"/>
                  <a:pt x="3585117" y="113883"/>
                </a:cubicBezTo>
                <a:cubicBezTo>
                  <a:pt x="3586797" y="113440"/>
                  <a:pt x="3588396" y="112831"/>
                  <a:pt x="3589914" y="112055"/>
                </a:cubicBezTo>
                <a:lnTo>
                  <a:pt x="3590400" y="121637"/>
                </a:lnTo>
                <a:cubicBezTo>
                  <a:pt x="3588451" y="122395"/>
                  <a:pt x="3586419" y="122964"/>
                  <a:pt x="3584306" y="123343"/>
                </a:cubicBezTo>
                <a:cubicBezTo>
                  <a:pt x="3582193" y="123722"/>
                  <a:pt x="3579890" y="123911"/>
                  <a:pt x="3577396" y="123911"/>
                </a:cubicBezTo>
                <a:cubicBezTo>
                  <a:pt x="3575338" y="123911"/>
                  <a:pt x="3573171" y="123640"/>
                  <a:pt x="3570896" y="123097"/>
                </a:cubicBezTo>
                <a:cubicBezTo>
                  <a:pt x="3568621" y="122557"/>
                  <a:pt x="3566508" y="121528"/>
                  <a:pt x="3564556" y="120012"/>
                </a:cubicBezTo>
                <a:cubicBezTo>
                  <a:pt x="3562607" y="118494"/>
                  <a:pt x="3561009" y="116435"/>
                  <a:pt x="3559762" y="113834"/>
                </a:cubicBezTo>
                <a:cubicBezTo>
                  <a:pt x="3558516" y="111233"/>
                  <a:pt x="3557892" y="107819"/>
                  <a:pt x="3557892" y="103593"/>
                </a:cubicBezTo>
                <a:lnTo>
                  <a:pt x="3557892" y="56132"/>
                </a:lnTo>
                <a:lnTo>
                  <a:pt x="3542126" y="56132"/>
                </a:lnTo>
                <a:lnTo>
                  <a:pt x="3542126" y="46925"/>
                </a:lnTo>
                <a:lnTo>
                  <a:pt x="3557892" y="46925"/>
                </a:lnTo>
                <a:lnTo>
                  <a:pt x="3557892" y="25469"/>
                </a:lnTo>
                <a:lnTo>
                  <a:pt x="3568946" y="25469"/>
                </a:lnTo>
                <a:lnTo>
                  <a:pt x="3568946" y="46925"/>
                </a:lnTo>
                <a:lnTo>
                  <a:pt x="3590400" y="46925"/>
                </a:lnTo>
                <a:lnTo>
                  <a:pt x="3590400" y="56132"/>
                </a:lnTo>
                <a:close/>
                <a:moveTo>
                  <a:pt x="3609094" y="46925"/>
                </a:moveTo>
                <a:lnTo>
                  <a:pt x="3627462" y="108663"/>
                </a:lnTo>
                <a:lnTo>
                  <a:pt x="3627787" y="108663"/>
                </a:lnTo>
                <a:lnTo>
                  <a:pt x="3648266" y="46925"/>
                </a:lnTo>
                <a:lnTo>
                  <a:pt x="3658995" y="46925"/>
                </a:lnTo>
                <a:lnTo>
                  <a:pt x="3679799" y="108663"/>
                </a:lnTo>
                <a:lnTo>
                  <a:pt x="3680124" y="108663"/>
                </a:lnTo>
                <a:lnTo>
                  <a:pt x="3698329" y="46925"/>
                </a:lnTo>
                <a:lnTo>
                  <a:pt x="3710033" y="46925"/>
                </a:lnTo>
                <a:lnTo>
                  <a:pt x="3685977" y="122958"/>
                </a:lnTo>
                <a:lnTo>
                  <a:pt x="3673948" y="122958"/>
                </a:lnTo>
                <a:lnTo>
                  <a:pt x="3653631" y="61385"/>
                </a:lnTo>
                <a:lnTo>
                  <a:pt x="3653306" y="61385"/>
                </a:lnTo>
                <a:lnTo>
                  <a:pt x="3633313" y="122958"/>
                </a:lnTo>
                <a:lnTo>
                  <a:pt x="3621284" y="122958"/>
                </a:lnTo>
                <a:lnTo>
                  <a:pt x="3597228" y="46925"/>
                </a:lnTo>
                <a:lnTo>
                  <a:pt x="3609094" y="46925"/>
                </a:lnTo>
                <a:close/>
                <a:moveTo>
                  <a:pt x="3786916" y="79148"/>
                </a:moveTo>
                <a:cubicBezTo>
                  <a:pt x="3786591" y="71936"/>
                  <a:pt x="3784287" y="65953"/>
                  <a:pt x="3780006" y="61199"/>
                </a:cubicBezTo>
                <a:cubicBezTo>
                  <a:pt x="3775727" y="56445"/>
                  <a:pt x="3769633" y="54068"/>
                  <a:pt x="3761722" y="54068"/>
                </a:cubicBezTo>
                <a:cubicBezTo>
                  <a:pt x="3758038" y="54068"/>
                  <a:pt x="3754625" y="54751"/>
                  <a:pt x="3751482" y="56117"/>
                </a:cubicBezTo>
                <a:cubicBezTo>
                  <a:pt x="3748340" y="57483"/>
                  <a:pt x="3745577" y="59340"/>
                  <a:pt x="3743193" y="61690"/>
                </a:cubicBezTo>
                <a:cubicBezTo>
                  <a:pt x="3740808" y="64040"/>
                  <a:pt x="3738912" y="66717"/>
                  <a:pt x="3737503" y="69723"/>
                </a:cubicBezTo>
                <a:cubicBezTo>
                  <a:pt x="3736094" y="72728"/>
                  <a:pt x="3735282" y="75869"/>
                  <a:pt x="3735065" y="79148"/>
                </a:cubicBezTo>
                <a:lnTo>
                  <a:pt x="3786916" y="79148"/>
                </a:lnTo>
                <a:moveTo>
                  <a:pt x="3798132" y="82665"/>
                </a:moveTo>
                <a:cubicBezTo>
                  <a:pt x="3798132" y="83426"/>
                  <a:pt x="3798132" y="84241"/>
                  <a:pt x="3798132" y="85111"/>
                </a:cubicBezTo>
                <a:cubicBezTo>
                  <a:pt x="3798132" y="85979"/>
                  <a:pt x="3798077" y="86901"/>
                  <a:pt x="3797968" y="87878"/>
                </a:cubicBezTo>
                <a:lnTo>
                  <a:pt x="3734901" y="87878"/>
                </a:lnTo>
                <a:cubicBezTo>
                  <a:pt x="3735011" y="91670"/>
                  <a:pt x="3735769" y="95245"/>
                  <a:pt x="3737176" y="98603"/>
                </a:cubicBezTo>
                <a:cubicBezTo>
                  <a:pt x="3738585" y="101959"/>
                  <a:pt x="3740535" y="104884"/>
                  <a:pt x="3743027" y="107375"/>
                </a:cubicBezTo>
                <a:cubicBezTo>
                  <a:pt x="3745520" y="109865"/>
                  <a:pt x="3748446" y="111842"/>
                  <a:pt x="3751804" y="113306"/>
                </a:cubicBezTo>
                <a:cubicBezTo>
                  <a:pt x="3755164" y="114767"/>
                  <a:pt x="3758795" y="115498"/>
                  <a:pt x="3762697" y="115498"/>
                </a:cubicBezTo>
                <a:cubicBezTo>
                  <a:pt x="3768440" y="115498"/>
                  <a:pt x="3773397" y="114171"/>
                  <a:pt x="3777568" y="111517"/>
                </a:cubicBezTo>
                <a:cubicBezTo>
                  <a:pt x="3781740" y="108862"/>
                  <a:pt x="3784910" y="105800"/>
                  <a:pt x="3787077" y="102333"/>
                </a:cubicBezTo>
                <a:lnTo>
                  <a:pt x="3795366" y="108834"/>
                </a:lnTo>
                <a:cubicBezTo>
                  <a:pt x="3790816" y="114568"/>
                  <a:pt x="3785804" y="118674"/>
                  <a:pt x="3780331" y="121150"/>
                </a:cubicBezTo>
                <a:cubicBezTo>
                  <a:pt x="3774860" y="123626"/>
                  <a:pt x="3768982" y="124863"/>
                  <a:pt x="3762697" y="124863"/>
                </a:cubicBezTo>
                <a:cubicBezTo>
                  <a:pt x="3757062" y="124863"/>
                  <a:pt x="3751833" y="123860"/>
                  <a:pt x="3747010" y="121855"/>
                </a:cubicBezTo>
                <a:cubicBezTo>
                  <a:pt x="3742188" y="119849"/>
                  <a:pt x="3738044" y="117058"/>
                  <a:pt x="3734577" y="113482"/>
                </a:cubicBezTo>
                <a:cubicBezTo>
                  <a:pt x="3731109" y="109904"/>
                  <a:pt x="3728373" y="105676"/>
                  <a:pt x="3726367" y="100798"/>
                </a:cubicBezTo>
                <a:cubicBezTo>
                  <a:pt x="3724363" y="95920"/>
                  <a:pt x="3723361" y="90608"/>
                  <a:pt x="3723361" y="84863"/>
                </a:cubicBezTo>
                <a:cubicBezTo>
                  <a:pt x="3723361" y="79117"/>
                  <a:pt x="3724336" y="73805"/>
                  <a:pt x="3726285" y="68927"/>
                </a:cubicBezTo>
                <a:cubicBezTo>
                  <a:pt x="3728236" y="64050"/>
                  <a:pt x="3730946" y="59822"/>
                  <a:pt x="3734413" y="56246"/>
                </a:cubicBezTo>
                <a:cubicBezTo>
                  <a:pt x="3737882" y="52668"/>
                  <a:pt x="3741946" y="49876"/>
                  <a:pt x="3746606" y="47870"/>
                </a:cubicBezTo>
                <a:cubicBezTo>
                  <a:pt x="3751265" y="45865"/>
                  <a:pt x="3756304" y="44862"/>
                  <a:pt x="3761722" y="44862"/>
                </a:cubicBezTo>
                <a:cubicBezTo>
                  <a:pt x="3767681" y="44862"/>
                  <a:pt x="3772936" y="45867"/>
                  <a:pt x="3777487" y="47878"/>
                </a:cubicBezTo>
                <a:cubicBezTo>
                  <a:pt x="3782039" y="49887"/>
                  <a:pt x="3785832" y="52603"/>
                  <a:pt x="3788866" y="56025"/>
                </a:cubicBezTo>
                <a:cubicBezTo>
                  <a:pt x="3791900" y="59446"/>
                  <a:pt x="3794202" y="63438"/>
                  <a:pt x="3795773" y="68000"/>
                </a:cubicBezTo>
                <a:cubicBezTo>
                  <a:pt x="3797345" y="72562"/>
                  <a:pt x="3798132" y="77450"/>
                  <a:pt x="3798132" y="82665"/>
                </a:cubicBezTo>
                <a:close/>
                <a:moveTo>
                  <a:pt x="3833078" y="122958"/>
                </a:moveTo>
                <a:lnTo>
                  <a:pt x="3822026" y="122958"/>
                </a:lnTo>
                <a:lnTo>
                  <a:pt x="3822026" y="46888"/>
                </a:lnTo>
                <a:lnTo>
                  <a:pt x="3833078" y="46888"/>
                </a:lnTo>
                <a:lnTo>
                  <a:pt x="3833078" y="122958"/>
                </a:lnTo>
                <a:moveTo>
                  <a:pt x="3835355" y="17560"/>
                </a:moveTo>
                <a:cubicBezTo>
                  <a:pt x="3835355" y="19828"/>
                  <a:pt x="3834542" y="21692"/>
                  <a:pt x="3832917" y="23150"/>
                </a:cubicBezTo>
                <a:cubicBezTo>
                  <a:pt x="3831291" y="24609"/>
                  <a:pt x="3829503" y="25338"/>
                  <a:pt x="3827552" y="25338"/>
                </a:cubicBezTo>
                <a:cubicBezTo>
                  <a:pt x="3825601" y="25338"/>
                  <a:pt x="3823813" y="24609"/>
                  <a:pt x="3822187" y="23150"/>
                </a:cubicBezTo>
                <a:cubicBezTo>
                  <a:pt x="3820562" y="21692"/>
                  <a:pt x="3819749" y="19828"/>
                  <a:pt x="3819749" y="17560"/>
                </a:cubicBezTo>
                <a:cubicBezTo>
                  <a:pt x="3819749" y="15291"/>
                  <a:pt x="3820562" y="13428"/>
                  <a:pt x="3822187" y="11969"/>
                </a:cubicBezTo>
                <a:cubicBezTo>
                  <a:pt x="3823813" y="10511"/>
                  <a:pt x="3825601" y="9782"/>
                  <a:pt x="3827552" y="9782"/>
                </a:cubicBezTo>
                <a:cubicBezTo>
                  <a:pt x="3829503" y="9782"/>
                  <a:pt x="3831291" y="10511"/>
                  <a:pt x="3832917" y="11969"/>
                </a:cubicBezTo>
                <a:cubicBezTo>
                  <a:pt x="3834542" y="13428"/>
                  <a:pt x="3835355" y="15291"/>
                  <a:pt x="3835355" y="17560"/>
                </a:cubicBezTo>
                <a:close/>
                <a:moveTo>
                  <a:pt x="3866562" y="138346"/>
                </a:moveTo>
                <a:cubicBezTo>
                  <a:pt x="3869597" y="142248"/>
                  <a:pt x="3873741" y="145553"/>
                  <a:pt x="3878996" y="148261"/>
                </a:cubicBezTo>
                <a:cubicBezTo>
                  <a:pt x="3884252" y="150970"/>
                  <a:pt x="3889806" y="152324"/>
                  <a:pt x="3895658" y="152324"/>
                </a:cubicBezTo>
                <a:cubicBezTo>
                  <a:pt x="3901074" y="152324"/>
                  <a:pt x="3905679" y="151536"/>
                  <a:pt x="3909472" y="149960"/>
                </a:cubicBezTo>
                <a:cubicBezTo>
                  <a:pt x="3913265" y="148385"/>
                  <a:pt x="3916327" y="146238"/>
                  <a:pt x="3918657" y="143519"/>
                </a:cubicBezTo>
                <a:cubicBezTo>
                  <a:pt x="3920986" y="140803"/>
                  <a:pt x="3922693" y="137623"/>
                  <a:pt x="3923776" y="133980"/>
                </a:cubicBezTo>
                <a:cubicBezTo>
                  <a:pt x="3924860" y="130340"/>
                  <a:pt x="3925403" y="126454"/>
                  <a:pt x="3925403" y="122324"/>
                </a:cubicBezTo>
                <a:lnTo>
                  <a:pt x="3925403" y="107990"/>
                </a:lnTo>
                <a:lnTo>
                  <a:pt x="3925078" y="107990"/>
                </a:lnTo>
                <a:cubicBezTo>
                  <a:pt x="3922151" y="112762"/>
                  <a:pt x="3918006" y="116450"/>
                  <a:pt x="3912642" y="119055"/>
                </a:cubicBezTo>
                <a:cubicBezTo>
                  <a:pt x="3907278" y="121657"/>
                  <a:pt x="3901833" y="122958"/>
                  <a:pt x="3896307" y="122958"/>
                </a:cubicBezTo>
                <a:cubicBezTo>
                  <a:pt x="3890347" y="122958"/>
                  <a:pt x="3884956" y="121982"/>
                  <a:pt x="3880134" y="120029"/>
                </a:cubicBezTo>
                <a:cubicBezTo>
                  <a:pt x="3875313" y="118077"/>
                  <a:pt x="3871195" y="115392"/>
                  <a:pt x="3867780" y="111976"/>
                </a:cubicBezTo>
                <a:cubicBezTo>
                  <a:pt x="3864367" y="108560"/>
                  <a:pt x="3861713" y="104466"/>
                  <a:pt x="3859816" y="99694"/>
                </a:cubicBezTo>
                <a:cubicBezTo>
                  <a:pt x="3857920" y="94921"/>
                  <a:pt x="3856971" y="89768"/>
                  <a:pt x="3856971" y="84235"/>
                </a:cubicBezTo>
                <a:cubicBezTo>
                  <a:pt x="3856971" y="78812"/>
                  <a:pt x="3857920" y="73714"/>
                  <a:pt x="3859816" y="68942"/>
                </a:cubicBezTo>
                <a:cubicBezTo>
                  <a:pt x="3861713" y="64169"/>
                  <a:pt x="3864367" y="59993"/>
                  <a:pt x="3867780" y="56415"/>
                </a:cubicBezTo>
                <a:cubicBezTo>
                  <a:pt x="3871195" y="52835"/>
                  <a:pt x="3875313" y="50015"/>
                  <a:pt x="3880134" y="47955"/>
                </a:cubicBezTo>
                <a:cubicBezTo>
                  <a:pt x="3884956" y="45893"/>
                  <a:pt x="3890347" y="44862"/>
                  <a:pt x="3896307" y="44862"/>
                </a:cubicBezTo>
                <a:cubicBezTo>
                  <a:pt x="3901833" y="44862"/>
                  <a:pt x="3907251" y="46164"/>
                  <a:pt x="3912560" y="48768"/>
                </a:cubicBezTo>
                <a:cubicBezTo>
                  <a:pt x="3917871" y="51371"/>
                  <a:pt x="3922044" y="55113"/>
                  <a:pt x="3925078" y="59994"/>
                </a:cubicBezTo>
                <a:lnTo>
                  <a:pt x="3925403" y="59994"/>
                </a:lnTo>
                <a:lnTo>
                  <a:pt x="3925403" y="46826"/>
                </a:lnTo>
                <a:lnTo>
                  <a:pt x="3936455" y="46826"/>
                </a:lnTo>
                <a:lnTo>
                  <a:pt x="3936455" y="122324"/>
                </a:lnTo>
                <a:cubicBezTo>
                  <a:pt x="3936455" y="126444"/>
                  <a:pt x="3935886" y="130835"/>
                  <a:pt x="3934748" y="135496"/>
                </a:cubicBezTo>
                <a:cubicBezTo>
                  <a:pt x="3933611" y="140159"/>
                  <a:pt x="3931497" y="144441"/>
                  <a:pt x="3928409" y="148343"/>
                </a:cubicBezTo>
                <a:cubicBezTo>
                  <a:pt x="3925320" y="152247"/>
                  <a:pt x="3921121" y="155500"/>
                  <a:pt x="3915812" y="158103"/>
                </a:cubicBezTo>
                <a:cubicBezTo>
                  <a:pt x="3910503" y="160705"/>
                  <a:pt x="3903622" y="162007"/>
                  <a:pt x="3895169" y="162007"/>
                </a:cubicBezTo>
                <a:cubicBezTo>
                  <a:pt x="3888125" y="162007"/>
                  <a:pt x="3881406" y="160662"/>
                  <a:pt x="3875012" y="157971"/>
                </a:cubicBezTo>
                <a:cubicBezTo>
                  <a:pt x="3868620" y="155283"/>
                  <a:pt x="3863148" y="151558"/>
                  <a:pt x="3858596" y="146798"/>
                </a:cubicBezTo>
                <a:lnTo>
                  <a:pt x="3866562" y="138346"/>
                </a:lnTo>
                <a:moveTo>
                  <a:pt x="3868676" y="83913"/>
                </a:moveTo>
                <a:cubicBezTo>
                  <a:pt x="3868676" y="87936"/>
                  <a:pt x="3869325" y="91741"/>
                  <a:pt x="3870625" y="95329"/>
                </a:cubicBezTo>
                <a:cubicBezTo>
                  <a:pt x="3871925" y="98915"/>
                  <a:pt x="3873794" y="102068"/>
                  <a:pt x="3876233" y="104786"/>
                </a:cubicBezTo>
                <a:cubicBezTo>
                  <a:pt x="3878672" y="107504"/>
                  <a:pt x="3881678" y="109652"/>
                  <a:pt x="3885253" y="111230"/>
                </a:cubicBezTo>
                <a:cubicBezTo>
                  <a:pt x="3888830" y="112805"/>
                  <a:pt x="3892893" y="113593"/>
                  <a:pt x="3897443" y="113593"/>
                </a:cubicBezTo>
                <a:cubicBezTo>
                  <a:pt x="3901670" y="113593"/>
                  <a:pt x="3905571" y="112886"/>
                  <a:pt x="3909147" y="111473"/>
                </a:cubicBezTo>
                <a:cubicBezTo>
                  <a:pt x="3912724" y="110059"/>
                  <a:pt x="3915812" y="108047"/>
                  <a:pt x="3918411" y="105438"/>
                </a:cubicBezTo>
                <a:cubicBezTo>
                  <a:pt x="3921012" y="102829"/>
                  <a:pt x="3923044" y="99704"/>
                  <a:pt x="3924507" y="96063"/>
                </a:cubicBezTo>
                <a:cubicBezTo>
                  <a:pt x="3925971" y="92421"/>
                  <a:pt x="3926702" y="88370"/>
                  <a:pt x="3926702" y="83913"/>
                </a:cubicBezTo>
                <a:cubicBezTo>
                  <a:pt x="3926702" y="79890"/>
                  <a:pt x="3925971" y="76084"/>
                  <a:pt x="3924507" y="72496"/>
                </a:cubicBezTo>
                <a:cubicBezTo>
                  <a:pt x="3923044" y="68908"/>
                  <a:pt x="3921012" y="65756"/>
                  <a:pt x="3918411" y="63039"/>
                </a:cubicBezTo>
                <a:cubicBezTo>
                  <a:pt x="3915812" y="60321"/>
                  <a:pt x="3912724" y="58147"/>
                  <a:pt x="3909147" y="56516"/>
                </a:cubicBezTo>
                <a:cubicBezTo>
                  <a:pt x="3905571" y="54884"/>
                  <a:pt x="3901670" y="54068"/>
                  <a:pt x="3897443" y="54068"/>
                </a:cubicBezTo>
                <a:cubicBezTo>
                  <a:pt x="3892893" y="54068"/>
                  <a:pt x="3888830" y="54884"/>
                  <a:pt x="3885253" y="56516"/>
                </a:cubicBezTo>
                <a:cubicBezTo>
                  <a:pt x="3881678" y="58147"/>
                  <a:pt x="3878672" y="60321"/>
                  <a:pt x="3876233" y="63039"/>
                </a:cubicBezTo>
                <a:cubicBezTo>
                  <a:pt x="3873794" y="65756"/>
                  <a:pt x="3871925" y="68908"/>
                  <a:pt x="3870625" y="72496"/>
                </a:cubicBezTo>
                <a:cubicBezTo>
                  <a:pt x="3869325" y="76084"/>
                  <a:pt x="3868676" y="79890"/>
                  <a:pt x="3868676" y="83913"/>
                </a:cubicBezTo>
                <a:close/>
                <a:moveTo>
                  <a:pt x="3976928" y="59341"/>
                </a:moveTo>
                <a:cubicBezTo>
                  <a:pt x="3978986" y="54895"/>
                  <a:pt x="3982399" y="51371"/>
                  <a:pt x="3987166" y="48768"/>
                </a:cubicBezTo>
                <a:cubicBezTo>
                  <a:pt x="3991935" y="46164"/>
                  <a:pt x="3997028" y="44862"/>
                  <a:pt x="4002447" y="44862"/>
                </a:cubicBezTo>
                <a:cubicBezTo>
                  <a:pt x="4012090" y="44862"/>
                  <a:pt x="4019322" y="47736"/>
                  <a:pt x="4024143" y="53486"/>
                </a:cubicBezTo>
                <a:cubicBezTo>
                  <a:pt x="4028966" y="59235"/>
                  <a:pt x="4031378" y="66827"/>
                  <a:pt x="4031378" y="76264"/>
                </a:cubicBezTo>
                <a:lnTo>
                  <a:pt x="4031378" y="122958"/>
                </a:lnTo>
                <a:lnTo>
                  <a:pt x="4020326" y="122958"/>
                </a:lnTo>
                <a:lnTo>
                  <a:pt x="4020326" y="80778"/>
                </a:lnTo>
                <a:cubicBezTo>
                  <a:pt x="4020326" y="76760"/>
                  <a:pt x="4020001" y="73123"/>
                  <a:pt x="4019352" y="69867"/>
                </a:cubicBezTo>
                <a:cubicBezTo>
                  <a:pt x="4018702" y="66610"/>
                  <a:pt x="4017591" y="63814"/>
                  <a:pt x="4016018" y="61479"/>
                </a:cubicBezTo>
                <a:cubicBezTo>
                  <a:pt x="4014447" y="59145"/>
                  <a:pt x="4012334" y="57326"/>
                  <a:pt x="4009679" y="56023"/>
                </a:cubicBezTo>
                <a:cubicBezTo>
                  <a:pt x="4007025" y="54720"/>
                  <a:pt x="4003693" y="54068"/>
                  <a:pt x="3999684" y="54068"/>
                </a:cubicBezTo>
                <a:cubicBezTo>
                  <a:pt x="3996759" y="54068"/>
                  <a:pt x="3993914" y="54666"/>
                  <a:pt x="3991149" y="55862"/>
                </a:cubicBezTo>
                <a:cubicBezTo>
                  <a:pt x="3988386" y="57055"/>
                  <a:pt x="3985921" y="58874"/>
                  <a:pt x="3983753" y="61318"/>
                </a:cubicBezTo>
                <a:cubicBezTo>
                  <a:pt x="3981587" y="63760"/>
                  <a:pt x="3979854" y="66854"/>
                  <a:pt x="3978552" y="70599"/>
                </a:cubicBezTo>
                <a:cubicBezTo>
                  <a:pt x="3977253" y="74344"/>
                  <a:pt x="3976603" y="78769"/>
                  <a:pt x="3976603" y="83873"/>
                </a:cubicBezTo>
                <a:lnTo>
                  <a:pt x="3976603" y="122958"/>
                </a:lnTo>
                <a:lnTo>
                  <a:pt x="3965549" y="122958"/>
                </a:lnTo>
                <a:lnTo>
                  <a:pt x="3965549" y="0"/>
                </a:lnTo>
                <a:lnTo>
                  <a:pt x="3976603" y="0"/>
                </a:lnTo>
                <a:lnTo>
                  <a:pt x="3976603" y="59341"/>
                </a:lnTo>
                <a:lnTo>
                  <a:pt x="3976928" y="59341"/>
                </a:lnTo>
                <a:close/>
                <a:moveTo>
                  <a:pt x="4094283" y="56132"/>
                </a:moveTo>
                <a:lnTo>
                  <a:pt x="4072829" y="56132"/>
                </a:lnTo>
                <a:lnTo>
                  <a:pt x="4072829" y="100552"/>
                </a:lnTo>
                <a:cubicBezTo>
                  <a:pt x="4072829" y="103373"/>
                  <a:pt x="4073099" y="105705"/>
                  <a:pt x="4073640" y="107549"/>
                </a:cubicBezTo>
                <a:cubicBezTo>
                  <a:pt x="4074182" y="109393"/>
                  <a:pt x="4074968" y="110830"/>
                  <a:pt x="4075996" y="111862"/>
                </a:cubicBezTo>
                <a:cubicBezTo>
                  <a:pt x="4077026" y="112892"/>
                  <a:pt x="4078246" y="113597"/>
                  <a:pt x="4079655" y="113978"/>
                </a:cubicBezTo>
                <a:cubicBezTo>
                  <a:pt x="4081063" y="114356"/>
                  <a:pt x="4082580" y="114546"/>
                  <a:pt x="4084206" y="114546"/>
                </a:cubicBezTo>
                <a:cubicBezTo>
                  <a:pt x="4085724" y="114546"/>
                  <a:pt x="4087322" y="114325"/>
                  <a:pt x="4089000" y="113883"/>
                </a:cubicBezTo>
                <a:cubicBezTo>
                  <a:pt x="4090680" y="113440"/>
                  <a:pt x="4092279" y="112831"/>
                  <a:pt x="4093797" y="112055"/>
                </a:cubicBezTo>
                <a:lnTo>
                  <a:pt x="4094283" y="121637"/>
                </a:lnTo>
                <a:cubicBezTo>
                  <a:pt x="4092333" y="122395"/>
                  <a:pt x="4090302" y="122964"/>
                  <a:pt x="4088189" y="123343"/>
                </a:cubicBezTo>
                <a:cubicBezTo>
                  <a:pt x="4086076" y="123722"/>
                  <a:pt x="4083773" y="123911"/>
                  <a:pt x="4081279" y="123911"/>
                </a:cubicBezTo>
                <a:cubicBezTo>
                  <a:pt x="4079221" y="123911"/>
                  <a:pt x="4077054" y="123640"/>
                  <a:pt x="4074779" y="123097"/>
                </a:cubicBezTo>
                <a:cubicBezTo>
                  <a:pt x="4072503" y="122557"/>
                  <a:pt x="4070390" y="121528"/>
                  <a:pt x="4068439" y="120012"/>
                </a:cubicBezTo>
                <a:cubicBezTo>
                  <a:pt x="4066490" y="118494"/>
                  <a:pt x="4064892" y="116435"/>
                  <a:pt x="4063645" y="113834"/>
                </a:cubicBezTo>
                <a:cubicBezTo>
                  <a:pt x="4062398" y="111233"/>
                  <a:pt x="4061775" y="107819"/>
                  <a:pt x="4061775" y="103593"/>
                </a:cubicBezTo>
                <a:lnTo>
                  <a:pt x="4061775" y="56132"/>
                </a:lnTo>
                <a:lnTo>
                  <a:pt x="4046008" y="56132"/>
                </a:lnTo>
                <a:lnTo>
                  <a:pt x="4046008" y="46925"/>
                </a:lnTo>
                <a:lnTo>
                  <a:pt x="4061775" y="46925"/>
                </a:lnTo>
                <a:lnTo>
                  <a:pt x="4061775" y="25469"/>
                </a:lnTo>
                <a:lnTo>
                  <a:pt x="4072829" y="25469"/>
                </a:lnTo>
                <a:lnTo>
                  <a:pt x="4072829" y="46925"/>
                </a:lnTo>
                <a:lnTo>
                  <a:pt x="4094283" y="46925"/>
                </a:lnTo>
                <a:lnTo>
                  <a:pt x="4094283" y="561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8" name="Text andeasytohandle.Makeastatementwithout">
            <a:extLst xmlns:a="http://schemas.openxmlformats.org/drawingml/2006/main">
              <a:ext uri="{FF2B5EF4-FFF2-40B4-BE49-F238E27FC236}">
                <a16:creationId xmlns:a16="http://schemas.microsoft.com/office/drawing/2014/main" id="{2D6AD85F-607C-4A70-AFBE-AEA018F5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9289" y="4183716"/>
            <a:ext cx="3369507" cy="162007"/>
          </a:xfrm>
          <a:custGeom xmlns:a="http://schemas.openxmlformats.org/drawingml/2006/main">
            <a:pathLst>
              <a:path w="3369507" h="162007">
                <a:moveTo>
                  <a:pt x="53639" y="73841"/>
                </a:moveTo>
                <a:cubicBezTo>
                  <a:pt x="53639" y="67195"/>
                  <a:pt x="51906" y="62239"/>
                  <a:pt x="48438" y="58972"/>
                </a:cubicBezTo>
                <a:cubicBezTo>
                  <a:pt x="44971" y="55703"/>
                  <a:pt x="39932" y="54068"/>
                  <a:pt x="33322" y="54068"/>
                </a:cubicBezTo>
                <a:cubicBezTo>
                  <a:pt x="28771" y="54068"/>
                  <a:pt x="24545" y="54881"/>
                  <a:pt x="20643" y="56506"/>
                </a:cubicBezTo>
                <a:cubicBezTo>
                  <a:pt x="16742" y="58132"/>
                  <a:pt x="13438" y="60299"/>
                  <a:pt x="10729" y="63010"/>
                </a:cubicBezTo>
                <a:lnTo>
                  <a:pt x="4551" y="55695"/>
                </a:lnTo>
                <a:cubicBezTo>
                  <a:pt x="7694" y="52565"/>
                  <a:pt x="11840" y="49978"/>
                  <a:pt x="16987" y="47932"/>
                </a:cubicBezTo>
                <a:cubicBezTo>
                  <a:pt x="22134" y="45885"/>
                  <a:pt x="27958" y="44862"/>
                  <a:pt x="34460" y="44862"/>
                </a:cubicBezTo>
                <a:cubicBezTo>
                  <a:pt x="38579" y="44862"/>
                  <a:pt x="42426" y="45431"/>
                  <a:pt x="46000" y="46571"/>
                </a:cubicBezTo>
                <a:cubicBezTo>
                  <a:pt x="49577" y="47710"/>
                  <a:pt x="52719" y="49419"/>
                  <a:pt x="55428" y="51697"/>
                </a:cubicBezTo>
                <a:cubicBezTo>
                  <a:pt x="58138" y="53974"/>
                  <a:pt x="60251" y="56848"/>
                  <a:pt x="61767" y="60318"/>
                </a:cubicBezTo>
                <a:cubicBezTo>
                  <a:pt x="63285" y="63789"/>
                  <a:pt x="64044" y="67857"/>
                  <a:pt x="64044" y="72521"/>
                </a:cubicBezTo>
                <a:lnTo>
                  <a:pt x="64044" y="105875"/>
                </a:lnTo>
                <a:cubicBezTo>
                  <a:pt x="64044" y="108803"/>
                  <a:pt x="64152" y="111841"/>
                  <a:pt x="64369" y="114987"/>
                </a:cubicBezTo>
                <a:cubicBezTo>
                  <a:pt x="64585" y="118132"/>
                  <a:pt x="64910" y="120789"/>
                  <a:pt x="65343" y="122958"/>
                </a:cubicBezTo>
                <a:lnTo>
                  <a:pt x="55430" y="122958"/>
                </a:lnTo>
                <a:cubicBezTo>
                  <a:pt x="55104" y="121108"/>
                  <a:pt x="54833" y="119095"/>
                  <a:pt x="54617" y="116919"/>
                </a:cubicBezTo>
                <a:cubicBezTo>
                  <a:pt x="54400" y="114743"/>
                  <a:pt x="54292" y="112622"/>
                  <a:pt x="54292" y="110555"/>
                </a:cubicBezTo>
                <a:lnTo>
                  <a:pt x="53964" y="110555"/>
                </a:lnTo>
                <a:cubicBezTo>
                  <a:pt x="50497" y="115649"/>
                  <a:pt x="46568" y="119308"/>
                  <a:pt x="42178" y="121530"/>
                </a:cubicBezTo>
                <a:cubicBezTo>
                  <a:pt x="37790" y="123752"/>
                  <a:pt x="32508" y="124863"/>
                  <a:pt x="26332" y="124863"/>
                </a:cubicBezTo>
                <a:cubicBezTo>
                  <a:pt x="23406" y="124863"/>
                  <a:pt x="20398" y="124457"/>
                  <a:pt x="17309" y="123645"/>
                </a:cubicBezTo>
                <a:cubicBezTo>
                  <a:pt x="14222" y="122834"/>
                  <a:pt x="11406" y="121508"/>
                  <a:pt x="8859" y="119667"/>
                </a:cubicBezTo>
                <a:cubicBezTo>
                  <a:pt x="6313" y="117825"/>
                  <a:pt x="4200" y="115443"/>
                  <a:pt x="2520" y="112519"/>
                </a:cubicBezTo>
                <a:cubicBezTo>
                  <a:pt x="840" y="109594"/>
                  <a:pt x="0" y="106020"/>
                  <a:pt x="0" y="101795"/>
                </a:cubicBezTo>
                <a:cubicBezTo>
                  <a:pt x="0" y="95947"/>
                  <a:pt x="1490" y="91317"/>
                  <a:pt x="4469" y="87906"/>
                </a:cubicBezTo>
                <a:cubicBezTo>
                  <a:pt x="7449" y="84495"/>
                  <a:pt x="11431" y="81950"/>
                  <a:pt x="16416" y="80272"/>
                </a:cubicBezTo>
                <a:cubicBezTo>
                  <a:pt x="21402" y="78592"/>
                  <a:pt x="27118" y="77509"/>
                  <a:pt x="33565" y="77023"/>
                </a:cubicBezTo>
                <a:cubicBezTo>
                  <a:pt x="40013" y="76535"/>
                  <a:pt x="46705" y="76291"/>
                  <a:pt x="53639" y="76291"/>
                </a:cubicBezTo>
                <a:lnTo>
                  <a:pt x="53639" y="73841"/>
                </a:lnTo>
                <a:moveTo>
                  <a:pt x="50388" y="85021"/>
                </a:moveTo>
                <a:cubicBezTo>
                  <a:pt x="45837" y="85021"/>
                  <a:pt x="41259" y="85211"/>
                  <a:pt x="36652" y="85589"/>
                </a:cubicBezTo>
                <a:cubicBezTo>
                  <a:pt x="32048" y="85966"/>
                  <a:pt x="27876" y="86723"/>
                  <a:pt x="24137" y="87859"/>
                </a:cubicBezTo>
                <a:cubicBezTo>
                  <a:pt x="20400" y="88993"/>
                  <a:pt x="17340" y="90641"/>
                  <a:pt x="14956" y="92802"/>
                </a:cubicBezTo>
                <a:cubicBezTo>
                  <a:pt x="12571" y="94963"/>
                  <a:pt x="11379" y="97826"/>
                  <a:pt x="11379" y="101391"/>
                </a:cubicBezTo>
                <a:cubicBezTo>
                  <a:pt x="11379" y="104092"/>
                  <a:pt x="11893" y="106362"/>
                  <a:pt x="12922" y="108199"/>
                </a:cubicBezTo>
                <a:cubicBezTo>
                  <a:pt x="13952" y="110036"/>
                  <a:pt x="15333" y="111521"/>
                  <a:pt x="17066" y="112656"/>
                </a:cubicBezTo>
                <a:cubicBezTo>
                  <a:pt x="18801" y="113790"/>
                  <a:pt x="20725" y="114600"/>
                  <a:pt x="22838" y="115086"/>
                </a:cubicBezTo>
                <a:cubicBezTo>
                  <a:pt x="24951" y="115572"/>
                  <a:pt x="27091" y="115815"/>
                  <a:pt x="29259" y="115815"/>
                </a:cubicBezTo>
                <a:cubicBezTo>
                  <a:pt x="33159" y="115815"/>
                  <a:pt x="36627" y="115140"/>
                  <a:pt x="39661" y="113789"/>
                </a:cubicBezTo>
                <a:cubicBezTo>
                  <a:pt x="42695" y="112438"/>
                  <a:pt x="45241" y="110601"/>
                  <a:pt x="47300" y="108278"/>
                </a:cubicBezTo>
                <a:cubicBezTo>
                  <a:pt x="49358" y="105955"/>
                  <a:pt x="50929" y="103281"/>
                  <a:pt x="52012" y="100257"/>
                </a:cubicBezTo>
                <a:cubicBezTo>
                  <a:pt x="53097" y="97231"/>
                  <a:pt x="53639" y="94043"/>
                  <a:pt x="53639" y="90694"/>
                </a:cubicBezTo>
                <a:lnTo>
                  <a:pt x="53639" y="85021"/>
                </a:lnTo>
                <a:lnTo>
                  <a:pt x="50388" y="85021"/>
                </a:lnTo>
                <a:close/>
                <a:moveTo>
                  <a:pt x="102404" y="46826"/>
                </a:moveTo>
                <a:cubicBezTo>
                  <a:pt x="102620" y="48885"/>
                  <a:pt x="102782" y="51161"/>
                  <a:pt x="102890" y="53654"/>
                </a:cubicBezTo>
                <a:cubicBezTo>
                  <a:pt x="102999" y="56146"/>
                  <a:pt x="103054" y="58205"/>
                  <a:pt x="103054" y="59830"/>
                </a:cubicBezTo>
                <a:lnTo>
                  <a:pt x="103378" y="59830"/>
                </a:lnTo>
                <a:cubicBezTo>
                  <a:pt x="105546" y="55382"/>
                  <a:pt x="109068" y="51776"/>
                  <a:pt x="113944" y="49011"/>
                </a:cubicBezTo>
                <a:cubicBezTo>
                  <a:pt x="118820" y="46245"/>
                  <a:pt x="123967" y="44862"/>
                  <a:pt x="129386" y="44862"/>
                </a:cubicBezTo>
                <a:cubicBezTo>
                  <a:pt x="139029" y="44862"/>
                  <a:pt x="146261" y="47736"/>
                  <a:pt x="151083" y="53486"/>
                </a:cubicBezTo>
                <a:cubicBezTo>
                  <a:pt x="155906" y="59235"/>
                  <a:pt x="158317" y="66827"/>
                  <a:pt x="158317" y="76264"/>
                </a:cubicBezTo>
                <a:lnTo>
                  <a:pt x="158317" y="122958"/>
                </a:lnTo>
                <a:lnTo>
                  <a:pt x="147266" y="122958"/>
                </a:lnTo>
                <a:lnTo>
                  <a:pt x="147266" y="80778"/>
                </a:lnTo>
                <a:cubicBezTo>
                  <a:pt x="147266" y="76760"/>
                  <a:pt x="146941" y="73123"/>
                  <a:pt x="146291" y="69867"/>
                </a:cubicBezTo>
                <a:cubicBezTo>
                  <a:pt x="145641" y="66610"/>
                  <a:pt x="144530" y="63814"/>
                  <a:pt x="142957" y="61479"/>
                </a:cubicBezTo>
                <a:cubicBezTo>
                  <a:pt x="141387" y="59145"/>
                  <a:pt x="139274" y="57326"/>
                  <a:pt x="136618" y="56023"/>
                </a:cubicBezTo>
                <a:cubicBezTo>
                  <a:pt x="133964" y="54720"/>
                  <a:pt x="130633" y="54068"/>
                  <a:pt x="126623" y="54068"/>
                </a:cubicBezTo>
                <a:cubicBezTo>
                  <a:pt x="123698" y="54068"/>
                  <a:pt x="120853" y="54666"/>
                  <a:pt x="118088" y="55862"/>
                </a:cubicBezTo>
                <a:cubicBezTo>
                  <a:pt x="115326" y="57055"/>
                  <a:pt x="112860" y="58874"/>
                  <a:pt x="110693" y="61318"/>
                </a:cubicBezTo>
                <a:cubicBezTo>
                  <a:pt x="108526" y="63760"/>
                  <a:pt x="106793" y="66854"/>
                  <a:pt x="105492" y="70599"/>
                </a:cubicBezTo>
                <a:cubicBezTo>
                  <a:pt x="104192" y="74344"/>
                  <a:pt x="103542" y="78769"/>
                  <a:pt x="103542" y="83873"/>
                </a:cubicBezTo>
                <a:lnTo>
                  <a:pt x="103542" y="122958"/>
                </a:lnTo>
                <a:lnTo>
                  <a:pt x="92488" y="122958"/>
                </a:lnTo>
                <a:lnTo>
                  <a:pt x="92488" y="63573"/>
                </a:lnTo>
                <a:cubicBezTo>
                  <a:pt x="92488" y="61511"/>
                  <a:pt x="92433" y="58854"/>
                  <a:pt x="92324" y="55604"/>
                </a:cubicBezTo>
                <a:cubicBezTo>
                  <a:pt x="92217" y="52353"/>
                  <a:pt x="92055" y="49427"/>
                  <a:pt x="91838" y="46826"/>
                </a:cubicBezTo>
                <a:lnTo>
                  <a:pt x="102404" y="46826"/>
                </a:lnTo>
                <a:close/>
                <a:moveTo>
                  <a:pt x="249506" y="110118"/>
                </a:moveTo>
                <a:cubicBezTo>
                  <a:pt x="246255" y="114995"/>
                  <a:pt x="242029" y="118671"/>
                  <a:pt x="236827" y="121148"/>
                </a:cubicBezTo>
                <a:cubicBezTo>
                  <a:pt x="231625" y="123625"/>
                  <a:pt x="226261" y="124863"/>
                  <a:pt x="220735" y="124863"/>
                </a:cubicBezTo>
                <a:cubicBezTo>
                  <a:pt x="214775" y="124863"/>
                  <a:pt x="209384" y="123834"/>
                  <a:pt x="204562" y="121775"/>
                </a:cubicBezTo>
                <a:cubicBezTo>
                  <a:pt x="199741" y="119715"/>
                  <a:pt x="195623" y="116897"/>
                  <a:pt x="192208" y="113320"/>
                </a:cubicBezTo>
                <a:cubicBezTo>
                  <a:pt x="188795" y="109742"/>
                  <a:pt x="186141" y="105514"/>
                  <a:pt x="184244" y="100637"/>
                </a:cubicBezTo>
                <a:cubicBezTo>
                  <a:pt x="182348" y="95757"/>
                  <a:pt x="181399" y="90499"/>
                  <a:pt x="181399" y="84863"/>
                </a:cubicBezTo>
                <a:cubicBezTo>
                  <a:pt x="181399" y="79226"/>
                  <a:pt x="182348" y="73969"/>
                  <a:pt x="184244" y="69091"/>
                </a:cubicBezTo>
                <a:cubicBezTo>
                  <a:pt x="186141" y="64212"/>
                  <a:pt x="188795" y="59984"/>
                  <a:pt x="192208" y="56407"/>
                </a:cubicBezTo>
                <a:cubicBezTo>
                  <a:pt x="195623" y="52829"/>
                  <a:pt x="199741" y="50011"/>
                  <a:pt x="204562" y="47952"/>
                </a:cubicBezTo>
                <a:cubicBezTo>
                  <a:pt x="209384" y="45892"/>
                  <a:pt x="214775" y="44862"/>
                  <a:pt x="220735" y="44862"/>
                </a:cubicBezTo>
                <a:cubicBezTo>
                  <a:pt x="226261" y="44862"/>
                  <a:pt x="231625" y="46136"/>
                  <a:pt x="236827" y="48684"/>
                </a:cubicBezTo>
                <a:cubicBezTo>
                  <a:pt x="242029" y="51230"/>
                  <a:pt x="246255" y="54997"/>
                  <a:pt x="249506" y="59984"/>
                </a:cubicBezTo>
                <a:lnTo>
                  <a:pt x="249831" y="59984"/>
                </a:lnTo>
                <a:lnTo>
                  <a:pt x="249831" y="5"/>
                </a:lnTo>
                <a:lnTo>
                  <a:pt x="260883" y="5"/>
                </a:lnTo>
                <a:lnTo>
                  <a:pt x="260883" y="122958"/>
                </a:lnTo>
                <a:lnTo>
                  <a:pt x="249831" y="122958"/>
                </a:lnTo>
                <a:lnTo>
                  <a:pt x="249831" y="110118"/>
                </a:lnTo>
                <a:lnTo>
                  <a:pt x="249506" y="110118"/>
                </a:lnTo>
                <a:moveTo>
                  <a:pt x="193104" y="84865"/>
                </a:moveTo>
                <a:cubicBezTo>
                  <a:pt x="193104" y="89101"/>
                  <a:pt x="193753" y="93094"/>
                  <a:pt x="195053" y="96842"/>
                </a:cubicBezTo>
                <a:cubicBezTo>
                  <a:pt x="196353" y="100589"/>
                  <a:pt x="198222" y="103848"/>
                  <a:pt x="200661" y="106619"/>
                </a:cubicBezTo>
                <a:cubicBezTo>
                  <a:pt x="203100" y="109388"/>
                  <a:pt x="206106" y="111561"/>
                  <a:pt x="209681" y="113137"/>
                </a:cubicBezTo>
                <a:cubicBezTo>
                  <a:pt x="213258" y="114711"/>
                  <a:pt x="217321" y="115498"/>
                  <a:pt x="221871" y="115498"/>
                </a:cubicBezTo>
                <a:cubicBezTo>
                  <a:pt x="226098" y="115498"/>
                  <a:pt x="229999" y="114711"/>
                  <a:pt x="233575" y="113137"/>
                </a:cubicBezTo>
                <a:cubicBezTo>
                  <a:pt x="237152" y="111561"/>
                  <a:pt x="240240" y="109416"/>
                  <a:pt x="242839" y="106701"/>
                </a:cubicBezTo>
                <a:cubicBezTo>
                  <a:pt x="245440" y="103984"/>
                  <a:pt x="247472" y="100752"/>
                  <a:pt x="248935" y="97006"/>
                </a:cubicBezTo>
                <a:cubicBezTo>
                  <a:pt x="250399" y="93257"/>
                  <a:pt x="251130" y="89210"/>
                  <a:pt x="251130" y="84865"/>
                </a:cubicBezTo>
                <a:cubicBezTo>
                  <a:pt x="251130" y="80520"/>
                  <a:pt x="250399" y="76474"/>
                  <a:pt x="248935" y="72727"/>
                </a:cubicBezTo>
                <a:cubicBezTo>
                  <a:pt x="247472" y="68979"/>
                  <a:pt x="245440" y="65720"/>
                  <a:pt x="242839" y="62950"/>
                </a:cubicBezTo>
                <a:cubicBezTo>
                  <a:pt x="240240" y="60179"/>
                  <a:pt x="237152" y="58006"/>
                  <a:pt x="233575" y="56432"/>
                </a:cubicBezTo>
                <a:cubicBezTo>
                  <a:pt x="229999" y="54856"/>
                  <a:pt x="226098" y="54068"/>
                  <a:pt x="221871" y="54068"/>
                </a:cubicBezTo>
                <a:cubicBezTo>
                  <a:pt x="217321" y="54068"/>
                  <a:pt x="213258" y="54884"/>
                  <a:pt x="209681" y="56514"/>
                </a:cubicBezTo>
                <a:cubicBezTo>
                  <a:pt x="206106" y="58143"/>
                  <a:pt x="203100" y="60342"/>
                  <a:pt x="200661" y="63114"/>
                </a:cubicBezTo>
                <a:cubicBezTo>
                  <a:pt x="198222" y="65883"/>
                  <a:pt x="196353" y="69142"/>
                  <a:pt x="195053" y="72891"/>
                </a:cubicBezTo>
                <a:cubicBezTo>
                  <a:pt x="193753" y="76637"/>
                  <a:pt x="193104" y="80629"/>
                  <a:pt x="193104" y="84865"/>
                </a:cubicBezTo>
                <a:close/>
                <a:moveTo>
                  <a:pt x="389130" y="79148"/>
                </a:moveTo>
                <a:cubicBezTo>
                  <a:pt x="388804" y="71936"/>
                  <a:pt x="386501" y="65953"/>
                  <a:pt x="382220" y="61199"/>
                </a:cubicBezTo>
                <a:cubicBezTo>
                  <a:pt x="377941" y="56445"/>
                  <a:pt x="371846" y="54068"/>
                  <a:pt x="363936" y="54068"/>
                </a:cubicBezTo>
                <a:cubicBezTo>
                  <a:pt x="360252" y="54068"/>
                  <a:pt x="356838" y="54751"/>
                  <a:pt x="353695" y="56117"/>
                </a:cubicBezTo>
                <a:cubicBezTo>
                  <a:pt x="350554" y="57483"/>
                  <a:pt x="347791" y="59340"/>
                  <a:pt x="345406" y="61690"/>
                </a:cubicBezTo>
                <a:cubicBezTo>
                  <a:pt x="343022" y="64040"/>
                  <a:pt x="341126" y="66717"/>
                  <a:pt x="339717" y="69723"/>
                </a:cubicBezTo>
                <a:cubicBezTo>
                  <a:pt x="338308" y="72728"/>
                  <a:pt x="337495" y="75869"/>
                  <a:pt x="337279" y="79148"/>
                </a:cubicBezTo>
                <a:lnTo>
                  <a:pt x="389130" y="79148"/>
                </a:lnTo>
                <a:moveTo>
                  <a:pt x="400345" y="82665"/>
                </a:moveTo>
                <a:cubicBezTo>
                  <a:pt x="400345" y="83426"/>
                  <a:pt x="400345" y="84241"/>
                  <a:pt x="400345" y="85111"/>
                </a:cubicBezTo>
                <a:cubicBezTo>
                  <a:pt x="400345" y="85979"/>
                  <a:pt x="400291" y="86901"/>
                  <a:pt x="400182" y="87878"/>
                </a:cubicBezTo>
                <a:lnTo>
                  <a:pt x="337115" y="87878"/>
                </a:lnTo>
                <a:cubicBezTo>
                  <a:pt x="337224" y="91670"/>
                  <a:pt x="337982" y="95245"/>
                  <a:pt x="339389" y="98603"/>
                </a:cubicBezTo>
                <a:cubicBezTo>
                  <a:pt x="340798" y="101959"/>
                  <a:pt x="342748" y="104884"/>
                  <a:pt x="345240" y="107375"/>
                </a:cubicBezTo>
                <a:cubicBezTo>
                  <a:pt x="347734" y="109865"/>
                  <a:pt x="350659" y="111842"/>
                  <a:pt x="354018" y="113306"/>
                </a:cubicBezTo>
                <a:cubicBezTo>
                  <a:pt x="357377" y="114767"/>
                  <a:pt x="361008" y="115498"/>
                  <a:pt x="364911" y="115498"/>
                </a:cubicBezTo>
                <a:cubicBezTo>
                  <a:pt x="370653" y="115498"/>
                  <a:pt x="375610" y="114171"/>
                  <a:pt x="379782" y="111517"/>
                </a:cubicBezTo>
                <a:cubicBezTo>
                  <a:pt x="383954" y="108862"/>
                  <a:pt x="387123" y="105800"/>
                  <a:pt x="389291" y="102333"/>
                </a:cubicBezTo>
                <a:lnTo>
                  <a:pt x="397580" y="108834"/>
                </a:lnTo>
                <a:cubicBezTo>
                  <a:pt x="393030" y="114568"/>
                  <a:pt x="388018" y="118674"/>
                  <a:pt x="382545" y="121150"/>
                </a:cubicBezTo>
                <a:cubicBezTo>
                  <a:pt x="377074" y="123626"/>
                  <a:pt x="371195" y="124863"/>
                  <a:pt x="364911" y="124863"/>
                </a:cubicBezTo>
                <a:cubicBezTo>
                  <a:pt x="359276" y="124863"/>
                  <a:pt x="354047" y="123860"/>
                  <a:pt x="349223" y="121855"/>
                </a:cubicBezTo>
                <a:cubicBezTo>
                  <a:pt x="344402" y="119849"/>
                  <a:pt x="340257" y="117058"/>
                  <a:pt x="336790" y="113482"/>
                </a:cubicBezTo>
                <a:cubicBezTo>
                  <a:pt x="333323" y="109904"/>
                  <a:pt x="330586" y="105676"/>
                  <a:pt x="328581" y="100798"/>
                </a:cubicBezTo>
                <a:cubicBezTo>
                  <a:pt x="326577" y="95920"/>
                  <a:pt x="325575" y="90608"/>
                  <a:pt x="325575" y="84863"/>
                </a:cubicBezTo>
                <a:cubicBezTo>
                  <a:pt x="325575" y="79117"/>
                  <a:pt x="326549" y="73805"/>
                  <a:pt x="328499" y="68927"/>
                </a:cubicBezTo>
                <a:cubicBezTo>
                  <a:pt x="330450" y="64050"/>
                  <a:pt x="333159" y="59822"/>
                  <a:pt x="336626" y="56246"/>
                </a:cubicBezTo>
                <a:cubicBezTo>
                  <a:pt x="340095" y="52668"/>
                  <a:pt x="344160" y="49876"/>
                  <a:pt x="348819" y="47870"/>
                </a:cubicBezTo>
                <a:cubicBezTo>
                  <a:pt x="353479" y="45865"/>
                  <a:pt x="358518" y="44862"/>
                  <a:pt x="363936" y="44862"/>
                </a:cubicBezTo>
                <a:cubicBezTo>
                  <a:pt x="369895" y="44862"/>
                  <a:pt x="375150" y="45867"/>
                  <a:pt x="379700" y="47878"/>
                </a:cubicBezTo>
                <a:cubicBezTo>
                  <a:pt x="384252" y="49887"/>
                  <a:pt x="388045" y="52603"/>
                  <a:pt x="391079" y="56025"/>
                </a:cubicBezTo>
                <a:cubicBezTo>
                  <a:pt x="394113" y="59446"/>
                  <a:pt x="396416" y="63438"/>
                  <a:pt x="397987" y="68000"/>
                </a:cubicBezTo>
                <a:cubicBezTo>
                  <a:pt x="399559" y="72562"/>
                  <a:pt x="400345" y="77450"/>
                  <a:pt x="400345" y="82665"/>
                </a:cubicBezTo>
                <a:close/>
                <a:moveTo>
                  <a:pt x="471049" y="73841"/>
                </a:moveTo>
                <a:cubicBezTo>
                  <a:pt x="471049" y="67195"/>
                  <a:pt x="469315" y="62239"/>
                  <a:pt x="465848" y="58972"/>
                </a:cubicBezTo>
                <a:cubicBezTo>
                  <a:pt x="462380" y="55703"/>
                  <a:pt x="457341" y="54068"/>
                  <a:pt x="450731" y="54068"/>
                </a:cubicBezTo>
                <a:cubicBezTo>
                  <a:pt x="446180" y="54068"/>
                  <a:pt x="441954" y="54881"/>
                  <a:pt x="438052" y="56506"/>
                </a:cubicBezTo>
                <a:cubicBezTo>
                  <a:pt x="434151" y="58132"/>
                  <a:pt x="430847" y="60299"/>
                  <a:pt x="428139" y="63010"/>
                </a:cubicBezTo>
                <a:lnTo>
                  <a:pt x="421960" y="55695"/>
                </a:lnTo>
                <a:cubicBezTo>
                  <a:pt x="425104" y="52565"/>
                  <a:pt x="429249" y="49978"/>
                  <a:pt x="434396" y="47932"/>
                </a:cubicBezTo>
                <a:cubicBezTo>
                  <a:pt x="439543" y="45885"/>
                  <a:pt x="445368" y="44862"/>
                  <a:pt x="451869" y="44862"/>
                </a:cubicBezTo>
                <a:cubicBezTo>
                  <a:pt x="455988" y="44862"/>
                  <a:pt x="459835" y="45431"/>
                  <a:pt x="463410" y="46571"/>
                </a:cubicBezTo>
                <a:cubicBezTo>
                  <a:pt x="466986" y="47710"/>
                  <a:pt x="470128" y="49419"/>
                  <a:pt x="472837" y="51697"/>
                </a:cubicBezTo>
                <a:cubicBezTo>
                  <a:pt x="475547" y="53974"/>
                  <a:pt x="477660" y="56848"/>
                  <a:pt x="479176" y="60318"/>
                </a:cubicBezTo>
                <a:cubicBezTo>
                  <a:pt x="480694" y="63789"/>
                  <a:pt x="481453" y="67857"/>
                  <a:pt x="481453" y="72521"/>
                </a:cubicBezTo>
                <a:lnTo>
                  <a:pt x="481453" y="105875"/>
                </a:lnTo>
                <a:cubicBezTo>
                  <a:pt x="481453" y="108803"/>
                  <a:pt x="481561" y="111841"/>
                  <a:pt x="481778" y="114987"/>
                </a:cubicBezTo>
                <a:cubicBezTo>
                  <a:pt x="481995" y="118132"/>
                  <a:pt x="482319" y="120789"/>
                  <a:pt x="482753" y="122958"/>
                </a:cubicBezTo>
                <a:lnTo>
                  <a:pt x="472839" y="122958"/>
                </a:lnTo>
                <a:cubicBezTo>
                  <a:pt x="472514" y="121108"/>
                  <a:pt x="472242" y="119095"/>
                  <a:pt x="472026" y="116919"/>
                </a:cubicBezTo>
                <a:cubicBezTo>
                  <a:pt x="471809" y="114743"/>
                  <a:pt x="471701" y="112622"/>
                  <a:pt x="471701" y="110555"/>
                </a:cubicBezTo>
                <a:lnTo>
                  <a:pt x="471374" y="110555"/>
                </a:lnTo>
                <a:cubicBezTo>
                  <a:pt x="467906" y="115649"/>
                  <a:pt x="463978" y="119308"/>
                  <a:pt x="459588" y="121530"/>
                </a:cubicBezTo>
                <a:cubicBezTo>
                  <a:pt x="455199" y="123752"/>
                  <a:pt x="449917" y="124863"/>
                  <a:pt x="443742" y="124863"/>
                </a:cubicBezTo>
                <a:cubicBezTo>
                  <a:pt x="440815" y="124863"/>
                  <a:pt x="437807" y="124457"/>
                  <a:pt x="434719" y="123645"/>
                </a:cubicBezTo>
                <a:cubicBezTo>
                  <a:pt x="431632" y="122834"/>
                  <a:pt x="428815" y="121508"/>
                  <a:pt x="426269" y="119667"/>
                </a:cubicBezTo>
                <a:cubicBezTo>
                  <a:pt x="423722" y="117825"/>
                  <a:pt x="421609" y="115443"/>
                  <a:pt x="419929" y="112519"/>
                </a:cubicBezTo>
                <a:cubicBezTo>
                  <a:pt x="418249" y="109594"/>
                  <a:pt x="417409" y="106020"/>
                  <a:pt x="417409" y="101795"/>
                </a:cubicBezTo>
                <a:cubicBezTo>
                  <a:pt x="417409" y="95947"/>
                  <a:pt x="418899" y="91317"/>
                  <a:pt x="421879" y="87906"/>
                </a:cubicBezTo>
                <a:cubicBezTo>
                  <a:pt x="424858" y="84495"/>
                  <a:pt x="428841" y="81950"/>
                  <a:pt x="433826" y="80272"/>
                </a:cubicBezTo>
                <a:cubicBezTo>
                  <a:pt x="438811" y="78592"/>
                  <a:pt x="444527" y="77509"/>
                  <a:pt x="450974" y="77023"/>
                </a:cubicBezTo>
                <a:cubicBezTo>
                  <a:pt x="457422" y="76535"/>
                  <a:pt x="464114" y="76291"/>
                  <a:pt x="471049" y="76291"/>
                </a:cubicBezTo>
                <a:lnTo>
                  <a:pt x="471049" y="73841"/>
                </a:lnTo>
                <a:moveTo>
                  <a:pt x="467797" y="85021"/>
                </a:moveTo>
                <a:cubicBezTo>
                  <a:pt x="463247" y="85021"/>
                  <a:pt x="458668" y="85211"/>
                  <a:pt x="454062" y="85589"/>
                </a:cubicBezTo>
                <a:cubicBezTo>
                  <a:pt x="449457" y="85966"/>
                  <a:pt x="445285" y="86723"/>
                  <a:pt x="441547" y="87859"/>
                </a:cubicBezTo>
                <a:cubicBezTo>
                  <a:pt x="437810" y="88993"/>
                  <a:pt x="434749" y="90641"/>
                  <a:pt x="432365" y="92802"/>
                </a:cubicBezTo>
                <a:cubicBezTo>
                  <a:pt x="429981" y="94963"/>
                  <a:pt x="428788" y="97826"/>
                  <a:pt x="428788" y="101391"/>
                </a:cubicBezTo>
                <a:cubicBezTo>
                  <a:pt x="428788" y="104092"/>
                  <a:pt x="429303" y="106362"/>
                  <a:pt x="430331" y="108199"/>
                </a:cubicBezTo>
                <a:cubicBezTo>
                  <a:pt x="431361" y="110036"/>
                  <a:pt x="432743" y="111521"/>
                  <a:pt x="434476" y="112656"/>
                </a:cubicBezTo>
                <a:cubicBezTo>
                  <a:pt x="436210" y="113790"/>
                  <a:pt x="438134" y="114600"/>
                  <a:pt x="440247" y="115086"/>
                </a:cubicBezTo>
                <a:cubicBezTo>
                  <a:pt x="442360" y="115572"/>
                  <a:pt x="444501" y="115815"/>
                  <a:pt x="446668" y="115815"/>
                </a:cubicBezTo>
                <a:cubicBezTo>
                  <a:pt x="450569" y="115815"/>
                  <a:pt x="454036" y="115140"/>
                  <a:pt x="457070" y="113789"/>
                </a:cubicBezTo>
                <a:cubicBezTo>
                  <a:pt x="460104" y="112438"/>
                  <a:pt x="462651" y="110601"/>
                  <a:pt x="464709" y="108278"/>
                </a:cubicBezTo>
                <a:cubicBezTo>
                  <a:pt x="466768" y="105955"/>
                  <a:pt x="468339" y="103281"/>
                  <a:pt x="469422" y="100257"/>
                </a:cubicBezTo>
                <a:cubicBezTo>
                  <a:pt x="470506" y="97231"/>
                  <a:pt x="471049" y="94043"/>
                  <a:pt x="471049" y="90694"/>
                </a:cubicBezTo>
                <a:lnTo>
                  <a:pt x="471049" y="85021"/>
                </a:lnTo>
                <a:lnTo>
                  <a:pt x="467797" y="85021"/>
                </a:lnTo>
                <a:close/>
                <a:moveTo>
                  <a:pt x="550371" y="64798"/>
                </a:moveTo>
                <a:cubicBezTo>
                  <a:pt x="548746" y="61654"/>
                  <a:pt x="546280" y="59081"/>
                  <a:pt x="542975" y="57077"/>
                </a:cubicBezTo>
                <a:cubicBezTo>
                  <a:pt x="539670" y="55071"/>
                  <a:pt x="535904" y="54068"/>
                  <a:pt x="531678" y="54068"/>
                </a:cubicBezTo>
                <a:cubicBezTo>
                  <a:pt x="529728" y="54068"/>
                  <a:pt x="527778" y="54286"/>
                  <a:pt x="525827" y="54721"/>
                </a:cubicBezTo>
                <a:cubicBezTo>
                  <a:pt x="523876" y="55154"/>
                  <a:pt x="522141" y="55859"/>
                  <a:pt x="520623" y="56836"/>
                </a:cubicBezTo>
                <a:cubicBezTo>
                  <a:pt x="519107" y="57812"/>
                  <a:pt x="517889" y="59059"/>
                  <a:pt x="516968" y="60579"/>
                </a:cubicBezTo>
                <a:cubicBezTo>
                  <a:pt x="516047" y="62097"/>
                  <a:pt x="515586" y="63887"/>
                  <a:pt x="515586" y="65949"/>
                </a:cubicBezTo>
                <a:cubicBezTo>
                  <a:pt x="515586" y="69530"/>
                  <a:pt x="517049" y="72270"/>
                  <a:pt x="519974" y="74168"/>
                </a:cubicBezTo>
                <a:cubicBezTo>
                  <a:pt x="522900" y="76066"/>
                  <a:pt x="527506" y="77667"/>
                  <a:pt x="533791" y="78970"/>
                </a:cubicBezTo>
                <a:cubicBezTo>
                  <a:pt x="542786" y="80813"/>
                  <a:pt x="549423" y="83498"/>
                  <a:pt x="553702" y="87025"/>
                </a:cubicBezTo>
                <a:cubicBezTo>
                  <a:pt x="557983" y="90550"/>
                  <a:pt x="560123" y="95297"/>
                  <a:pt x="560123" y="101264"/>
                </a:cubicBezTo>
                <a:cubicBezTo>
                  <a:pt x="560123" y="105604"/>
                  <a:pt x="559283" y="109267"/>
                  <a:pt x="557603" y="112251"/>
                </a:cubicBezTo>
                <a:cubicBezTo>
                  <a:pt x="555923" y="115234"/>
                  <a:pt x="553728" y="117676"/>
                  <a:pt x="551018" y="119575"/>
                </a:cubicBezTo>
                <a:cubicBezTo>
                  <a:pt x="548310" y="121474"/>
                  <a:pt x="545249" y="122829"/>
                  <a:pt x="541837" y="123643"/>
                </a:cubicBezTo>
                <a:cubicBezTo>
                  <a:pt x="538424" y="124457"/>
                  <a:pt x="534984" y="124863"/>
                  <a:pt x="531517" y="124863"/>
                </a:cubicBezTo>
                <a:cubicBezTo>
                  <a:pt x="525772" y="124863"/>
                  <a:pt x="520191" y="123679"/>
                  <a:pt x="514773" y="121312"/>
                </a:cubicBezTo>
                <a:cubicBezTo>
                  <a:pt x="509356" y="118942"/>
                  <a:pt x="504913" y="115217"/>
                  <a:pt x="501444" y="110136"/>
                </a:cubicBezTo>
                <a:lnTo>
                  <a:pt x="510222" y="103633"/>
                </a:lnTo>
                <a:cubicBezTo>
                  <a:pt x="512173" y="106993"/>
                  <a:pt x="515044" y="109810"/>
                  <a:pt x="518835" y="112085"/>
                </a:cubicBezTo>
                <a:cubicBezTo>
                  <a:pt x="522628" y="114360"/>
                  <a:pt x="526801" y="115498"/>
                  <a:pt x="531353" y="115498"/>
                </a:cubicBezTo>
                <a:cubicBezTo>
                  <a:pt x="533737" y="115498"/>
                  <a:pt x="536012" y="115281"/>
                  <a:pt x="538178" y="114848"/>
                </a:cubicBezTo>
                <a:cubicBezTo>
                  <a:pt x="540346" y="114413"/>
                  <a:pt x="542243" y="113654"/>
                  <a:pt x="543868" y="112569"/>
                </a:cubicBezTo>
                <a:cubicBezTo>
                  <a:pt x="545493" y="111484"/>
                  <a:pt x="546794" y="110101"/>
                  <a:pt x="547769" y="108420"/>
                </a:cubicBezTo>
                <a:cubicBezTo>
                  <a:pt x="548745" y="106736"/>
                  <a:pt x="549233" y="104647"/>
                  <a:pt x="549233" y="102152"/>
                </a:cubicBezTo>
                <a:cubicBezTo>
                  <a:pt x="549233" y="98137"/>
                  <a:pt x="547309" y="95126"/>
                  <a:pt x="543461" y="93119"/>
                </a:cubicBezTo>
                <a:cubicBezTo>
                  <a:pt x="539615" y="91112"/>
                  <a:pt x="534062" y="89240"/>
                  <a:pt x="526802" y="87504"/>
                </a:cubicBezTo>
                <a:cubicBezTo>
                  <a:pt x="524526" y="86962"/>
                  <a:pt x="522115" y="86284"/>
                  <a:pt x="519567" y="85470"/>
                </a:cubicBezTo>
                <a:cubicBezTo>
                  <a:pt x="517021" y="84657"/>
                  <a:pt x="514664" y="83464"/>
                  <a:pt x="512496" y="81891"/>
                </a:cubicBezTo>
                <a:cubicBezTo>
                  <a:pt x="510330" y="80317"/>
                  <a:pt x="508542" y="78336"/>
                  <a:pt x="507134" y="75949"/>
                </a:cubicBezTo>
                <a:cubicBezTo>
                  <a:pt x="505725" y="73561"/>
                  <a:pt x="505021" y="70577"/>
                  <a:pt x="505021" y="66998"/>
                </a:cubicBezTo>
                <a:cubicBezTo>
                  <a:pt x="505021" y="63091"/>
                  <a:pt x="505779" y="59754"/>
                  <a:pt x="507295" y="56988"/>
                </a:cubicBezTo>
                <a:cubicBezTo>
                  <a:pt x="508813" y="54220"/>
                  <a:pt x="510845" y="51941"/>
                  <a:pt x="513391" y="50152"/>
                </a:cubicBezTo>
                <a:cubicBezTo>
                  <a:pt x="515938" y="48361"/>
                  <a:pt x="518836" y="47032"/>
                  <a:pt x="522087" y="46164"/>
                </a:cubicBezTo>
                <a:cubicBezTo>
                  <a:pt x="525339" y="45296"/>
                  <a:pt x="528699" y="44862"/>
                  <a:pt x="532166" y="44862"/>
                </a:cubicBezTo>
                <a:cubicBezTo>
                  <a:pt x="537476" y="44862"/>
                  <a:pt x="542622" y="46047"/>
                  <a:pt x="547606" y="48416"/>
                </a:cubicBezTo>
                <a:cubicBezTo>
                  <a:pt x="552591" y="50784"/>
                  <a:pt x="556330" y="54131"/>
                  <a:pt x="558824" y="58458"/>
                </a:cubicBezTo>
                <a:lnTo>
                  <a:pt x="550371" y="64798"/>
                </a:lnTo>
                <a:close/>
                <a:moveTo>
                  <a:pt x="608237" y="111202"/>
                </a:moveTo>
                <a:lnTo>
                  <a:pt x="608562" y="111202"/>
                </a:lnTo>
                <a:lnTo>
                  <a:pt x="632129" y="46997"/>
                </a:lnTo>
                <a:lnTo>
                  <a:pt x="644158" y="46997"/>
                </a:lnTo>
                <a:lnTo>
                  <a:pt x="606285" y="142736"/>
                </a:lnTo>
                <a:cubicBezTo>
                  <a:pt x="604010" y="148587"/>
                  <a:pt x="601111" y="153262"/>
                  <a:pt x="597589" y="156759"/>
                </a:cubicBezTo>
                <a:cubicBezTo>
                  <a:pt x="594068" y="160257"/>
                  <a:pt x="589001" y="162007"/>
                  <a:pt x="582391" y="162007"/>
                </a:cubicBezTo>
                <a:cubicBezTo>
                  <a:pt x="579033" y="162007"/>
                  <a:pt x="575728" y="161689"/>
                  <a:pt x="572477" y="161054"/>
                </a:cubicBezTo>
                <a:lnTo>
                  <a:pt x="573613" y="151024"/>
                </a:lnTo>
                <a:cubicBezTo>
                  <a:pt x="576214" y="151891"/>
                  <a:pt x="578923" y="152324"/>
                  <a:pt x="581741" y="152324"/>
                </a:cubicBezTo>
                <a:cubicBezTo>
                  <a:pt x="585534" y="152324"/>
                  <a:pt x="588514" y="151159"/>
                  <a:pt x="590680" y="148829"/>
                </a:cubicBezTo>
                <a:cubicBezTo>
                  <a:pt x="592847" y="146500"/>
                  <a:pt x="594744" y="143168"/>
                  <a:pt x="596369" y="138834"/>
                </a:cubicBezTo>
                <a:lnTo>
                  <a:pt x="602547" y="122904"/>
                </a:lnTo>
                <a:lnTo>
                  <a:pt x="570039" y="46997"/>
                </a:lnTo>
                <a:lnTo>
                  <a:pt x="582391" y="46997"/>
                </a:lnTo>
                <a:lnTo>
                  <a:pt x="608237" y="111202"/>
                </a:lnTo>
                <a:close/>
                <a:moveTo>
                  <a:pt x="736319" y="56132"/>
                </a:moveTo>
                <a:lnTo>
                  <a:pt x="714865" y="56132"/>
                </a:lnTo>
                <a:lnTo>
                  <a:pt x="714865" y="100552"/>
                </a:lnTo>
                <a:cubicBezTo>
                  <a:pt x="714865" y="103373"/>
                  <a:pt x="715135" y="105705"/>
                  <a:pt x="715676" y="107549"/>
                </a:cubicBezTo>
                <a:cubicBezTo>
                  <a:pt x="716218" y="109393"/>
                  <a:pt x="717004" y="110830"/>
                  <a:pt x="718032" y="111862"/>
                </a:cubicBezTo>
                <a:cubicBezTo>
                  <a:pt x="719062" y="112892"/>
                  <a:pt x="720282" y="113597"/>
                  <a:pt x="721690" y="113978"/>
                </a:cubicBezTo>
                <a:cubicBezTo>
                  <a:pt x="723099" y="114356"/>
                  <a:pt x="724616" y="114546"/>
                  <a:pt x="726241" y="114546"/>
                </a:cubicBezTo>
                <a:cubicBezTo>
                  <a:pt x="727759" y="114546"/>
                  <a:pt x="729357" y="114325"/>
                  <a:pt x="731036" y="113883"/>
                </a:cubicBezTo>
                <a:cubicBezTo>
                  <a:pt x="732716" y="113440"/>
                  <a:pt x="734315" y="112831"/>
                  <a:pt x="735832" y="112055"/>
                </a:cubicBezTo>
                <a:lnTo>
                  <a:pt x="736319" y="121637"/>
                </a:lnTo>
                <a:cubicBezTo>
                  <a:pt x="734369" y="122395"/>
                  <a:pt x="732338" y="122964"/>
                  <a:pt x="730225" y="123343"/>
                </a:cubicBezTo>
                <a:cubicBezTo>
                  <a:pt x="728112" y="123722"/>
                  <a:pt x="725808" y="123911"/>
                  <a:pt x="723315" y="123911"/>
                </a:cubicBezTo>
                <a:cubicBezTo>
                  <a:pt x="721256" y="123911"/>
                  <a:pt x="719089" y="123640"/>
                  <a:pt x="716814" y="123097"/>
                </a:cubicBezTo>
                <a:cubicBezTo>
                  <a:pt x="714539" y="122557"/>
                  <a:pt x="712426" y="121528"/>
                  <a:pt x="710475" y="120012"/>
                </a:cubicBezTo>
                <a:cubicBezTo>
                  <a:pt x="708525" y="118494"/>
                  <a:pt x="706927" y="116435"/>
                  <a:pt x="705681" y="113834"/>
                </a:cubicBezTo>
                <a:cubicBezTo>
                  <a:pt x="704434" y="111233"/>
                  <a:pt x="703811" y="107819"/>
                  <a:pt x="703811" y="103593"/>
                </a:cubicBezTo>
                <a:lnTo>
                  <a:pt x="703811" y="56132"/>
                </a:lnTo>
                <a:lnTo>
                  <a:pt x="688044" y="56132"/>
                </a:lnTo>
                <a:lnTo>
                  <a:pt x="688044" y="46925"/>
                </a:lnTo>
                <a:lnTo>
                  <a:pt x="703811" y="46925"/>
                </a:lnTo>
                <a:lnTo>
                  <a:pt x="703811" y="25469"/>
                </a:lnTo>
                <a:lnTo>
                  <a:pt x="714865" y="25469"/>
                </a:lnTo>
                <a:lnTo>
                  <a:pt x="714865" y="46925"/>
                </a:lnTo>
                <a:lnTo>
                  <a:pt x="736319" y="46925"/>
                </a:lnTo>
                <a:lnTo>
                  <a:pt x="736319" y="56132"/>
                </a:lnTo>
                <a:close/>
                <a:moveTo>
                  <a:pt x="829130" y="84863"/>
                </a:moveTo>
                <a:cubicBezTo>
                  <a:pt x="829130" y="90608"/>
                  <a:pt x="828127" y="95920"/>
                  <a:pt x="826121" y="100798"/>
                </a:cubicBezTo>
                <a:cubicBezTo>
                  <a:pt x="824117" y="105676"/>
                  <a:pt x="821327" y="109904"/>
                  <a:pt x="817751" y="113482"/>
                </a:cubicBezTo>
                <a:cubicBezTo>
                  <a:pt x="814176" y="117058"/>
                  <a:pt x="809896" y="119849"/>
                  <a:pt x="804911" y="121855"/>
                </a:cubicBezTo>
                <a:cubicBezTo>
                  <a:pt x="799927" y="123860"/>
                  <a:pt x="794455" y="124863"/>
                  <a:pt x="788494" y="124863"/>
                </a:cubicBezTo>
                <a:cubicBezTo>
                  <a:pt x="782643" y="124863"/>
                  <a:pt x="777224" y="123860"/>
                  <a:pt x="772239" y="121855"/>
                </a:cubicBezTo>
                <a:cubicBezTo>
                  <a:pt x="767255" y="119849"/>
                  <a:pt x="762975" y="117058"/>
                  <a:pt x="759399" y="113482"/>
                </a:cubicBezTo>
                <a:cubicBezTo>
                  <a:pt x="755824" y="109904"/>
                  <a:pt x="753034" y="105676"/>
                  <a:pt x="751028" y="100798"/>
                </a:cubicBezTo>
                <a:cubicBezTo>
                  <a:pt x="749024" y="95920"/>
                  <a:pt x="748022" y="90608"/>
                  <a:pt x="748022" y="84863"/>
                </a:cubicBezTo>
                <a:cubicBezTo>
                  <a:pt x="748022" y="79117"/>
                  <a:pt x="749024" y="73805"/>
                  <a:pt x="751028" y="68927"/>
                </a:cubicBezTo>
                <a:cubicBezTo>
                  <a:pt x="753034" y="64050"/>
                  <a:pt x="755824" y="59822"/>
                  <a:pt x="759399" y="56246"/>
                </a:cubicBezTo>
                <a:cubicBezTo>
                  <a:pt x="762975" y="52668"/>
                  <a:pt x="767255" y="49876"/>
                  <a:pt x="772239" y="47870"/>
                </a:cubicBezTo>
                <a:cubicBezTo>
                  <a:pt x="777224" y="45865"/>
                  <a:pt x="782643" y="44862"/>
                  <a:pt x="788494" y="44862"/>
                </a:cubicBezTo>
                <a:cubicBezTo>
                  <a:pt x="794455" y="44862"/>
                  <a:pt x="799927" y="45865"/>
                  <a:pt x="804911" y="47870"/>
                </a:cubicBezTo>
                <a:cubicBezTo>
                  <a:pt x="809896" y="49876"/>
                  <a:pt x="814176" y="52668"/>
                  <a:pt x="817751" y="56246"/>
                </a:cubicBezTo>
                <a:cubicBezTo>
                  <a:pt x="821327" y="59822"/>
                  <a:pt x="824117" y="64050"/>
                  <a:pt x="826121" y="68927"/>
                </a:cubicBezTo>
                <a:cubicBezTo>
                  <a:pt x="828127" y="73805"/>
                  <a:pt x="829130" y="79117"/>
                  <a:pt x="829130" y="84863"/>
                </a:cubicBezTo>
                <a:moveTo>
                  <a:pt x="817428" y="84865"/>
                </a:moveTo>
                <a:cubicBezTo>
                  <a:pt x="817428" y="80629"/>
                  <a:pt x="816751" y="76637"/>
                  <a:pt x="815397" y="72891"/>
                </a:cubicBezTo>
                <a:cubicBezTo>
                  <a:pt x="814043" y="69142"/>
                  <a:pt x="812119" y="65883"/>
                  <a:pt x="809626" y="63114"/>
                </a:cubicBezTo>
                <a:cubicBezTo>
                  <a:pt x="807134" y="60342"/>
                  <a:pt x="804100" y="58143"/>
                  <a:pt x="800523" y="56514"/>
                </a:cubicBezTo>
                <a:cubicBezTo>
                  <a:pt x="796948" y="54884"/>
                  <a:pt x="792940" y="54068"/>
                  <a:pt x="788497" y="54068"/>
                </a:cubicBezTo>
                <a:cubicBezTo>
                  <a:pt x="784054" y="54068"/>
                  <a:pt x="780071" y="54884"/>
                  <a:pt x="776550" y="56514"/>
                </a:cubicBezTo>
                <a:cubicBezTo>
                  <a:pt x="773028" y="58143"/>
                  <a:pt x="770020" y="60342"/>
                  <a:pt x="767527" y="63114"/>
                </a:cubicBezTo>
                <a:cubicBezTo>
                  <a:pt x="765035" y="65883"/>
                  <a:pt x="763112" y="69142"/>
                  <a:pt x="761758" y="72891"/>
                </a:cubicBezTo>
                <a:cubicBezTo>
                  <a:pt x="760403" y="76637"/>
                  <a:pt x="759726" y="80629"/>
                  <a:pt x="759726" y="84865"/>
                </a:cubicBezTo>
                <a:cubicBezTo>
                  <a:pt x="759726" y="89101"/>
                  <a:pt x="760403" y="93094"/>
                  <a:pt x="761758" y="96842"/>
                </a:cubicBezTo>
                <a:cubicBezTo>
                  <a:pt x="763112" y="100589"/>
                  <a:pt x="765035" y="103848"/>
                  <a:pt x="767527" y="106619"/>
                </a:cubicBezTo>
                <a:cubicBezTo>
                  <a:pt x="770020" y="109388"/>
                  <a:pt x="773028" y="111561"/>
                  <a:pt x="776550" y="113137"/>
                </a:cubicBezTo>
                <a:cubicBezTo>
                  <a:pt x="780071" y="114711"/>
                  <a:pt x="784054" y="115498"/>
                  <a:pt x="788497" y="115498"/>
                </a:cubicBezTo>
                <a:cubicBezTo>
                  <a:pt x="792940" y="115498"/>
                  <a:pt x="796948" y="114711"/>
                  <a:pt x="800523" y="113137"/>
                </a:cubicBezTo>
                <a:cubicBezTo>
                  <a:pt x="804100" y="111561"/>
                  <a:pt x="807134" y="109388"/>
                  <a:pt x="809626" y="106619"/>
                </a:cubicBezTo>
                <a:cubicBezTo>
                  <a:pt x="812119" y="103848"/>
                  <a:pt x="814043" y="100589"/>
                  <a:pt x="815397" y="96842"/>
                </a:cubicBezTo>
                <a:cubicBezTo>
                  <a:pt x="816751" y="93094"/>
                  <a:pt x="817428" y="89101"/>
                  <a:pt x="817428" y="84865"/>
                </a:cubicBezTo>
                <a:close/>
                <a:moveTo>
                  <a:pt x="905201" y="59341"/>
                </a:moveTo>
                <a:cubicBezTo>
                  <a:pt x="907260" y="54895"/>
                  <a:pt x="910673" y="51371"/>
                  <a:pt x="915440" y="48768"/>
                </a:cubicBezTo>
                <a:cubicBezTo>
                  <a:pt x="920208" y="46164"/>
                  <a:pt x="925302" y="44862"/>
                  <a:pt x="930720" y="44862"/>
                </a:cubicBezTo>
                <a:cubicBezTo>
                  <a:pt x="940363" y="44862"/>
                  <a:pt x="947596" y="47736"/>
                  <a:pt x="952417" y="53486"/>
                </a:cubicBezTo>
                <a:cubicBezTo>
                  <a:pt x="957240" y="59235"/>
                  <a:pt x="959652" y="66827"/>
                  <a:pt x="959652" y="76264"/>
                </a:cubicBezTo>
                <a:lnTo>
                  <a:pt x="959652" y="122958"/>
                </a:lnTo>
                <a:lnTo>
                  <a:pt x="948600" y="122958"/>
                </a:lnTo>
                <a:lnTo>
                  <a:pt x="948600" y="80778"/>
                </a:lnTo>
                <a:cubicBezTo>
                  <a:pt x="948600" y="76760"/>
                  <a:pt x="948275" y="73123"/>
                  <a:pt x="947625" y="69867"/>
                </a:cubicBezTo>
                <a:cubicBezTo>
                  <a:pt x="946976" y="66610"/>
                  <a:pt x="945864" y="63814"/>
                  <a:pt x="944292" y="61479"/>
                </a:cubicBezTo>
                <a:cubicBezTo>
                  <a:pt x="942721" y="59145"/>
                  <a:pt x="940608" y="57326"/>
                  <a:pt x="937953" y="56023"/>
                </a:cubicBezTo>
                <a:cubicBezTo>
                  <a:pt x="935299" y="54720"/>
                  <a:pt x="931967" y="54068"/>
                  <a:pt x="927957" y="54068"/>
                </a:cubicBezTo>
                <a:cubicBezTo>
                  <a:pt x="925032" y="54068"/>
                  <a:pt x="922188" y="54666"/>
                  <a:pt x="919423" y="55862"/>
                </a:cubicBezTo>
                <a:cubicBezTo>
                  <a:pt x="916660" y="57055"/>
                  <a:pt x="914195" y="58874"/>
                  <a:pt x="912027" y="61318"/>
                </a:cubicBezTo>
                <a:cubicBezTo>
                  <a:pt x="909861" y="63760"/>
                  <a:pt x="908127" y="66854"/>
                  <a:pt x="906826" y="70599"/>
                </a:cubicBezTo>
                <a:cubicBezTo>
                  <a:pt x="905526" y="74344"/>
                  <a:pt x="904877" y="78769"/>
                  <a:pt x="904877" y="83873"/>
                </a:cubicBezTo>
                <a:lnTo>
                  <a:pt x="904877" y="122958"/>
                </a:lnTo>
                <a:lnTo>
                  <a:pt x="893822" y="122958"/>
                </a:lnTo>
                <a:lnTo>
                  <a:pt x="893822" y="0"/>
                </a:lnTo>
                <a:lnTo>
                  <a:pt x="904877" y="0"/>
                </a:lnTo>
                <a:lnTo>
                  <a:pt x="904877" y="59341"/>
                </a:lnTo>
                <a:lnTo>
                  <a:pt x="905201" y="59341"/>
                </a:lnTo>
                <a:close/>
                <a:moveTo>
                  <a:pt x="1036209" y="73841"/>
                </a:moveTo>
                <a:cubicBezTo>
                  <a:pt x="1036209" y="67195"/>
                  <a:pt x="1034475" y="62239"/>
                  <a:pt x="1031008" y="58972"/>
                </a:cubicBezTo>
                <a:cubicBezTo>
                  <a:pt x="1027541" y="55703"/>
                  <a:pt x="1022502" y="54068"/>
                  <a:pt x="1015891" y="54068"/>
                </a:cubicBezTo>
                <a:cubicBezTo>
                  <a:pt x="1011341" y="54068"/>
                  <a:pt x="1007115" y="54881"/>
                  <a:pt x="1003212" y="56506"/>
                </a:cubicBezTo>
                <a:cubicBezTo>
                  <a:pt x="999312" y="58132"/>
                  <a:pt x="996007" y="60299"/>
                  <a:pt x="993299" y="63010"/>
                </a:cubicBezTo>
                <a:lnTo>
                  <a:pt x="987121" y="55695"/>
                </a:lnTo>
                <a:cubicBezTo>
                  <a:pt x="990264" y="52565"/>
                  <a:pt x="994409" y="49978"/>
                  <a:pt x="999557" y="47932"/>
                </a:cubicBezTo>
                <a:cubicBezTo>
                  <a:pt x="1004704" y="45885"/>
                  <a:pt x="1010528" y="44862"/>
                  <a:pt x="1017030" y="44862"/>
                </a:cubicBezTo>
                <a:cubicBezTo>
                  <a:pt x="1021148" y="44862"/>
                  <a:pt x="1024995" y="45431"/>
                  <a:pt x="1028570" y="46571"/>
                </a:cubicBezTo>
                <a:cubicBezTo>
                  <a:pt x="1032146" y="47710"/>
                  <a:pt x="1035289" y="49419"/>
                  <a:pt x="1037997" y="51697"/>
                </a:cubicBezTo>
                <a:cubicBezTo>
                  <a:pt x="1040707" y="53974"/>
                  <a:pt x="1042820" y="56848"/>
                  <a:pt x="1044337" y="60318"/>
                </a:cubicBezTo>
                <a:cubicBezTo>
                  <a:pt x="1045854" y="63789"/>
                  <a:pt x="1046613" y="67857"/>
                  <a:pt x="1046613" y="72521"/>
                </a:cubicBezTo>
                <a:lnTo>
                  <a:pt x="1046613" y="105875"/>
                </a:lnTo>
                <a:cubicBezTo>
                  <a:pt x="1046613" y="108803"/>
                  <a:pt x="1046722" y="111841"/>
                  <a:pt x="1046938" y="114987"/>
                </a:cubicBezTo>
                <a:cubicBezTo>
                  <a:pt x="1047155" y="118132"/>
                  <a:pt x="1047480" y="120789"/>
                  <a:pt x="1047913" y="122958"/>
                </a:cubicBezTo>
                <a:lnTo>
                  <a:pt x="1038000" y="122958"/>
                </a:lnTo>
                <a:cubicBezTo>
                  <a:pt x="1037674" y="121108"/>
                  <a:pt x="1037403" y="119095"/>
                  <a:pt x="1037186" y="116919"/>
                </a:cubicBezTo>
                <a:cubicBezTo>
                  <a:pt x="1036970" y="114743"/>
                  <a:pt x="1036861" y="112622"/>
                  <a:pt x="1036861" y="110555"/>
                </a:cubicBezTo>
                <a:lnTo>
                  <a:pt x="1036534" y="110555"/>
                </a:lnTo>
                <a:cubicBezTo>
                  <a:pt x="1033067" y="115649"/>
                  <a:pt x="1029138" y="119308"/>
                  <a:pt x="1024748" y="121530"/>
                </a:cubicBezTo>
                <a:cubicBezTo>
                  <a:pt x="1020360" y="123752"/>
                  <a:pt x="1015078" y="124863"/>
                  <a:pt x="1008902" y="124863"/>
                </a:cubicBezTo>
                <a:cubicBezTo>
                  <a:pt x="1005975" y="124863"/>
                  <a:pt x="1002968" y="124457"/>
                  <a:pt x="999879" y="123645"/>
                </a:cubicBezTo>
                <a:cubicBezTo>
                  <a:pt x="996792" y="122834"/>
                  <a:pt x="993975" y="121508"/>
                  <a:pt x="991429" y="119667"/>
                </a:cubicBezTo>
                <a:cubicBezTo>
                  <a:pt x="988883" y="117825"/>
                  <a:pt x="986769" y="115443"/>
                  <a:pt x="985090" y="112519"/>
                </a:cubicBezTo>
                <a:cubicBezTo>
                  <a:pt x="983410" y="109594"/>
                  <a:pt x="982570" y="106020"/>
                  <a:pt x="982570" y="101795"/>
                </a:cubicBezTo>
                <a:cubicBezTo>
                  <a:pt x="982570" y="95947"/>
                  <a:pt x="984059" y="91317"/>
                  <a:pt x="987039" y="87906"/>
                </a:cubicBezTo>
                <a:cubicBezTo>
                  <a:pt x="990019" y="84495"/>
                  <a:pt x="994001" y="81950"/>
                  <a:pt x="998986" y="80272"/>
                </a:cubicBezTo>
                <a:cubicBezTo>
                  <a:pt x="1003971" y="78592"/>
                  <a:pt x="1009687" y="77509"/>
                  <a:pt x="1016134" y="77023"/>
                </a:cubicBezTo>
                <a:cubicBezTo>
                  <a:pt x="1022583" y="76535"/>
                  <a:pt x="1029274" y="76291"/>
                  <a:pt x="1036209" y="76291"/>
                </a:cubicBezTo>
                <a:lnTo>
                  <a:pt x="1036209" y="73841"/>
                </a:lnTo>
                <a:moveTo>
                  <a:pt x="1032957" y="85021"/>
                </a:moveTo>
                <a:cubicBezTo>
                  <a:pt x="1028407" y="85021"/>
                  <a:pt x="1023829" y="85211"/>
                  <a:pt x="1019222" y="85589"/>
                </a:cubicBezTo>
                <a:cubicBezTo>
                  <a:pt x="1014617" y="85966"/>
                  <a:pt x="1010445" y="86723"/>
                  <a:pt x="1006707" y="87859"/>
                </a:cubicBezTo>
                <a:cubicBezTo>
                  <a:pt x="1002970" y="88993"/>
                  <a:pt x="999910" y="90641"/>
                  <a:pt x="997525" y="92802"/>
                </a:cubicBezTo>
                <a:cubicBezTo>
                  <a:pt x="995141" y="94963"/>
                  <a:pt x="993949" y="97826"/>
                  <a:pt x="993949" y="101391"/>
                </a:cubicBezTo>
                <a:cubicBezTo>
                  <a:pt x="993949" y="104092"/>
                  <a:pt x="994463" y="106362"/>
                  <a:pt x="995492" y="108199"/>
                </a:cubicBezTo>
                <a:cubicBezTo>
                  <a:pt x="996522" y="110036"/>
                  <a:pt x="997903" y="111521"/>
                  <a:pt x="999636" y="112656"/>
                </a:cubicBezTo>
                <a:cubicBezTo>
                  <a:pt x="1001370" y="113790"/>
                  <a:pt x="1003294" y="114600"/>
                  <a:pt x="1005407" y="115086"/>
                </a:cubicBezTo>
                <a:cubicBezTo>
                  <a:pt x="1007520" y="115572"/>
                  <a:pt x="1009661" y="115815"/>
                  <a:pt x="1011829" y="115815"/>
                </a:cubicBezTo>
                <a:cubicBezTo>
                  <a:pt x="1015729" y="115815"/>
                  <a:pt x="1019196" y="115140"/>
                  <a:pt x="1022231" y="113789"/>
                </a:cubicBezTo>
                <a:cubicBezTo>
                  <a:pt x="1025265" y="112438"/>
                  <a:pt x="1027811" y="110601"/>
                  <a:pt x="1029870" y="108278"/>
                </a:cubicBezTo>
                <a:cubicBezTo>
                  <a:pt x="1031928" y="105955"/>
                  <a:pt x="1033499" y="103281"/>
                  <a:pt x="1034582" y="100257"/>
                </a:cubicBezTo>
                <a:cubicBezTo>
                  <a:pt x="1035667" y="97231"/>
                  <a:pt x="1036209" y="94043"/>
                  <a:pt x="1036209" y="90694"/>
                </a:cubicBezTo>
                <a:lnTo>
                  <a:pt x="1036209" y="85021"/>
                </a:lnTo>
                <a:lnTo>
                  <a:pt x="1032957" y="85021"/>
                </a:lnTo>
                <a:close/>
                <a:moveTo>
                  <a:pt x="1084973" y="46826"/>
                </a:moveTo>
                <a:cubicBezTo>
                  <a:pt x="1085189" y="48885"/>
                  <a:pt x="1085351" y="51161"/>
                  <a:pt x="1085459" y="53654"/>
                </a:cubicBezTo>
                <a:cubicBezTo>
                  <a:pt x="1085568" y="56146"/>
                  <a:pt x="1085623" y="58205"/>
                  <a:pt x="1085623" y="59830"/>
                </a:cubicBezTo>
                <a:lnTo>
                  <a:pt x="1085948" y="59830"/>
                </a:lnTo>
                <a:cubicBezTo>
                  <a:pt x="1088115" y="55382"/>
                  <a:pt x="1091637" y="51776"/>
                  <a:pt x="1096513" y="49011"/>
                </a:cubicBezTo>
                <a:cubicBezTo>
                  <a:pt x="1101389" y="46245"/>
                  <a:pt x="1106536" y="44862"/>
                  <a:pt x="1111955" y="44862"/>
                </a:cubicBezTo>
                <a:cubicBezTo>
                  <a:pt x="1121598" y="44862"/>
                  <a:pt x="1128830" y="47736"/>
                  <a:pt x="1133652" y="53486"/>
                </a:cubicBezTo>
                <a:cubicBezTo>
                  <a:pt x="1138475" y="59235"/>
                  <a:pt x="1140886" y="66827"/>
                  <a:pt x="1140886" y="76264"/>
                </a:cubicBezTo>
                <a:lnTo>
                  <a:pt x="1140886" y="122958"/>
                </a:lnTo>
                <a:lnTo>
                  <a:pt x="1129835" y="122958"/>
                </a:lnTo>
                <a:lnTo>
                  <a:pt x="1129835" y="80778"/>
                </a:lnTo>
                <a:cubicBezTo>
                  <a:pt x="1129835" y="76760"/>
                  <a:pt x="1129510" y="73123"/>
                  <a:pt x="1128860" y="69867"/>
                </a:cubicBezTo>
                <a:cubicBezTo>
                  <a:pt x="1128210" y="66610"/>
                  <a:pt x="1127099" y="63814"/>
                  <a:pt x="1125527" y="61479"/>
                </a:cubicBezTo>
                <a:cubicBezTo>
                  <a:pt x="1123956" y="59145"/>
                  <a:pt x="1121843" y="57326"/>
                  <a:pt x="1119187" y="56023"/>
                </a:cubicBezTo>
                <a:cubicBezTo>
                  <a:pt x="1116533" y="54720"/>
                  <a:pt x="1113202" y="54068"/>
                  <a:pt x="1109192" y="54068"/>
                </a:cubicBezTo>
                <a:cubicBezTo>
                  <a:pt x="1106267" y="54068"/>
                  <a:pt x="1103422" y="54666"/>
                  <a:pt x="1100658" y="55862"/>
                </a:cubicBezTo>
                <a:cubicBezTo>
                  <a:pt x="1097895" y="57055"/>
                  <a:pt x="1095429" y="58874"/>
                  <a:pt x="1093262" y="61318"/>
                </a:cubicBezTo>
                <a:cubicBezTo>
                  <a:pt x="1091096" y="63760"/>
                  <a:pt x="1089362" y="66854"/>
                  <a:pt x="1088061" y="70599"/>
                </a:cubicBezTo>
                <a:cubicBezTo>
                  <a:pt x="1086761" y="74344"/>
                  <a:pt x="1086111" y="78769"/>
                  <a:pt x="1086111" y="83873"/>
                </a:cubicBezTo>
                <a:lnTo>
                  <a:pt x="1086111" y="122958"/>
                </a:lnTo>
                <a:lnTo>
                  <a:pt x="1075057" y="122958"/>
                </a:lnTo>
                <a:lnTo>
                  <a:pt x="1075057" y="63573"/>
                </a:lnTo>
                <a:cubicBezTo>
                  <a:pt x="1075057" y="61511"/>
                  <a:pt x="1075002" y="58854"/>
                  <a:pt x="1074893" y="55604"/>
                </a:cubicBezTo>
                <a:cubicBezTo>
                  <a:pt x="1074786" y="52353"/>
                  <a:pt x="1074624" y="49427"/>
                  <a:pt x="1074407" y="46826"/>
                </a:cubicBezTo>
                <a:lnTo>
                  <a:pt x="1084973" y="46826"/>
                </a:lnTo>
                <a:close/>
                <a:moveTo>
                  <a:pt x="1232075" y="110118"/>
                </a:moveTo>
                <a:cubicBezTo>
                  <a:pt x="1228824" y="114995"/>
                  <a:pt x="1224598" y="118671"/>
                  <a:pt x="1219396" y="121148"/>
                </a:cubicBezTo>
                <a:cubicBezTo>
                  <a:pt x="1214194" y="123625"/>
                  <a:pt x="1208830" y="124863"/>
                  <a:pt x="1203305" y="124863"/>
                </a:cubicBezTo>
                <a:cubicBezTo>
                  <a:pt x="1197344" y="124863"/>
                  <a:pt x="1191953" y="123834"/>
                  <a:pt x="1187131" y="121775"/>
                </a:cubicBezTo>
                <a:cubicBezTo>
                  <a:pt x="1182310" y="119715"/>
                  <a:pt x="1178192" y="116897"/>
                  <a:pt x="1174777" y="113320"/>
                </a:cubicBezTo>
                <a:cubicBezTo>
                  <a:pt x="1171365" y="109742"/>
                  <a:pt x="1168710" y="105514"/>
                  <a:pt x="1166813" y="100637"/>
                </a:cubicBezTo>
                <a:cubicBezTo>
                  <a:pt x="1164917" y="95757"/>
                  <a:pt x="1163969" y="90499"/>
                  <a:pt x="1163969" y="84863"/>
                </a:cubicBezTo>
                <a:cubicBezTo>
                  <a:pt x="1163969" y="79226"/>
                  <a:pt x="1164917" y="73969"/>
                  <a:pt x="1166813" y="69091"/>
                </a:cubicBezTo>
                <a:cubicBezTo>
                  <a:pt x="1168710" y="64212"/>
                  <a:pt x="1171365" y="59984"/>
                  <a:pt x="1174777" y="56407"/>
                </a:cubicBezTo>
                <a:cubicBezTo>
                  <a:pt x="1178192" y="52829"/>
                  <a:pt x="1182310" y="50011"/>
                  <a:pt x="1187131" y="47952"/>
                </a:cubicBezTo>
                <a:cubicBezTo>
                  <a:pt x="1191953" y="45892"/>
                  <a:pt x="1197344" y="44862"/>
                  <a:pt x="1203305" y="44862"/>
                </a:cubicBezTo>
                <a:cubicBezTo>
                  <a:pt x="1208830" y="44862"/>
                  <a:pt x="1214194" y="46136"/>
                  <a:pt x="1219396" y="48684"/>
                </a:cubicBezTo>
                <a:cubicBezTo>
                  <a:pt x="1224598" y="51230"/>
                  <a:pt x="1228824" y="54997"/>
                  <a:pt x="1232075" y="59984"/>
                </a:cubicBezTo>
                <a:lnTo>
                  <a:pt x="1232400" y="59984"/>
                </a:lnTo>
                <a:lnTo>
                  <a:pt x="1232400" y="5"/>
                </a:lnTo>
                <a:lnTo>
                  <a:pt x="1243452" y="5"/>
                </a:lnTo>
                <a:lnTo>
                  <a:pt x="1243452" y="122958"/>
                </a:lnTo>
                <a:lnTo>
                  <a:pt x="1232400" y="122958"/>
                </a:lnTo>
                <a:lnTo>
                  <a:pt x="1232400" y="110118"/>
                </a:lnTo>
                <a:lnTo>
                  <a:pt x="1232075" y="110118"/>
                </a:lnTo>
                <a:moveTo>
                  <a:pt x="1175673" y="84865"/>
                </a:moveTo>
                <a:cubicBezTo>
                  <a:pt x="1175673" y="89101"/>
                  <a:pt x="1176322" y="93094"/>
                  <a:pt x="1177622" y="96842"/>
                </a:cubicBezTo>
                <a:cubicBezTo>
                  <a:pt x="1178922" y="100589"/>
                  <a:pt x="1180791" y="103848"/>
                  <a:pt x="1183230" y="106619"/>
                </a:cubicBezTo>
                <a:cubicBezTo>
                  <a:pt x="1185669" y="109388"/>
                  <a:pt x="1188676" y="111561"/>
                  <a:pt x="1192250" y="113137"/>
                </a:cubicBezTo>
                <a:cubicBezTo>
                  <a:pt x="1195827" y="114711"/>
                  <a:pt x="1199890" y="115498"/>
                  <a:pt x="1204441" y="115498"/>
                </a:cubicBezTo>
                <a:cubicBezTo>
                  <a:pt x="1208667" y="115498"/>
                  <a:pt x="1212568" y="114711"/>
                  <a:pt x="1216145" y="113137"/>
                </a:cubicBezTo>
                <a:cubicBezTo>
                  <a:pt x="1219721" y="111561"/>
                  <a:pt x="1222809" y="109416"/>
                  <a:pt x="1225408" y="106701"/>
                </a:cubicBezTo>
                <a:cubicBezTo>
                  <a:pt x="1228009" y="103984"/>
                  <a:pt x="1230041" y="100752"/>
                  <a:pt x="1231504" y="97006"/>
                </a:cubicBezTo>
                <a:cubicBezTo>
                  <a:pt x="1232968" y="93257"/>
                  <a:pt x="1233699" y="89210"/>
                  <a:pt x="1233699" y="84865"/>
                </a:cubicBezTo>
                <a:cubicBezTo>
                  <a:pt x="1233699" y="80520"/>
                  <a:pt x="1232968" y="76474"/>
                  <a:pt x="1231504" y="72727"/>
                </a:cubicBezTo>
                <a:cubicBezTo>
                  <a:pt x="1230041" y="68979"/>
                  <a:pt x="1228009" y="65720"/>
                  <a:pt x="1225408" y="62950"/>
                </a:cubicBezTo>
                <a:cubicBezTo>
                  <a:pt x="1222809" y="60179"/>
                  <a:pt x="1219721" y="58006"/>
                  <a:pt x="1216145" y="56432"/>
                </a:cubicBezTo>
                <a:cubicBezTo>
                  <a:pt x="1212568" y="54856"/>
                  <a:pt x="1208667" y="54068"/>
                  <a:pt x="1204441" y="54068"/>
                </a:cubicBezTo>
                <a:cubicBezTo>
                  <a:pt x="1199890" y="54068"/>
                  <a:pt x="1195827" y="54884"/>
                  <a:pt x="1192250" y="56514"/>
                </a:cubicBezTo>
                <a:cubicBezTo>
                  <a:pt x="1188676" y="58143"/>
                  <a:pt x="1185669" y="60342"/>
                  <a:pt x="1183230" y="63114"/>
                </a:cubicBezTo>
                <a:cubicBezTo>
                  <a:pt x="1180791" y="65883"/>
                  <a:pt x="1178922" y="69142"/>
                  <a:pt x="1177622" y="72891"/>
                </a:cubicBezTo>
                <a:cubicBezTo>
                  <a:pt x="1176322" y="76637"/>
                  <a:pt x="1175673" y="80629"/>
                  <a:pt x="1175673" y="84865"/>
                </a:cubicBezTo>
                <a:close/>
                <a:moveTo>
                  <a:pt x="1284413" y="122958"/>
                </a:moveTo>
                <a:lnTo>
                  <a:pt x="1273359" y="122958"/>
                </a:lnTo>
                <a:lnTo>
                  <a:pt x="1273359" y="77"/>
                </a:lnTo>
                <a:lnTo>
                  <a:pt x="1284413" y="77"/>
                </a:lnTo>
                <a:lnTo>
                  <a:pt x="1284413" y="122958"/>
                </a:lnTo>
                <a:close/>
                <a:moveTo>
                  <a:pt x="1372024" y="79148"/>
                </a:moveTo>
                <a:cubicBezTo>
                  <a:pt x="1371699" y="71936"/>
                  <a:pt x="1369395" y="65953"/>
                  <a:pt x="1365115" y="61199"/>
                </a:cubicBezTo>
                <a:cubicBezTo>
                  <a:pt x="1360835" y="56445"/>
                  <a:pt x="1354741" y="54068"/>
                  <a:pt x="1346830" y="54068"/>
                </a:cubicBezTo>
                <a:cubicBezTo>
                  <a:pt x="1343147" y="54068"/>
                  <a:pt x="1339733" y="54751"/>
                  <a:pt x="1336590" y="56117"/>
                </a:cubicBezTo>
                <a:cubicBezTo>
                  <a:pt x="1333448" y="57483"/>
                  <a:pt x="1330685" y="59340"/>
                  <a:pt x="1328301" y="61690"/>
                </a:cubicBezTo>
                <a:cubicBezTo>
                  <a:pt x="1325917" y="64040"/>
                  <a:pt x="1324020" y="66717"/>
                  <a:pt x="1322611" y="69723"/>
                </a:cubicBezTo>
                <a:cubicBezTo>
                  <a:pt x="1321203" y="72728"/>
                  <a:pt x="1320390" y="75869"/>
                  <a:pt x="1320173" y="79148"/>
                </a:cubicBezTo>
                <a:lnTo>
                  <a:pt x="1372024" y="79148"/>
                </a:lnTo>
                <a:moveTo>
                  <a:pt x="1383240" y="82665"/>
                </a:moveTo>
                <a:cubicBezTo>
                  <a:pt x="1383240" y="83426"/>
                  <a:pt x="1383240" y="84241"/>
                  <a:pt x="1383240" y="85111"/>
                </a:cubicBezTo>
                <a:cubicBezTo>
                  <a:pt x="1383240" y="85979"/>
                  <a:pt x="1383185" y="86901"/>
                  <a:pt x="1383076" y="87878"/>
                </a:cubicBezTo>
                <a:lnTo>
                  <a:pt x="1320010" y="87878"/>
                </a:lnTo>
                <a:cubicBezTo>
                  <a:pt x="1320119" y="91670"/>
                  <a:pt x="1320877" y="95245"/>
                  <a:pt x="1322284" y="98603"/>
                </a:cubicBezTo>
                <a:cubicBezTo>
                  <a:pt x="1323693" y="101959"/>
                  <a:pt x="1325643" y="104884"/>
                  <a:pt x="1328135" y="107375"/>
                </a:cubicBezTo>
                <a:cubicBezTo>
                  <a:pt x="1330628" y="109865"/>
                  <a:pt x="1333554" y="111842"/>
                  <a:pt x="1336912" y="113306"/>
                </a:cubicBezTo>
                <a:cubicBezTo>
                  <a:pt x="1340272" y="114767"/>
                  <a:pt x="1343903" y="115498"/>
                  <a:pt x="1347805" y="115498"/>
                </a:cubicBezTo>
                <a:cubicBezTo>
                  <a:pt x="1353548" y="115498"/>
                  <a:pt x="1358505" y="114171"/>
                  <a:pt x="1362676" y="111517"/>
                </a:cubicBezTo>
                <a:cubicBezTo>
                  <a:pt x="1366848" y="108862"/>
                  <a:pt x="1370018" y="105800"/>
                  <a:pt x="1372186" y="102333"/>
                </a:cubicBezTo>
                <a:lnTo>
                  <a:pt x="1380474" y="108834"/>
                </a:lnTo>
                <a:cubicBezTo>
                  <a:pt x="1375924" y="114568"/>
                  <a:pt x="1370912" y="118674"/>
                  <a:pt x="1365439" y="121150"/>
                </a:cubicBezTo>
                <a:cubicBezTo>
                  <a:pt x="1359968" y="123626"/>
                  <a:pt x="1354090" y="124863"/>
                  <a:pt x="1347805" y="124863"/>
                </a:cubicBezTo>
                <a:cubicBezTo>
                  <a:pt x="1342170" y="124863"/>
                  <a:pt x="1336941" y="123860"/>
                  <a:pt x="1332118" y="121855"/>
                </a:cubicBezTo>
                <a:cubicBezTo>
                  <a:pt x="1327296" y="119849"/>
                  <a:pt x="1323152" y="117058"/>
                  <a:pt x="1319685" y="113482"/>
                </a:cubicBezTo>
                <a:cubicBezTo>
                  <a:pt x="1316217" y="109904"/>
                  <a:pt x="1313481" y="105676"/>
                  <a:pt x="1311475" y="100798"/>
                </a:cubicBezTo>
                <a:cubicBezTo>
                  <a:pt x="1309471" y="95920"/>
                  <a:pt x="1308469" y="90608"/>
                  <a:pt x="1308469" y="84863"/>
                </a:cubicBezTo>
                <a:cubicBezTo>
                  <a:pt x="1308469" y="79117"/>
                  <a:pt x="1309444" y="73805"/>
                  <a:pt x="1311393" y="68927"/>
                </a:cubicBezTo>
                <a:cubicBezTo>
                  <a:pt x="1313344" y="64050"/>
                  <a:pt x="1316054" y="59822"/>
                  <a:pt x="1319521" y="56246"/>
                </a:cubicBezTo>
                <a:cubicBezTo>
                  <a:pt x="1322990" y="52668"/>
                  <a:pt x="1327054" y="49876"/>
                  <a:pt x="1331714" y="47870"/>
                </a:cubicBezTo>
                <a:cubicBezTo>
                  <a:pt x="1336373" y="45865"/>
                  <a:pt x="1341412" y="44862"/>
                  <a:pt x="1346830" y="44862"/>
                </a:cubicBezTo>
                <a:cubicBezTo>
                  <a:pt x="1352790" y="44862"/>
                  <a:pt x="1358044" y="45867"/>
                  <a:pt x="1362595" y="47878"/>
                </a:cubicBezTo>
                <a:cubicBezTo>
                  <a:pt x="1367147" y="49887"/>
                  <a:pt x="1370940" y="52603"/>
                  <a:pt x="1373974" y="56025"/>
                </a:cubicBezTo>
                <a:cubicBezTo>
                  <a:pt x="1377008" y="59446"/>
                  <a:pt x="1379310" y="63438"/>
                  <a:pt x="1380881" y="68000"/>
                </a:cubicBezTo>
                <a:cubicBezTo>
                  <a:pt x="1382454" y="72562"/>
                  <a:pt x="1383240" y="77450"/>
                  <a:pt x="1383240" y="82665"/>
                </a:cubicBezTo>
                <a:close/>
                <a:moveTo>
                  <a:pt x="1422250" y="115101"/>
                </a:moveTo>
                <a:cubicBezTo>
                  <a:pt x="1422250" y="117385"/>
                  <a:pt x="1421437" y="119424"/>
                  <a:pt x="1419812" y="121220"/>
                </a:cubicBezTo>
                <a:cubicBezTo>
                  <a:pt x="1418186" y="123014"/>
                  <a:pt x="1416073" y="123911"/>
                  <a:pt x="1413472" y="123911"/>
                </a:cubicBezTo>
                <a:cubicBezTo>
                  <a:pt x="1410871" y="123911"/>
                  <a:pt x="1408758" y="123014"/>
                  <a:pt x="1407133" y="121220"/>
                </a:cubicBezTo>
                <a:cubicBezTo>
                  <a:pt x="1405508" y="119424"/>
                  <a:pt x="1404695" y="117385"/>
                  <a:pt x="1404695" y="115101"/>
                </a:cubicBezTo>
                <a:cubicBezTo>
                  <a:pt x="1404695" y="112818"/>
                  <a:pt x="1405508" y="110779"/>
                  <a:pt x="1407133" y="108985"/>
                </a:cubicBezTo>
                <a:cubicBezTo>
                  <a:pt x="1408758" y="107189"/>
                  <a:pt x="1410871" y="106292"/>
                  <a:pt x="1413472" y="106292"/>
                </a:cubicBezTo>
                <a:cubicBezTo>
                  <a:pt x="1416073" y="106292"/>
                  <a:pt x="1418186" y="107189"/>
                  <a:pt x="1419812" y="108985"/>
                </a:cubicBezTo>
                <a:cubicBezTo>
                  <a:pt x="1421437" y="110779"/>
                  <a:pt x="1422250" y="112818"/>
                  <a:pt x="1422250" y="115101"/>
                </a:cubicBezTo>
                <a:close/>
                <a:moveTo>
                  <a:pt x="1542529" y="103129"/>
                </a:moveTo>
                <a:lnTo>
                  <a:pt x="1542693" y="103129"/>
                </a:lnTo>
                <a:lnTo>
                  <a:pt x="1581216" y="7877"/>
                </a:lnTo>
                <a:lnTo>
                  <a:pt x="1599095" y="7877"/>
                </a:lnTo>
                <a:lnTo>
                  <a:pt x="1599095" y="122958"/>
                </a:lnTo>
                <a:lnTo>
                  <a:pt x="1587391" y="122958"/>
                </a:lnTo>
                <a:lnTo>
                  <a:pt x="1587391" y="22994"/>
                </a:lnTo>
                <a:lnTo>
                  <a:pt x="1587066" y="22994"/>
                </a:lnTo>
                <a:lnTo>
                  <a:pt x="1545456" y="122958"/>
                </a:lnTo>
                <a:lnTo>
                  <a:pt x="1539278" y="122958"/>
                </a:lnTo>
                <a:lnTo>
                  <a:pt x="1497668" y="22994"/>
                </a:lnTo>
                <a:lnTo>
                  <a:pt x="1497343" y="22994"/>
                </a:lnTo>
                <a:lnTo>
                  <a:pt x="1497343" y="122958"/>
                </a:lnTo>
                <a:lnTo>
                  <a:pt x="1485639" y="122958"/>
                </a:lnTo>
                <a:lnTo>
                  <a:pt x="1485639" y="7877"/>
                </a:lnTo>
                <a:lnTo>
                  <a:pt x="1503518" y="7877"/>
                </a:lnTo>
                <a:lnTo>
                  <a:pt x="1542529" y="103129"/>
                </a:lnTo>
                <a:close/>
                <a:moveTo>
                  <a:pt x="1676952" y="73841"/>
                </a:moveTo>
                <a:cubicBezTo>
                  <a:pt x="1676952" y="67195"/>
                  <a:pt x="1675218" y="62239"/>
                  <a:pt x="1671751" y="58972"/>
                </a:cubicBezTo>
                <a:cubicBezTo>
                  <a:pt x="1668283" y="55703"/>
                  <a:pt x="1663244" y="54068"/>
                  <a:pt x="1656634" y="54068"/>
                </a:cubicBezTo>
                <a:cubicBezTo>
                  <a:pt x="1652083" y="54068"/>
                  <a:pt x="1647857" y="54881"/>
                  <a:pt x="1643955" y="56506"/>
                </a:cubicBezTo>
                <a:cubicBezTo>
                  <a:pt x="1640055" y="58132"/>
                  <a:pt x="1636750" y="60299"/>
                  <a:pt x="1634042" y="63010"/>
                </a:cubicBezTo>
                <a:lnTo>
                  <a:pt x="1627863" y="55695"/>
                </a:lnTo>
                <a:cubicBezTo>
                  <a:pt x="1631007" y="52565"/>
                  <a:pt x="1635152" y="49978"/>
                  <a:pt x="1640299" y="47932"/>
                </a:cubicBezTo>
                <a:cubicBezTo>
                  <a:pt x="1645446" y="45885"/>
                  <a:pt x="1651271" y="44862"/>
                  <a:pt x="1657772" y="44862"/>
                </a:cubicBezTo>
                <a:cubicBezTo>
                  <a:pt x="1661891" y="44862"/>
                  <a:pt x="1665738" y="45431"/>
                  <a:pt x="1669313" y="46571"/>
                </a:cubicBezTo>
                <a:cubicBezTo>
                  <a:pt x="1672889" y="47710"/>
                  <a:pt x="1676031" y="49419"/>
                  <a:pt x="1678740" y="51697"/>
                </a:cubicBezTo>
                <a:cubicBezTo>
                  <a:pt x="1681450" y="53974"/>
                  <a:pt x="1683563" y="56848"/>
                  <a:pt x="1685079" y="60318"/>
                </a:cubicBezTo>
                <a:cubicBezTo>
                  <a:pt x="1686597" y="63789"/>
                  <a:pt x="1687356" y="67857"/>
                  <a:pt x="1687356" y="72521"/>
                </a:cubicBezTo>
                <a:lnTo>
                  <a:pt x="1687356" y="105875"/>
                </a:lnTo>
                <a:cubicBezTo>
                  <a:pt x="1687356" y="108803"/>
                  <a:pt x="1687464" y="111841"/>
                  <a:pt x="1687681" y="114987"/>
                </a:cubicBezTo>
                <a:cubicBezTo>
                  <a:pt x="1687898" y="118132"/>
                  <a:pt x="1688223" y="120789"/>
                  <a:pt x="1688656" y="122958"/>
                </a:cubicBezTo>
                <a:lnTo>
                  <a:pt x="1678742" y="122958"/>
                </a:lnTo>
                <a:cubicBezTo>
                  <a:pt x="1678417" y="121108"/>
                  <a:pt x="1678145" y="119095"/>
                  <a:pt x="1677929" y="116919"/>
                </a:cubicBezTo>
                <a:cubicBezTo>
                  <a:pt x="1677712" y="114743"/>
                  <a:pt x="1677604" y="112622"/>
                  <a:pt x="1677604" y="110555"/>
                </a:cubicBezTo>
                <a:lnTo>
                  <a:pt x="1677277" y="110555"/>
                </a:lnTo>
                <a:cubicBezTo>
                  <a:pt x="1673809" y="115649"/>
                  <a:pt x="1669881" y="119308"/>
                  <a:pt x="1665491" y="121530"/>
                </a:cubicBezTo>
                <a:cubicBezTo>
                  <a:pt x="1661102" y="123752"/>
                  <a:pt x="1655820" y="124863"/>
                  <a:pt x="1649645" y="124863"/>
                </a:cubicBezTo>
                <a:cubicBezTo>
                  <a:pt x="1646718" y="124863"/>
                  <a:pt x="1643710" y="124457"/>
                  <a:pt x="1640622" y="123645"/>
                </a:cubicBezTo>
                <a:cubicBezTo>
                  <a:pt x="1637535" y="122834"/>
                  <a:pt x="1634718" y="121508"/>
                  <a:pt x="1632172" y="119667"/>
                </a:cubicBezTo>
                <a:cubicBezTo>
                  <a:pt x="1629625" y="117825"/>
                  <a:pt x="1627512" y="115443"/>
                  <a:pt x="1625832" y="112519"/>
                </a:cubicBezTo>
                <a:cubicBezTo>
                  <a:pt x="1624152" y="109594"/>
                  <a:pt x="1623312" y="106020"/>
                  <a:pt x="1623312" y="101795"/>
                </a:cubicBezTo>
                <a:cubicBezTo>
                  <a:pt x="1623312" y="95947"/>
                  <a:pt x="1624802" y="91317"/>
                  <a:pt x="1627782" y="87906"/>
                </a:cubicBezTo>
                <a:cubicBezTo>
                  <a:pt x="1630761" y="84495"/>
                  <a:pt x="1634744" y="81950"/>
                  <a:pt x="1639729" y="80272"/>
                </a:cubicBezTo>
                <a:cubicBezTo>
                  <a:pt x="1644714" y="78592"/>
                  <a:pt x="1650430" y="77509"/>
                  <a:pt x="1656877" y="77023"/>
                </a:cubicBezTo>
                <a:cubicBezTo>
                  <a:pt x="1663325" y="76535"/>
                  <a:pt x="1670017" y="76291"/>
                  <a:pt x="1676952" y="76291"/>
                </a:cubicBezTo>
                <a:lnTo>
                  <a:pt x="1676952" y="73841"/>
                </a:lnTo>
                <a:moveTo>
                  <a:pt x="1673700" y="85021"/>
                </a:moveTo>
                <a:cubicBezTo>
                  <a:pt x="1669150" y="85021"/>
                  <a:pt x="1664571" y="85211"/>
                  <a:pt x="1659965" y="85589"/>
                </a:cubicBezTo>
                <a:cubicBezTo>
                  <a:pt x="1655360" y="85966"/>
                  <a:pt x="1651188" y="86723"/>
                  <a:pt x="1647450" y="87859"/>
                </a:cubicBezTo>
                <a:cubicBezTo>
                  <a:pt x="1643713" y="88993"/>
                  <a:pt x="1640652" y="90641"/>
                  <a:pt x="1638268" y="92802"/>
                </a:cubicBezTo>
                <a:cubicBezTo>
                  <a:pt x="1635884" y="94963"/>
                  <a:pt x="1634691" y="97826"/>
                  <a:pt x="1634691" y="101391"/>
                </a:cubicBezTo>
                <a:cubicBezTo>
                  <a:pt x="1634691" y="104092"/>
                  <a:pt x="1635206" y="106362"/>
                  <a:pt x="1636234" y="108199"/>
                </a:cubicBezTo>
                <a:cubicBezTo>
                  <a:pt x="1637264" y="110036"/>
                  <a:pt x="1638646" y="111521"/>
                  <a:pt x="1640379" y="112656"/>
                </a:cubicBezTo>
                <a:cubicBezTo>
                  <a:pt x="1642113" y="113790"/>
                  <a:pt x="1644037" y="114600"/>
                  <a:pt x="1646150" y="115086"/>
                </a:cubicBezTo>
                <a:cubicBezTo>
                  <a:pt x="1648263" y="115572"/>
                  <a:pt x="1650404" y="115815"/>
                  <a:pt x="1652571" y="115815"/>
                </a:cubicBezTo>
                <a:cubicBezTo>
                  <a:pt x="1656472" y="115815"/>
                  <a:pt x="1659939" y="115140"/>
                  <a:pt x="1662973" y="113789"/>
                </a:cubicBezTo>
                <a:cubicBezTo>
                  <a:pt x="1666007" y="112438"/>
                  <a:pt x="1668554" y="110601"/>
                  <a:pt x="1670612" y="108278"/>
                </a:cubicBezTo>
                <a:cubicBezTo>
                  <a:pt x="1672671" y="105955"/>
                  <a:pt x="1674242" y="103281"/>
                  <a:pt x="1675325" y="100257"/>
                </a:cubicBezTo>
                <a:cubicBezTo>
                  <a:pt x="1676409" y="97231"/>
                  <a:pt x="1676952" y="94043"/>
                  <a:pt x="1676952" y="90694"/>
                </a:cubicBezTo>
                <a:lnTo>
                  <a:pt x="1676952" y="85021"/>
                </a:lnTo>
                <a:lnTo>
                  <a:pt x="1673700" y="85021"/>
                </a:lnTo>
                <a:close/>
                <a:moveTo>
                  <a:pt x="1727179" y="81212"/>
                </a:moveTo>
                <a:lnTo>
                  <a:pt x="1727665" y="81212"/>
                </a:lnTo>
                <a:lnTo>
                  <a:pt x="1762775" y="46915"/>
                </a:lnTo>
                <a:lnTo>
                  <a:pt x="1778705" y="46915"/>
                </a:lnTo>
                <a:lnTo>
                  <a:pt x="1740344" y="81698"/>
                </a:lnTo>
                <a:lnTo>
                  <a:pt x="1782606" y="122958"/>
                </a:lnTo>
                <a:lnTo>
                  <a:pt x="1766351" y="122958"/>
                </a:lnTo>
                <a:lnTo>
                  <a:pt x="1727665" y="82958"/>
                </a:lnTo>
                <a:lnTo>
                  <a:pt x="1727179" y="82958"/>
                </a:lnTo>
                <a:lnTo>
                  <a:pt x="1727179" y="122958"/>
                </a:lnTo>
                <a:lnTo>
                  <a:pt x="1716125" y="122958"/>
                </a:lnTo>
                <a:lnTo>
                  <a:pt x="1716125" y="104"/>
                </a:lnTo>
                <a:lnTo>
                  <a:pt x="1727179" y="104"/>
                </a:lnTo>
                <a:lnTo>
                  <a:pt x="1727179" y="81212"/>
                </a:lnTo>
                <a:close/>
                <a:moveTo>
                  <a:pt x="1853800" y="79148"/>
                </a:moveTo>
                <a:cubicBezTo>
                  <a:pt x="1853474" y="71936"/>
                  <a:pt x="1851171" y="65953"/>
                  <a:pt x="1846890" y="61199"/>
                </a:cubicBezTo>
                <a:cubicBezTo>
                  <a:pt x="1842611" y="56445"/>
                  <a:pt x="1836516" y="54068"/>
                  <a:pt x="1828606" y="54068"/>
                </a:cubicBezTo>
                <a:cubicBezTo>
                  <a:pt x="1824922" y="54068"/>
                  <a:pt x="1821508" y="54751"/>
                  <a:pt x="1818365" y="56117"/>
                </a:cubicBezTo>
                <a:cubicBezTo>
                  <a:pt x="1815224" y="57483"/>
                  <a:pt x="1812461" y="59340"/>
                  <a:pt x="1810076" y="61690"/>
                </a:cubicBezTo>
                <a:cubicBezTo>
                  <a:pt x="1807692" y="64040"/>
                  <a:pt x="1805795" y="66717"/>
                  <a:pt x="1804387" y="69723"/>
                </a:cubicBezTo>
                <a:cubicBezTo>
                  <a:pt x="1802978" y="72728"/>
                  <a:pt x="1802165" y="75869"/>
                  <a:pt x="1801949" y="79148"/>
                </a:cubicBezTo>
                <a:lnTo>
                  <a:pt x="1853800" y="79148"/>
                </a:lnTo>
                <a:moveTo>
                  <a:pt x="1865015" y="82665"/>
                </a:moveTo>
                <a:cubicBezTo>
                  <a:pt x="1865015" y="83426"/>
                  <a:pt x="1865015" y="84241"/>
                  <a:pt x="1865015" y="85111"/>
                </a:cubicBezTo>
                <a:cubicBezTo>
                  <a:pt x="1865015" y="85979"/>
                  <a:pt x="1864961" y="86901"/>
                  <a:pt x="1864852" y="87878"/>
                </a:cubicBezTo>
                <a:lnTo>
                  <a:pt x="1801785" y="87878"/>
                </a:lnTo>
                <a:cubicBezTo>
                  <a:pt x="1801894" y="91670"/>
                  <a:pt x="1802652" y="95245"/>
                  <a:pt x="1804059" y="98603"/>
                </a:cubicBezTo>
                <a:cubicBezTo>
                  <a:pt x="1805468" y="101959"/>
                  <a:pt x="1807418" y="104884"/>
                  <a:pt x="1809910" y="107375"/>
                </a:cubicBezTo>
                <a:cubicBezTo>
                  <a:pt x="1812404" y="109865"/>
                  <a:pt x="1815329" y="111842"/>
                  <a:pt x="1818688" y="113306"/>
                </a:cubicBezTo>
                <a:cubicBezTo>
                  <a:pt x="1822047" y="114767"/>
                  <a:pt x="1825678" y="115498"/>
                  <a:pt x="1829581" y="115498"/>
                </a:cubicBezTo>
                <a:cubicBezTo>
                  <a:pt x="1835323" y="115498"/>
                  <a:pt x="1840280" y="114171"/>
                  <a:pt x="1844452" y="111517"/>
                </a:cubicBezTo>
                <a:cubicBezTo>
                  <a:pt x="1848624" y="108862"/>
                  <a:pt x="1851793" y="105800"/>
                  <a:pt x="1853961" y="102333"/>
                </a:cubicBezTo>
                <a:lnTo>
                  <a:pt x="1862250" y="108834"/>
                </a:lnTo>
                <a:cubicBezTo>
                  <a:pt x="1857699" y="114568"/>
                  <a:pt x="1852688" y="118674"/>
                  <a:pt x="1847215" y="121150"/>
                </a:cubicBezTo>
                <a:cubicBezTo>
                  <a:pt x="1841743" y="123626"/>
                  <a:pt x="1835865" y="124863"/>
                  <a:pt x="1829581" y="124863"/>
                </a:cubicBezTo>
                <a:cubicBezTo>
                  <a:pt x="1823946" y="124863"/>
                  <a:pt x="1818716" y="123860"/>
                  <a:pt x="1813893" y="121855"/>
                </a:cubicBezTo>
                <a:cubicBezTo>
                  <a:pt x="1809072" y="119849"/>
                  <a:pt x="1804927" y="117058"/>
                  <a:pt x="1801460" y="113482"/>
                </a:cubicBezTo>
                <a:cubicBezTo>
                  <a:pt x="1797993" y="109904"/>
                  <a:pt x="1795256" y="105676"/>
                  <a:pt x="1793251" y="100798"/>
                </a:cubicBezTo>
                <a:cubicBezTo>
                  <a:pt x="1791247" y="95920"/>
                  <a:pt x="1790245" y="90608"/>
                  <a:pt x="1790245" y="84863"/>
                </a:cubicBezTo>
                <a:cubicBezTo>
                  <a:pt x="1790245" y="79117"/>
                  <a:pt x="1791219" y="73805"/>
                  <a:pt x="1793169" y="68927"/>
                </a:cubicBezTo>
                <a:cubicBezTo>
                  <a:pt x="1795120" y="64050"/>
                  <a:pt x="1797829" y="59822"/>
                  <a:pt x="1801296" y="56246"/>
                </a:cubicBezTo>
                <a:cubicBezTo>
                  <a:pt x="1804765" y="52668"/>
                  <a:pt x="1808830" y="49876"/>
                  <a:pt x="1813489" y="47870"/>
                </a:cubicBezTo>
                <a:cubicBezTo>
                  <a:pt x="1818148" y="45865"/>
                  <a:pt x="1823187" y="44862"/>
                  <a:pt x="1828606" y="44862"/>
                </a:cubicBezTo>
                <a:cubicBezTo>
                  <a:pt x="1834565" y="44862"/>
                  <a:pt x="1839820" y="45867"/>
                  <a:pt x="1844370" y="47878"/>
                </a:cubicBezTo>
                <a:cubicBezTo>
                  <a:pt x="1848922" y="49887"/>
                  <a:pt x="1852715" y="52603"/>
                  <a:pt x="1855749" y="56025"/>
                </a:cubicBezTo>
                <a:cubicBezTo>
                  <a:pt x="1858783" y="59446"/>
                  <a:pt x="1861086" y="63438"/>
                  <a:pt x="1862657" y="68000"/>
                </a:cubicBezTo>
                <a:cubicBezTo>
                  <a:pt x="1864229" y="72562"/>
                  <a:pt x="1865015" y="77450"/>
                  <a:pt x="1865015" y="82665"/>
                </a:cubicBezTo>
                <a:close/>
                <a:moveTo>
                  <a:pt x="1977330" y="73841"/>
                </a:moveTo>
                <a:cubicBezTo>
                  <a:pt x="1977330" y="67195"/>
                  <a:pt x="1975596" y="62239"/>
                  <a:pt x="1972129" y="58972"/>
                </a:cubicBezTo>
                <a:cubicBezTo>
                  <a:pt x="1968662" y="55703"/>
                  <a:pt x="1963623" y="54068"/>
                  <a:pt x="1957012" y="54068"/>
                </a:cubicBezTo>
                <a:cubicBezTo>
                  <a:pt x="1952462" y="54068"/>
                  <a:pt x="1948236" y="54881"/>
                  <a:pt x="1944333" y="56506"/>
                </a:cubicBezTo>
                <a:cubicBezTo>
                  <a:pt x="1940433" y="58132"/>
                  <a:pt x="1937128" y="60299"/>
                  <a:pt x="1934420" y="63010"/>
                </a:cubicBezTo>
                <a:lnTo>
                  <a:pt x="1928242" y="55695"/>
                </a:lnTo>
                <a:cubicBezTo>
                  <a:pt x="1931385" y="52565"/>
                  <a:pt x="1935530" y="49978"/>
                  <a:pt x="1940678" y="47932"/>
                </a:cubicBezTo>
                <a:cubicBezTo>
                  <a:pt x="1945825" y="45885"/>
                  <a:pt x="1951649" y="44862"/>
                  <a:pt x="1958151" y="44862"/>
                </a:cubicBezTo>
                <a:cubicBezTo>
                  <a:pt x="1962269" y="44862"/>
                  <a:pt x="1966116" y="45431"/>
                  <a:pt x="1969691" y="46571"/>
                </a:cubicBezTo>
                <a:cubicBezTo>
                  <a:pt x="1973267" y="47710"/>
                  <a:pt x="1976410" y="49419"/>
                  <a:pt x="1979118" y="51697"/>
                </a:cubicBezTo>
                <a:cubicBezTo>
                  <a:pt x="1981828" y="53974"/>
                  <a:pt x="1983941" y="56848"/>
                  <a:pt x="1985458" y="60318"/>
                </a:cubicBezTo>
                <a:cubicBezTo>
                  <a:pt x="1986976" y="63789"/>
                  <a:pt x="1987734" y="67857"/>
                  <a:pt x="1987734" y="72521"/>
                </a:cubicBezTo>
                <a:lnTo>
                  <a:pt x="1987734" y="105875"/>
                </a:lnTo>
                <a:cubicBezTo>
                  <a:pt x="1987734" y="108803"/>
                  <a:pt x="1987843" y="111841"/>
                  <a:pt x="1988059" y="114987"/>
                </a:cubicBezTo>
                <a:cubicBezTo>
                  <a:pt x="1988276" y="118132"/>
                  <a:pt x="1988601" y="120789"/>
                  <a:pt x="1989034" y="122958"/>
                </a:cubicBezTo>
                <a:lnTo>
                  <a:pt x="1979121" y="122958"/>
                </a:lnTo>
                <a:cubicBezTo>
                  <a:pt x="1978795" y="121108"/>
                  <a:pt x="1978524" y="119095"/>
                  <a:pt x="1978307" y="116919"/>
                </a:cubicBezTo>
                <a:cubicBezTo>
                  <a:pt x="1978091" y="114743"/>
                  <a:pt x="1977982" y="112622"/>
                  <a:pt x="1977982" y="110555"/>
                </a:cubicBezTo>
                <a:lnTo>
                  <a:pt x="1977655" y="110555"/>
                </a:lnTo>
                <a:cubicBezTo>
                  <a:pt x="1974188" y="115649"/>
                  <a:pt x="1970259" y="119308"/>
                  <a:pt x="1965869" y="121530"/>
                </a:cubicBezTo>
                <a:cubicBezTo>
                  <a:pt x="1961481" y="123752"/>
                  <a:pt x="1956199" y="124863"/>
                  <a:pt x="1950023" y="124863"/>
                </a:cubicBezTo>
                <a:cubicBezTo>
                  <a:pt x="1947096" y="124863"/>
                  <a:pt x="1944089" y="124457"/>
                  <a:pt x="1941000" y="123645"/>
                </a:cubicBezTo>
                <a:cubicBezTo>
                  <a:pt x="1937913" y="122834"/>
                  <a:pt x="1935096" y="121508"/>
                  <a:pt x="1932550" y="119667"/>
                </a:cubicBezTo>
                <a:cubicBezTo>
                  <a:pt x="1930004" y="117825"/>
                  <a:pt x="1927891" y="115443"/>
                  <a:pt x="1926211" y="112519"/>
                </a:cubicBezTo>
                <a:cubicBezTo>
                  <a:pt x="1924531" y="109594"/>
                  <a:pt x="1923691" y="106020"/>
                  <a:pt x="1923691" y="101795"/>
                </a:cubicBezTo>
                <a:cubicBezTo>
                  <a:pt x="1923691" y="95947"/>
                  <a:pt x="1925180" y="91317"/>
                  <a:pt x="1928160" y="87906"/>
                </a:cubicBezTo>
                <a:cubicBezTo>
                  <a:pt x="1931140" y="84495"/>
                  <a:pt x="1935122" y="81950"/>
                  <a:pt x="1940107" y="80272"/>
                </a:cubicBezTo>
                <a:cubicBezTo>
                  <a:pt x="1945092" y="78592"/>
                  <a:pt x="1950808" y="77509"/>
                  <a:pt x="1957255" y="77023"/>
                </a:cubicBezTo>
                <a:cubicBezTo>
                  <a:pt x="1963704" y="76535"/>
                  <a:pt x="1970395" y="76291"/>
                  <a:pt x="1977330" y="76291"/>
                </a:cubicBezTo>
                <a:lnTo>
                  <a:pt x="1977330" y="73841"/>
                </a:lnTo>
                <a:moveTo>
                  <a:pt x="1974078" y="85021"/>
                </a:moveTo>
                <a:cubicBezTo>
                  <a:pt x="1969528" y="85021"/>
                  <a:pt x="1964950" y="85211"/>
                  <a:pt x="1960343" y="85589"/>
                </a:cubicBezTo>
                <a:cubicBezTo>
                  <a:pt x="1955738" y="85966"/>
                  <a:pt x="1951567" y="86723"/>
                  <a:pt x="1947828" y="87859"/>
                </a:cubicBezTo>
                <a:cubicBezTo>
                  <a:pt x="1944091" y="88993"/>
                  <a:pt x="1941031" y="90641"/>
                  <a:pt x="1938646" y="92802"/>
                </a:cubicBezTo>
                <a:cubicBezTo>
                  <a:pt x="1936262" y="94963"/>
                  <a:pt x="1935070" y="97826"/>
                  <a:pt x="1935070" y="101391"/>
                </a:cubicBezTo>
                <a:cubicBezTo>
                  <a:pt x="1935070" y="104092"/>
                  <a:pt x="1935584" y="106362"/>
                  <a:pt x="1936613" y="108199"/>
                </a:cubicBezTo>
                <a:cubicBezTo>
                  <a:pt x="1937643" y="110036"/>
                  <a:pt x="1939024" y="111521"/>
                  <a:pt x="1940757" y="112656"/>
                </a:cubicBezTo>
                <a:cubicBezTo>
                  <a:pt x="1942491" y="113790"/>
                  <a:pt x="1944415" y="114600"/>
                  <a:pt x="1946528" y="115086"/>
                </a:cubicBezTo>
                <a:cubicBezTo>
                  <a:pt x="1948642" y="115572"/>
                  <a:pt x="1950782" y="115815"/>
                  <a:pt x="1952950" y="115815"/>
                </a:cubicBezTo>
                <a:cubicBezTo>
                  <a:pt x="1956850" y="115815"/>
                  <a:pt x="1960318" y="115140"/>
                  <a:pt x="1963352" y="113789"/>
                </a:cubicBezTo>
                <a:cubicBezTo>
                  <a:pt x="1966386" y="112438"/>
                  <a:pt x="1968932" y="110601"/>
                  <a:pt x="1970991" y="108278"/>
                </a:cubicBezTo>
                <a:cubicBezTo>
                  <a:pt x="1973049" y="105955"/>
                  <a:pt x="1974620" y="103281"/>
                  <a:pt x="1975703" y="100257"/>
                </a:cubicBezTo>
                <a:cubicBezTo>
                  <a:pt x="1976788" y="97231"/>
                  <a:pt x="1977330" y="94043"/>
                  <a:pt x="1977330" y="90694"/>
                </a:cubicBezTo>
                <a:lnTo>
                  <a:pt x="1977330" y="85021"/>
                </a:lnTo>
                <a:lnTo>
                  <a:pt x="1974078" y="85021"/>
                </a:lnTo>
                <a:close/>
                <a:moveTo>
                  <a:pt x="2097289" y="64798"/>
                </a:moveTo>
                <a:cubicBezTo>
                  <a:pt x="2095663" y="61654"/>
                  <a:pt x="2093198" y="59081"/>
                  <a:pt x="2089893" y="57077"/>
                </a:cubicBezTo>
                <a:cubicBezTo>
                  <a:pt x="2086587" y="55071"/>
                  <a:pt x="2082822" y="54068"/>
                  <a:pt x="2078595" y="54068"/>
                </a:cubicBezTo>
                <a:cubicBezTo>
                  <a:pt x="2076646" y="54068"/>
                  <a:pt x="2074696" y="54286"/>
                  <a:pt x="2072745" y="54721"/>
                </a:cubicBezTo>
                <a:cubicBezTo>
                  <a:pt x="2070793" y="55154"/>
                  <a:pt x="2069059" y="55859"/>
                  <a:pt x="2067541" y="56836"/>
                </a:cubicBezTo>
                <a:cubicBezTo>
                  <a:pt x="2066025" y="57812"/>
                  <a:pt x="2064806" y="59059"/>
                  <a:pt x="2063885" y="60579"/>
                </a:cubicBezTo>
                <a:cubicBezTo>
                  <a:pt x="2062964" y="62097"/>
                  <a:pt x="2062504" y="63887"/>
                  <a:pt x="2062504" y="65949"/>
                </a:cubicBezTo>
                <a:cubicBezTo>
                  <a:pt x="2062504" y="69530"/>
                  <a:pt x="2063966" y="72270"/>
                  <a:pt x="2066891" y="74168"/>
                </a:cubicBezTo>
                <a:cubicBezTo>
                  <a:pt x="2069818" y="76066"/>
                  <a:pt x="2074424" y="77667"/>
                  <a:pt x="2080708" y="78970"/>
                </a:cubicBezTo>
                <a:cubicBezTo>
                  <a:pt x="2089703" y="80813"/>
                  <a:pt x="2096340" y="83498"/>
                  <a:pt x="2100620" y="87025"/>
                </a:cubicBezTo>
                <a:cubicBezTo>
                  <a:pt x="2104900" y="90550"/>
                  <a:pt x="2107041" y="95297"/>
                  <a:pt x="2107041" y="101264"/>
                </a:cubicBezTo>
                <a:cubicBezTo>
                  <a:pt x="2107041" y="105604"/>
                  <a:pt x="2106201" y="109267"/>
                  <a:pt x="2104521" y="112251"/>
                </a:cubicBezTo>
                <a:cubicBezTo>
                  <a:pt x="2102841" y="115234"/>
                  <a:pt x="2100646" y="117676"/>
                  <a:pt x="2097936" y="119575"/>
                </a:cubicBezTo>
                <a:cubicBezTo>
                  <a:pt x="2095228" y="121474"/>
                  <a:pt x="2092167" y="122829"/>
                  <a:pt x="2088754" y="123643"/>
                </a:cubicBezTo>
                <a:cubicBezTo>
                  <a:pt x="2085342" y="124457"/>
                  <a:pt x="2081901" y="124863"/>
                  <a:pt x="2078434" y="124863"/>
                </a:cubicBezTo>
                <a:cubicBezTo>
                  <a:pt x="2072690" y="124863"/>
                  <a:pt x="2067109" y="123679"/>
                  <a:pt x="2061690" y="121312"/>
                </a:cubicBezTo>
                <a:cubicBezTo>
                  <a:pt x="2056274" y="118942"/>
                  <a:pt x="2051831" y="115217"/>
                  <a:pt x="2048362" y="110136"/>
                </a:cubicBezTo>
                <a:lnTo>
                  <a:pt x="2057139" y="103633"/>
                </a:lnTo>
                <a:cubicBezTo>
                  <a:pt x="2059090" y="106993"/>
                  <a:pt x="2061961" y="109810"/>
                  <a:pt x="2065753" y="112085"/>
                </a:cubicBezTo>
                <a:cubicBezTo>
                  <a:pt x="2069546" y="114360"/>
                  <a:pt x="2073718" y="115498"/>
                  <a:pt x="2078270" y="115498"/>
                </a:cubicBezTo>
                <a:cubicBezTo>
                  <a:pt x="2080655" y="115498"/>
                  <a:pt x="2082930" y="115281"/>
                  <a:pt x="2085096" y="114848"/>
                </a:cubicBezTo>
                <a:cubicBezTo>
                  <a:pt x="2087264" y="114413"/>
                  <a:pt x="2089160" y="113654"/>
                  <a:pt x="2090786" y="112569"/>
                </a:cubicBezTo>
                <a:cubicBezTo>
                  <a:pt x="2092411" y="111484"/>
                  <a:pt x="2093711" y="110101"/>
                  <a:pt x="2094687" y="108420"/>
                </a:cubicBezTo>
                <a:cubicBezTo>
                  <a:pt x="2095662" y="106736"/>
                  <a:pt x="2096150" y="104647"/>
                  <a:pt x="2096150" y="102152"/>
                </a:cubicBezTo>
                <a:cubicBezTo>
                  <a:pt x="2096150" y="98137"/>
                  <a:pt x="2094226" y="95126"/>
                  <a:pt x="2090379" y="93119"/>
                </a:cubicBezTo>
                <a:cubicBezTo>
                  <a:pt x="2086533" y="91112"/>
                  <a:pt x="2080980" y="89240"/>
                  <a:pt x="2073719" y="87504"/>
                </a:cubicBezTo>
                <a:cubicBezTo>
                  <a:pt x="2071444" y="86962"/>
                  <a:pt x="2069033" y="86284"/>
                  <a:pt x="2066485" y="85470"/>
                </a:cubicBezTo>
                <a:cubicBezTo>
                  <a:pt x="2063938" y="84657"/>
                  <a:pt x="2061581" y="83464"/>
                  <a:pt x="2059413" y="81891"/>
                </a:cubicBezTo>
                <a:cubicBezTo>
                  <a:pt x="2057247" y="80317"/>
                  <a:pt x="2055460" y="78336"/>
                  <a:pt x="2054051" y="75949"/>
                </a:cubicBezTo>
                <a:cubicBezTo>
                  <a:pt x="2052643" y="73561"/>
                  <a:pt x="2051938" y="70577"/>
                  <a:pt x="2051938" y="66998"/>
                </a:cubicBezTo>
                <a:cubicBezTo>
                  <a:pt x="2051938" y="63091"/>
                  <a:pt x="2052696" y="59754"/>
                  <a:pt x="2054212" y="56988"/>
                </a:cubicBezTo>
                <a:cubicBezTo>
                  <a:pt x="2055730" y="54220"/>
                  <a:pt x="2057762" y="51941"/>
                  <a:pt x="2060309" y="50152"/>
                </a:cubicBezTo>
                <a:cubicBezTo>
                  <a:pt x="2062855" y="48361"/>
                  <a:pt x="2065754" y="47032"/>
                  <a:pt x="2069004" y="46164"/>
                </a:cubicBezTo>
                <a:cubicBezTo>
                  <a:pt x="2072257" y="45296"/>
                  <a:pt x="2075617" y="44862"/>
                  <a:pt x="2079084" y="44862"/>
                </a:cubicBezTo>
                <a:cubicBezTo>
                  <a:pt x="2084393" y="44862"/>
                  <a:pt x="2089540" y="46047"/>
                  <a:pt x="2094523" y="48416"/>
                </a:cubicBezTo>
                <a:cubicBezTo>
                  <a:pt x="2099508" y="50784"/>
                  <a:pt x="2103248" y="54131"/>
                  <a:pt x="2105741" y="58458"/>
                </a:cubicBezTo>
                <a:lnTo>
                  <a:pt x="2097289" y="64798"/>
                </a:lnTo>
                <a:close/>
                <a:moveTo>
                  <a:pt x="2163279" y="56132"/>
                </a:moveTo>
                <a:lnTo>
                  <a:pt x="2141826" y="56132"/>
                </a:lnTo>
                <a:lnTo>
                  <a:pt x="2141826" y="100552"/>
                </a:lnTo>
                <a:cubicBezTo>
                  <a:pt x="2141826" y="103373"/>
                  <a:pt x="2142096" y="105705"/>
                  <a:pt x="2142637" y="107549"/>
                </a:cubicBezTo>
                <a:cubicBezTo>
                  <a:pt x="2143179" y="109393"/>
                  <a:pt x="2143964" y="110830"/>
                  <a:pt x="2144993" y="111862"/>
                </a:cubicBezTo>
                <a:cubicBezTo>
                  <a:pt x="2146023" y="112892"/>
                  <a:pt x="2147242" y="113597"/>
                  <a:pt x="2148651" y="113978"/>
                </a:cubicBezTo>
                <a:cubicBezTo>
                  <a:pt x="2150060" y="114356"/>
                  <a:pt x="2151577" y="114546"/>
                  <a:pt x="2153202" y="114546"/>
                </a:cubicBezTo>
                <a:cubicBezTo>
                  <a:pt x="2154720" y="114546"/>
                  <a:pt x="2156318" y="114325"/>
                  <a:pt x="2157997" y="113883"/>
                </a:cubicBezTo>
                <a:cubicBezTo>
                  <a:pt x="2159677" y="113440"/>
                  <a:pt x="2161275" y="112831"/>
                  <a:pt x="2162793" y="112055"/>
                </a:cubicBezTo>
                <a:lnTo>
                  <a:pt x="2163279" y="121637"/>
                </a:lnTo>
                <a:cubicBezTo>
                  <a:pt x="2161330" y="122395"/>
                  <a:pt x="2159299" y="122964"/>
                  <a:pt x="2157186" y="123343"/>
                </a:cubicBezTo>
                <a:cubicBezTo>
                  <a:pt x="2155072" y="123722"/>
                  <a:pt x="2152769" y="123911"/>
                  <a:pt x="2150276" y="123911"/>
                </a:cubicBezTo>
                <a:cubicBezTo>
                  <a:pt x="2148217" y="123911"/>
                  <a:pt x="2146050" y="123640"/>
                  <a:pt x="2143775" y="123097"/>
                </a:cubicBezTo>
                <a:cubicBezTo>
                  <a:pt x="2141500" y="122557"/>
                  <a:pt x="2139387" y="121528"/>
                  <a:pt x="2137436" y="120012"/>
                </a:cubicBezTo>
                <a:cubicBezTo>
                  <a:pt x="2135486" y="118494"/>
                  <a:pt x="2133888" y="116435"/>
                  <a:pt x="2132642" y="113834"/>
                </a:cubicBezTo>
                <a:cubicBezTo>
                  <a:pt x="2131395" y="111233"/>
                  <a:pt x="2130771" y="107819"/>
                  <a:pt x="2130771" y="103593"/>
                </a:cubicBezTo>
                <a:lnTo>
                  <a:pt x="2130771" y="56132"/>
                </a:lnTo>
                <a:lnTo>
                  <a:pt x="2115005" y="56132"/>
                </a:lnTo>
                <a:lnTo>
                  <a:pt x="2115005" y="46925"/>
                </a:lnTo>
                <a:lnTo>
                  <a:pt x="2130771" y="46925"/>
                </a:lnTo>
                <a:lnTo>
                  <a:pt x="2130771" y="25469"/>
                </a:lnTo>
                <a:lnTo>
                  <a:pt x="2141826" y="25469"/>
                </a:lnTo>
                <a:lnTo>
                  <a:pt x="2141826" y="46925"/>
                </a:lnTo>
                <a:lnTo>
                  <a:pt x="2163279" y="46925"/>
                </a:lnTo>
                <a:lnTo>
                  <a:pt x="2163279" y="56132"/>
                </a:lnTo>
                <a:close/>
                <a:moveTo>
                  <a:pt x="2228458" y="73841"/>
                </a:moveTo>
                <a:cubicBezTo>
                  <a:pt x="2228458" y="67195"/>
                  <a:pt x="2226725" y="62239"/>
                  <a:pt x="2223257" y="58972"/>
                </a:cubicBezTo>
                <a:cubicBezTo>
                  <a:pt x="2219790" y="55703"/>
                  <a:pt x="2214751" y="54068"/>
                  <a:pt x="2208140" y="54068"/>
                </a:cubicBezTo>
                <a:cubicBezTo>
                  <a:pt x="2203590" y="54068"/>
                  <a:pt x="2199364" y="54881"/>
                  <a:pt x="2195462" y="56506"/>
                </a:cubicBezTo>
                <a:cubicBezTo>
                  <a:pt x="2191561" y="58132"/>
                  <a:pt x="2188257" y="60299"/>
                  <a:pt x="2185548" y="63010"/>
                </a:cubicBezTo>
                <a:lnTo>
                  <a:pt x="2179370" y="55695"/>
                </a:lnTo>
                <a:cubicBezTo>
                  <a:pt x="2182513" y="52565"/>
                  <a:pt x="2186659" y="49978"/>
                  <a:pt x="2191806" y="47932"/>
                </a:cubicBezTo>
                <a:cubicBezTo>
                  <a:pt x="2196953" y="45885"/>
                  <a:pt x="2202777" y="44862"/>
                  <a:pt x="2209279" y="44862"/>
                </a:cubicBezTo>
                <a:cubicBezTo>
                  <a:pt x="2213398" y="44862"/>
                  <a:pt x="2217244" y="45431"/>
                  <a:pt x="2220819" y="46571"/>
                </a:cubicBezTo>
                <a:cubicBezTo>
                  <a:pt x="2224396" y="47710"/>
                  <a:pt x="2227538" y="49419"/>
                  <a:pt x="2230247" y="51697"/>
                </a:cubicBezTo>
                <a:cubicBezTo>
                  <a:pt x="2232957" y="53974"/>
                  <a:pt x="2235070" y="56848"/>
                  <a:pt x="2236586" y="60318"/>
                </a:cubicBezTo>
                <a:cubicBezTo>
                  <a:pt x="2238104" y="63789"/>
                  <a:pt x="2238863" y="67857"/>
                  <a:pt x="2238863" y="72521"/>
                </a:cubicBezTo>
                <a:lnTo>
                  <a:pt x="2238863" y="105875"/>
                </a:lnTo>
                <a:cubicBezTo>
                  <a:pt x="2238863" y="108803"/>
                  <a:pt x="2238971" y="111841"/>
                  <a:pt x="2239188" y="114987"/>
                </a:cubicBezTo>
                <a:cubicBezTo>
                  <a:pt x="2239404" y="118132"/>
                  <a:pt x="2239729" y="120789"/>
                  <a:pt x="2240162" y="122958"/>
                </a:cubicBezTo>
                <a:lnTo>
                  <a:pt x="2230249" y="122958"/>
                </a:lnTo>
                <a:cubicBezTo>
                  <a:pt x="2229923" y="121108"/>
                  <a:pt x="2229652" y="119095"/>
                  <a:pt x="2229435" y="116919"/>
                </a:cubicBezTo>
                <a:cubicBezTo>
                  <a:pt x="2229219" y="114743"/>
                  <a:pt x="2229111" y="112622"/>
                  <a:pt x="2229111" y="110555"/>
                </a:cubicBezTo>
                <a:lnTo>
                  <a:pt x="2228783" y="110555"/>
                </a:lnTo>
                <a:cubicBezTo>
                  <a:pt x="2225316" y="115649"/>
                  <a:pt x="2221387" y="119308"/>
                  <a:pt x="2216997" y="121530"/>
                </a:cubicBezTo>
                <a:cubicBezTo>
                  <a:pt x="2212609" y="123752"/>
                  <a:pt x="2207327" y="124863"/>
                  <a:pt x="2201151" y="124863"/>
                </a:cubicBezTo>
                <a:cubicBezTo>
                  <a:pt x="2198225" y="124863"/>
                  <a:pt x="2195217" y="124457"/>
                  <a:pt x="2192128" y="123645"/>
                </a:cubicBezTo>
                <a:cubicBezTo>
                  <a:pt x="2189041" y="122834"/>
                  <a:pt x="2186225" y="121508"/>
                  <a:pt x="2183678" y="119667"/>
                </a:cubicBezTo>
                <a:cubicBezTo>
                  <a:pt x="2181132" y="117825"/>
                  <a:pt x="2179019" y="115443"/>
                  <a:pt x="2177339" y="112519"/>
                </a:cubicBezTo>
                <a:cubicBezTo>
                  <a:pt x="2175659" y="109594"/>
                  <a:pt x="2174819" y="106020"/>
                  <a:pt x="2174819" y="101795"/>
                </a:cubicBezTo>
                <a:cubicBezTo>
                  <a:pt x="2174819" y="95947"/>
                  <a:pt x="2176309" y="91317"/>
                  <a:pt x="2179288" y="87906"/>
                </a:cubicBezTo>
                <a:cubicBezTo>
                  <a:pt x="2182268" y="84495"/>
                  <a:pt x="2186250" y="81950"/>
                  <a:pt x="2191235" y="80272"/>
                </a:cubicBezTo>
                <a:cubicBezTo>
                  <a:pt x="2196221" y="78592"/>
                  <a:pt x="2201937" y="77509"/>
                  <a:pt x="2208384" y="77023"/>
                </a:cubicBezTo>
                <a:cubicBezTo>
                  <a:pt x="2214832" y="76535"/>
                  <a:pt x="2221524" y="76291"/>
                  <a:pt x="2228458" y="76291"/>
                </a:cubicBezTo>
                <a:lnTo>
                  <a:pt x="2228458" y="73841"/>
                </a:lnTo>
                <a:moveTo>
                  <a:pt x="2225207" y="85021"/>
                </a:moveTo>
                <a:cubicBezTo>
                  <a:pt x="2220656" y="85021"/>
                  <a:pt x="2216078" y="85211"/>
                  <a:pt x="2211471" y="85589"/>
                </a:cubicBezTo>
                <a:cubicBezTo>
                  <a:pt x="2206866" y="85966"/>
                  <a:pt x="2202695" y="86723"/>
                  <a:pt x="2198956" y="87859"/>
                </a:cubicBezTo>
                <a:cubicBezTo>
                  <a:pt x="2195219" y="88993"/>
                  <a:pt x="2192159" y="90641"/>
                  <a:pt x="2189775" y="92802"/>
                </a:cubicBezTo>
                <a:cubicBezTo>
                  <a:pt x="2187390" y="94963"/>
                  <a:pt x="2186198" y="97826"/>
                  <a:pt x="2186198" y="101391"/>
                </a:cubicBezTo>
                <a:cubicBezTo>
                  <a:pt x="2186198" y="104092"/>
                  <a:pt x="2186712" y="106362"/>
                  <a:pt x="2187741" y="108199"/>
                </a:cubicBezTo>
                <a:cubicBezTo>
                  <a:pt x="2188771" y="110036"/>
                  <a:pt x="2190152" y="111521"/>
                  <a:pt x="2191885" y="112656"/>
                </a:cubicBezTo>
                <a:cubicBezTo>
                  <a:pt x="2193620" y="113790"/>
                  <a:pt x="2195544" y="114600"/>
                  <a:pt x="2197657" y="115086"/>
                </a:cubicBezTo>
                <a:cubicBezTo>
                  <a:pt x="2199770" y="115572"/>
                  <a:pt x="2201910" y="115815"/>
                  <a:pt x="2204078" y="115815"/>
                </a:cubicBezTo>
                <a:cubicBezTo>
                  <a:pt x="2207978" y="115815"/>
                  <a:pt x="2211446" y="115140"/>
                  <a:pt x="2214480" y="113789"/>
                </a:cubicBezTo>
                <a:cubicBezTo>
                  <a:pt x="2217514" y="112438"/>
                  <a:pt x="2220060" y="110601"/>
                  <a:pt x="2222119" y="108278"/>
                </a:cubicBezTo>
                <a:cubicBezTo>
                  <a:pt x="2224177" y="105955"/>
                  <a:pt x="2225748" y="103281"/>
                  <a:pt x="2226831" y="100257"/>
                </a:cubicBezTo>
                <a:cubicBezTo>
                  <a:pt x="2227916" y="97231"/>
                  <a:pt x="2228458" y="94043"/>
                  <a:pt x="2228458" y="90694"/>
                </a:cubicBezTo>
                <a:lnTo>
                  <a:pt x="2228458" y="85021"/>
                </a:lnTo>
                <a:lnTo>
                  <a:pt x="2225207" y="85021"/>
                </a:lnTo>
                <a:close/>
                <a:moveTo>
                  <a:pt x="2299977" y="56132"/>
                </a:moveTo>
                <a:lnTo>
                  <a:pt x="2278523" y="56132"/>
                </a:lnTo>
                <a:lnTo>
                  <a:pt x="2278523" y="100552"/>
                </a:lnTo>
                <a:cubicBezTo>
                  <a:pt x="2278523" y="103373"/>
                  <a:pt x="2278793" y="105705"/>
                  <a:pt x="2279334" y="107549"/>
                </a:cubicBezTo>
                <a:cubicBezTo>
                  <a:pt x="2279876" y="109393"/>
                  <a:pt x="2280662" y="110830"/>
                  <a:pt x="2281690" y="111862"/>
                </a:cubicBezTo>
                <a:cubicBezTo>
                  <a:pt x="2282720" y="112892"/>
                  <a:pt x="2283940" y="113597"/>
                  <a:pt x="2285349" y="113978"/>
                </a:cubicBezTo>
                <a:cubicBezTo>
                  <a:pt x="2286757" y="114356"/>
                  <a:pt x="2288274" y="114546"/>
                  <a:pt x="2289900" y="114546"/>
                </a:cubicBezTo>
                <a:cubicBezTo>
                  <a:pt x="2291418" y="114546"/>
                  <a:pt x="2293016" y="114325"/>
                  <a:pt x="2294694" y="113883"/>
                </a:cubicBezTo>
                <a:cubicBezTo>
                  <a:pt x="2296374" y="113440"/>
                  <a:pt x="2297973" y="112831"/>
                  <a:pt x="2299491" y="112055"/>
                </a:cubicBezTo>
                <a:lnTo>
                  <a:pt x="2299977" y="121637"/>
                </a:lnTo>
                <a:cubicBezTo>
                  <a:pt x="2298027" y="122395"/>
                  <a:pt x="2295996" y="122964"/>
                  <a:pt x="2293883" y="123343"/>
                </a:cubicBezTo>
                <a:cubicBezTo>
                  <a:pt x="2291770" y="123722"/>
                  <a:pt x="2289467" y="123911"/>
                  <a:pt x="2286973" y="123911"/>
                </a:cubicBezTo>
                <a:cubicBezTo>
                  <a:pt x="2284915" y="123911"/>
                  <a:pt x="2282748" y="123640"/>
                  <a:pt x="2280473" y="123097"/>
                </a:cubicBezTo>
                <a:cubicBezTo>
                  <a:pt x="2278197" y="122557"/>
                  <a:pt x="2276084" y="121528"/>
                  <a:pt x="2274133" y="120012"/>
                </a:cubicBezTo>
                <a:cubicBezTo>
                  <a:pt x="2272184" y="118494"/>
                  <a:pt x="2270586" y="116435"/>
                  <a:pt x="2269339" y="113834"/>
                </a:cubicBezTo>
                <a:cubicBezTo>
                  <a:pt x="2268092" y="111233"/>
                  <a:pt x="2267469" y="107819"/>
                  <a:pt x="2267469" y="103593"/>
                </a:cubicBezTo>
                <a:lnTo>
                  <a:pt x="2267469" y="56132"/>
                </a:lnTo>
                <a:lnTo>
                  <a:pt x="2251702" y="56132"/>
                </a:lnTo>
                <a:lnTo>
                  <a:pt x="2251702" y="46925"/>
                </a:lnTo>
                <a:lnTo>
                  <a:pt x="2267469" y="46925"/>
                </a:lnTo>
                <a:lnTo>
                  <a:pt x="2267469" y="25469"/>
                </a:lnTo>
                <a:lnTo>
                  <a:pt x="2278523" y="25469"/>
                </a:lnTo>
                <a:lnTo>
                  <a:pt x="2278523" y="46925"/>
                </a:lnTo>
                <a:lnTo>
                  <a:pt x="2299977" y="46925"/>
                </a:lnTo>
                <a:lnTo>
                  <a:pt x="2299977" y="56132"/>
                </a:lnTo>
                <a:close/>
                <a:moveTo>
                  <a:pt x="2375236" y="79148"/>
                </a:moveTo>
                <a:cubicBezTo>
                  <a:pt x="2374911" y="71936"/>
                  <a:pt x="2372607" y="65953"/>
                  <a:pt x="2368326" y="61199"/>
                </a:cubicBezTo>
                <a:cubicBezTo>
                  <a:pt x="2364047" y="56445"/>
                  <a:pt x="2357953" y="54068"/>
                  <a:pt x="2350042" y="54068"/>
                </a:cubicBezTo>
                <a:cubicBezTo>
                  <a:pt x="2346359" y="54068"/>
                  <a:pt x="2342945" y="54751"/>
                  <a:pt x="2339802" y="56117"/>
                </a:cubicBezTo>
                <a:cubicBezTo>
                  <a:pt x="2336660" y="57483"/>
                  <a:pt x="2333897" y="59340"/>
                  <a:pt x="2331513" y="61690"/>
                </a:cubicBezTo>
                <a:cubicBezTo>
                  <a:pt x="2329129" y="64040"/>
                  <a:pt x="2327232" y="66717"/>
                  <a:pt x="2325823" y="69723"/>
                </a:cubicBezTo>
                <a:cubicBezTo>
                  <a:pt x="2324415" y="72728"/>
                  <a:pt x="2323602" y="75869"/>
                  <a:pt x="2323385" y="79148"/>
                </a:cubicBezTo>
                <a:lnTo>
                  <a:pt x="2375236" y="79148"/>
                </a:lnTo>
                <a:moveTo>
                  <a:pt x="2386452" y="82665"/>
                </a:moveTo>
                <a:cubicBezTo>
                  <a:pt x="2386452" y="83426"/>
                  <a:pt x="2386452" y="84241"/>
                  <a:pt x="2386452" y="85111"/>
                </a:cubicBezTo>
                <a:cubicBezTo>
                  <a:pt x="2386452" y="85979"/>
                  <a:pt x="2386397" y="86901"/>
                  <a:pt x="2386288" y="87878"/>
                </a:cubicBezTo>
                <a:lnTo>
                  <a:pt x="2323222" y="87878"/>
                </a:lnTo>
                <a:cubicBezTo>
                  <a:pt x="2323331" y="91670"/>
                  <a:pt x="2324089" y="95245"/>
                  <a:pt x="2325496" y="98603"/>
                </a:cubicBezTo>
                <a:cubicBezTo>
                  <a:pt x="2326905" y="101959"/>
                  <a:pt x="2328855" y="104884"/>
                  <a:pt x="2331347" y="107375"/>
                </a:cubicBezTo>
                <a:cubicBezTo>
                  <a:pt x="2333840" y="109865"/>
                  <a:pt x="2336766" y="111842"/>
                  <a:pt x="2340124" y="113306"/>
                </a:cubicBezTo>
                <a:cubicBezTo>
                  <a:pt x="2343484" y="114767"/>
                  <a:pt x="2347115" y="115498"/>
                  <a:pt x="2351017" y="115498"/>
                </a:cubicBezTo>
                <a:cubicBezTo>
                  <a:pt x="2356760" y="115498"/>
                  <a:pt x="2361717" y="114171"/>
                  <a:pt x="2365888" y="111517"/>
                </a:cubicBezTo>
                <a:cubicBezTo>
                  <a:pt x="2370060" y="108862"/>
                  <a:pt x="2373230" y="105800"/>
                  <a:pt x="2375398" y="102333"/>
                </a:cubicBezTo>
                <a:lnTo>
                  <a:pt x="2383686" y="108834"/>
                </a:lnTo>
                <a:cubicBezTo>
                  <a:pt x="2379136" y="114568"/>
                  <a:pt x="2374124" y="118674"/>
                  <a:pt x="2368651" y="121150"/>
                </a:cubicBezTo>
                <a:cubicBezTo>
                  <a:pt x="2363180" y="123626"/>
                  <a:pt x="2357302" y="124863"/>
                  <a:pt x="2351017" y="124863"/>
                </a:cubicBezTo>
                <a:cubicBezTo>
                  <a:pt x="2345382" y="124863"/>
                  <a:pt x="2340153" y="123860"/>
                  <a:pt x="2335330" y="121855"/>
                </a:cubicBezTo>
                <a:cubicBezTo>
                  <a:pt x="2330508" y="119849"/>
                  <a:pt x="2326364" y="117058"/>
                  <a:pt x="2322897" y="113482"/>
                </a:cubicBezTo>
                <a:cubicBezTo>
                  <a:pt x="2319429" y="109904"/>
                  <a:pt x="2316693" y="105676"/>
                  <a:pt x="2314687" y="100798"/>
                </a:cubicBezTo>
                <a:cubicBezTo>
                  <a:pt x="2312683" y="95920"/>
                  <a:pt x="2311681" y="90608"/>
                  <a:pt x="2311681" y="84863"/>
                </a:cubicBezTo>
                <a:cubicBezTo>
                  <a:pt x="2311681" y="79117"/>
                  <a:pt x="2312656" y="73805"/>
                  <a:pt x="2314605" y="68927"/>
                </a:cubicBezTo>
                <a:cubicBezTo>
                  <a:pt x="2316556" y="64050"/>
                  <a:pt x="2319266" y="59822"/>
                  <a:pt x="2322733" y="56246"/>
                </a:cubicBezTo>
                <a:cubicBezTo>
                  <a:pt x="2326202" y="52668"/>
                  <a:pt x="2330266" y="49876"/>
                  <a:pt x="2334926" y="47870"/>
                </a:cubicBezTo>
                <a:cubicBezTo>
                  <a:pt x="2339585" y="45865"/>
                  <a:pt x="2344624" y="44862"/>
                  <a:pt x="2350042" y="44862"/>
                </a:cubicBezTo>
                <a:cubicBezTo>
                  <a:pt x="2356002" y="44862"/>
                  <a:pt x="2361256" y="45867"/>
                  <a:pt x="2365807" y="47878"/>
                </a:cubicBezTo>
                <a:cubicBezTo>
                  <a:pt x="2370359" y="49887"/>
                  <a:pt x="2374152" y="52603"/>
                  <a:pt x="2377186" y="56025"/>
                </a:cubicBezTo>
                <a:cubicBezTo>
                  <a:pt x="2380220" y="59446"/>
                  <a:pt x="2382522" y="63438"/>
                  <a:pt x="2384093" y="68000"/>
                </a:cubicBezTo>
                <a:cubicBezTo>
                  <a:pt x="2385666" y="72562"/>
                  <a:pt x="2386452" y="77450"/>
                  <a:pt x="2386452" y="82665"/>
                </a:cubicBezTo>
                <a:close/>
                <a:moveTo>
                  <a:pt x="2421072" y="59830"/>
                </a:moveTo>
                <a:cubicBezTo>
                  <a:pt x="2423240" y="55384"/>
                  <a:pt x="2426571" y="51778"/>
                  <a:pt x="2431067" y="49011"/>
                </a:cubicBezTo>
                <a:cubicBezTo>
                  <a:pt x="2435564" y="46245"/>
                  <a:pt x="2440577" y="44862"/>
                  <a:pt x="2446104" y="44862"/>
                </a:cubicBezTo>
                <a:cubicBezTo>
                  <a:pt x="2448163" y="44862"/>
                  <a:pt x="2450303" y="45079"/>
                  <a:pt x="2452523" y="45514"/>
                </a:cubicBezTo>
                <a:cubicBezTo>
                  <a:pt x="2454746" y="45947"/>
                  <a:pt x="2456913" y="46787"/>
                  <a:pt x="2459026" y="48034"/>
                </a:cubicBezTo>
                <a:cubicBezTo>
                  <a:pt x="2461139" y="49281"/>
                  <a:pt x="2463090" y="50935"/>
                  <a:pt x="2464877" y="52997"/>
                </a:cubicBezTo>
                <a:cubicBezTo>
                  <a:pt x="2466666" y="55057"/>
                  <a:pt x="2468211" y="57714"/>
                  <a:pt x="2469510" y="60968"/>
                </a:cubicBezTo>
                <a:cubicBezTo>
                  <a:pt x="2472111" y="55762"/>
                  <a:pt x="2475659" y="51776"/>
                  <a:pt x="2480155" y="49011"/>
                </a:cubicBezTo>
                <a:cubicBezTo>
                  <a:pt x="2484653" y="46245"/>
                  <a:pt x="2489990" y="44862"/>
                  <a:pt x="2496167" y="44862"/>
                </a:cubicBezTo>
                <a:cubicBezTo>
                  <a:pt x="2505810" y="44862"/>
                  <a:pt x="2513043" y="47736"/>
                  <a:pt x="2517864" y="53486"/>
                </a:cubicBezTo>
                <a:cubicBezTo>
                  <a:pt x="2522687" y="59235"/>
                  <a:pt x="2525099" y="66827"/>
                  <a:pt x="2525099" y="76264"/>
                </a:cubicBezTo>
                <a:lnTo>
                  <a:pt x="2525099" y="122958"/>
                </a:lnTo>
                <a:lnTo>
                  <a:pt x="2514047" y="122958"/>
                </a:lnTo>
                <a:lnTo>
                  <a:pt x="2514047" y="80778"/>
                </a:lnTo>
                <a:cubicBezTo>
                  <a:pt x="2514047" y="72743"/>
                  <a:pt x="2512557" y="66283"/>
                  <a:pt x="2509578" y="61397"/>
                </a:cubicBezTo>
                <a:cubicBezTo>
                  <a:pt x="2506598" y="56511"/>
                  <a:pt x="2501532" y="54068"/>
                  <a:pt x="2494379" y="54068"/>
                </a:cubicBezTo>
                <a:cubicBezTo>
                  <a:pt x="2490369" y="54068"/>
                  <a:pt x="2486983" y="54883"/>
                  <a:pt x="2484220" y="56511"/>
                </a:cubicBezTo>
                <a:cubicBezTo>
                  <a:pt x="2481457" y="58140"/>
                  <a:pt x="2479236" y="60285"/>
                  <a:pt x="2477556" y="62945"/>
                </a:cubicBezTo>
                <a:cubicBezTo>
                  <a:pt x="2475876" y="65604"/>
                  <a:pt x="2474657" y="68616"/>
                  <a:pt x="2473898" y="71983"/>
                </a:cubicBezTo>
                <a:cubicBezTo>
                  <a:pt x="2473140" y="75349"/>
                  <a:pt x="2472762" y="78824"/>
                  <a:pt x="2472762" y="82407"/>
                </a:cubicBezTo>
                <a:lnTo>
                  <a:pt x="2472762" y="122958"/>
                </a:lnTo>
                <a:lnTo>
                  <a:pt x="2461707" y="122958"/>
                </a:lnTo>
                <a:lnTo>
                  <a:pt x="2461707" y="78498"/>
                </a:lnTo>
                <a:cubicBezTo>
                  <a:pt x="2461707" y="74806"/>
                  <a:pt x="2461436" y="71441"/>
                  <a:pt x="2460894" y="68401"/>
                </a:cubicBezTo>
                <a:cubicBezTo>
                  <a:pt x="2460353" y="65361"/>
                  <a:pt x="2459405" y="62782"/>
                  <a:pt x="2458049" y="60666"/>
                </a:cubicBezTo>
                <a:cubicBezTo>
                  <a:pt x="2456695" y="58548"/>
                  <a:pt x="2454826" y="56919"/>
                  <a:pt x="2452441" y="55780"/>
                </a:cubicBezTo>
                <a:cubicBezTo>
                  <a:pt x="2450059" y="54639"/>
                  <a:pt x="2447025" y="54068"/>
                  <a:pt x="2443342" y="54068"/>
                </a:cubicBezTo>
                <a:cubicBezTo>
                  <a:pt x="2440741" y="54068"/>
                  <a:pt x="2438112" y="54666"/>
                  <a:pt x="2435457" y="55862"/>
                </a:cubicBezTo>
                <a:cubicBezTo>
                  <a:pt x="2432803" y="57055"/>
                  <a:pt x="2430420" y="58874"/>
                  <a:pt x="2428307" y="61318"/>
                </a:cubicBezTo>
                <a:cubicBezTo>
                  <a:pt x="2426193" y="63760"/>
                  <a:pt x="2424486" y="66854"/>
                  <a:pt x="2423185" y="70599"/>
                </a:cubicBezTo>
                <a:cubicBezTo>
                  <a:pt x="2421885" y="74344"/>
                  <a:pt x="2421236" y="78769"/>
                  <a:pt x="2421236" y="83873"/>
                </a:cubicBezTo>
                <a:lnTo>
                  <a:pt x="2421236" y="122958"/>
                </a:lnTo>
                <a:lnTo>
                  <a:pt x="2410181" y="122958"/>
                </a:lnTo>
                <a:lnTo>
                  <a:pt x="2410181" y="63573"/>
                </a:lnTo>
                <a:cubicBezTo>
                  <a:pt x="2410181" y="61512"/>
                  <a:pt x="2410127" y="58855"/>
                  <a:pt x="2410018" y="55601"/>
                </a:cubicBezTo>
                <a:cubicBezTo>
                  <a:pt x="2409910" y="52347"/>
                  <a:pt x="2409748" y="49418"/>
                  <a:pt x="2409531" y="46814"/>
                </a:cubicBezTo>
                <a:lnTo>
                  <a:pt x="2420097" y="46814"/>
                </a:lnTo>
                <a:cubicBezTo>
                  <a:pt x="2420314" y="48876"/>
                  <a:pt x="2420476" y="51154"/>
                  <a:pt x="2420583" y="53649"/>
                </a:cubicBezTo>
                <a:cubicBezTo>
                  <a:pt x="2420692" y="56143"/>
                  <a:pt x="2420747" y="58203"/>
                  <a:pt x="2420747" y="59830"/>
                </a:cubicBezTo>
                <a:lnTo>
                  <a:pt x="2421072" y="59830"/>
                </a:lnTo>
                <a:close/>
                <a:moveTo>
                  <a:pt x="2611736" y="79148"/>
                </a:moveTo>
                <a:cubicBezTo>
                  <a:pt x="2611410" y="71936"/>
                  <a:pt x="2609107" y="65953"/>
                  <a:pt x="2604826" y="61199"/>
                </a:cubicBezTo>
                <a:cubicBezTo>
                  <a:pt x="2600547" y="56445"/>
                  <a:pt x="2594452" y="54068"/>
                  <a:pt x="2586542" y="54068"/>
                </a:cubicBezTo>
                <a:cubicBezTo>
                  <a:pt x="2582858" y="54068"/>
                  <a:pt x="2579445" y="54751"/>
                  <a:pt x="2576302" y="56117"/>
                </a:cubicBezTo>
                <a:cubicBezTo>
                  <a:pt x="2573160" y="57483"/>
                  <a:pt x="2570397" y="59340"/>
                  <a:pt x="2568013" y="61690"/>
                </a:cubicBezTo>
                <a:cubicBezTo>
                  <a:pt x="2565628" y="64040"/>
                  <a:pt x="2563732" y="66717"/>
                  <a:pt x="2562323" y="69723"/>
                </a:cubicBezTo>
                <a:cubicBezTo>
                  <a:pt x="2560914" y="72728"/>
                  <a:pt x="2560102" y="75869"/>
                  <a:pt x="2559885" y="79148"/>
                </a:cubicBezTo>
                <a:lnTo>
                  <a:pt x="2611736" y="79148"/>
                </a:lnTo>
                <a:moveTo>
                  <a:pt x="2622952" y="82665"/>
                </a:moveTo>
                <a:cubicBezTo>
                  <a:pt x="2622952" y="83426"/>
                  <a:pt x="2622952" y="84241"/>
                  <a:pt x="2622952" y="85111"/>
                </a:cubicBezTo>
                <a:cubicBezTo>
                  <a:pt x="2622952" y="85979"/>
                  <a:pt x="2622897" y="86901"/>
                  <a:pt x="2622788" y="87878"/>
                </a:cubicBezTo>
                <a:lnTo>
                  <a:pt x="2559721" y="87878"/>
                </a:lnTo>
                <a:cubicBezTo>
                  <a:pt x="2559831" y="91670"/>
                  <a:pt x="2560589" y="95245"/>
                  <a:pt x="2561996" y="98603"/>
                </a:cubicBezTo>
                <a:cubicBezTo>
                  <a:pt x="2563404" y="101959"/>
                  <a:pt x="2565355" y="104884"/>
                  <a:pt x="2567847" y="107375"/>
                </a:cubicBezTo>
                <a:cubicBezTo>
                  <a:pt x="2570340" y="109865"/>
                  <a:pt x="2573266" y="111842"/>
                  <a:pt x="2576624" y="113306"/>
                </a:cubicBezTo>
                <a:cubicBezTo>
                  <a:pt x="2579984" y="114767"/>
                  <a:pt x="2583615" y="115498"/>
                  <a:pt x="2587517" y="115498"/>
                </a:cubicBezTo>
                <a:cubicBezTo>
                  <a:pt x="2593260" y="115498"/>
                  <a:pt x="2598217" y="114171"/>
                  <a:pt x="2602388" y="111517"/>
                </a:cubicBezTo>
                <a:cubicBezTo>
                  <a:pt x="2606560" y="108862"/>
                  <a:pt x="2609730" y="105800"/>
                  <a:pt x="2611897" y="102333"/>
                </a:cubicBezTo>
                <a:lnTo>
                  <a:pt x="2620186" y="108834"/>
                </a:lnTo>
                <a:cubicBezTo>
                  <a:pt x="2615636" y="114568"/>
                  <a:pt x="2610624" y="118674"/>
                  <a:pt x="2605151" y="121150"/>
                </a:cubicBezTo>
                <a:cubicBezTo>
                  <a:pt x="2599680" y="123626"/>
                  <a:pt x="2593802" y="124863"/>
                  <a:pt x="2587517" y="124863"/>
                </a:cubicBezTo>
                <a:cubicBezTo>
                  <a:pt x="2581882" y="124863"/>
                  <a:pt x="2576653" y="123860"/>
                  <a:pt x="2571830" y="121855"/>
                </a:cubicBezTo>
                <a:cubicBezTo>
                  <a:pt x="2567008" y="119849"/>
                  <a:pt x="2562864" y="117058"/>
                  <a:pt x="2559396" y="113482"/>
                </a:cubicBezTo>
                <a:cubicBezTo>
                  <a:pt x="2555929" y="109904"/>
                  <a:pt x="2553193" y="105676"/>
                  <a:pt x="2551187" y="100798"/>
                </a:cubicBezTo>
                <a:cubicBezTo>
                  <a:pt x="2549183" y="95920"/>
                  <a:pt x="2548181" y="90608"/>
                  <a:pt x="2548181" y="84863"/>
                </a:cubicBezTo>
                <a:cubicBezTo>
                  <a:pt x="2548181" y="79117"/>
                  <a:pt x="2549156" y="73805"/>
                  <a:pt x="2551105" y="68927"/>
                </a:cubicBezTo>
                <a:cubicBezTo>
                  <a:pt x="2553056" y="64050"/>
                  <a:pt x="2555765" y="59822"/>
                  <a:pt x="2559233" y="56246"/>
                </a:cubicBezTo>
                <a:cubicBezTo>
                  <a:pt x="2562702" y="52668"/>
                  <a:pt x="2566766" y="49876"/>
                  <a:pt x="2571425" y="47870"/>
                </a:cubicBezTo>
                <a:cubicBezTo>
                  <a:pt x="2576085" y="45865"/>
                  <a:pt x="2581124" y="44862"/>
                  <a:pt x="2586542" y="44862"/>
                </a:cubicBezTo>
                <a:cubicBezTo>
                  <a:pt x="2592501" y="44862"/>
                  <a:pt x="2597756" y="45867"/>
                  <a:pt x="2602306" y="47878"/>
                </a:cubicBezTo>
                <a:cubicBezTo>
                  <a:pt x="2606858" y="49887"/>
                  <a:pt x="2610652" y="52603"/>
                  <a:pt x="2613686" y="56025"/>
                </a:cubicBezTo>
                <a:cubicBezTo>
                  <a:pt x="2616720" y="59446"/>
                  <a:pt x="2619022" y="63438"/>
                  <a:pt x="2620593" y="68000"/>
                </a:cubicBezTo>
                <a:cubicBezTo>
                  <a:pt x="2622165" y="72562"/>
                  <a:pt x="2622952" y="77450"/>
                  <a:pt x="2622952" y="82665"/>
                </a:cubicBezTo>
                <a:close/>
                <a:moveTo>
                  <a:pt x="2656597" y="46826"/>
                </a:moveTo>
                <a:cubicBezTo>
                  <a:pt x="2656814" y="48885"/>
                  <a:pt x="2656976" y="51161"/>
                  <a:pt x="2657083" y="53654"/>
                </a:cubicBezTo>
                <a:cubicBezTo>
                  <a:pt x="2657192" y="56146"/>
                  <a:pt x="2657247" y="58205"/>
                  <a:pt x="2657247" y="59830"/>
                </a:cubicBezTo>
                <a:lnTo>
                  <a:pt x="2657572" y="59830"/>
                </a:lnTo>
                <a:cubicBezTo>
                  <a:pt x="2659739" y="55382"/>
                  <a:pt x="2663261" y="51776"/>
                  <a:pt x="2668137" y="49011"/>
                </a:cubicBezTo>
                <a:cubicBezTo>
                  <a:pt x="2673013" y="46245"/>
                  <a:pt x="2678161" y="44862"/>
                  <a:pt x="2683579" y="44862"/>
                </a:cubicBezTo>
                <a:cubicBezTo>
                  <a:pt x="2693222" y="44862"/>
                  <a:pt x="2700454" y="47736"/>
                  <a:pt x="2705276" y="53486"/>
                </a:cubicBezTo>
                <a:cubicBezTo>
                  <a:pt x="2710099" y="59235"/>
                  <a:pt x="2712511" y="66827"/>
                  <a:pt x="2712511" y="76264"/>
                </a:cubicBezTo>
                <a:lnTo>
                  <a:pt x="2712511" y="122958"/>
                </a:lnTo>
                <a:lnTo>
                  <a:pt x="2701459" y="122958"/>
                </a:lnTo>
                <a:lnTo>
                  <a:pt x="2701459" y="80778"/>
                </a:lnTo>
                <a:cubicBezTo>
                  <a:pt x="2701459" y="76760"/>
                  <a:pt x="2701134" y="73123"/>
                  <a:pt x="2700484" y="69867"/>
                </a:cubicBezTo>
                <a:cubicBezTo>
                  <a:pt x="2699834" y="66610"/>
                  <a:pt x="2698723" y="63814"/>
                  <a:pt x="2697151" y="61479"/>
                </a:cubicBezTo>
                <a:cubicBezTo>
                  <a:pt x="2695580" y="59145"/>
                  <a:pt x="2693467" y="57326"/>
                  <a:pt x="2690811" y="56023"/>
                </a:cubicBezTo>
                <a:cubicBezTo>
                  <a:pt x="2688158" y="54720"/>
                  <a:pt x="2684826" y="54068"/>
                  <a:pt x="2680816" y="54068"/>
                </a:cubicBezTo>
                <a:cubicBezTo>
                  <a:pt x="2677891" y="54068"/>
                  <a:pt x="2675046" y="54666"/>
                  <a:pt x="2672282" y="55862"/>
                </a:cubicBezTo>
                <a:cubicBezTo>
                  <a:pt x="2669519" y="57055"/>
                  <a:pt x="2667053" y="58874"/>
                  <a:pt x="2664886" y="61318"/>
                </a:cubicBezTo>
                <a:cubicBezTo>
                  <a:pt x="2662720" y="63760"/>
                  <a:pt x="2660986" y="66854"/>
                  <a:pt x="2659685" y="70599"/>
                </a:cubicBezTo>
                <a:cubicBezTo>
                  <a:pt x="2658385" y="74344"/>
                  <a:pt x="2657735" y="78769"/>
                  <a:pt x="2657735" y="83873"/>
                </a:cubicBezTo>
                <a:lnTo>
                  <a:pt x="2657735" y="122958"/>
                </a:lnTo>
                <a:lnTo>
                  <a:pt x="2646681" y="122958"/>
                </a:lnTo>
                <a:lnTo>
                  <a:pt x="2646681" y="63573"/>
                </a:lnTo>
                <a:cubicBezTo>
                  <a:pt x="2646681" y="61511"/>
                  <a:pt x="2646627" y="58854"/>
                  <a:pt x="2646517" y="55604"/>
                </a:cubicBezTo>
                <a:cubicBezTo>
                  <a:pt x="2646410" y="52353"/>
                  <a:pt x="2646248" y="49427"/>
                  <a:pt x="2646031" y="46826"/>
                </a:cubicBezTo>
                <a:lnTo>
                  <a:pt x="2656597" y="46826"/>
                </a:lnTo>
                <a:close/>
                <a:moveTo>
                  <a:pt x="2775413" y="56132"/>
                </a:moveTo>
                <a:lnTo>
                  <a:pt x="2753960" y="56132"/>
                </a:lnTo>
                <a:lnTo>
                  <a:pt x="2753960" y="100552"/>
                </a:lnTo>
                <a:cubicBezTo>
                  <a:pt x="2753960" y="103373"/>
                  <a:pt x="2754230" y="105705"/>
                  <a:pt x="2754771" y="107549"/>
                </a:cubicBezTo>
                <a:cubicBezTo>
                  <a:pt x="2755313" y="109393"/>
                  <a:pt x="2756098" y="110830"/>
                  <a:pt x="2757127" y="111862"/>
                </a:cubicBezTo>
                <a:cubicBezTo>
                  <a:pt x="2758157" y="112892"/>
                  <a:pt x="2759376" y="113597"/>
                  <a:pt x="2760785" y="113978"/>
                </a:cubicBezTo>
                <a:cubicBezTo>
                  <a:pt x="2762194" y="114356"/>
                  <a:pt x="2763711" y="114546"/>
                  <a:pt x="2765336" y="114546"/>
                </a:cubicBezTo>
                <a:cubicBezTo>
                  <a:pt x="2766854" y="114546"/>
                  <a:pt x="2768452" y="114325"/>
                  <a:pt x="2770131" y="113883"/>
                </a:cubicBezTo>
                <a:cubicBezTo>
                  <a:pt x="2771811" y="113440"/>
                  <a:pt x="2773409" y="112831"/>
                  <a:pt x="2774927" y="112055"/>
                </a:cubicBezTo>
                <a:lnTo>
                  <a:pt x="2775413" y="121637"/>
                </a:lnTo>
                <a:cubicBezTo>
                  <a:pt x="2773464" y="122395"/>
                  <a:pt x="2771433" y="122964"/>
                  <a:pt x="2769320" y="123343"/>
                </a:cubicBezTo>
                <a:cubicBezTo>
                  <a:pt x="2767206" y="123722"/>
                  <a:pt x="2764903" y="123911"/>
                  <a:pt x="2762410" y="123911"/>
                </a:cubicBezTo>
                <a:cubicBezTo>
                  <a:pt x="2760351" y="123911"/>
                  <a:pt x="2758184" y="123640"/>
                  <a:pt x="2755909" y="123097"/>
                </a:cubicBezTo>
                <a:cubicBezTo>
                  <a:pt x="2753634" y="122557"/>
                  <a:pt x="2751521" y="121528"/>
                  <a:pt x="2749570" y="120012"/>
                </a:cubicBezTo>
                <a:cubicBezTo>
                  <a:pt x="2747620" y="118494"/>
                  <a:pt x="2746022" y="116435"/>
                  <a:pt x="2744775" y="113834"/>
                </a:cubicBezTo>
                <a:cubicBezTo>
                  <a:pt x="2743529" y="111233"/>
                  <a:pt x="2742905" y="107819"/>
                  <a:pt x="2742905" y="103593"/>
                </a:cubicBezTo>
                <a:lnTo>
                  <a:pt x="2742905" y="56132"/>
                </a:lnTo>
                <a:lnTo>
                  <a:pt x="2727139" y="56132"/>
                </a:lnTo>
                <a:lnTo>
                  <a:pt x="2727139" y="46925"/>
                </a:lnTo>
                <a:lnTo>
                  <a:pt x="2742905" y="46925"/>
                </a:lnTo>
                <a:lnTo>
                  <a:pt x="2742905" y="25469"/>
                </a:lnTo>
                <a:lnTo>
                  <a:pt x="2753960" y="25469"/>
                </a:lnTo>
                <a:lnTo>
                  <a:pt x="2753960" y="46925"/>
                </a:lnTo>
                <a:lnTo>
                  <a:pt x="2775413" y="46925"/>
                </a:lnTo>
                <a:lnTo>
                  <a:pt x="2775413" y="56132"/>
                </a:lnTo>
                <a:close/>
                <a:moveTo>
                  <a:pt x="2834743" y="46925"/>
                </a:moveTo>
                <a:lnTo>
                  <a:pt x="2853111" y="108663"/>
                </a:lnTo>
                <a:lnTo>
                  <a:pt x="2853436" y="108663"/>
                </a:lnTo>
                <a:lnTo>
                  <a:pt x="2873915" y="46925"/>
                </a:lnTo>
                <a:lnTo>
                  <a:pt x="2884644" y="46925"/>
                </a:lnTo>
                <a:lnTo>
                  <a:pt x="2905448" y="108663"/>
                </a:lnTo>
                <a:lnTo>
                  <a:pt x="2905773" y="108663"/>
                </a:lnTo>
                <a:lnTo>
                  <a:pt x="2923978" y="46925"/>
                </a:lnTo>
                <a:lnTo>
                  <a:pt x="2935682" y="46925"/>
                </a:lnTo>
                <a:lnTo>
                  <a:pt x="2911626" y="122958"/>
                </a:lnTo>
                <a:lnTo>
                  <a:pt x="2899597" y="122958"/>
                </a:lnTo>
                <a:lnTo>
                  <a:pt x="2879280" y="61385"/>
                </a:lnTo>
                <a:lnTo>
                  <a:pt x="2878955" y="61385"/>
                </a:lnTo>
                <a:lnTo>
                  <a:pt x="2858962" y="122958"/>
                </a:lnTo>
                <a:lnTo>
                  <a:pt x="2846933" y="122958"/>
                </a:lnTo>
                <a:lnTo>
                  <a:pt x="2822877" y="46925"/>
                </a:lnTo>
                <a:lnTo>
                  <a:pt x="2834743" y="46925"/>
                </a:lnTo>
                <a:close/>
                <a:moveTo>
                  <a:pt x="2965752" y="122958"/>
                </a:moveTo>
                <a:lnTo>
                  <a:pt x="2954700" y="122958"/>
                </a:lnTo>
                <a:lnTo>
                  <a:pt x="2954700" y="46888"/>
                </a:lnTo>
                <a:lnTo>
                  <a:pt x="2965752" y="46888"/>
                </a:lnTo>
                <a:lnTo>
                  <a:pt x="2965752" y="122958"/>
                </a:lnTo>
                <a:moveTo>
                  <a:pt x="2968029" y="17560"/>
                </a:moveTo>
                <a:cubicBezTo>
                  <a:pt x="2968029" y="19828"/>
                  <a:pt x="2967216" y="21692"/>
                  <a:pt x="2965591" y="23150"/>
                </a:cubicBezTo>
                <a:cubicBezTo>
                  <a:pt x="2963965" y="24609"/>
                  <a:pt x="2962177" y="25338"/>
                  <a:pt x="2960226" y="25338"/>
                </a:cubicBezTo>
                <a:cubicBezTo>
                  <a:pt x="2958275" y="25338"/>
                  <a:pt x="2956487" y="24609"/>
                  <a:pt x="2954861" y="23150"/>
                </a:cubicBezTo>
                <a:cubicBezTo>
                  <a:pt x="2953236" y="21692"/>
                  <a:pt x="2952423" y="19828"/>
                  <a:pt x="2952423" y="17560"/>
                </a:cubicBezTo>
                <a:cubicBezTo>
                  <a:pt x="2952423" y="15291"/>
                  <a:pt x="2953236" y="13428"/>
                  <a:pt x="2954861" y="11969"/>
                </a:cubicBezTo>
                <a:cubicBezTo>
                  <a:pt x="2956487" y="10511"/>
                  <a:pt x="2958275" y="9782"/>
                  <a:pt x="2960226" y="9782"/>
                </a:cubicBezTo>
                <a:cubicBezTo>
                  <a:pt x="2962177" y="9782"/>
                  <a:pt x="2963965" y="10511"/>
                  <a:pt x="2965591" y="11969"/>
                </a:cubicBezTo>
                <a:cubicBezTo>
                  <a:pt x="2967216" y="13428"/>
                  <a:pt x="2968029" y="15291"/>
                  <a:pt x="2968029" y="17560"/>
                </a:cubicBezTo>
                <a:close/>
                <a:moveTo>
                  <a:pt x="3029468" y="56132"/>
                </a:moveTo>
                <a:lnTo>
                  <a:pt x="3008014" y="56132"/>
                </a:lnTo>
                <a:lnTo>
                  <a:pt x="3008014" y="100552"/>
                </a:lnTo>
                <a:cubicBezTo>
                  <a:pt x="3008014" y="103373"/>
                  <a:pt x="3008285" y="105705"/>
                  <a:pt x="3008825" y="107549"/>
                </a:cubicBezTo>
                <a:cubicBezTo>
                  <a:pt x="3009368" y="109393"/>
                  <a:pt x="3010153" y="110830"/>
                  <a:pt x="3011181" y="111862"/>
                </a:cubicBezTo>
                <a:cubicBezTo>
                  <a:pt x="3012212" y="112892"/>
                  <a:pt x="3013431" y="113597"/>
                  <a:pt x="3014840" y="113978"/>
                </a:cubicBezTo>
                <a:cubicBezTo>
                  <a:pt x="3016249" y="114356"/>
                  <a:pt x="3017766" y="114546"/>
                  <a:pt x="3019391" y="114546"/>
                </a:cubicBezTo>
                <a:cubicBezTo>
                  <a:pt x="3020909" y="114546"/>
                  <a:pt x="3022507" y="114325"/>
                  <a:pt x="3024185" y="113883"/>
                </a:cubicBezTo>
                <a:cubicBezTo>
                  <a:pt x="3025865" y="113440"/>
                  <a:pt x="3027464" y="112831"/>
                  <a:pt x="3028982" y="112055"/>
                </a:cubicBezTo>
                <a:lnTo>
                  <a:pt x="3029468" y="121637"/>
                </a:lnTo>
                <a:cubicBezTo>
                  <a:pt x="3027519" y="122395"/>
                  <a:pt x="3025487" y="122964"/>
                  <a:pt x="3023374" y="123343"/>
                </a:cubicBezTo>
                <a:cubicBezTo>
                  <a:pt x="3021261" y="123722"/>
                  <a:pt x="3018958" y="123911"/>
                  <a:pt x="3016464" y="123911"/>
                </a:cubicBezTo>
                <a:cubicBezTo>
                  <a:pt x="3014406" y="123911"/>
                  <a:pt x="3012239" y="123640"/>
                  <a:pt x="3009964" y="123097"/>
                </a:cubicBezTo>
                <a:cubicBezTo>
                  <a:pt x="3007689" y="122557"/>
                  <a:pt x="3005575" y="121528"/>
                  <a:pt x="3003624" y="120012"/>
                </a:cubicBezTo>
                <a:cubicBezTo>
                  <a:pt x="3001675" y="118494"/>
                  <a:pt x="3000077" y="116435"/>
                  <a:pt x="2998830" y="113834"/>
                </a:cubicBezTo>
                <a:cubicBezTo>
                  <a:pt x="2997583" y="111233"/>
                  <a:pt x="2996960" y="107819"/>
                  <a:pt x="2996960" y="103593"/>
                </a:cubicBezTo>
                <a:lnTo>
                  <a:pt x="2996960" y="56132"/>
                </a:lnTo>
                <a:lnTo>
                  <a:pt x="2981193" y="56132"/>
                </a:lnTo>
                <a:lnTo>
                  <a:pt x="2981193" y="46925"/>
                </a:lnTo>
                <a:lnTo>
                  <a:pt x="2996960" y="46925"/>
                </a:lnTo>
                <a:lnTo>
                  <a:pt x="2996960" y="25469"/>
                </a:lnTo>
                <a:lnTo>
                  <a:pt x="3008014" y="25469"/>
                </a:lnTo>
                <a:lnTo>
                  <a:pt x="3008014" y="46925"/>
                </a:lnTo>
                <a:lnTo>
                  <a:pt x="3029468" y="46925"/>
                </a:lnTo>
                <a:lnTo>
                  <a:pt x="3029468" y="56132"/>
                </a:lnTo>
                <a:close/>
                <a:moveTo>
                  <a:pt x="3058401" y="59341"/>
                </a:moveTo>
                <a:cubicBezTo>
                  <a:pt x="3060460" y="54895"/>
                  <a:pt x="3063872" y="51371"/>
                  <a:pt x="3068639" y="48768"/>
                </a:cubicBezTo>
                <a:cubicBezTo>
                  <a:pt x="3073408" y="46164"/>
                  <a:pt x="3078502" y="44862"/>
                  <a:pt x="3083920" y="44862"/>
                </a:cubicBezTo>
                <a:cubicBezTo>
                  <a:pt x="3093563" y="44862"/>
                  <a:pt x="3100795" y="47736"/>
                  <a:pt x="3105617" y="53486"/>
                </a:cubicBezTo>
                <a:cubicBezTo>
                  <a:pt x="3110440" y="59235"/>
                  <a:pt x="3112852" y="66827"/>
                  <a:pt x="3112852" y="76264"/>
                </a:cubicBezTo>
                <a:lnTo>
                  <a:pt x="3112852" y="122958"/>
                </a:lnTo>
                <a:lnTo>
                  <a:pt x="3101800" y="122958"/>
                </a:lnTo>
                <a:lnTo>
                  <a:pt x="3101800" y="80778"/>
                </a:lnTo>
                <a:cubicBezTo>
                  <a:pt x="3101800" y="76760"/>
                  <a:pt x="3101475" y="73123"/>
                  <a:pt x="3100825" y="69867"/>
                </a:cubicBezTo>
                <a:cubicBezTo>
                  <a:pt x="3100175" y="66610"/>
                  <a:pt x="3099064" y="63814"/>
                  <a:pt x="3097492" y="61479"/>
                </a:cubicBezTo>
                <a:cubicBezTo>
                  <a:pt x="3095921" y="59145"/>
                  <a:pt x="3093808" y="57326"/>
                  <a:pt x="3091152" y="56023"/>
                </a:cubicBezTo>
                <a:cubicBezTo>
                  <a:pt x="3088498" y="54720"/>
                  <a:pt x="3085167" y="54068"/>
                  <a:pt x="3081157" y="54068"/>
                </a:cubicBezTo>
                <a:cubicBezTo>
                  <a:pt x="3078232" y="54068"/>
                  <a:pt x="3075387" y="54666"/>
                  <a:pt x="3072623" y="55862"/>
                </a:cubicBezTo>
                <a:cubicBezTo>
                  <a:pt x="3069860" y="57055"/>
                  <a:pt x="3067394" y="58874"/>
                  <a:pt x="3065227" y="61318"/>
                </a:cubicBezTo>
                <a:cubicBezTo>
                  <a:pt x="3063061" y="63760"/>
                  <a:pt x="3061327" y="66854"/>
                  <a:pt x="3060026" y="70599"/>
                </a:cubicBezTo>
                <a:cubicBezTo>
                  <a:pt x="3058726" y="74344"/>
                  <a:pt x="3058076" y="78769"/>
                  <a:pt x="3058076" y="83873"/>
                </a:cubicBezTo>
                <a:lnTo>
                  <a:pt x="3058076" y="122958"/>
                </a:lnTo>
                <a:lnTo>
                  <a:pt x="3047022" y="122958"/>
                </a:lnTo>
                <a:lnTo>
                  <a:pt x="3047022" y="0"/>
                </a:lnTo>
                <a:lnTo>
                  <a:pt x="3058076" y="0"/>
                </a:lnTo>
                <a:lnTo>
                  <a:pt x="3058076" y="59341"/>
                </a:lnTo>
                <a:lnTo>
                  <a:pt x="3058401" y="59341"/>
                </a:lnTo>
                <a:close/>
                <a:moveTo>
                  <a:pt x="3217041" y="84863"/>
                </a:moveTo>
                <a:cubicBezTo>
                  <a:pt x="3217041" y="90608"/>
                  <a:pt x="3216039" y="95920"/>
                  <a:pt x="3214033" y="100798"/>
                </a:cubicBezTo>
                <a:cubicBezTo>
                  <a:pt x="3212029" y="105676"/>
                  <a:pt x="3209239" y="109904"/>
                  <a:pt x="3205662" y="113482"/>
                </a:cubicBezTo>
                <a:cubicBezTo>
                  <a:pt x="3202087" y="117058"/>
                  <a:pt x="3197807" y="119849"/>
                  <a:pt x="3192822" y="121855"/>
                </a:cubicBezTo>
                <a:cubicBezTo>
                  <a:pt x="3187839" y="123860"/>
                  <a:pt x="3182367" y="124863"/>
                  <a:pt x="3176406" y="124863"/>
                </a:cubicBezTo>
                <a:cubicBezTo>
                  <a:pt x="3170554" y="124863"/>
                  <a:pt x="3165136" y="123860"/>
                  <a:pt x="3160151" y="121855"/>
                </a:cubicBezTo>
                <a:cubicBezTo>
                  <a:pt x="3155167" y="119849"/>
                  <a:pt x="3150887" y="117058"/>
                  <a:pt x="3147311" y="113482"/>
                </a:cubicBezTo>
                <a:cubicBezTo>
                  <a:pt x="3143736" y="109904"/>
                  <a:pt x="3140946" y="105676"/>
                  <a:pt x="3138940" y="100798"/>
                </a:cubicBezTo>
                <a:cubicBezTo>
                  <a:pt x="3136936" y="95920"/>
                  <a:pt x="3135934" y="90608"/>
                  <a:pt x="3135934" y="84863"/>
                </a:cubicBezTo>
                <a:cubicBezTo>
                  <a:pt x="3135934" y="79117"/>
                  <a:pt x="3136936" y="73805"/>
                  <a:pt x="3138940" y="68927"/>
                </a:cubicBezTo>
                <a:cubicBezTo>
                  <a:pt x="3140946" y="64050"/>
                  <a:pt x="3143736" y="59822"/>
                  <a:pt x="3147311" y="56246"/>
                </a:cubicBezTo>
                <a:cubicBezTo>
                  <a:pt x="3150887" y="52668"/>
                  <a:pt x="3155167" y="49876"/>
                  <a:pt x="3160151" y="47870"/>
                </a:cubicBezTo>
                <a:cubicBezTo>
                  <a:pt x="3165136" y="45865"/>
                  <a:pt x="3170554" y="44862"/>
                  <a:pt x="3176406" y="44862"/>
                </a:cubicBezTo>
                <a:cubicBezTo>
                  <a:pt x="3182367" y="44862"/>
                  <a:pt x="3187839" y="45865"/>
                  <a:pt x="3192822" y="47870"/>
                </a:cubicBezTo>
                <a:cubicBezTo>
                  <a:pt x="3197807" y="49876"/>
                  <a:pt x="3202087" y="52668"/>
                  <a:pt x="3205662" y="56246"/>
                </a:cubicBezTo>
                <a:cubicBezTo>
                  <a:pt x="3209239" y="59822"/>
                  <a:pt x="3212029" y="64050"/>
                  <a:pt x="3214033" y="68927"/>
                </a:cubicBezTo>
                <a:cubicBezTo>
                  <a:pt x="3216039" y="73805"/>
                  <a:pt x="3217041" y="79117"/>
                  <a:pt x="3217041" y="84863"/>
                </a:cubicBezTo>
                <a:moveTo>
                  <a:pt x="3205340" y="84865"/>
                </a:moveTo>
                <a:cubicBezTo>
                  <a:pt x="3205340" y="80629"/>
                  <a:pt x="3204663" y="76637"/>
                  <a:pt x="3203309" y="72891"/>
                </a:cubicBezTo>
                <a:cubicBezTo>
                  <a:pt x="3201954" y="69142"/>
                  <a:pt x="3200031" y="65883"/>
                  <a:pt x="3197537" y="63114"/>
                </a:cubicBezTo>
                <a:cubicBezTo>
                  <a:pt x="3195045" y="60342"/>
                  <a:pt x="3192011" y="58143"/>
                  <a:pt x="3188435" y="56514"/>
                </a:cubicBezTo>
                <a:cubicBezTo>
                  <a:pt x="3184860" y="54884"/>
                  <a:pt x="3180851" y="54068"/>
                  <a:pt x="3176408" y="54068"/>
                </a:cubicBezTo>
                <a:cubicBezTo>
                  <a:pt x="3171965" y="54068"/>
                  <a:pt x="3167983" y="54884"/>
                  <a:pt x="3164461" y="56514"/>
                </a:cubicBezTo>
                <a:cubicBezTo>
                  <a:pt x="3160939" y="58143"/>
                  <a:pt x="3157932" y="60342"/>
                  <a:pt x="3155438" y="63114"/>
                </a:cubicBezTo>
                <a:cubicBezTo>
                  <a:pt x="3152946" y="65883"/>
                  <a:pt x="3151023" y="69142"/>
                  <a:pt x="3149669" y="72891"/>
                </a:cubicBezTo>
                <a:cubicBezTo>
                  <a:pt x="3148315" y="76637"/>
                  <a:pt x="3147638" y="80629"/>
                  <a:pt x="3147638" y="84865"/>
                </a:cubicBezTo>
                <a:cubicBezTo>
                  <a:pt x="3147638" y="89101"/>
                  <a:pt x="3148315" y="93094"/>
                  <a:pt x="3149669" y="96842"/>
                </a:cubicBezTo>
                <a:cubicBezTo>
                  <a:pt x="3151023" y="100589"/>
                  <a:pt x="3152946" y="103848"/>
                  <a:pt x="3155438" y="106619"/>
                </a:cubicBezTo>
                <a:cubicBezTo>
                  <a:pt x="3157932" y="109388"/>
                  <a:pt x="3160939" y="111561"/>
                  <a:pt x="3164461" y="113137"/>
                </a:cubicBezTo>
                <a:cubicBezTo>
                  <a:pt x="3167983" y="114711"/>
                  <a:pt x="3171965" y="115498"/>
                  <a:pt x="3176408" y="115498"/>
                </a:cubicBezTo>
                <a:cubicBezTo>
                  <a:pt x="3180851" y="115498"/>
                  <a:pt x="3184860" y="114711"/>
                  <a:pt x="3188435" y="113137"/>
                </a:cubicBezTo>
                <a:cubicBezTo>
                  <a:pt x="3192011" y="111561"/>
                  <a:pt x="3195045" y="109388"/>
                  <a:pt x="3197537" y="106619"/>
                </a:cubicBezTo>
                <a:cubicBezTo>
                  <a:pt x="3200031" y="103848"/>
                  <a:pt x="3201954" y="100589"/>
                  <a:pt x="3203309" y="96842"/>
                </a:cubicBezTo>
                <a:cubicBezTo>
                  <a:pt x="3204663" y="93094"/>
                  <a:pt x="3205340" y="89101"/>
                  <a:pt x="3205340" y="84865"/>
                </a:cubicBezTo>
                <a:close/>
                <a:moveTo>
                  <a:pt x="3296037" y="122958"/>
                </a:moveTo>
                <a:cubicBezTo>
                  <a:pt x="3295820" y="120900"/>
                  <a:pt x="3295657" y="118625"/>
                  <a:pt x="3295548" y="116133"/>
                </a:cubicBezTo>
                <a:cubicBezTo>
                  <a:pt x="3295441" y="113640"/>
                  <a:pt x="3295387" y="111580"/>
                  <a:pt x="3295387" y="109955"/>
                </a:cubicBezTo>
                <a:lnTo>
                  <a:pt x="3295062" y="109955"/>
                </a:lnTo>
                <a:cubicBezTo>
                  <a:pt x="3292894" y="114398"/>
                  <a:pt x="3289373" y="117993"/>
                  <a:pt x="3284497" y="120741"/>
                </a:cubicBezTo>
                <a:cubicBezTo>
                  <a:pt x="3279620" y="123489"/>
                  <a:pt x="3274473" y="124863"/>
                  <a:pt x="3269055" y="124863"/>
                </a:cubicBezTo>
                <a:cubicBezTo>
                  <a:pt x="3259412" y="124863"/>
                  <a:pt x="3252179" y="122002"/>
                  <a:pt x="3247356" y="116279"/>
                </a:cubicBezTo>
                <a:cubicBezTo>
                  <a:pt x="3242534" y="110555"/>
                  <a:pt x="3240123" y="102979"/>
                  <a:pt x="3240123" y="93551"/>
                </a:cubicBezTo>
                <a:lnTo>
                  <a:pt x="3240123" y="46901"/>
                </a:lnTo>
                <a:lnTo>
                  <a:pt x="3251178" y="46901"/>
                </a:lnTo>
                <a:lnTo>
                  <a:pt x="3251178" y="89000"/>
                </a:lnTo>
                <a:cubicBezTo>
                  <a:pt x="3251178" y="93009"/>
                  <a:pt x="3251502" y="96639"/>
                  <a:pt x="3252152" y="99890"/>
                </a:cubicBezTo>
                <a:cubicBezTo>
                  <a:pt x="3252802" y="103141"/>
                  <a:pt x="3253912" y="105931"/>
                  <a:pt x="3255483" y="108261"/>
                </a:cubicBezTo>
                <a:cubicBezTo>
                  <a:pt x="3257056" y="110591"/>
                  <a:pt x="3259169" y="112406"/>
                  <a:pt x="3261823" y="113707"/>
                </a:cubicBezTo>
                <a:cubicBezTo>
                  <a:pt x="3264478" y="115007"/>
                  <a:pt x="3267811" y="115657"/>
                  <a:pt x="3271820" y="115657"/>
                </a:cubicBezTo>
                <a:cubicBezTo>
                  <a:pt x="3274745" y="115657"/>
                  <a:pt x="3277589" y="115061"/>
                  <a:pt x="3280352" y="113869"/>
                </a:cubicBezTo>
                <a:cubicBezTo>
                  <a:pt x="3283117" y="112676"/>
                  <a:pt x="3285582" y="110862"/>
                  <a:pt x="3287748" y="108424"/>
                </a:cubicBezTo>
                <a:cubicBezTo>
                  <a:pt x="3289916" y="105986"/>
                  <a:pt x="3291649" y="102897"/>
                  <a:pt x="3292949" y="99158"/>
                </a:cubicBezTo>
                <a:cubicBezTo>
                  <a:pt x="3294250" y="95420"/>
                  <a:pt x="3294901" y="91004"/>
                  <a:pt x="3294901" y="85912"/>
                </a:cubicBezTo>
                <a:lnTo>
                  <a:pt x="3294901" y="46901"/>
                </a:lnTo>
                <a:lnTo>
                  <a:pt x="3305953" y="46901"/>
                </a:lnTo>
                <a:lnTo>
                  <a:pt x="3305953" y="106230"/>
                </a:lnTo>
                <a:cubicBezTo>
                  <a:pt x="3305953" y="108288"/>
                  <a:pt x="3306006" y="110942"/>
                  <a:pt x="3306114" y="114191"/>
                </a:cubicBezTo>
                <a:cubicBezTo>
                  <a:pt x="3306223" y="117440"/>
                  <a:pt x="3306386" y="120363"/>
                  <a:pt x="3306603" y="122958"/>
                </a:cubicBezTo>
                <a:lnTo>
                  <a:pt x="3296037" y="122958"/>
                </a:lnTo>
                <a:close/>
                <a:moveTo>
                  <a:pt x="3369507" y="56132"/>
                </a:moveTo>
                <a:lnTo>
                  <a:pt x="3348053" y="56132"/>
                </a:lnTo>
                <a:lnTo>
                  <a:pt x="3348053" y="100552"/>
                </a:lnTo>
                <a:cubicBezTo>
                  <a:pt x="3348053" y="103373"/>
                  <a:pt x="3348323" y="105705"/>
                  <a:pt x="3348864" y="107549"/>
                </a:cubicBezTo>
                <a:cubicBezTo>
                  <a:pt x="3349406" y="109393"/>
                  <a:pt x="3350192" y="110830"/>
                  <a:pt x="3351220" y="111862"/>
                </a:cubicBezTo>
                <a:cubicBezTo>
                  <a:pt x="3352250" y="112892"/>
                  <a:pt x="3353470" y="113597"/>
                  <a:pt x="3354879" y="113978"/>
                </a:cubicBezTo>
                <a:cubicBezTo>
                  <a:pt x="3356287" y="114356"/>
                  <a:pt x="3357804" y="114546"/>
                  <a:pt x="3359430" y="114546"/>
                </a:cubicBezTo>
                <a:cubicBezTo>
                  <a:pt x="3360948" y="114546"/>
                  <a:pt x="3362546" y="114325"/>
                  <a:pt x="3364224" y="113883"/>
                </a:cubicBezTo>
                <a:cubicBezTo>
                  <a:pt x="3365904" y="113440"/>
                  <a:pt x="3367503" y="112831"/>
                  <a:pt x="3369021" y="112055"/>
                </a:cubicBezTo>
                <a:lnTo>
                  <a:pt x="3369507" y="121637"/>
                </a:lnTo>
                <a:cubicBezTo>
                  <a:pt x="3367557" y="122395"/>
                  <a:pt x="3365526" y="122964"/>
                  <a:pt x="3363413" y="123343"/>
                </a:cubicBezTo>
                <a:cubicBezTo>
                  <a:pt x="3361300" y="123722"/>
                  <a:pt x="3358997" y="123911"/>
                  <a:pt x="3356503" y="123911"/>
                </a:cubicBezTo>
                <a:cubicBezTo>
                  <a:pt x="3354445" y="123911"/>
                  <a:pt x="3352278" y="123640"/>
                  <a:pt x="3350002" y="123097"/>
                </a:cubicBezTo>
                <a:cubicBezTo>
                  <a:pt x="3347727" y="122557"/>
                  <a:pt x="3345614" y="121528"/>
                  <a:pt x="3343663" y="120012"/>
                </a:cubicBezTo>
                <a:cubicBezTo>
                  <a:pt x="3341714" y="118494"/>
                  <a:pt x="3340116" y="116435"/>
                  <a:pt x="3338869" y="113834"/>
                </a:cubicBezTo>
                <a:cubicBezTo>
                  <a:pt x="3337622" y="111233"/>
                  <a:pt x="3336999" y="107819"/>
                  <a:pt x="3336999" y="103593"/>
                </a:cubicBezTo>
                <a:lnTo>
                  <a:pt x="3336999" y="56132"/>
                </a:lnTo>
                <a:lnTo>
                  <a:pt x="3321232" y="56132"/>
                </a:lnTo>
                <a:lnTo>
                  <a:pt x="3321232" y="46925"/>
                </a:lnTo>
                <a:lnTo>
                  <a:pt x="3336999" y="46925"/>
                </a:lnTo>
                <a:lnTo>
                  <a:pt x="3336999" y="25469"/>
                </a:lnTo>
                <a:lnTo>
                  <a:pt x="3348053" y="25469"/>
                </a:lnTo>
                <a:lnTo>
                  <a:pt x="3348053" y="46925"/>
                </a:lnTo>
                <a:lnTo>
                  <a:pt x="3369507" y="46925"/>
                </a:lnTo>
                <a:lnTo>
                  <a:pt x="3369507" y="561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9" name="Text compromisingonfunctionalityorcomfort!">
            <a:extLst xmlns:a="http://schemas.openxmlformats.org/drawingml/2006/main">
              <a:ext uri="{FF2B5EF4-FFF2-40B4-BE49-F238E27FC236}">
                <a16:creationId xmlns:a16="http://schemas.microsoft.com/office/drawing/2014/main" id="{58F64D4C-7573-4AEF-A83A-04F74857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9453" y="4383056"/>
            <a:ext cx="3099524" cy="163812"/>
          </a:xfrm>
          <a:custGeom xmlns:a="http://schemas.openxmlformats.org/drawingml/2006/main">
            <a:pathLst>
              <a:path w="3099524" h="163812">
                <a:moveTo>
                  <a:pt x="60304" y="65954"/>
                </a:moveTo>
                <a:cubicBezTo>
                  <a:pt x="58462" y="63027"/>
                  <a:pt x="55780" y="60615"/>
                  <a:pt x="52258" y="58719"/>
                </a:cubicBezTo>
                <a:cubicBezTo>
                  <a:pt x="48736" y="56822"/>
                  <a:pt x="44916" y="55874"/>
                  <a:pt x="40799" y="55874"/>
                </a:cubicBezTo>
                <a:cubicBezTo>
                  <a:pt x="36356" y="55874"/>
                  <a:pt x="32347" y="56662"/>
                  <a:pt x="28770" y="58238"/>
                </a:cubicBezTo>
                <a:cubicBezTo>
                  <a:pt x="25194" y="59812"/>
                  <a:pt x="22132" y="61984"/>
                  <a:pt x="19586" y="64756"/>
                </a:cubicBezTo>
                <a:cubicBezTo>
                  <a:pt x="17040" y="67525"/>
                  <a:pt x="15090" y="70784"/>
                  <a:pt x="13735" y="74533"/>
                </a:cubicBezTo>
                <a:cubicBezTo>
                  <a:pt x="12381" y="78279"/>
                  <a:pt x="11704" y="82325"/>
                  <a:pt x="11704" y="86671"/>
                </a:cubicBezTo>
                <a:cubicBezTo>
                  <a:pt x="11704" y="91016"/>
                  <a:pt x="12381" y="95036"/>
                  <a:pt x="13735" y="98729"/>
                </a:cubicBezTo>
                <a:cubicBezTo>
                  <a:pt x="15090" y="102422"/>
                  <a:pt x="17013" y="105653"/>
                  <a:pt x="19504" y="108424"/>
                </a:cubicBezTo>
                <a:cubicBezTo>
                  <a:pt x="21998" y="111194"/>
                  <a:pt x="25032" y="113367"/>
                  <a:pt x="28607" y="114942"/>
                </a:cubicBezTo>
                <a:cubicBezTo>
                  <a:pt x="32183" y="116517"/>
                  <a:pt x="36193" y="117304"/>
                  <a:pt x="40636" y="117304"/>
                </a:cubicBezTo>
                <a:cubicBezTo>
                  <a:pt x="45512" y="117304"/>
                  <a:pt x="49629" y="116383"/>
                  <a:pt x="52987" y="114541"/>
                </a:cubicBezTo>
                <a:cubicBezTo>
                  <a:pt x="56347" y="112699"/>
                  <a:pt x="59111" y="110315"/>
                  <a:pt x="61278" y="107390"/>
                </a:cubicBezTo>
                <a:lnTo>
                  <a:pt x="69567" y="113566"/>
                </a:lnTo>
                <a:cubicBezTo>
                  <a:pt x="66316" y="117564"/>
                  <a:pt x="62334" y="120748"/>
                  <a:pt x="57620" y="123117"/>
                </a:cubicBezTo>
                <a:cubicBezTo>
                  <a:pt x="52908" y="125485"/>
                  <a:pt x="47246" y="126669"/>
                  <a:pt x="40636" y="126669"/>
                </a:cubicBezTo>
                <a:cubicBezTo>
                  <a:pt x="34458" y="126669"/>
                  <a:pt x="28877" y="125666"/>
                  <a:pt x="23892" y="123660"/>
                </a:cubicBezTo>
                <a:cubicBezTo>
                  <a:pt x="18908" y="121655"/>
                  <a:pt x="14656" y="118864"/>
                  <a:pt x="11134" y="115287"/>
                </a:cubicBezTo>
                <a:cubicBezTo>
                  <a:pt x="7613" y="111709"/>
                  <a:pt x="4878" y="107481"/>
                  <a:pt x="2927" y="102603"/>
                </a:cubicBezTo>
                <a:cubicBezTo>
                  <a:pt x="976" y="97726"/>
                  <a:pt x="0" y="92414"/>
                  <a:pt x="0" y="86668"/>
                </a:cubicBezTo>
                <a:cubicBezTo>
                  <a:pt x="0" y="80922"/>
                  <a:pt x="976" y="75611"/>
                  <a:pt x="2927" y="70733"/>
                </a:cubicBezTo>
                <a:cubicBezTo>
                  <a:pt x="4878" y="65855"/>
                  <a:pt x="7613" y="61628"/>
                  <a:pt x="11134" y="58052"/>
                </a:cubicBezTo>
                <a:cubicBezTo>
                  <a:pt x="14656" y="54473"/>
                  <a:pt x="18908" y="51682"/>
                  <a:pt x="23892" y="49676"/>
                </a:cubicBezTo>
                <a:cubicBezTo>
                  <a:pt x="28877" y="47670"/>
                  <a:pt x="34458" y="46667"/>
                  <a:pt x="40636" y="46667"/>
                </a:cubicBezTo>
                <a:cubicBezTo>
                  <a:pt x="45728" y="46667"/>
                  <a:pt x="50902" y="47771"/>
                  <a:pt x="56157" y="49979"/>
                </a:cubicBezTo>
                <a:cubicBezTo>
                  <a:pt x="61413" y="52186"/>
                  <a:pt x="65667" y="55452"/>
                  <a:pt x="68917" y="59775"/>
                </a:cubicBezTo>
                <a:lnTo>
                  <a:pt x="60304" y="65954"/>
                </a:lnTo>
                <a:close/>
                <a:moveTo>
                  <a:pt x="162380" y="86668"/>
                </a:moveTo>
                <a:cubicBezTo>
                  <a:pt x="162380" y="92414"/>
                  <a:pt x="161377" y="97726"/>
                  <a:pt x="159371" y="102603"/>
                </a:cubicBezTo>
                <a:cubicBezTo>
                  <a:pt x="157367" y="107481"/>
                  <a:pt x="154577" y="111709"/>
                  <a:pt x="151001" y="115287"/>
                </a:cubicBezTo>
                <a:cubicBezTo>
                  <a:pt x="147426" y="118864"/>
                  <a:pt x="143146" y="121655"/>
                  <a:pt x="138161" y="123660"/>
                </a:cubicBezTo>
                <a:cubicBezTo>
                  <a:pt x="133177" y="125666"/>
                  <a:pt x="127705" y="126669"/>
                  <a:pt x="121744" y="126669"/>
                </a:cubicBezTo>
                <a:cubicBezTo>
                  <a:pt x="115892" y="126669"/>
                  <a:pt x="110474" y="125666"/>
                  <a:pt x="105489" y="123660"/>
                </a:cubicBezTo>
                <a:cubicBezTo>
                  <a:pt x="100505" y="121655"/>
                  <a:pt x="96225" y="118864"/>
                  <a:pt x="92649" y="115287"/>
                </a:cubicBezTo>
                <a:cubicBezTo>
                  <a:pt x="89074" y="111709"/>
                  <a:pt x="86284" y="107481"/>
                  <a:pt x="84278" y="102603"/>
                </a:cubicBezTo>
                <a:cubicBezTo>
                  <a:pt x="82274" y="97726"/>
                  <a:pt x="81272" y="92414"/>
                  <a:pt x="81272" y="86668"/>
                </a:cubicBezTo>
                <a:cubicBezTo>
                  <a:pt x="81272" y="80922"/>
                  <a:pt x="82274" y="75611"/>
                  <a:pt x="84278" y="70733"/>
                </a:cubicBezTo>
                <a:cubicBezTo>
                  <a:pt x="86284" y="65855"/>
                  <a:pt x="89074" y="61628"/>
                  <a:pt x="92649" y="58052"/>
                </a:cubicBezTo>
                <a:cubicBezTo>
                  <a:pt x="96225" y="54473"/>
                  <a:pt x="100505" y="51682"/>
                  <a:pt x="105489" y="49676"/>
                </a:cubicBezTo>
                <a:cubicBezTo>
                  <a:pt x="110474" y="47670"/>
                  <a:pt x="115892" y="46667"/>
                  <a:pt x="121744" y="46667"/>
                </a:cubicBezTo>
                <a:cubicBezTo>
                  <a:pt x="127705" y="46667"/>
                  <a:pt x="133177" y="47670"/>
                  <a:pt x="138161" y="49676"/>
                </a:cubicBezTo>
                <a:cubicBezTo>
                  <a:pt x="143146" y="51682"/>
                  <a:pt x="147426" y="54473"/>
                  <a:pt x="151001" y="58052"/>
                </a:cubicBezTo>
                <a:cubicBezTo>
                  <a:pt x="154577" y="61628"/>
                  <a:pt x="157367" y="65855"/>
                  <a:pt x="159371" y="70733"/>
                </a:cubicBezTo>
                <a:cubicBezTo>
                  <a:pt x="161377" y="75611"/>
                  <a:pt x="162380" y="80922"/>
                  <a:pt x="162380" y="86668"/>
                </a:cubicBezTo>
                <a:moveTo>
                  <a:pt x="150678" y="86671"/>
                </a:moveTo>
                <a:cubicBezTo>
                  <a:pt x="150678" y="82434"/>
                  <a:pt x="150001" y="78443"/>
                  <a:pt x="148647" y="74696"/>
                </a:cubicBezTo>
                <a:cubicBezTo>
                  <a:pt x="147293" y="70948"/>
                  <a:pt x="145369" y="67689"/>
                  <a:pt x="142875" y="64919"/>
                </a:cubicBezTo>
                <a:cubicBezTo>
                  <a:pt x="140384" y="62148"/>
                  <a:pt x="137350" y="59948"/>
                  <a:pt x="133773" y="58319"/>
                </a:cubicBezTo>
                <a:cubicBezTo>
                  <a:pt x="130198" y="56689"/>
                  <a:pt x="126189" y="55874"/>
                  <a:pt x="121747" y="55874"/>
                </a:cubicBezTo>
                <a:cubicBezTo>
                  <a:pt x="117304" y="55874"/>
                  <a:pt x="113321" y="56689"/>
                  <a:pt x="109799" y="58319"/>
                </a:cubicBezTo>
                <a:cubicBezTo>
                  <a:pt x="106278" y="59948"/>
                  <a:pt x="103270" y="62148"/>
                  <a:pt x="100776" y="64919"/>
                </a:cubicBezTo>
                <a:cubicBezTo>
                  <a:pt x="98285" y="67689"/>
                  <a:pt x="96362" y="70948"/>
                  <a:pt x="95008" y="74696"/>
                </a:cubicBezTo>
                <a:cubicBezTo>
                  <a:pt x="93653" y="78443"/>
                  <a:pt x="92976" y="82434"/>
                  <a:pt x="92976" y="86671"/>
                </a:cubicBezTo>
                <a:cubicBezTo>
                  <a:pt x="92976" y="90907"/>
                  <a:pt x="93653" y="94899"/>
                  <a:pt x="95008" y="98648"/>
                </a:cubicBezTo>
                <a:cubicBezTo>
                  <a:pt x="96362" y="102394"/>
                  <a:pt x="98285" y="105653"/>
                  <a:pt x="100776" y="108424"/>
                </a:cubicBezTo>
                <a:cubicBezTo>
                  <a:pt x="103270" y="111194"/>
                  <a:pt x="106278" y="113367"/>
                  <a:pt x="109799" y="114942"/>
                </a:cubicBezTo>
                <a:cubicBezTo>
                  <a:pt x="113321" y="116517"/>
                  <a:pt x="117304" y="117304"/>
                  <a:pt x="121747" y="117304"/>
                </a:cubicBezTo>
                <a:cubicBezTo>
                  <a:pt x="126189" y="117304"/>
                  <a:pt x="130198" y="116517"/>
                  <a:pt x="133773" y="114942"/>
                </a:cubicBezTo>
                <a:cubicBezTo>
                  <a:pt x="137350" y="113367"/>
                  <a:pt x="140384" y="111194"/>
                  <a:pt x="142875" y="108424"/>
                </a:cubicBezTo>
                <a:cubicBezTo>
                  <a:pt x="145369" y="105653"/>
                  <a:pt x="147293" y="102394"/>
                  <a:pt x="148647" y="98648"/>
                </a:cubicBezTo>
                <a:cubicBezTo>
                  <a:pt x="150001" y="94899"/>
                  <a:pt x="150678" y="90907"/>
                  <a:pt x="150678" y="86671"/>
                </a:cubicBezTo>
                <a:close/>
                <a:moveTo>
                  <a:pt x="197002" y="61635"/>
                </a:moveTo>
                <a:cubicBezTo>
                  <a:pt x="199169" y="57189"/>
                  <a:pt x="202501" y="53583"/>
                  <a:pt x="206997" y="50817"/>
                </a:cubicBezTo>
                <a:cubicBezTo>
                  <a:pt x="211494" y="48051"/>
                  <a:pt x="216507" y="46667"/>
                  <a:pt x="222034" y="46667"/>
                </a:cubicBezTo>
                <a:cubicBezTo>
                  <a:pt x="224093" y="46667"/>
                  <a:pt x="226232" y="46885"/>
                  <a:pt x="228453" y="47320"/>
                </a:cubicBezTo>
                <a:cubicBezTo>
                  <a:pt x="230675" y="47753"/>
                  <a:pt x="232843" y="48593"/>
                  <a:pt x="234956" y="49840"/>
                </a:cubicBezTo>
                <a:cubicBezTo>
                  <a:pt x="237069" y="51086"/>
                  <a:pt x="239020" y="52741"/>
                  <a:pt x="240807" y="54803"/>
                </a:cubicBezTo>
                <a:cubicBezTo>
                  <a:pt x="242596" y="56863"/>
                  <a:pt x="244140" y="59520"/>
                  <a:pt x="245440" y="62774"/>
                </a:cubicBezTo>
                <a:cubicBezTo>
                  <a:pt x="248041" y="57567"/>
                  <a:pt x="251589" y="53581"/>
                  <a:pt x="256085" y="50817"/>
                </a:cubicBezTo>
                <a:cubicBezTo>
                  <a:pt x="260582" y="48051"/>
                  <a:pt x="265920" y="46667"/>
                  <a:pt x="272097" y="46667"/>
                </a:cubicBezTo>
                <a:cubicBezTo>
                  <a:pt x="281740" y="46667"/>
                  <a:pt x="288972" y="49542"/>
                  <a:pt x="293794" y="55291"/>
                </a:cubicBezTo>
                <a:cubicBezTo>
                  <a:pt x="298617" y="61040"/>
                  <a:pt x="301029" y="68633"/>
                  <a:pt x="301029" y="78069"/>
                </a:cubicBezTo>
                <a:lnTo>
                  <a:pt x="301029" y="124764"/>
                </a:lnTo>
                <a:lnTo>
                  <a:pt x="289977" y="124764"/>
                </a:lnTo>
                <a:lnTo>
                  <a:pt x="289977" y="82583"/>
                </a:lnTo>
                <a:cubicBezTo>
                  <a:pt x="289977" y="74549"/>
                  <a:pt x="288487" y="68089"/>
                  <a:pt x="285508" y="63203"/>
                </a:cubicBezTo>
                <a:cubicBezTo>
                  <a:pt x="282528" y="58317"/>
                  <a:pt x="277462" y="55874"/>
                  <a:pt x="270309" y="55874"/>
                </a:cubicBezTo>
                <a:cubicBezTo>
                  <a:pt x="266299" y="55874"/>
                  <a:pt x="262913" y="56688"/>
                  <a:pt x="260150" y="58317"/>
                </a:cubicBezTo>
                <a:cubicBezTo>
                  <a:pt x="257387" y="59946"/>
                  <a:pt x="255166" y="62090"/>
                  <a:pt x="253486" y="64751"/>
                </a:cubicBezTo>
                <a:cubicBezTo>
                  <a:pt x="251806" y="67409"/>
                  <a:pt x="250586" y="70422"/>
                  <a:pt x="249827" y="73788"/>
                </a:cubicBezTo>
                <a:cubicBezTo>
                  <a:pt x="249070" y="77155"/>
                  <a:pt x="248691" y="80630"/>
                  <a:pt x="248691" y="84213"/>
                </a:cubicBezTo>
                <a:lnTo>
                  <a:pt x="248691" y="124764"/>
                </a:lnTo>
                <a:lnTo>
                  <a:pt x="237637" y="124764"/>
                </a:lnTo>
                <a:lnTo>
                  <a:pt x="237637" y="80304"/>
                </a:lnTo>
                <a:cubicBezTo>
                  <a:pt x="237637" y="76612"/>
                  <a:pt x="237366" y="73246"/>
                  <a:pt x="236824" y="70207"/>
                </a:cubicBezTo>
                <a:cubicBezTo>
                  <a:pt x="236283" y="67166"/>
                  <a:pt x="235335" y="64588"/>
                  <a:pt x="233979" y="62471"/>
                </a:cubicBezTo>
                <a:cubicBezTo>
                  <a:pt x="232625" y="60353"/>
                  <a:pt x="230755" y="58725"/>
                  <a:pt x="228371" y="57585"/>
                </a:cubicBezTo>
                <a:cubicBezTo>
                  <a:pt x="225989" y="56444"/>
                  <a:pt x="222955" y="55874"/>
                  <a:pt x="219271" y="55874"/>
                </a:cubicBezTo>
                <a:cubicBezTo>
                  <a:pt x="216670" y="55874"/>
                  <a:pt x="214042" y="56472"/>
                  <a:pt x="211387" y="57667"/>
                </a:cubicBezTo>
                <a:cubicBezTo>
                  <a:pt x="208733" y="58861"/>
                  <a:pt x="206349" y="60680"/>
                  <a:pt x="204236" y="63124"/>
                </a:cubicBezTo>
                <a:cubicBezTo>
                  <a:pt x="202123" y="65566"/>
                  <a:pt x="200416" y="68659"/>
                  <a:pt x="199115" y="72405"/>
                </a:cubicBezTo>
                <a:cubicBezTo>
                  <a:pt x="197815" y="76150"/>
                  <a:pt x="197165" y="80574"/>
                  <a:pt x="197165" y="85679"/>
                </a:cubicBezTo>
                <a:lnTo>
                  <a:pt x="197165" y="124764"/>
                </a:lnTo>
                <a:lnTo>
                  <a:pt x="186111" y="124764"/>
                </a:lnTo>
                <a:lnTo>
                  <a:pt x="186111" y="65378"/>
                </a:lnTo>
                <a:cubicBezTo>
                  <a:pt x="186111" y="63318"/>
                  <a:pt x="186056" y="60661"/>
                  <a:pt x="185947" y="57407"/>
                </a:cubicBezTo>
                <a:cubicBezTo>
                  <a:pt x="185840" y="54153"/>
                  <a:pt x="185678" y="51224"/>
                  <a:pt x="185461" y="48619"/>
                </a:cubicBezTo>
                <a:lnTo>
                  <a:pt x="196027" y="48619"/>
                </a:lnTo>
                <a:cubicBezTo>
                  <a:pt x="196243" y="50681"/>
                  <a:pt x="196406" y="52960"/>
                  <a:pt x="196513" y="55455"/>
                </a:cubicBezTo>
                <a:cubicBezTo>
                  <a:pt x="196622" y="57948"/>
                  <a:pt x="196677" y="60008"/>
                  <a:pt x="196677" y="61635"/>
                </a:cubicBezTo>
                <a:lnTo>
                  <a:pt x="197002" y="61635"/>
                </a:lnTo>
                <a:close/>
                <a:moveTo>
                  <a:pt x="340690" y="163723"/>
                </a:moveTo>
                <a:lnTo>
                  <a:pt x="329636" y="163723"/>
                </a:lnTo>
                <a:lnTo>
                  <a:pt x="329636" y="48622"/>
                </a:lnTo>
                <a:lnTo>
                  <a:pt x="340690" y="48622"/>
                </a:lnTo>
                <a:lnTo>
                  <a:pt x="340690" y="61789"/>
                </a:lnTo>
                <a:lnTo>
                  <a:pt x="341176" y="61789"/>
                </a:lnTo>
                <a:cubicBezTo>
                  <a:pt x="344319" y="56802"/>
                  <a:pt x="348518" y="53036"/>
                  <a:pt x="353773" y="50489"/>
                </a:cubicBezTo>
                <a:cubicBezTo>
                  <a:pt x="359030" y="47941"/>
                  <a:pt x="364366" y="46667"/>
                  <a:pt x="369783" y="46667"/>
                </a:cubicBezTo>
                <a:cubicBezTo>
                  <a:pt x="375744" y="46667"/>
                  <a:pt x="381135" y="47698"/>
                  <a:pt x="385956" y="49758"/>
                </a:cubicBezTo>
                <a:cubicBezTo>
                  <a:pt x="390778" y="51816"/>
                  <a:pt x="394895" y="54635"/>
                  <a:pt x="398308" y="58213"/>
                </a:cubicBezTo>
                <a:cubicBezTo>
                  <a:pt x="401722" y="61789"/>
                  <a:pt x="404378" y="66017"/>
                  <a:pt x="406274" y="70897"/>
                </a:cubicBezTo>
                <a:cubicBezTo>
                  <a:pt x="408171" y="75774"/>
                  <a:pt x="409119" y="81031"/>
                  <a:pt x="409119" y="86668"/>
                </a:cubicBezTo>
                <a:cubicBezTo>
                  <a:pt x="409119" y="92305"/>
                  <a:pt x="408171" y="97563"/>
                  <a:pt x="406274" y="102442"/>
                </a:cubicBezTo>
                <a:cubicBezTo>
                  <a:pt x="404378" y="107320"/>
                  <a:pt x="401722" y="111548"/>
                  <a:pt x="398308" y="115126"/>
                </a:cubicBezTo>
                <a:cubicBezTo>
                  <a:pt x="394895" y="118702"/>
                  <a:pt x="390778" y="121521"/>
                  <a:pt x="385956" y="123581"/>
                </a:cubicBezTo>
                <a:cubicBezTo>
                  <a:pt x="381135" y="125640"/>
                  <a:pt x="375744" y="126669"/>
                  <a:pt x="369783" y="126669"/>
                </a:cubicBezTo>
                <a:cubicBezTo>
                  <a:pt x="364366" y="126669"/>
                  <a:pt x="359030" y="125396"/>
                  <a:pt x="353773" y="122849"/>
                </a:cubicBezTo>
                <a:cubicBezTo>
                  <a:pt x="348518" y="120301"/>
                  <a:pt x="344319" y="116642"/>
                  <a:pt x="341176" y="111872"/>
                </a:cubicBezTo>
                <a:lnTo>
                  <a:pt x="340690" y="111872"/>
                </a:lnTo>
                <a:lnTo>
                  <a:pt x="340690" y="163723"/>
                </a:lnTo>
                <a:moveTo>
                  <a:pt x="397417" y="86671"/>
                </a:moveTo>
                <a:cubicBezTo>
                  <a:pt x="397417" y="82434"/>
                  <a:pt x="396767" y="78443"/>
                  <a:pt x="395465" y="74696"/>
                </a:cubicBezTo>
                <a:cubicBezTo>
                  <a:pt x="394166" y="70948"/>
                  <a:pt x="392296" y="67689"/>
                  <a:pt x="389858" y="64919"/>
                </a:cubicBezTo>
                <a:cubicBezTo>
                  <a:pt x="387420" y="62148"/>
                  <a:pt x="384414" y="59948"/>
                  <a:pt x="380837" y="58319"/>
                </a:cubicBezTo>
                <a:cubicBezTo>
                  <a:pt x="377261" y="56689"/>
                  <a:pt x="373197" y="55874"/>
                  <a:pt x="368647" y="55874"/>
                </a:cubicBezTo>
                <a:cubicBezTo>
                  <a:pt x="364421" y="55874"/>
                  <a:pt x="360519" y="56662"/>
                  <a:pt x="356943" y="58238"/>
                </a:cubicBezTo>
                <a:cubicBezTo>
                  <a:pt x="353368" y="59812"/>
                  <a:pt x="350280" y="61984"/>
                  <a:pt x="347679" y="64756"/>
                </a:cubicBezTo>
                <a:cubicBezTo>
                  <a:pt x="345078" y="67525"/>
                  <a:pt x="343046" y="70784"/>
                  <a:pt x="341583" y="74533"/>
                </a:cubicBezTo>
                <a:cubicBezTo>
                  <a:pt x="340120" y="78279"/>
                  <a:pt x="339388" y="82325"/>
                  <a:pt x="339388" y="86671"/>
                </a:cubicBezTo>
                <a:cubicBezTo>
                  <a:pt x="339388" y="91016"/>
                  <a:pt x="340120" y="95063"/>
                  <a:pt x="341583" y="98811"/>
                </a:cubicBezTo>
                <a:cubicBezTo>
                  <a:pt x="343046" y="102558"/>
                  <a:pt x="345078" y="105790"/>
                  <a:pt x="347679" y="108506"/>
                </a:cubicBezTo>
                <a:cubicBezTo>
                  <a:pt x="350280" y="111221"/>
                  <a:pt x="353368" y="113367"/>
                  <a:pt x="356943" y="114942"/>
                </a:cubicBezTo>
                <a:cubicBezTo>
                  <a:pt x="360519" y="116517"/>
                  <a:pt x="364421" y="117304"/>
                  <a:pt x="368647" y="117304"/>
                </a:cubicBezTo>
                <a:cubicBezTo>
                  <a:pt x="373197" y="117304"/>
                  <a:pt x="377261" y="116517"/>
                  <a:pt x="380837" y="114942"/>
                </a:cubicBezTo>
                <a:cubicBezTo>
                  <a:pt x="384414" y="113367"/>
                  <a:pt x="387420" y="111194"/>
                  <a:pt x="389858" y="108424"/>
                </a:cubicBezTo>
                <a:cubicBezTo>
                  <a:pt x="392296" y="105653"/>
                  <a:pt x="394166" y="102394"/>
                  <a:pt x="395465" y="98648"/>
                </a:cubicBezTo>
                <a:cubicBezTo>
                  <a:pt x="396767" y="94899"/>
                  <a:pt x="397417" y="90907"/>
                  <a:pt x="397417" y="86671"/>
                </a:cubicBezTo>
                <a:close/>
                <a:moveTo>
                  <a:pt x="432850" y="65378"/>
                </a:moveTo>
                <a:cubicBezTo>
                  <a:pt x="432850" y="63316"/>
                  <a:pt x="432796" y="60660"/>
                  <a:pt x="432687" y="57409"/>
                </a:cubicBezTo>
                <a:cubicBezTo>
                  <a:pt x="432579" y="54159"/>
                  <a:pt x="432417" y="51233"/>
                  <a:pt x="432201" y="48632"/>
                </a:cubicBezTo>
                <a:lnTo>
                  <a:pt x="442766" y="48632"/>
                </a:lnTo>
                <a:cubicBezTo>
                  <a:pt x="442983" y="50690"/>
                  <a:pt x="443145" y="52966"/>
                  <a:pt x="443252" y="55460"/>
                </a:cubicBezTo>
                <a:cubicBezTo>
                  <a:pt x="443362" y="57952"/>
                  <a:pt x="443416" y="60010"/>
                  <a:pt x="443416" y="61635"/>
                </a:cubicBezTo>
                <a:lnTo>
                  <a:pt x="443741" y="61635"/>
                </a:lnTo>
                <a:cubicBezTo>
                  <a:pt x="445909" y="57188"/>
                  <a:pt x="449159" y="53581"/>
                  <a:pt x="453493" y="50817"/>
                </a:cubicBezTo>
                <a:cubicBezTo>
                  <a:pt x="457829" y="48051"/>
                  <a:pt x="462705" y="46667"/>
                  <a:pt x="468124" y="46667"/>
                </a:cubicBezTo>
                <a:cubicBezTo>
                  <a:pt x="469533" y="46667"/>
                  <a:pt x="470806" y="46731"/>
                  <a:pt x="471943" y="46858"/>
                </a:cubicBezTo>
                <a:cubicBezTo>
                  <a:pt x="473081" y="46986"/>
                  <a:pt x="474246" y="47240"/>
                  <a:pt x="475438" y="47620"/>
                </a:cubicBezTo>
                <a:lnTo>
                  <a:pt x="473975" y="57962"/>
                </a:lnTo>
                <a:cubicBezTo>
                  <a:pt x="473325" y="57746"/>
                  <a:pt x="472241" y="57529"/>
                  <a:pt x="470723" y="57312"/>
                </a:cubicBezTo>
                <a:cubicBezTo>
                  <a:pt x="469207" y="57094"/>
                  <a:pt x="467690" y="56985"/>
                  <a:pt x="466172" y="56985"/>
                </a:cubicBezTo>
                <a:cubicBezTo>
                  <a:pt x="463247" y="56985"/>
                  <a:pt x="460429" y="57527"/>
                  <a:pt x="457719" y="58612"/>
                </a:cubicBezTo>
                <a:cubicBezTo>
                  <a:pt x="455011" y="59695"/>
                  <a:pt x="452654" y="61402"/>
                  <a:pt x="450648" y="63731"/>
                </a:cubicBezTo>
                <a:cubicBezTo>
                  <a:pt x="448644" y="66061"/>
                  <a:pt x="447019" y="69041"/>
                  <a:pt x="445772" y="72672"/>
                </a:cubicBezTo>
                <a:cubicBezTo>
                  <a:pt x="444527" y="76302"/>
                  <a:pt x="443905" y="80663"/>
                  <a:pt x="443905" y="85755"/>
                </a:cubicBezTo>
                <a:lnTo>
                  <a:pt x="443905" y="124764"/>
                </a:lnTo>
                <a:lnTo>
                  <a:pt x="432850" y="124764"/>
                </a:lnTo>
                <a:lnTo>
                  <a:pt x="432850" y="65378"/>
                </a:lnTo>
                <a:close/>
                <a:moveTo>
                  <a:pt x="564022" y="86668"/>
                </a:moveTo>
                <a:cubicBezTo>
                  <a:pt x="564022" y="92414"/>
                  <a:pt x="563019" y="97726"/>
                  <a:pt x="561013" y="102603"/>
                </a:cubicBezTo>
                <a:cubicBezTo>
                  <a:pt x="559009" y="107481"/>
                  <a:pt x="556219" y="111709"/>
                  <a:pt x="552643" y="115287"/>
                </a:cubicBezTo>
                <a:cubicBezTo>
                  <a:pt x="549068" y="118864"/>
                  <a:pt x="544788" y="121655"/>
                  <a:pt x="539803" y="123660"/>
                </a:cubicBezTo>
                <a:cubicBezTo>
                  <a:pt x="534819" y="125666"/>
                  <a:pt x="529347" y="126669"/>
                  <a:pt x="523386" y="126669"/>
                </a:cubicBezTo>
                <a:cubicBezTo>
                  <a:pt x="517535" y="126669"/>
                  <a:pt x="512116" y="125666"/>
                  <a:pt x="507131" y="123660"/>
                </a:cubicBezTo>
                <a:cubicBezTo>
                  <a:pt x="502147" y="121655"/>
                  <a:pt x="497867" y="118864"/>
                  <a:pt x="494291" y="115287"/>
                </a:cubicBezTo>
                <a:cubicBezTo>
                  <a:pt x="490716" y="111709"/>
                  <a:pt x="487926" y="107481"/>
                  <a:pt x="485920" y="102603"/>
                </a:cubicBezTo>
                <a:cubicBezTo>
                  <a:pt x="483916" y="97726"/>
                  <a:pt x="482914" y="92414"/>
                  <a:pt x="482914" y="86668"/>
                </a:cubicBezTo>
                <a:cubicBezTo>
                  <a:pt x="482914" y="80922"/>
                  <a:pt x="483916" y="75611"/>
                  <a:pt x="485920" y="70733"/>
                </a:cubicBezTo>
                <a:cubicBezTo>
                  <a:pt x="487926" y="65855"/>
                  <a:pt x="490716" y="61628"/>
                  <a:pt x="494291" y="58052"/>
                </a:cubicBezTo>
                <a:cubicBezTo>
                  <a:pt x="497867" y="54473"/>
                  <a:pt x="502147" y="51682"/>
                  <a:pt x="507131" y="49676"/>
                </a:cubicBezTo>
                <a:cubicBezTo>
                  <a:pt x="512116" y="47670"/>
                  <a:pt x="517535" y="46667"/>
                  <a:pt x="523386" y="46667"/>
                </a:cubicBezTo>
                <a:cubicBezTo>
                  <a:pt x="529347" y="46667"/>
                  <a:pt x="534819" y="47670"/>
                  <a:pt x="539803" y="49676"/>
                </a:cubicBezTo>
                <a:cubicBezTo>
                  <a:pt x="544788" y="51682"/>
                  <a:pt x="549068" y="54473"/>
                  <a:pt x="552643" y="58052"/>
                </a:cubicBezTo>
                <a:cubicBezTo>
                  <a:pt x="556219" y="61628"/>
                  <a:pt x="559009" y="65855"/>
                  <a:pt x="561013" y="70733"/>
                </a:cubicBezTo>
                <a:cubicBezTo>
                  <a:pt x="563019" y="75611"/>
                  <a:pt x="564022" y="80922"/>
                  <a:pt x="564022" y="86668"/>
                </a:cubicBezTo>
                <a:moveTo>
                  <a:pt x="552320" y="86671"/>
                </a:moveTo>
                <a:cubicBezTo>
                  <a:pt x="552320" y="82434"/>
                  <a:pt x="551643" y="78443"/>
                  <a:pt x="550289" y="74696"/>
                </a:cubicBezTo>
                <a:cubicBezTo>
                  <a:pt x="548935" y="70948"/>
                  <a:pt x="547011" y="67689"/>
                  <a:pt x="544518" y="64919"/>
                </a:cubicBezTo>
                <a:cubicBezTo>
                  <a:pt x="542026" y="62148"/>
                  <a:pt x="538992" y="59948"/>
                  <a:pt x="535415" y="58319"/>
                </a:cubicBezTo>
                <a:cubicBezTo>
                  <a:pt x="531840" y="56689"/>
                  <a:pt x="527832" y="55874"/>
                  <a:pt x="523389" y="55874"/>
                </a:cubicBezTo>
                <a:cubicBezTo>
                  <a:pt x="518946" y="55874"/>
                  <a:pt x="514964" y="56689"/>
                  <a:pt x="511442" y="58319"/>
                </a:cubicBezTo>
                <a:cubicBezTo>
                  <a:pt x="507920" y="59948"/>
                  <a:pt x="504912" y="62148"/>
                  <a:pt x="502419" y="64919"/>
                </a:cubicBezTo>
                <a:cubicBezTo>
                  <a:pt x="499927" y="67689"/>
                  <a:pt x="498004" y="70948"/>
                  <a:pt x="496650" y="74696"/>
                </a:cubicBezTo>
                <a:cubicBezTo>
                  <a:pt x="495296" y="78443"/>
                  <a:pt x="494618" y="82434"/>
                  <a:pt x="494618" y="86671"/>
                </a:cubicBezTo>
                <a:cubicBezTo>
                  <a:pt x="494618" y="90907"/>
                  <a:pt x="495296" y="94899"/>
                  <a:pt x="496650" y="98648"/>
                </a:cubicBezTo>
                <a:cubicBezTo>
                  <a:pt x="498004" y="102394"/>
                  <a:pt x="499927" y="105653"/>
                  <a:pt x="502419" y="108424"/>
                </a:cubicBezTo>
                <a:cubicBezTo>
                  <a:pt x="504912" y="111194"/>
                  <a:pt x="507920" y="113367"/>
                  <a:pt x="511442" y="114942"/>
                </a:cubicBezTo>
                <a:cubicBezTo>
                  <a:pt x="514964" y="116517"/>
                  <a:pt x="518946" y="117304"/>
                  <a:pt x="523389" y="117304"/>
                </a:cubicBezTo>
                <a:cubicBezTo>
                  <a:pt x="527832" y="117304"/>
                  <a:pt x="531840" y="116517"/>
                  <a:pt x="535415" y="114942"/>
                </a:cubicBezTo>
                <a:cubicBezTo>
                  <a:pt x="538992" y="113367"/>
                  <a:pt x="542026" y="111194"/>
                  <a:pt x="544518" y="108424"/>
                </a:cubicBezTo>
                <a:cubicBezTo>
                  <a:pt x="547011" y="105653"/>
                  <a:pt x="548935" y="102394"/>
                  <a:pt x="550289" y="98648"/>
                </a:cubicBezTo>
                <a:cubicBezTo>
                  <a:pt x="551643" y="94899"/>
                  <a:pt x="552320" y="90907"/>
                  <a:pt x="552320" y="86671"/>
                </a:cubicBezTo>
                <a:close/>
                <a:moveTo>
                  <a:pt x="598644" y="61635"/>
                </a:moveTo>
                <a:cubicBezTo>
                  <a:pt x="600811" y="57189"/>
                  <a:pt x="604143" y="53583"/>
                  <a:pt x="608639" y="50817"/>
                </a:cubicBezTo>
                <a:cubicBezTo>
                  <a:pt x="613136" y="48051"/>
                  <a:pt x="618149" y="46667"/>
                  <a:pt x="623676" y="46667"/>
                </a:cubicBezTo>
                <a:cubicBezTo>
                  <a:pt x="625735" y="46667"/>
                  <a:pt x="627874" y="46885"/>
                  <a:pt x="630095" y="47320"/>
                </a:cubicBezTo>
                <a:cubicBezTo>
                  <a:pt x="632317" y="47753"/>
                  <a:pt x="634485" y="48593"/>
                  <a:pt x="636598" y="49840"/>
                </a:cubicBezTo>
                <a:cubicBezTo>
                  <a:pt x="638711" y="51086"/>
                  <a:pt x="640661" y="52741"/>
                  <a:pt x="642449" y="54803"/>
                </a:cubicBezTo>
                <a:cubicBezTo>
                  <a:pt x="644238" y="56863"/>
                  <a:pt x="645782" y="59520"/>
                  <a:pt x="647082" y="62774"/>
                </a:cubicBezTo>
                <a:cubicBezTo>
                  <a:pt x="649683" y="57567"/>
                  <a:pt x="653231" y="53581"/>
                  <a:pt x="657727" y="50817"/>
                </a:cubicBezTo>
                <a:cubicBezTo>
                  <a:pt x="662224" y="48051"/>
                  <a:pt x="667562" y="46667"/>
                  <a:pt x="673739" y="46667"/>
                </a:cubicBezTo>
                <a:cubicBezTo>
                  <a:pt x="683382" y="46667"/>
                  <a:pt x="690614" y="49542"/>
                  <a:pt x="695436" y="55291"/>
                </a:cubicBezTo>
                <a:cubicBezTo>
                  <a:pt x="700259" y="61040"/>
                  <a:pt x="702671" y="68633"/>
                  <a:pt x="702671" y="78069"/>
                </a:cubicBezTo>
                <a:lnTo>
                  <a:pt x="702671" y="124764"/>
                </a:lnTo>
                <a:lnTo>
                  <a:pt x="691619" y="124764"/>
                </a:lnTo>
                <a:lnTo>
                  <a:pt x="691619" y="82583"/>
                </a:lnTo>
                <a:cubicBezTo>
                  <a:pt x="691619" y="74549"/>
                  <a:pt x="690129" y="68089"/>
                  <a:pt x="687150" y="63203"/>
                </a:cubicBezTo>
                <a:cubicBezTo>
                  <a:pt x="684170" y="58317"/>
                  <a:pt x="679104" y="55874"/>
                  <a:pt x="671951" y="55874"/>
                </a:cubicBezTo>
                <a:cubicBezTo>
                  <a:pt x="667941" y="55874"/>
                  <a:pt x="664555" y="56688"/>
                  <a:pt x="661792" y="58317"/>
                </a:cubicBezTo>
                <a:cubicBezTo>
                  <a:pt x="659029" y="59946"/>
                  <a:pt x="656808" y="62090"/>
                  <a:pt x="655128" y="64751"/>
                </a:cubicBezTo>
                <a:cubicBezTo>
                  <a:pt x="653448" y="67409"/>
                  <a:pt x="652228" y="70422"/>
                  <a:pt x="651469" y="73788"/>
                </a:cubicBezTo>
                <a:cubicBezTo>
                  <a:pt x="650712" y="77155"/>
                  <a:pt x="650333" y="80630"/>
                  <a:pt x="650333" y="84213"/>
                </a:cubicBezTo>
                <a:lnTo>
                  <a:pt x="650333" y="124764"/>
                </a:lnTo>
                <a:lnTo>
                  <a:pt x="639279" y="124764"/>
                </a:lnTo>
                <a:lnTo>
                  <a:pt x="639279" y="80304"/>
                </a:lnTo>
                <a:cubicBezTo>
                  <a:pt x="639279" y="76612"/>
                  <a:pt x="639008" y="73246"/>
                  <a:pt x="638466" y="70207"/>
                </a:cubicBezTo>
                <a:cubicBezTo>
                  <a:pt x="637925" y="67166"/>
                  <a:pt x="636977" y="64588"/>
                  <a:pt x="635621" y="62471"/>
                </a:cubicBezTo>
                <a:cubicBezTo>
                  <a:pt x="634267" y="60353"/>
                  <a:pt x="632397" y="58725"/>
                  <a:pt x="630013" y="57585"/>
                </a:cubicBezTo>
                <a:cubicBezTo>
                  <a:pt x="627630" y="56444"/>
                  <a:pt x="624597" y="55874"/>
                  <a:pt x="620913" y="55874"/>
                </a:cubicBezTo>
                <a:cubicBezTo>
                  <a:pt x="618312" y="55874"/>
                  <a:pt x="615684" y="56472"/>
                  <a:pt x="613029" y="57667"/>
                </a:cubicBezTo>
                <a:cubicBezTo>
                  <a:pt x="610375" y="58861"/>
                  <a:pt x="607991" y="60680"/>
                  <a:pt x="605878" y="63124"/>
                </a:cubicBezTo>
                <a:cubicBezTo>
                  <a:pt x="603765" y="65566"/>
                  <a:pt x="602058" y="68659"/>
                  <a:pt x="600757" y="72405"/>
                </a:cubicBezTo>
                <a:cubicBezTo>
                  <a:pt x="599457" y="76150"/>
                  <a:pt x="598807" y="80574"/>
                  <a:pt x="598807" y="85679"/>
                </a:cubicBezTo>
                <a:lnTo>
                  <a:pt x="598807" y="124764"/>
                </a:lnTo>
                <a:lnTo>
                  <a:pt x="587753" y="124764"/>
                </a:lnTo>
                <a:lnTo>
                  <a:pt x="587753" y="65378"/>
                </a:lnTo>
                <a:cubicBezTo>
                  <a:pt x="587753" y="63318"/>
                  <a:pt x="587698" y="60661"/>
                  <a:pt x="587589" y="57407"/>
                </a:cubicBezTo>
                <a:cubicBezTo>
                  <a:pt x="587482" y="54153"/>
                  <a:pt x="587320" y="51224"/>
                  <a:pt x="587103" y="48619"/>
                </a:cubicBezTo>
                <a:lnTo>
                  <a:pt x="597669" y="48619"/>
                </a:lnTo>
                <a:cubicBezTo>
                  <a:pt x="597885" y="50681"/>
                  <a:pt x="598047" y="52960"/>
                  <a:pt x="598155" y="55455"/>
                </a:cubicBezTo>
                <a:cubicBezTo>
                  <a:pt x="598264" y="57948"/>
                  <a:pt x="598319" y="60008"/>
                  <a:pt x="598319" y="61635"/>
                </a:cubicBezTo>
                <a:lnTo>
                  <a:pt x="598644" y="61635"/>
                </a:lnTo>
                <a:close/>
                <a:moveTo>
                  <a:pt x="742495" y="124764"/>
                </a:moveTo>
                <a:lnTo>
                  <a:pt x="731443" y="124764"/>
                </a:lnTo>
                <a:lnTo>
                  <a:pt x="731443" y="48694"/>
                </a:lnTo>
                <a:lnTo>
                  <a:pt x="742495" y="48694"/>
                </a:lnTo>
                <a:lnTo>
                  <a:pt x="742495" y="124764"/>
                </a:lnTo>
                <a:moveTo>
                  <a:pt x="744771" y="19365"/>
                </a:moveTo>
                <a:cubicBezTo>
                  <a:pt x="744771" y="21634"/>
                  <a:pt x="743959" y="23497"/>
                  <a:pt x="742333" y="24956"/>
                </a:cubicBezTo>
                <a:cubicBezTo>
                  <a:pt x="740708" y="26414"/>
                  <a:pt x="738920" y="27143"/>
                  <a:pt x="736969" y="27143"/>
                </a:cubicBezTo>
                <a:cubicBezTo>
                  <a:pt x="735018" y="27143"/>
                  <a:pt x="733229" y="26414"/>
                  <a:pt x="731604" y="24956"/>
                </a:cubicBezTo>
                <a:cubicBezTo>
                  <a:pt x="729979" y="23497"/>
                  <a:pt x="729166" y="21634"/>
                  <a:pt x="729166" y="19365"/>
                </a:cubicBezTo>
                <a:cubicBezTo>
                  <a:pt x="729166" y="17097"/>
                  <a:pt x="729979" y="15233"/>
                  <a:pt x="731604" y="13775"/>
                </a:cubicBezTo>
                <a:cubicBezTo>
                  <a:pt x="733229" y="12317"/>
                  <a:pt x="735018" y="11587"/>
                  <a:pt x="736969" y="11587"/>
                </a:cubicBezTo>
                <a:cubicBezTo>
                  <a:pt x="738920" y="11587"/>
                  <a:pt x="740708" y="12317"/>
                  <a:pt x="742333" y="13775"/>
                </a:cubicBezTo>
                <a:cubicBezTo>
                  <a:pt x="743959" y="15233"/>
                  <a:pt x="744771" y="17097"/>
                  <a:pt x="744771" y="19365"/>
                </a:cubicBezTo>
                <a:close/>
                <a:moveTo>
                  <a:pt x="812389" y="66603"/>
                </a:moveTo>
                <a:cubicBezTo>
                  <a:pt x="810763" y="63460"/>
                  <a:pt x="808298" y="60886"/>
                  <a:pt x="804993" y="58882"/>
                </a:cubicBezTo>
                <a:cubicBezTo>
                  <a:pt x="801687" y="56877"/>
                  <a:pt x="797922" y="55874"/>
                  <a:pt x="793695" y="55874"/>
                </a:cubicBezTo>
                <a:cubicBezTo>
                  <a:pt x="791746" y="55874"/>
                  <a:pt x="789796" y="56091"/>
                  <a:pt x="787845" y="56526"/>
                </a:cubicBezTo>
                <a:cubicBezTo>
                  <a:pt x="785893" y="56959"/>
                  <a:pt x="784159" y="57665"/>
                  <a:pt x="782641" y="58642"/>
                </a:cubicBezTo>
                <a:cubicBezTo>
                  <a:pt x="781125" y="59617"/>
                  <a:pt x="779906" y="60865"/>
                  <a:pt x="778985" y="62385"/>
                </a:cubicBezTo>
                <a:cubicBezTo>
                  <a:pt x="778064" y="63902"/>
                  <a:pt x="777604" y="65692"/>
                  <a:pt x="777604" y="67754"/>
                </a:cubicBezTo>
                <a:cubicBezTo>
                  <a:pt x="777604" y="71336"/>
                  <a:pt x="779066" y="74075"/>
                  <a:pt x="781991" y="75974"/>
                </a:cubicBezTo>
                <a:cubicBezTo>
                  <a:pt x="784918" y="77872"/>
                  <a:pt x="789524" y="79472"/>
                  <a:pt x="795809" y="80775"/>
                </a:cubicBezTo>
                <a:cubicBezTo>
                  <a:pt x="804803" y="82619"/>
                  <a:pt x="811440" y="85304"/>
                  <a:pt x="815720" y="88831"/>
                </a:cubicBezTo>
                <a:cubicBezTo>
                  <a:pt x="820000" y="92356"/>
                  <a:pt x="822141" y="97102"/>
                  <a:pt x="822141" y="103070"/>
                </a:cubicBezTo>
                <a:cubicBezTo>
                  <a:pt x="822141" y="107410"/>
                  <a:pt x="821301" y="111073"/>
                  <a:pt x="819621" y="114057"/>
                </a:cubicBezTo>
                <a:cubicBezTo>
                  <a:pt x="817941" y="117040"/>
                  <a:pt x="815746" y="119481"/>
                  <a:pt x="813036" y="121381"/>
                </a:cubicBezTo>
                <a:cubicBezTo>
                  <a:pt x="810328" y="123279"/>
                  <a:pt x="807267" y="124635"/>
                  <a:pt x="803854" y="125449"/>
                </a:cubicBezTo>
                <a:cubicBezTo>
                  <a:pt x="800442" y="126262"/>
                  <a:pt x="797001" y="126669"/>
                  <a:pt x="793534" y="126669"/>
                </a:cubicBezTo>
                <a:cubicBezTo>
                  <a:pt x="787790" y="126669"/>
                  <a:pt x="782209" y="125485"/>
                  <a:pt x="776790" y="123117"/>
                </a:cubicBezTo>
                <a:cubicBezTo>
                  <a:pt x="771374" y="120748"/>
                  <a:pt x="766931" y="117023"/>
                  <a:pt x="763462" y="111941"/>
                </a:cubicBezTo>
                <a:lnTo>
                  <a:pt x="772239" y="105438"/>
                </a:lnTo>
                <a:cubicBezTo>
                  <a:pt x="774190" y="108798"/>
                  <a:pt x="777061" y="111616"/>
                  <a:pt x="780853" y="113891"/>
                </a:cubicBezTo>
                <a:cubicBezTo>
                  <a:pt x="784646" y="116166"/>
                  <a:pt x="788818" y="117304"/>
                  <a:pt x="793370" y="117304"/>
                </a:cubicBezTo>
                <a:cubicBezTo>
                  <a:pt x="795755" y="117304"/>
                  <a:pt x="798030" y="117087"/>
                  <a:pt x="800196" y="116654"/>
                </a:cubicBezTo>
                <a:cubicBezTo>
                  <a:pt x="802364" y="116219"/>
                  <a:pt x="804260" y="115459"/>
                  <a:pt x="805886" y="114374"/>
                </a:cubicBezTo>
                <a:cubicBezTo>
                  <a:pt x="807511" y="113290"/>
                  <a:pt x="808811" y="111907"/>
                  <a:pt x="809787" y="110225"/>
                </a:cubicBezTo>
                <a:cubicBezTo>
                  <a:pt x="810762" y="108542"/>
                  <a:pt x="811250" y="106453"/>
                  <a:pt x="811250" y="103958"/>
                </a:cubicBezTo>
                <a:cubicBezTo>
                  <a:pt x="811250" y="99943"/>
                  <a:pt x="809326" y="96932"/>
                  <a:pt x="805479" y="94925"/>
                </a:cubicBezTo>
                <a:cubicBezTo>
                  <a:pt x="801633" y="92917"/>
                  <a:pt x="796080" y="91046"/>
                  <a:pt x="788819" y="89310"/>
                </a:cubicBezTo>
                <a:cubicBezTo>
                  <a:pt x="786544" y="88767"/>
                  <a:pt x="784133" y="88089"/>
                  <a:pt x="781585" y="87276"/>
                </a:cubicBezTo>
                <a:cubicBezTo>
                  <a:pt x="779038" y="86462"/>
                  <a:pt x="776681" y="85269"/>
                  <a:pt x="774513" y="83697"/>
                </a:cubicBezTo>
                <a:cubicBezTo>
                  <a:pt x="772347" y="82123"/>
                  <a:pt x="770560" y="80142"/>
                  <a:pt x="769151" y="77754"/>
                </a:cubicBezTo>
                <a:cubicBezTo>
                  <a:pt x="767743" y="75367"/>
                  <a:pt x="767038" y="72383"/>
                  <a:pt x="767038" y="68803"/>
                </a:cubicBezTo>
                <a:cubicBezTo>
                  <a:pt x="767038" y="64896"/>
                  <a:pt x="767796" y="61559"/>
                  <a:pt x="769313" y="58793"/>
                </a:cubicBezTo>
                <a:cubicBezTo>
                  <a:pt x="770830" y="56025"/>
                  <a:pt x="772863" y="53747"/>
                  <a:pt x="775409" y="51958"/>
                </a:cubicBezTo>
                <a:cubicBezTo>
                  <a:pt x="777955" y="50167"/>
                  <a:pt x="780854" y="48838"/>
                  <a:pt x="784104" y="47970"/>
                </a:cubicBezTo>
                <a:cubicBezTo>
                  <a:pt x="787357" y="47102"/>
                  <a:pt x="790717" y="46667"/>
                  <a:pt x="794184" y="46667"/>
                </a:cubicBezTo>
                <a:cubicBezTo>
                  <a:pt x="799493" y="46667"/>
                  <a:pt x="804640" y="47852"/>
                  <a:pt x="809623" y="50222"/>
                </a:cubicBezTo>
                <a:cubicBezTo>
                  <a:pt x="814608" y="52589"/>
                  <a:pt x="818348" y="55937"/>
                  <a:pt x="820841" y="60264"/>
                </a:cubicBezTo>
                <a:lnTo>
                  <a:pt x="812389" y="66603"/>
                </a:lnTo>
                <a:close/>
                <a:moveTo>
                  <a:pt x="855299" y="124764"/>
                </a:moveTo>
                <a:lnTo>
                  <a:pt x="844247" y="124764"/>
                </a:lnTo>
                <a:lnTo>
                  <a:pt x="844247" y="48694"/>
                </a:lnTo>
                <a:lnTo>
                  <a:pt x="855299" y="48694"/>
                </a:lnTo>
                <a:lnTo>
                  <a:pt x="855299" y="124764"/>
                </a:lnTo>
                <a:moveTo>
                  <a:pt x="857576" y="19365"/>
                </a:moveTo>
                <a:cubicBezTo>
                  <a:pt x="857576" y="21634"/>
                  <a:pt x="856763" y="23497"/>
                  <a:pt x="855138" y="24956"/>
                </a:cubicBezTo>
                <a:cubicBezTo>
                  <a:pt x="853512" y="26414"/>
                  <a:pt x="851724" y="27143"/>
                  <a:pt x="849773" y="27143"/>
                </a:cubicBezTo>
                <a:cubicBezTo>
                  <a:pt x="847822" y="27143"/>
                  <a:pt x="846034" y="26414"/>
                  <a:pt x="844408" y="24956"/>
                </a:cubicBezTo>
                <a:cubicBezTo>
                  <a:pt x="842783" y="23497"/>
                  <a:pt x="841970" y="21634"/>
                  <a:pt x="841970" y="19365"/>
                </a:cubicBezTo>
                <a:cubicBezTo>
                  <a:pt x="841970" y="17097"/>
                  <a:pt x="842783" y="15233"/>
                  <a:pt x="844408" y="13775"/>
                </a:cubicBezTo>
                <a:cubicBezTo>
                  <a:pt x="846034" y="12317"/>
                  <a:pt x="847822" y="11587"/>
                  <a:pt x="849773" y="11587"/>
                </a:cubicBezTo>
                <a:cubicBezTo>
                  <a:pt x="851724" y="11587"/>
                  <a:pt x="853512" y="12317"/>
                  <a:pt x="855138" y="13775"/>
                </a:cubicBezTo>
                <a:cubicBezTo>
                  <a:pt x="856763" y="15233"/>
                  <a:pt x="857576" y="17097"/>
                  <a:pt x="857576" y="19365"/>
                </a:cubicBezTo>
                <a:close/>
                <a:moveTo>
                  <a:pt x="894634" y="48632"/>
                </a:moveTo>
                <a:cubicBezTo>
                  <a:pt x="894851" y="50690"/>
                  <a:pt x="895013" y="52966"/>
                  <a:pt x="895121" y="55460"/>
                </a:cubicBezTo>
                <a:cubicBezTo>
                  <a:pt x="895230" y="57952"/>
                  <a:pt x="895284" y="60010"/>
                  <a:pt x="895284" y="61635"/>
                </a:cubicBezTo>
                <a:lnTo>
                  <a:pt x="895609" y="61635"/>
                </a:lnTo>
                <a:cubicBezTo>
                  <a:pt x="897777" y="57188"/>
                  <a:pt x="901299" y="53581"/>
                  <a:pt x="906175" y="50817"/>
                </a:cubicBezTo>
                <a:cubicBezTo>
                  <a:pt x="911051" y="48051"/>
                  <a:pt x="916198" y="46667"/>
                  <a:pt x="921617" y="46667"/>
                </a:cubicBezTo>
                <a:cubicBezTo>
                  <a:pt x="931260" y="46667"/>
                  <a:pt x="938492" y="49542"/>
                  <a:pt x="943313" y="55291"/>
                </a:cubicBezTo>
                <a:cubicBezTo>
                  <a:pt x="948137" y="61040"/>
                  <a:pt x="950548" y="68633"/>
                  <a:pt x="950548" y="78069"/>
                </a:cubicBezTo>
                <a:lnTo>
                  <a:pt x="950548" y="124764"/>
                </a:lnTo>
                <a:lnTo>
                  <a:pt x="939496" y="124764"/>
                </a:lnTo>
                <a:lnTo>
                  <a:pt x="939496" y="82583"/>
                </a:lnTo>
                <a:cubicBezTo>
                  <a:pt x="939496" y="78565"/>
                  <a:pt x="939171" y="74929"/>
                  <a:pt x="938522" y="71673"/>
                </a:cubicBezTo>
                <a:cubicBezTo>
                  <a:pt x="937872" y="68416"/>
                  <a:pt x="936761" y="65620"/>
                  <a:pt x="935188" y="63285"/>
                </a:cubicBezTo>
                <a:cubicBezTo>
                  <a:pt x="933617" y="60950"/>
                  <a:pt x="931504" y="59131"/>
                  <a:pt x="928849" y="57828"/>
                </a:cubicBezTo>
                <a:cubicBezTo>
                  <a:pt x="926195" y="56525"/>
                  <a:pt x="922863" y="55874"/>
                  <a:pt x="918854" y="55874"/>
                </a:cubicBezTo>
                <a:cubicBezTo>
                  <a:pt x="915929" y="55874"/>
                  <a:pt x="913084" y="56472"/>
                  <a:pt x="910319" y="57667"/>
                </a:cubicBezTo>
                <a:cubicBezTo>
                  <a:pt x="907556" y="58861"/>
                  <a:pt x="905091" y="60680"/>
                  <a:pt x="902923" y="63124"/>
                </a:cubicBezTo>
                <a:cubicBezTo>
                  <a:pt x="900757" y="65566"/>
                  <a:pt x="899024" y="68659"/>
                  <a:pt x="897722" y="72405"/>
                </a:cubicBezTo>
                <a:cubicBezTo>
                  <a:pt x="896423" y="76150"/>
                  <a:pt x="895773" y="80574"/>
                  <a:pt x="895773" y="85679"/>
                </a:cubicBezTo>
                <a:lnTo>
                  <a:pt x="895773" y="124764"/>
                </a:lnTo>
                <a:lnTo>
                  <a:pt x="884719" y="124764"/>
                </a:lnTo>
                <a:lnTo>
                  <a:pt x="884719" y="65378"/>
                </a:lnTo>
                <a:cubicBezTo>
                  <a:pt x="884719" y="63316"/>
                  <a:pt x="884664" y="60660"/>
                  <a:pt x="884555" y="57409"/>
                </a:cubicBezTo>
                <a:cubicBezTo>
                  <a:pt x="884447" y="54159"/>
                  <a:pt x="884285" y="51233"/>
                  <a:pt x="884069" y="48632"/>
                </a:cubicBezTo>
                <a:lnTo>
                  <a:pt x="894634" y="48632"/>
                </a:lnTo>
                <a:close/>
                <a:moveTo>
                  <a:pt x="983221" y="140151"/>
                </a:moveTo>
                <a:cubicBezTo>
                  <a:pt x="986255" y="144053"/>
                  <a:pt x="990400" y="147359"/>
                  <a:pt x="995654" y="150067"/>
                </a:cubicBezTo>
                <a:cubicBezTo>
                  <a:pt x="1000911" y="152775"/>
                  <a:pt x="1006465" y="154130"/>
                  <a:pt x="1012316" y="154130"/>
                </a:cubicBezTo>
                <a:cubicBezTo>
                  <a:pt x="1017733" y="154130"/>
                  <a:pt x="1022338" y="153342"/>
                  <a:pt x="1026131" y="151766"/>
                </a:cubicBezTo>
                <a:cubicBezTo>
                  <a:pt x="1029924" y="150190"/>
                  <a:pt x="1032986" y="148043"/>
                  <a:pt x="1035315" y="145325"/>
                </a:cubicBezTo>
                <a:cubicBezTo>
                  <a:pt x="1037645" y="142608"/>
                  <a:pt x="1039351" y="139429"/>
                  <a:pt x="1040434" y="135786"/>
                </a:cubicBezTo>
                <a:cubicBezTo>
                  <a:pt x="1041519" y="132145"/>
                  <a:pt x="1042061" y="128259"/>
                  <a:pt x="1042061" y="124129"/>
                </a:cubicBezTo>
                <a:lnTo>
                  <a:pt x="1042061" y="109796"/>
                </a:lnTo>
                <a:lnTo>
                  <a:pt x="1041737" y="109796"/>
                </a:lnTo>
                <a:cubicBezTo>
                  <a:pt x="1038810" y="114568"/>
                  <a:pt x="1034665" y="118256"/>
                  <a:pt x="1029301" y="120860"/>
                </a:cubicBezTo>
                <a:cubicBezTo>
                  <a:pt x="1023937" y="123463"/>
                  <a:pt x="1018492" y="124764"/>
                  <a:pt x="1012966" y="124764"/>
                </a:cubicBezTo>
                <a:cubicBezTo>
                  <a:pt x="1007006" y="124764"/>
                  <a:pt x="1001614" y="123788"/>
                  <a:pt x="996793" y="121835"/>
                </a:cubicBezTo>
                <a:cubicBezTo>
                  <a:pt x="991971" y="119882"/>
                  <a:pt x="987853" y="117198"/>
                  <a:pt x="984439" y="113782"/>
                </a:cubicBezTo>
                <a:cubicBezTo>
                  <a:pt x="981026" y="110366"/>
                  <a:pt x="978372" y="106272"/>
                  <a:pt x="976475" y="101500"/>
                </a:cubicBezTo>
                <a:cubicBezTo>
                  <a:pt x="974579" y="96726"/>
                  <a:pt x="973630" y="91573"/>
                  <a:pt x="973630" y="86041"/>
                </a:cubicBezTo>
                <a:cubicBezTo>
                  <a:pt x="973630" y="80617"/>
                  <a:pt x="974579" y="75520"/>
                  <a:pt x="976475" y="70748"/>
                </a:cubicBezTo>
                <a:cubicBezTo>
                  <a:pt x="978372" y="65974"/>
                  <a:pt x="981026" y="61798"/>
                  <a:pt x="984439" y="58220"/>
                </a:cubicBezTo>
                <a:cubicBezTo>
                  <a:pt x="987853" y="54640"/>
                  <a:pt x="991971" y="51820"/>
                  <a:pt x="996793" y="49760"/>
                </a:cubicBezTo>
                <a:cubicBezTo>
                  <a:pt x="1001614" y="47698"/>
                  <a:pt x="1007006" y="46667"/>
                  <a:pt x="1012966" y="46667"/>
                </a:cubicBezTo>
                <a:cubicBezTo>
                  <a:pt x="1018492" y="46667"/>
                  <a:pt x="1023910" y="47970"/>
                  <a:pt x="1029219" y="50574"/>
                </a:cubicBezTo>
                <a:cubicBezTo>
                  <a:pt x="1034530" y="53176"/>
                  <a:pt x="1038702" y="56918"/>
                  <a:pt x="1041737" y="61799"/>
                </a:cubicBezTo>
                <a:lnTo>
                  <a:pt x="1042061" y="61799"/>
                </a:lnTo>
                <a:lnTo>
                  <a:pt x="1042061" y="48632"/>
                </a:lnTo>
                <a:lnTo>
                  <a:pt x="1053113" y="48632"/>
                </a:lnTo>
                <a:lnTo>
                  <a:pt x="1053113" y="124129"/>
                </a:lnTo>
                <a:cubicBezTo>
                  <a:pt x="1053113" y="128250"/>
                  <a:pt x="1052544" y="132640"/>
                  <a:pt x="1051407" y="137301"/>
                </a:cubicBezTo>
                <a:cubicBezTo>
                  <a:pt x="1050269" y="141964"/>
                  <a:pt x="1048156" y="146247"/>
                  <a:pt x="1045068" y="150149"/>
                </a:cubicBezTo>
                <a:cubicBezTo>
                  <a:pt x="1041979" y="154053"/>
                  <a:pt x="1037780" y="157306"/>
                  <a:pt x="1032471" y="159909"/>
                </a:cubicBezTo>
                <a:cubicBezTo>
                  <a:pt x="1027161" y="162511"/>
                  <a:pt x="1020280" y="163812"/>
                  <a:pt x="1011828" y="163812"/>
                </a:cubicBezTo>
                <a:cubicBezTo>
                  <a:pt x="1004784" y="163812"/>
                  <a:pt x="998065" y="162467"/>
                  <a:pt x="991671" y="159777"/>
                </a:cubicBezTo>
                <a:cubicBezTo>
                  <a:pt x="985279" y="157089"/>
                  <a:pt x="979807" y="153364"/>
                  <a:pt x="975255" y="148604"/>
                </a:cubicBezTo>
                <a:lnTo>
                  <a:pt x="983221" y="140151"/>
                </a:lnTo>
                <a:moveTo>
                  <a:pt x="985334" y="85718"/>
                </a:moveTo>
                <a:cubicBezTo>
                  <a:pt x="985334" y="89741"/>
                  <a:pt x="985984" y="93547"/>
                  <a:pt x="987284" y="97135"/>
                </a:cubicBezTo>
                <a:cubicBezTo>
                  <a:pt x="988583" y="100721"/>
                  <a:pt x="990453" y="103873"/>
                  <a:pt x="992892" y="106592"/>
                </a:cubicBezTo>
                <a:cubicBezTo>
                  <a:pt x="995330" y="109310"/>
                  <a:pt x="998337" y="111458"/>
                  <a:pt x="1001912" y="113035"/>
                </a:cubicBezTo>
                <a:cubicBezTo>
                  <a:pt x="1005488" y="114611"/>
                  <a:pt x="1009552" y="115399"/>
                  <a:pt x="1014102" y="115399"/>
                </a:cubicBezTo>
                <a:cubicBezTo>
                  <a:pt x="1018328" y="115399"/>
                  <a:pt x="1022230" y="114692"/>
                  <a:pt x="1025806" y="113278"/>
                </a:cubicBezTo>
                <a:cubicBezTo>
                  <a:pt x="1029383" y="111865"/>
                  <a:pt x="1032471" y="109853"/>
                  <a:pt x="1035070" y="107244"/>
                </a:cubicBezTo>
                <a:cubicBezTo>
                  <a:pt x="1037671" y="104635"/>
                  <a:pt x="1039703" y="101510"/>
                  <a:pt x="1041166" y="97869"/>
                </a:cubicBezTo>
                <a:cubicBezTo>
                  <a:pt x="1042629" y="94226"/>
                  <a:pt x="1043361" y="90176"/>
                  <a:pt x="1043361" y="85718"/>
                </a:cubicBezTo>
                <a:cubicBezTo>
                  <a:pt x="1043361" y="81695"/>
                  <a:pt x="1042629" y="77890"/>
                  <a:pt x="1041166" y="74302"/>
                </a:cubicBezTo>
                <a:cubicBezTo>
                  <a:pt x="1039703" y="70714"/>
                  <a:pt x="1037671" y="67562"/>
                  <a:pt x="1035070" y="64845"/>
                </a:cubicBezTo>
                <a:cubicBezTo>
                  <a:pt x="1032471" y="62127"/>
                  <a:pt x="1029383" y="59952"/>
                  <a:pt x="1025806" y="58322"/>
                </a:cubicBezTo>
                <a:cubicBezTo>
                  <a:pt x="1022230" y="56690"/>
                  <a:pt x="1018328" y="55874"/>
                  <a:pt x="1014102" y="55874"/>
                </a:cubicBezTo>
                <a:cubicBezTo>
                  <a:pt x="1009552" y="55874"/>
                  <a:pt x="1005488" y="56690"/>
                  <a:pt x="1001912" y="58322"/>
                </a:cubicBezTo>
                <a:cubicBezTo>
                  <a:pt x="998337" y="59952"/>
                  <a:pt x="995330" y="62127"/>
                  <a:pt x="992892" y="64845"/>
                </a:cubicBezTo>
                <a:cubicBezTo>
                  <a:pt x="990453" y="67562"/>
                  <a:pt x="988583" y="70714"/>
                  <a:pt x="987284" y="74302"/>
                </a:cubicBezTo>
                <a:cubicBezTo>
                  <a:pt x="985984" y="77890"/>
                  <a:pt x="985334" y="81695"/>
                  <a:pt x="985334" y="85718"/>
                </a:cubicBezTo>
                <a:close/>
                <a:moveTo>
                  <a:pt x="1198101" y="86668"/>
                </a:moveTo>
                <a:cubicBezTo>
                  <a:pt x="1198101" y="92414"/>
                  <a:pt x="1197098" y="97726"/>
                  <a:pt x="1195092" y="102603"/>
                </a:cubicBezTo>
                <a:cubicBezTo>
                  <a:pt x="1193088" y="107481"/>
                  <a:pt x="1190298" y="111709"/>
                  <a:pt x="1186721" y="115287"/>
                </a:cubicBezTo>
                <a:cubicBezTo>
                  <a:pt x="1183147" y="118864"/>
                  <a:pt x="1178867" y="121655"/>
                  <a:pt x="1173881" y="123660"/>
                </a:cubicBezTo>
                <a:cubicBezTo>
                  <a:pt x="1168898" y="125666"/>
                  <a:pt x="1163426" y="126669"/>
                  <a:pt x="1157465" y="126669"/>
                </a:cubicBezTo>
                <a:cubicBezTo>
                  <a:pt x="1151613" y="126669"/>
                  <a:pt x="1146195" y="125666"/>
                  <a:pt x="1141210" y="123660"/>
                </a:cubicBezTo>
                <a:cubicBezTo>
                  <a:pt x="1136226" y="121655"/>
                  <a:pt x="1131946" y="118864"/>
                  <a:pt x="1128370" y="115287"/>
                </a:cubicBezTo>
                <a:cubicBezTo>
                  <a:pt x="1124795" y="111709"/>
                  <a:pt x="1122005" y="107481"/>
                  <a:pt x="1119999" y="102603"/>
                </a:cubicBezTo>
                <a:cubicBezTo>
                  <a:pt x="1117995" y="97726"/>
                  <a:pt x="1116993" y="92414"/>
                  <a:pt x="1116993" y="86668"/>
                </a:cubicBezTo>
                <a:cubicBezTo>
                  <a:pt x="1116993" y="80922"/>
                  <a:pt x="1117995" y="75611"/>
                  <a:pt x="1119999" y="70733"/>
                </a:cubicBezTo>
                <a:cubicBezTo>
                  <a:pt x="1122005" y="65855"/>
                  <a:pt x="1124795" y="61628"/>
                  <a:pt x="1128370" y="58052"/>
                </a:cubicBezTo>
                <a:cubicBezTo>
                  <a:pt x="1131946" y="54473"/>
                  <a:pt x="1136226" y="51682"/>
                  <a:pt x="1141210" y="49676"/>
                </a:cubicBezTo>
                <a:cubicBezTo>
                  <a:pt x="1146195" y="47670"/>
                  <a:pt x="1151613" y="46667"/>
                  <a:pt x="1157465" y="46667"/>
                </a:cubicBezTo>
                <a:cubicBezTo>
                  <a:pt x="1163426" y="46667"/>
                  <a:pt x="1168898" y="47670"/>
                  <a:pt x="1173881" y="49676"/>
                </a:cubicBezTo>
                <a:cubicBezTo>
                  <a:pt x="1178867" y="51682"/>
                  <a:pt x="1183147" y="54473"/>
                  <a:pt x="1186721" y="58052"/>
                </a:cubicBezTo>
                <a:cubicBezTo>
                  <a:pt x="1190298" y="61628"/>
                  <a:pt x="1193088" y="65855"/>
                  <a:pt x="1195092" y="70733"/>
                </a:cubicBezTo>
                <a:cubicBezTo>
                  <a:pt x="1197098" y="75611"/>
                  <a:pt x="1198101" y="80922"/>
                  <a:pt x="1198101" y="86668"/>
                </a:cubicBezTo>
                <a:moveTo>
                  <a:pt x="1186399" y="86671"/>
                </a:moveTo>
                <a:cubicBezTo>
                  <a:pt x="1186399" y="82434"/>
                  <a:pt x="1185722" y="78443"/>
                  <a:pt x="1184368" y="74696"/>
                </a:cubicBezTo>
                <a:cubicBezTo>
                  <a:pt x="1183014" y="70948"/>
                  <a:pt x="1181090" y="67689"/>
                  <a:pt x="1178596" y="64919"/>
                </a:cubicBezTo>
                <a:cubicBezTo>
                  <a:pt x="1176105" y="62148"/>
                  <a:pt x="1173070" y="59948"/>
                  <a:pt x="1169494" y="58319"/>
                </a:cubicBezTo>
                <a:cubicBezTo>
                  <a:pt x="1165919" y="56689"/>
                  <a:pt x="1161910" y="55874"/>
                  <a:pt x="1157467" y="55874"/>
                </a:cubicBezTo>
                <a:cubicBezTo>
                  <a:pt x="1153025" y="55874"/>
                  <a:pt x="1149042" y="56689"/>
                  <a:pt x="1145520" y="58319"/>
                </a:cubicBezTo>
                <a:cubicBezTo>
                  <a:pt x="1141998" y="59948"/>
                  <a:pt x="1138991" y="62148"/>
                  <a:pt x="1136497" y="64919"/>
                </a:cubicBezTo>
                <a:cubicBezTo>
                  <a:pt x="1134006" y="67689"/>
                  <a:pt x="1132083" y="70948"/>
                  <a:pt x="1130728" y="74696"/>
                </a:cubicBezTo>
                <a:cubicBezTo>
                  <a:pt x="1129374" y="78443"/>
                  <a:pt x="1128697" y="82434"/>
                  <a:pt x="1128697" y="86671"/>
                </a:cubicBezTo>
                <a:cubicBezTo>
                  <a:pt x="1128697" y="90907"/>
                  <a:pt x="1129374" y="94899"/>
                  <a:pt x="1130728" y="98648"/>
                </a:cubicBezTo>
                <a:cubicBezTo>
                  <a:pt x="1132083" y="102394"/>
                  <a:pt x="1134006" y="105653"/>
                  <a:pt x="1136497" y="108424"/>
                </a:cubicBezTo>
                <a:cubicBezTo>
                  <a:pt x="1138991" y="111194"/>
                  <a:pt x="1141998" y="113367"/>
                  <a:pt x="1145520" y="114942"/>
                </a:cubicBezTo>
                <a:cubicBezTo>
                  <a:pt x="1149042" y="116517"/>
                  <a:pt x="1153025" y="117304"/>
                  <a:pt x="1157467" y="117304"/>
                </a:cubicBezTo>
                <a:cubicBezTo>
                  <a:pt x="1161910" y="117304"/>
                  <a:pt x="1165919" y="116517"/>
                  <a:pt x="1169494" y="114942"/>
                </a:cubicBezTo>
                <a:cubicBezTo>
                  <a:pt x="1173070" y="113367"/>
                  <a:pt x="1176105" y="111194"/>
                  <a:pt x="1178596" y="108424"/>
                </a:cubicBezTo>
                <a:cubicBezTo>
                  <a:pt x="1181090" y="105653"/>
                  <a:pt x="1183014" y="102394"/>
                  <a:pt x="1184368" y="98648"/>
                </a:cubicBezTo>
                <a:cubicBezTo>
                  <a:pt x="1185722" y="94899"/>
                  <a:pt x="1186399" y="90907"/>
                  <a:pt x="1186399" y="86671"/>
                </a:cubicBezTo>
                <a:close/>
                <a:moveTo>
                  <a:pt x="1231748" y="48632"/>
                </a:moveTo>
                <a:cubicBezTo>
                  <a:pt x="1231964" y="50690"/>
                  <a:pt x="1232126" y="52966"/>
                  <a:pt x="1232234" y="55460"/>
                </a:cubicBezTo>
                <a:cubicBezTo>
                  <a:pt x="1232343" y="57952"/>
                  <a:pt x="1232398" y="60010"/>
                  <a:pt x="1232398" y="61635"/>
                </a:cubicBezTo>
                <a:lnTo>
                  <a:pt x="1232722" y="61635"/>
                </a:lnTo>
                <a:cubicBezTo>
                  <a:pt x="1234890" y="57188"/>
                  <a:pt x="1238412" y="53581"/>
                  <a:pt x="1243288" y="50817"/>
                </a:cubicBezTo>
                <a:cubicBezTo>
                  <a:pt x="1248164" y="48051"/>
                  <a:pt x="1253311" y="46667"/>
                  <a:pt x="1258730" y="46667"/>
                </a:cubicBezTo>
                <a:cubicBezTo>
                  <a:pt x="1268373" y="46667"/>
                  <a:pt x="1275605" y="49542"/>
                  <a:pt x="1280427" y="55291"/>
                </a:cubicBezTo>
                <a:cubicBezTo>
                  <a:pt x="1285250" y="61040"/>
                  <a:pt x="1287661" y="68633"/>
                  <a:pt x="1287661" y="78069"/>
                </a:cubicBezTo>
                <a:lnTo>
                  <a:pt x="1287661" y="124764"/>
                </a:lnTo>
                <a:lnTo>
                  <a:pt x="1276610" y="124764"/>
                </a:lnTo>
                <a:lnTo>
                  <a:pt x="1276610" y="82583"/>
                </a:lnTo>
                <a:cubicBezTo>
                  <a:pt x="1276610" y="78565"/>
                  <a:pt x="1276285" y="74929"/>
                  <a:pt x="1275635" y="71673"/>
                </a:cubicBezTo>
                <a:cubicBezTo>
                  <a:pt x="1274985" y="68416"/>
                  <a:pt x="1273874" y="65620"/>
                  <a:pt x="1272302" y="63285"/>
                </a:cubicBezTo>
                <a:cubicBezTo>
                  <a:pt x="1270731" y="60950"/>
                  <a:pt x="1268618" y="59131"/>
                  <a:pt x="1265962" y="57828"/>
                </a:cubicBezTo>
                <a:cubicBezTo>
                  <a:pt x="1263308" y="56525"/>
                  <a:pt x="1259977" y="55874"/>
                  <a:pt x="1255967" y="55874"/>
                </a:cubicBezTo>
                <a:cubicBezTo>
                  <a:pt x="1253042" y="55874"/>
                  <a:pt x="1250197" y="56472"/>
                  <a:pt x="1247433" y="57667"/>
                </a:cubicBezTo>
                <a:cubicBezTo>
                  <a:pt x="1244670" y="58861"/>
                  <a:pt x="1242204" y="60680"/>
                  <a:pt x="1240037" y="63124"/>
                </a:cubicBezTo>
                <a:cubicBezTo>
                  <a:pt x="1237871" y="65566"/>
                  <a:pt x="1236137" y="68659"/>
                  <a:pt x="1234836" y="72405"/>
                </a:cubicBezTo>
                <a:cubicBezTo>
                  <a:pt x="1233536" y="76150"/>
                  <a:pt x="1232886" y="80574"/>
                  <a:pt x="1232886" y="85679"/>
                </a:cubicBezTo>
                <a:lnTo>
                  <a:pt x="1232886" y="124764"/>
                </a:lnTo>
                <a:lnTo>
                  <a:pt x="1221832" y="124764"/>
                </a:lnTo>
                <a:lnTo>
                  <a:pt x="1221832" y="65378"/>
                </a:lnTo>
                <a:cubicBezTo>
                  <a:pt x="1221832" y="63316"/>
                  <a:pt x="1221777" y="60660"/>
                  <a:pt x="1221668" y="57409"/>
                </a:cubicBezTo>
                <a:cubicBezTo>
                  <a:pt x="1221561" y="54159"/>
                  <a:pt x="1221399" y="51233"/>
                  <a:pt x="1221182" y="48632"/>
                </a:cubicBezTo>
                <a:lnTo>
                  <a:pt x="1231748" y="48632"/>
                </a:lnTo>
                <a:close/>
                <a:moveTo>
                  <a:pt x="1389088" y="57938"/>
                </a:moveTo>
                <a:lnTo>
                  <a:pt x="1371208" y="57938"/>
                </a:lnTo>
                <a:lnTo>
                  <a:pt x="1371208" y="124764"/>
                </a:lnTo>
                <a:lnTo>
                  <a:pt x="1360156" y="124764"/>
                </a:lnTo>
                <a:lnTo>
                  <a:pt x="1360156" y="57938"/>
                </a:lnTo>
                <a:lnTo>
                  <a:pt x="1344226" y="57938"/>
                </a:lnTo>
                <a:lnTo>
                  <a:pt x="1344226" y="48731"/>
                </a:lnTo>
                <a:lnTo>
                  <a:pt x="1360156" y="48731"/>
                </a:lnTo>
                <a:lnTo>
                  <a:pt x="1360156" y="27939"/>
                </a:lnTo>
                <a:cubicBezTo>
                  <a:pt x="1360156" y="19275"/>
                  <a:pt x="1362269" y="12453"/>
                  <a:pt x="1366496" y="7473"/>
                </a:cubicBezTo>
                <a:cubicBezTo>
                  <a:pt x="1370722" y="2491"/>
                  <a:pt x="1377223" y="0"/>
                  <a:pt x="1386000" y="0"/>
                </a:cubicBezTo>
                <a:cubicBezTo>
                  <a:pt x="1387409" y="0"/>
                  <a:pt x="1388926" y="81"/>
                  <a:pt x="1390551" y="243"/>
                </a:cubicBezTo>
                <a:cubicBezTo>
                  <a:pt x="1392177" y="403"/>
                  <a:pt x="1393694" y="699"/>
                  <a:pt x="1395102" y="1128"/>
                </a:cubicBezTo>
                <a:lnTo>
                  <a:pt x="1393153" y="10819"/>
                </a:lnTo>
                <a:cubicBezTo>
                  <a:pt x="1391961" y="10495"/>
                  <a:pt x="1390769" y="10224"/>
                  <a:pt x="1389576" y="10008"/>
                </a:cubicBezTo>
                <a:cubicBezTo>
                  <a:pt x="1388384" y="9791"/>
                  <a:pt x="1387030" y="9683"/>
                  <a:pt x="1385514" y="9683"/>
                </a:cubicBezTo>
                <a:cubicBezTo>
                  <a:pt x="1382587" y="9683"/>
                  <a:pt x="1380176" y="10171"/>
                  <a:pt x="1378279" y="11148"/>
                </a:cubicBezTo>
                <a:cubicBezTo>
                  <a:pt x="1376383" y="12124"/>
                  <a:pt x="1374919" y="13507"/>
                  <a:pt x="1373889" y="15298"/>
                </a:cubicBezTo>
                <a:cubicBezTo>
                  <a:pt x="1372861" y="17087"/>
                  <a:pt x="1372156" y="19174"/>
                  <a:pt x="1371776" y="21560"/>
                </a:cubicBezTo>
                <a:cubicBezTo>
                  <a:pt x="1371397" y="23946"/>
                  <a:pt x="1371208" y="26495"/>
                  <a:pt x="1371208" y="29207"/>
                </a:cubicBezTo>
                <a:lnTo>
                  <a:pt x="1371208" y="48731"/>
                </a:lnTo>
                <a:lnTo>
                  <a:pt x="1389088" y="48731"/>
                </a:lnTo>
                <a:lnTo>
                  <a:pt x="1389088" y="57938"/>
                </a:lnTo>
                <a:close/>
                <a:moveTo>
                  <a:pt x="1460119" y="124764"/>
                </a:moveTo>
                <a:cubicBezTo>
                  <a:pt x="1459902" y="122705"/>
                  <a:pt x="1459739" y="120430"/>
                  <a:pt x="1459630" y="117939"/>
                </a:cubicBezTo>
                <a:cubicBezTo>
                  <a:pt x="1459523" y="115445"/>
                  <a:pt x="1459469" y="113386"/>
                  <a:pt x="1459469" y="111760"/>
                </a:cubicBezTo>
                <a:lnTo>
                  <a:pt x="1459144" y="111760"/>
                </a:lnTo>
                <a:cubicBezTo>
                  <a:pt x="1456976" y="116203"/>
                  <a:pt x="1453454" y="119799"/>
                  <a:pt x="1448578" y="122547"/>
                </a:cubicBezTo>
                <a:cubicBezTo>
                  <a:pt x="1443702" y="125295"/>
                  <a:pt x="1438555" y="126669"/>
                  <a:pt x="1433137" y="126669"/>
                </a:cubicBezTo>
                <a:cubicBezTo>
                  <a:pt x="1423493" y="126669"/>
                  <a:pt x="1416260" y="123808"/>
                  <a:pt x="1411437" y="118085"/>
                </a:cubicBezTo>
                <a:cubicBezTo>
                  <a:pt x="1406616" y="112361"/>
                  <a:pt x="1404205" y="104784"/>
                  <a:pt x="1404205" y="95356"/>
                </a:cubicBezTo>
                <a:lnTo>
                  <a:pt x="1404205" y="48706"/>
                </a:lnTo>
                <a:lnTo>
                  <a:pt x="1415259" y="48706"/>
                </a:lnTo>
                <a:lnTo>
                  <a:pt x="1415259" y="90805"/>
                </a:lnTo>
                <a:cubicBezTo>
                  <a:pt x="1415259" y="94815"/>
                  <a:pt x="1415584" y="98445"/>
                  <a:pt x="1416234" y="101696"/>
                </a:cubicBezTo>
                <a:cubicBezTo>
                  <a:pt x="1416884" y="104946"/>
                  <a:pt x="1417994" y="107737"/>
                  <a:pt x="1419565" y="110066"/>
                </a:cubicBezTo>
                <a:cubicBezTo>
                  <a:pt x="1421137" y="112396"/>
                  <a:pt x="1423250" y="114212"/>
                  <a:pt x="1425904" y="115513"/>
                </a:cubicBezTo>
                <a:cubicBezTo>
                  <a:pt x="1428560" y="116813"/>
                  <a:pt x="1431892" y="117462"/>
                  <a:pt x="1435902" y="117462"/>
                </a:cubicBezTo>
                <a:cubicBezTo>
                  <a:pt x="1438827" y="117462"/>
                  <a:pt x="1441671" y="116866"/>
                  <a:pt x="1444434" y="115674"/>
                </a:cubicBezTo>
                <a:cubicBezTo>
                  <a:pt x="1447198" y="114482"/>
                  <a:pt x="1449664" y="112667"/>
                  <a:pt x="1451830" y="110230"/>
                </a:cubicBezTo>
                <a:cubicBezTo>
                  <a:pt x="1453997" y="107791"/>
                  <a:pt x="1455731" y="104703"/>
                  <a:pt x="1457031" y="100964"/>
                </a:cubicBezTo>
                <a:cubicBezTo>
                  <a:pt x="1458332" y="97226"/>
                  <a:pt x="1458983" y="92810"/>
                  <a:pt x="1458983" y="87717"/>
                </a:cubicBezTo>
                <a:lnTo>
                  <a:pt x="1458983" y="48706"/>
                </a:lnTo>
                <a:lnTo>
                  <a:pt x="1470034" y="48706"/>
                </a:lnTo>
                <a:lnTo>
                  <a:pt x="1470034" y="108035"/>
                </a:lnTo>
                <a:cubicBezTo>
                  <a:pt x="1470034" y="110094"/>
                  <a:pt x="1470088" y="112747"/>
                  <a:pt x="1470196" y="115997"/>
                </a:cubicBezTo>
                <a:cubicBezTo>
                  <a:pt x="1470305" y="119246"/>
                  <a:pt x="1470468" y="122168"/>
                  <a:pt x="1470684" y="124764"/>
                </a:cubicBezTo>
                <a:lnTo>
                  <a:pt x="1460119" y="124764"/>
                </a:lnTo>
                <a:close/>
                <a:moveTo>
                  <a:pt x="1509208" y="48632"/>
                </a:moveTo>
                <a:cubicBezTo>
                  <a:pt x="1509425" y="50690"/>
                  <a:pt x="1509587" y="52966"/>
                  <a:pt x="1509694" y="55460"/>
                </a:cubicBezTo>
                <a:cubicBezTo>
                  <a:pt x="1509803" y="57952"/>
                  <a:pt x="1509858" y="60010"/>
                  <a:pt x="1509858" y="61635"/>
                </a:cubicBezTo>
                <a:lnTo>
                  <a:pt x="1510183" y="61635"/>
                </a:lnTo>
                <a:cubicBezTo>
                  <a:pt x="1512351" y="57188"/>
                  <a:pt x="1515872" y="53581"/>
                  <a:pt x="1520749" y="50817"/>
                </a:cubicBezTo>
                <a:cubicBezTo>
                  <a:pt x="1525625" y="48051"/>
                  <a:pt x="1530772" y="46667"/>
                  <a:pt x="1536190" y="46667"/>
                </a:cubicBezTo>
                <a:cubicBezTo>
                  <a:pt x="1545833" y="46667"/>
                  <a:pt x="1553066" y="49542"/>
                  <a:pt x="1557887" y="55291"/>
                </a:cubicBezTo>
                <a:cubicBezTo>
                  <a:pt x="1562710" y="61040"/>
                  <a:pt x="1565122" y="68633"/>
                  <a:pt x="1565122" y="78069"/>
                </a:cubicBezTo>
                <a:lnTo>
                  <a:pt x="1565122" y="124764"/>
                </a:lnTo>
                <a:lnTo>
                  <a:pt x="1554070" y="124764"/>
                </a:lnTo>
                <a:lnTo>
                  <a:pt x="1554070" y="82583"/>
                </a:lnTo>
                <a:cubicBezTo>
                  <a:pt x="1554070" y="78565"/>
                  <a:pt x="1553745" y="74929"/>
                  <a:pt x="1553095" y="71673"/>
                </a:cubicBezTo>
                <a:cubicBezTo>
                  <a:pt x="1552446" y="68416"/>
                  <a:pt x="1551334" y="65620"/>
                  <a:pt x="1549762" y="63285"/>
                </a:cubicBezTo>
                <a:cubicBezTo>
                  <a:pt x="1548191" y="60950"/>
                  <a:pt x="1546078" y="59131"/>
                  <a:pt x="1543423" y="57828"/>
                </a:cubicBezTo>
                <a:cubicBezTo>
                  <a:pt x="1540769" y="56525"/>
                  <a:pt x="1537437" y="55874"/>
                  <a:pt x="1533427" y="55874"/>
                </a:cubicBezTo>
                <a:cubicBezTo>
                  <a:pt x="1530502" y="55874"/>
                  <a:pt x="1527658" y="56472"/>
                  <a:pt x="1524893" y="57667"/>
                </a:cubicBezTo>
                <a:cubicBezTo>
                  <a:pt x="1522130" y="58861"/>
                  <a:pt x="1519665" y="60680"/>
                  <a:pt x="1517497" y="63124"/>
                </a:cubicBezTo>
                <a:cubicBezTo>
                  <a:pt x="1515331" y="65566"/>
                  <a:pt x="1513597" y="68659"/>
                  <a:pt x="1512296" y="72405"/>
                </a:cubicBezTo>
                <a:cubicBezTo>
                  <a:pt x="1510996" y="76150"/>
                  <a:pt x="1510347" y="80574"/>
                  <a:pt x="1510347" y="85679"/>
                </a:cubicBezTo>
                <a:lnTo>
                  <a:pt x="1510347" y="124764"/>
                </a:lnTo>
                <a:lnTo>
                  <a:pt x="1499292" y="124764"/>
                </a:lnTo>
                <a:lnTo>
                  <a:pt x="1499292" y="65378"/>
                </a:lnTo>
                <a:cubicBezTo>
                  <a:pt x="1499292" y="63316"/>
                  <a:pt x="1499238" y="60660"/>
                  <a:pt x="1499129" y="57409"/>
                </a:cubicBezTo>
                <a:cubicBezTo>
                  <a:pt x="1499021" y="54159"/>
                  <a:pt x="1498859" y="51233"/>
                  <a:pt x="1498642" y="48632"/>
                </a:cubicBezTo>
                <a:lnTo>
                  <a:pt x="1509208" y="48632"/>
                </a:lnTo>
                <a:close/>
                <a:moveTo>
                  <a:pt x="1648507" y="65954"/>
                </a:moveTo>
                <a:cubicBezTo>
                  <a:pt x="1646665" y="63027"/>
                  <a:pt x="1643983" y="60615"/>
                  <a:pt x="1640461" y="58719"/>
                </a:cubicBezTo>
                <a:cubicBezTo>
                  <a:pt x="1636939" y="56822"/>
                  <a:pt x="1633120" y="55874"/>
                  <a:pt x="1629002" y="55874"/>
                </a:cubicBezTo>
                <a:cubicBezTo>
                  <a:pt x="1624560" y="55874"/>
                  <a:pt x="1620550" y="56662"/>
                  <a:pt x="1616973" y="58238"/>
                </a:cubicBezTo>
                <a:cubicBezTo>
                  <a:pt x="1613397" y="59812"/>
                  <a:pt x="1610336" y="61984"/>
                  <a:pt x="1607789" y="64756"/>
                </a:cubicBezTo>
                <a:cubicBezTo>
                  <a:pt x="1605243" y="67525"/>
                  <a:pt x="1603293" y="70784"/>
                  <a:pt x="1601938" y="74533"/>
                </a:cubicBezTo>
                <a:cubicBezTo>
                  <a:pt x="1600584" y="78279"/>
                  <a:pt x="1599907" y="82325"/>
                  <a:pt x="1599907" y="86671"/>
                </a:cubicBezTo>
                <a:cubicBezTo>
                  <a:pt x="1599907" y="91016"/>
                  <a:pt x="1600584" y="95036"/>
                  <a:pt x="1601938" y="98729"/>
                </a:cubicBezTo>
                <a:cubicBezTo>
                  <a:pt x="1603293" y="102422"/>
                  <a:pt x="1605216" y="105653"/>
                  <a:pt x="1607707" y="108424"/>
                </a:cubicBezTo>
                <a:cubicBezTo>
                  <a:pt x="1610201" y="111194"/>
                  <a:pt x="1613235" y="113367"/>
                  <a:pt x="1616810" y="114942"/>
                </a:cubicBezTo>
                <a:cubicBezTo>
                  <a:pt x="1620386" y="116517"/>
                  <a:pt x="1624396" y="117304"/>
                  <a:pt x="1628839" y="117304"/>
                </a:cubicBezTo>
                <a:cubicBezTo>
                  <a:pt x="1633715" y="117304"/>
                  <a:pt x="1637832" y="116383"/>
                  <a:pt x="1641190" y="114541"/>
                </a:cubicBezTo>
                <a:cubicBezTo>
                  <a:pt x="1644550" y="112699"/>
                  <a:pt x="1647314" y="110315"/>
                  <a:pt x="1649481" y="107390"/>
                </a:cubicBezTo>
                <a:lnTo>
                  <a:pt x="1657770" y="113566"/>
                </a:lnTo>
                <a:cubicBezTo>
                  <a:pt x="1654520" y="117564"/>
                  <a:pt x="1650537" y="120748"/>
                  <a:pt x="1645823" y="123117"/>
                </a:cubicBezTo>
                <a:cubicBezTo>
                  <a:pt x="1641111" y="125485"/>
                  <a:pt x="1635449" y="126669"/>
                  <a:pt x="1628839" y="126669"/>
                </a:cubicBezTo>
                <a:cubicBezTo>
                  <a:pt x="1622661" y="126669"/>
                  <a:pt x="1617080" y="125666"/>
                  <a:pt x="1612095" y="123660"/>
                </a:cubicBezTo>
                <a:cubicBezTo>
                  <a:pt x="1607111" y="121655"/>
                  <a:pt x="1602859" y="118864"/>
                  <a:pt x="1599337" y="115287"/>
                </a:cubicBezTo>
                <a:cubicBezTo>
                  <a:pt x="1595816" y="111709"/>
                  <a:pt x="1593081" y="107481"/>
                  <a:pt x="1591130" y="102603"/>
                </a:cubicBezTo>
                <a:cubicBezTo>
                  <a:pt x="1589179" y="97726"/>
                  <a:pt x="1588203" y="92414"/>
                  <a:pt x="1588203" y="86668"/>
                </a:cubicBezTo>
                <a:cubicBezTo>
                  <a:pt x="1588203" y="80922"/>
                  <a:pt x="1589179" y="75611"/>
                  <a:pt x="1591130" y="70733"/>
                </a:cubicBezTo>
                <a:cubicBezTo>
                  <a:pt x="1593081" y="65855"/>
                  <a:pt x="1595816" y="61628"/>
                  <a:pt x="1599337" y="58052"/>
                </a:cubicBezTo>
                <a:cubicBezTo>
                  <a:pt x="1602859" y="54473"/>
                  <a:pt x="1607111" y="51682"/>
                  <a:pt x="1612095" y="49676"/>
                </a:cubicBezTo>
                <a:cubicBezTo>
                  <a:pt x="1617080" y="47670"/>
                  <a:pt x="1622661" y="46667"/>
                  <a:pt x="1628839" y="46667"/>
                </a:cubicBezTo>
                <a:cubicBezTo>
                  <a:pt x="1633931" y="46667"/>
                  <a:pt x="1639105" y="47771"/>
                  <a:pt x="1644360" y="49979"/>
                </a:cubicBezTo>
                <a:cubicBezTo>
                  <a:pt x="1649616" y="52186"/>
                  <a:pt x="1653870" y="55452"/>
                  <a:pt x="1657120" y="59775"/>
                </a:cubicBezTo>
                <a:lnTo>
                  <a:pt x="1648507" y="65954"/>
                </a:lnTo>
                <a:close/>
                <a:moveTo>
                  <a:pt x="1709296" y="57938"/>
                </a:moveTo>
                <a:lnTo>
                  <a:pt x="1687843" y="57938"/>
                </a:lnTo>
                <a:lnTo>
                  <a:pt x="1687843" y="102358"/>
                </a:lnTo>
                <a:cubicBezTo>
                  <a:pt x="1687843" y="105179"/>
                  <a:pt x="1688113" y="107511"/>
                  <a:pt x="1688654" y="109355"/>
                </a:cubicBezTo>
                <a:cubicBezTo>
                  <a:pt x="1689196" y="111198"/>
                  <a:pt x="1689982" y="112636"/>
                  <a:pt x="1691010" y="113668"/>
                </a:cubicBezTo>
                <a:cubicBezTo>
                  <a:pt x="1692040" y="114698"/>
                  <a:pt x="1693260" y="115403"/>
                  <a:pt x="1694668" y="115783"/>
                </a:cubicBezTo>
                <a:cubicBezTo>
                  <a:pt x="1696077" y="116162"/>
                  <a:pt x="1697594" y="116351"/>
                  <a:pt x="1699219" y="116351"/>
                </a:cubicBezTo>
                <a:cubicBezTo>
                  <a:pt x="1700737" y="116351"/>
                  <a:pt x="1702335" y="116130"/>
                  <a:pt x="1704014" y="115689"/>
                </a:cubicBezTo>
                <a:cubicBezTo>
                  <a:pt x="1705694" y="115246"/>
                  <a:pt x="1707292" y="114637"/>
                  <a:pt x="1708810" y="113861"/>
                </a:cubicBezTo>
                <a:lnTo>
                  <a:pt x="1709296" y="123442"/>
                </a:lnTo>
                <a:cubicBezTo>
                  <a:pt x="1707347" y="124201"/>
                  <a:pt x="1705316" y="124770"/>
                  <a:pt x="1703203" y="125148"/>
                </a:cubicBezTo>
                <a:cubicBezTo>
                  <a:pt x="1701090" y="125527"/>
                  <a:pt x="1698786" y="125716"/>
                  <a:pt x="1696293" y="125716"/>
                </a:cubicBezTo>
                <a:cubicBezTo>
                  <a:pt x="1694234" y="125716"/>
                  <a:pt x="1692067" y="125445"/>
                  <a:pt x="1689792" y="124903"/>
                </a:cubicBezTo>
                <a:cubicBezTo>
                  <a:pt x="1687517" y="124362"/>
                  <a:pt x="1685404" y="123334"/>
                  <a:pt x="1683453" y="121818"/>
                </a:cubicBezTo>
                <a:cubicBezTo>
                  <a:pt x="1681503" y="120300"/>
                  <a:pt x="1679905" y="118240"/>
                  <a:pt x="1678659" y="115639"/>
                </a:cubicBezTo>
                <a:cubicBezTo>
                  <a:pt x="1677412" y="113038"/>
                  <a:pt x="1676788" y="109625"/>
                  <a:pt x="1676788" y="105399"/>
                </a:cubicBezTo>
                <a:lnTo>
                  <a:pt x="1676788" y="57938"/>
                </a:lnTo>
                <a:lnTo>
                  <a:pt x="1661022" y="57938"/>
                </a:lnTo>
                <a:lnTo>
                  <a:pt x="1661022" y="48731"/>
                </a:lnTo>
                <a:lnTo>
                  <a:pt x="1676788" y="48731"/>
                </a:lnTo>
                <a:lnTo>
                  <a:pt x="1676788" y="27275"/>
                </a:lnTo>
                <a:lnTo>
                  <a:pt x="1687843" y="27275"/>
                </a:lnTo>
                <a:lnTo>
                  <a:pt x="1687843" y="48731"/>
                </a:lnTo>
                <a:lnTo>
                  <a:pt x="1709296" y="48731"/>
                </a:lnTo>
                <a:lnTo>
                  <a:pt x="1709296" y="57938"/>
                </a:lnTo>
                <a:close/>
                <a:moveTo>
                  <a:pt x="1737742" y="124764"/>
                </a:moveTo>
                <a:lnTo>
                  <a:pt x="1726690" y="124764"/>
                </a:lnTo>
                <a:lnTo>
                  <a:pt x="1726690" y="48694"/>
                </a:lnTo>
                <a:lnTo>
                  <a:pt x="1737742" y="48694"/>
                </a:lnTo>
                <a:lnTo>
                  <a:pt x="1737742" y="124764"/>
                </a:lnTo>
                <a:moveTo>
                  <a:pt x="1740019" y="19365"/>
                </a:moveTo>
                <a:cubicBezTo>
                  <a:pt x="1740019" y="21634"/>
                  <a:pt x="1739206" y="23497"/>
                  <a:pt x="1737581" y="24956"/>
                </a:cubicBezTo>
                <a:cubicBezTo>
                  <a:pt x="1735956" y="26414"/>
                  <a:pt x="1734167" y="27143"/>
                  <a:pt x="1732216" y="27143"/>
                </a:cubicBezTo>
                <a:cubicBezTo>
                  <a:pt x="1730265" y="27143"/>
                  <a:pt x="1728477" y="26414"/>
                  <a:pt x="1726852" y="24956"/>
                </a:cubicBezTo>
                <a:cubicBezTo>
                  <a:pt x="1725226" y="23497"/>
                  <a:pt x="1724414" y="21634"/>
                  <a:pt x="1724414" y="19365"/>
                </a:cubicBezTo>
                <a:cubicBezTo>
                  <a:pt x="1724414" y="17097"/>
                  <a:pt x="1725226" y="15233"/>
                  <a:pt x="1726852" y="13775"/>
                </a:cubicBezTo>
                <a:cubicBezTo>
                  <a:pt x="1728477" y="12317"/>
                  <a:pt x="1730265" y="11587"/>
                  <a:pt x="1732216" y="11587"/>
                </a:cubicBezTo>
                <a:cubicBezTo>
                  <a:pt x="1734167" y="11587"/>
                  <a:pt x="1735956" y="12317"/>
                  <a:pt x="1737581" y="13775"/>
                </a:cubicBezTo>
                <a:cubicBezTo>
                  <a:pt x="1739206" y="15233"/>
                  <a:pt x="1740019" y="17097"/>
                  <a:pt x="1740019" y="19365"/>
                </a:cubicBezTo>
                <a:close/>
                <a:moveTo>
                  <a:pt x="1842744" y="86668"/>
                </a:moveTo>
                <a:cubicBezTo>
                  <a:pt x="1842744" y="92414"/>
                  <a:pt x="1841741" y="97726"/>
                  <a:pt x="1839735" y="102603"/>
                </a:cubicBezTo>
                <a:cubicBezTo>
                  <a:pt x="1837731" y="107481"/>
                  <a:pt x="1834941" y="111709"/>
                  <a:pt x="1831365" y="115287"/>
                </a:cubicBezTo>
                <a:cubicBezTo>
                  <a:pt x="1827790" y="118864"/>
                  <a:pt x="1823510" y="121655"/>
                  <a:pt x="1818525" y="123660"/>
                </a:cubicBezTo>
                <a:cubicBezTo>
                  <a:pt x="1813541" y="125666"/>
                  <a:pt x="1808069" y="126669"/>
                  <a:pt x="1802108" y="126669"/>
                </a:cubicBezTo>
                <a:cubicBezTo>
                  <a:pt x="1796256" y="126669"/>
                  <a:pt x="1790838" y="125666"/>
                  <a:pt x="1785853" y="123660"/>
                </a:cubicBezTo>
                <a:cubicBezTo>
                  <a:pt x="1780869" y="121655"/>
                  <a:pt x="1776589" y="118864"/>
                  <a:pt x="1773013" y="115287"/>
                </a:cubicBezTo>
                <a:cubicBezTo>
                  <a:pt x="1769438" y="111709"/>
                  <a:pt x="1766648" y="107481"/>
                  <a:pt x="1764642" y="102603"/>
                </a:cubicBezTo>
                <a:cubicBezTo>
                  <a:pt x="1762638" y="97726"/>
                  <a:pt x="1761636" y="92414"/>
                  <a:pt x="1761636" y="86668"/>
                </a:cubicBezTo>
                <a:cubicBezTo>
                  <a:pt x="1761636" y="80922"/>
                  <a:pt x="1762638" y="75611"/>
                  <a:pt x="1764642" y="70733"/>
                </a:cubicBezTo>
                <a:cubicBezTo>
                  <a:pt x="1766648" y="65855"/>
                  <a:pt x="1769438" y="61628"/>
                  <a:pt x="1773013" y="58052"/>
                </a:cubicBezTo>
                <a:cubicBezTo>
                  <a:pt x="1776589" y="54473"/>
                  <a:pt x="1780869" y="51682"/>
                  <a:pt x="1785853" y="49676"/>
                </a:cubicBezTo>
                <a:cubicBezTo>
                  <a:pt x="1790838" y="47670"/>
                  <a:pt x="1796256" y="46667"/>
                  <a:pt x="1802108" y="46667"/>
                </a:cubicBezTo>
                <a:cubicBezTo>
                  <a:pt x="1808069" y="46667"/>
                  <a:pt x="1813541" y="47670"/>
                  <a:pt x="1818525" y="49676"/>
                </a:cubicBezTo>
                <a:cubicBezTo>
                  <a:pt x="1823510" y="51682"/>
                  <a:pt x="1827790" y="54473"/>
                  <a:pt x="1831365" y="58052"/>
                </a:cubicBezTo>
                <a:cubicBezTo>
                  <a:pt x="1834941" y="61628"/>
                  <a:pt x="1837731" y="65855"/>
                  <a:pt x="1839735" y="70733"/>
                </a:cubicBezTo>
                <a:cubicBezTo>
                  <a:pt x="1841741" y="75611"/>
                  <a:pt x="1842744" y="80922"/>
                  <a:pt x="1842744" y="86668"/>
                </a:cubicBezTo>
                <a:moveTo>
                  <a:pt x="1831042" y="86671"/>
                </a:moveTo>
                <a:cubicBezTo>
                  <a:pt x="1831042" y="82434"/>
                  <a:pt x="1830365" y="78443"/>
                  <a:pt x="1829011" y="74696"/>
                </a:cubicBezTo>
                <a:cubicBezTo>
                  <a:pt x="1827657" y="70948"/>
                  <a:pt x="1825733" y="67689"/>
                  <a:pt x="1823239" y="64919"/>
                </a:cubicBezTo>
                <a:cubicBezTo>
                  <a:pt x="1820748" y="62148"/>
                  <a:pt x="1817714" y="59948"/>
                  <a:pt x="1814137" y="58319"/>
                </a:cubicBezTo>
                <a:cubicBezTo>
                  <a:pt x="1810562" y="56689"/>
                  <a:pt x="1806553" y="55874"/>
                  <a:pt x="1802111" y="55874"/>
                </a:cubicBezTo>
                <a:cubicBezTo>
                  <a:pt x="1797668" y="55874"/>
                  <a:pt x="1793685" y="56689"/>
                  <a:pt x="1790163" y="58319"/>
                </a:cubicBezTo>
                <a:cubicBezTo>
                  <a:pt x="1786642" y="59948"/>
                  <a:pt x="1783634" y="62148"/>
                  <a:pt x="1781140" y="64919"/>
                </a:cubicBezTo>
                <a:cubicBezTo>
                  <a:pt x="1778649" y="67689"/>
                  <a:pt x="1776726" y="70948"/>
                  <a:pt x="1775372" y="74696"/>
                </a:cubicBezTo>
                <a:cubicBezTo>
                  <a:pt x="1774017" y="78443"/>
                  <a:pt x="1773340" y="82434"/>
                  <a:pt x="1773340" y="86671"/>
                </a:cubicBezTo>
                <a:cubicBezTo>
                  <a:pt x="1773340" y="90907"/>
                  <a:pt x="1774017" y="94899"/>
                  <a:pt x="1775372" y="98648"/>
                </a:cubicBezTo>
                <a:cubicBezTo>
                  <a:pt x="1776726" y="102394"/>
                  <a:pt x="1778649" y="105653"/>
                  <a:pt x="1781140" y="108424"/>
                </a:cubicBezTo>
                <a:cubicBezTo>
                  <a:pt x="1783634" y="111194"/>
                  <a:pt x="1786642" y="113367"/>
                  <a:pt x="1790163" y="114942"/>
                </a:cubicBezTo>
                <a:cubicBezTo>
                  <a:pt x="1793685" y="116517"/>
                  <a:pt x="1797668" y="117304"/>
                  <a:pt x="1802111" y="117304"/>
                </a:cubicBezTo>
                <a:cubicBezTo>
                  <a:pt x="1806553" y="117304"/>
                  <a:pt x="1810562" y="116517"/>
                  <a:pt x="1814137" y="114942"/>
                </a:cubicBezTo>
                <a:cubicBezTo>
                  <a:pt x="1817714" y="113367"/>
                  <a:pt x="1820748" y="111194"/>
                  <a:pt x="1823239" y="108424"/>
                </a:cubicBezTo>
                <a:cubicBezTo>
                  <a:pt x="1825733" y="105653"/>
                  <a:pt x="1827657" y="102394"/>
                  <a:pt x="1829011" y="98648"/>
                </a:cubicBezTo>
                <a:cubicBezTo>
                  <a:pt x="1830365" y="94899"/>
                  <a:pt x="1831042" y="90907"/>
                  <a:pt x="1831042" y="86671"/>
                </a:cubicBezTo>
                <a:close/>
                <a:moveTo>
                  <a:pt x="1876391" y="48632"/>
                </a:moveTo>
                <a:cubicBezTo>
                  <a:pt x="1876607" y="50690"/>
                  <a:pt x="1876770" y="52966"/>
                  <a:pt x="1876877" y="55460"/>
                </a:cubicBezTo>
                <a:cubicBezTo>
                  <a:pt x="1876986" y="57952"/>
                  <a:pt x="1877041" y="60010"/>
                  <a:pt x="1877041" y="61635"/>
                </a:cubicBezTo>
                <a:lnTo>
                  <a:pt x="1877366" y="61635"/>
                </a:lnTo>
                <a:cubicBezTo>
                  <a:pt x="1879533" y="57188"/>
                  <a:pt x="1883055" y="53581"/>
                  <a:pt x="1887931" y="50817"/>
                </a:cubicBezTo>
                <a:cubicBezTo>
                  <a:pt x="1892807" y="48051"/>
                  <a:pt x="1897955" y="46667"/>
                  <a:pt x="1903373" y="46667"/>
                </a:cubicBezTo>
                <a:cubicBezTo>
                  <a:pt x="1913016" y="46667"/>
                  <a:pt x="1920248" y="49542"/>
                  <a:pt x="1925070" y="55291"/>
                </a:cubicBezTo>
                <a:cubicBezTo>
                  <a:pt x="1929893" y="61040"/>
                  <a:pt x="1932305" y="68633"/>
                  <a:pt x="1932305" y="78069"/>
                </a:cubicBezTo>
                <a:lnTo>
                  <a:pt x="1932305" y="124764"/>
                </a:lnTo>
                <a:lnTo>
                  <a:pt x="1921253" y="124764"/>
                </a:lnTo>
                <a:lnTo>
                  <a:pt x="1921253" y="82583"/>
                </a:lnTo>
                <a:cubicBezTo>
                  <a:pt x="1921253" y="78565"/>
                  <a:pt x="1920928" y="74929"/>
                  <a:pt x="1920278" y="71673"/>
                </a:cubicBezTo>
                <a:cubicBezTo>
                  <a:pt x="1919628" y="68416"/>
                  <a:pt x="1918517" y="65620"/>
                  <a:pt x="1916945" y="63285"/>
                </a:cubicBezTo>
                <a:cubicBezTo>
                  <a:pt x="1915374" y="60950"/>
                  <a:pt x="1913261" y="59131"/>
                  <a:pt x="1910605" y="57828"/>
                </a:cubicBezTo>
                <a:cubicBezTo>
                  <a:pt x="1907951" y="56525"/>
                  <a:pt x="1904620" y="55874"/>
                  <a:pt x="1900610" y="55874"/>
                </a:cubicBezTo>
                <a:cubicBezTo>
                  <a:pt x="1897685" y="55874"/>
                  <a:pt x="1894840" y="56472"/>
                  <a:pt x="1892076" y="57667"/>
                </a:cubicBezTo>
                <a:cubicBezTo>
                  <a:pt x="1889313" y="58861"/>
                  <a:pt x="1886847" y="60680"/>
                  <a:pt x="1884680" y="63124"/>
                </a:cubicBezTo>
                <a:cubicBezTo>
                  <a:pt x="1882514" y="65566"/>
                  <a:pt x="1880780" y="68659"/>
                  <a:pt x="1879479" y="72405"/>
                </a:cubicBezTo>
                <a:cubicBezTo>
                  <a:pt x="1878179" y="76150"/>
                  <a:pt x="1877529" y="80574"/>
                  <a:pt x="1877529" y="85679"/>
                </a:cubicBezTo>
                <a:lnTo>
                  <a:pt x="1877529" y="124764"/>
                </a:lnTo>
                <a:lnTo>
                  <a:pt x="1866475" y="124764"/>
                </a:lnTo>
                <a:lnTo>
                  <a:pt x="1866475" y="65378"/>
                </a:lnTo>
                <a:cubicBezTo>
                  <a:pt x="1866475" y="63316"/>
                  <a:pt x="1866420" y="60660"/>
                  <a:pt x="1866311" y="57409"/>
                </a:cubicBezTo>
                <a:cubicBezTo>
                  <a:pt x="1866204" y="54159"/>
                  <a:pt x="1866042" y="51233"/>
                  <a:pt x="1865825" y="48632"/>
                </a:cubicBezTo>
                <a:lnTo>
                  <a:pt x="1876391" y="48632"/>
                </a:lnTo>
                <a:close/>
                <a:moveTo>
                  <a:pt x="2008862" y="75646"/>
                </a:moveTo>
                <a:cubicBezTo>
                  <a:pt x="2008862" y="69001"/>
                  <a:pt x="2007129" y="64045"/>
                  <a:pt x="2003661" y="60777"/>
                </a:cubicBezTo>
                <a:cubicBezTo>
                  <a:pt x="2000194" y="57508"/>
                  <a:pt x="1995155" y="55874"/>
                  <a:pt x="1988544" y="55874"/>
                </a:cubicBezTo>
                <a:cubicBezTo>
                  <a:pt x="1983994" y="55874"/>
                  <a:pt x="1979768" y="56687"/>
                  <a:pt x="1975866" y="58312"/>
                </a:cubicBezTo>
                <a:cubicBezTo>
                  <a:pt x="1971965" y="59937"/>
                  <a:pt x="1968661" y="62105"/>
                  <a:pt x="1965952" y="64815"/>
                </a:cubicBezTo>
                <a:lnTo>
                  <a:pt x="1959774" y="57501"/>
                </a:lnTo>
                <a:cubicBezTo>
                  <a:pt x="1962917" y="54371"/>
                  <a:pt x="1967063" y="51783"/>
                  <a:pt x="1972210" y="49738"/>
                </a:cubicBezTo>
                <a:cubicBezTo>
                  <a:pt x="1977357" y="47691"/>
                  <a:pt x="1983181" y="46667"/>
                  <a:pt x="1989683" y="46667"/>
                </a:cubicBezTo>
                <a:cubicBezTo>
                  <a:pt x="1993802" y="46667"/>
                  <a:pt x="1997648" y="47237"/>
                  <a:pt x="2001223" y="48376"/>
                </a:cubicBezTo>
                <a:cubicBezTo>
                  <a:pt x="2004800" y="49516"/>
                  <a:pt x="2007942" y="51224"/>
                  <a:pt x="2010651" y="53503"/>
                </a:cubicBezTo>
                <a:cubicBezTo>
                  <a:pt x="2013361" y="55780"/>
                  <a:pt x="2015474" y="58653"/>
                  <a:pt x="2016990" y="62124"/>
                </a:cubicBezTo>
                <a:cubicBezTo>
                  <a:pt x="2018508" y="65595"/>
                  <a:pt x="2019267" y="69662"/>
                  <a:pt x="2019267" y="74327"/>
                </a:cubicBezTo>
                <a:lnTo>
                  <a:pt x="2019267" y="107680"/>
                </a:lnTo>
                <a:cubicBezTo>
                  <a:pt x="2019267" y="110609"/>
                  <a:pt x="2019375" y="113646"/>
                  <a:pt x="2019592" y="116793"/>
                </a:cubicBezTo>
                <a:cubicBezTo>
                  <a:pt x="2019808" y="119938"/>
                  <a:pt x="2020133" y="122595"/>
                  <a:pt x="2020566" y="124764"/>
                </a:cubicBezTo>
                <a:lnTo>
                  <a:pt x="2010653" y="124764"/>
                </a:lnTo>
                <a:cubicBezTo>
                  <a:pt x="2010327" y="122914"/>
                  <a:pt x="2010056" y="120901"/>
                  <a:pt x="2009840" y="118725"/>
                </a:cubicBezTo>
                <a:cubicBezTo>
                  <a:pt x="2009623" y="116549"/>
                  <a:pt x="2009515" y="114427"/>
                  <a:pt x="2009515" y="112361"/>
                </a:cubicBezTo>
                <a:lnTo>
                  <a:pt x="2009187" y="112361"/>
                </a:lnTo>
                <a:cubicBezTo>
                  <a:pt x="2005720" y="117455"/>
                  <a:pt x="2001791" y="121113"/>
                  <a:pt x="1997401" y="123335"/>
                </a:cubicBezTo>
                <a:cubicBezTo>
                  <a:pt x="1993013" y="125558"/>
                  <a:pt x="1987731" y="126669"/>
                  <a:pt x="1981555" y="126669"/>
                </a:cubicBezTo>
                <a:cubicBezTo>
                  <a:pt x="1978629" y="126669"/>
                  <a:pt x="1975621" y="126263"/>
                  <a:pt x="1972532" y="125451"/>
                </a:cubicBezTo>
                <a:cubicBezTo>
                  <a:pt x="1969445" y="124639"/>
                  <a:pt x="1966629" y="123313"/>
                  <a:pt x="1964082" y="121473"/>
                </a:cubicBezTo>
                <a:cubicBezTo>
                  <a:pt x="1961536" y="119631"/>
                  <a:pt x="1959423" y="117248"/>
                  <a:pt x="1957743" y="114325"/>
                </a:cubicBezTo>
                <a:cubicBezTo>
                  <a:pt x="1956063" y="111400"/>
                  <a:pt x="1955223" y="107825"/>
                  <a:pt x="1955223" y="103600"/>
                </a:cubicBezTo>
                <a:cubicBezTo>
                  <a:pt x="1955223" y="97752"/>
                  <a:pt x="1956713" y="93122"/>
                  <a:pt x="1959692" y="89711"/>
                </a:cubicBezTo>
                <a:cubicBezTo>
                  <a:pt x="1962672" y="86300"/>
                  <a:pt x="1966654" y="83756"/>
                  <a:pt x="1971639" y="82077"/>
                </a:cubicBezTo>
                <a:cubicBezTo>
                  <a:pt x="1976625" y="80397"/>
                  <a:pt x="1982341" y="79314"/>
                  <a:pt x="1988788" y="78828"/>
                </a:cubicBezTo>
                <a:cubicBezTo>
                  <a:pt x="1995236" y="78340"/>
                  <a:pt x="2001928" y="78097"/>
                  <a:pt x="2008862" y="78097"/>
                </a:cubicBezTo>
                <a:lnTo>
                  <a:pt x="2008862" y="75646"/>
                </a:lnTo>
                <a:moveTo>
                  <a:pt x="2005611" y="86827"/>
                </a:moveTo>
                <a:cubicBezTo>
                  <a:pt x="2001060" y="86827"/>
                  <a:pt x="1996482" y="87016"/>
                  <a:pt x="1991875" y="87395"/>
                </a:cubicBezTo>
                <a:cubicBezTo>
                  <a:pt x="1987270" y="87772"/>
                  <a:pt x="1983099" y="88528"/>
                  <a:pt x="1979360" y="89664"/>
                </a:cubicBezTo>
                <a:cubicBezTo>
                  <a:pt x="1975623" y="90799"/>
                  <a:pt x="1972563" y="92446"/>
                  <a:pt x="1970179" y="94607"/>
                </a:cubicBezTo>
                <a:cubicBezTo>
                  <a:pt x="1967794" y="96768"/>
                  <a:pt x="1966602" y="99631"/>
                  <a:pt x="1966602" y="103196"/>
                </a:cubicBezTo>
                <a:cubicBezTo>
                  <a:pt x="1966602" y="105898"/>
                  <a:pt x="1967116" y="108167"/>
                  <a:pt x="1968145" y="110004"/>
                </a:cubicBezTo>
                <a:cubicBezTo>
                  <a:pt x="1969175" y="111841"/>
                  <a:pt x="1970556" y="113327"/>
                  <a:pt x="1972289" y="114461"/>
                </a:cubicBezTo>
                <a:cubicBezTo>
                  <a:pt x="1974024" y="115596"/>
                  <a:pt x="1975948" y="116406"/>
                  <a:pt x="1978061" y="116892"/>
                </a:cubicBezTo>
                <a:cubicBezTo>
                  <a:pt x="1980174" y="117378"/>
                  <a:pt x="1982314" y="117621"/>
                  <a:pt x="1984482" y="117621"/>
                </a:cubicBezTo>
                <a:cubicBezTo>
                  <a:pt x="1988382" y="117621"/>
                  <a:pt x="1991850" y="116946"/>
                  <a:pt x="1994884" y="115595"/>
                </a:cubicBezTo>
                <a:cubicBezTo>
                  <a:pt x="1997918" y="114244"/>
                  <a:pt x="2000464" y="112407"/>
                  <a:pt x="2002523" y="110084"/>
                </a:cubicBezTo>
                <a:cubicBezTo>
                  <a:pt x="2004581" y="107761"/>
                  <a:pt x="2006152" y="105087"/>
                  <a:pt x="2007235" y="102063"/>
                </a:cubicBezTo>
                <a:cubicBezTo>
                  <a:pt x="2008320" y="99037"/>
                  <a:pt x="2008862" y="95849"/>
                  <a:pt x="2008862" y="92499"/>
                </a:cubicBezTo>
                <a:lnTo>
                  <a:pt x="2008862" y="86827"/>
                </a:lnTo>
                <a:lnTo>
                  <a:pt x="2005611" y="86827"/>
                </a:lnTo>
                <a:close/>
                <a:moveTo>
                  <a:pt x="2059089" y="124764"/>
                </a:moveTo>
                <a:lnTo>
                  <a:pt x="2048035" y="124764"/>
                </a:lnTo>
                <a:lnTo>
                  <a:pt x="2048035" y="1882"/>
                </a:lnTo>
                <a:lnTo>
                  <a:pt x="2059089" y="1882"/>
                </a:lnTo>
                <a:lnTo>
                  <a:pt x="2059089" y="124764"/>
                </a:lnTo>
                <a:close/>
                <a:moveTo>
                  <a:pt x="2099886" y="124764"/>
                </a:moveTo>
                <a:lnTo>
                  <a:pt x="2088835" y="124764"/>
                </a:lnTo>
                <a:lnTo>
                  <a:pt x="2088835" y="48694"/>
                </a:lnTo>
                <a:lnTo>
                  <a:pt x="2099886" y="48694"/>
                </a:lnTo>
                <a:lnTo>
                  <a:pt x="2099886" y="124764"/>
                </a:lnTo>
                <a:moveTo>
                  <a:pt x="2102163" y="19365"/>
                </a:moveTo>
                <a:cubicBezTo>
                  <a:pt x="2102163" y="21634"/>
                  <a:pt x="2101350" y="23497"/>
                  <a:pt x="2099725" y="24956"/>
                </a:cubicBezTo>
                <a:cubicBezTo>
                  <a:pt x="2098100" y="26414"/>
                  <a:pt x="2096311" y="27143"/>
                  <a:pt x="2094360" y="27143"/>
                </a:cubicBezTo>
                <a:cubicBezTo>
                  <a:pt x="2092409" y="27143"/>
                  <a:pt x="2090621" y="26414"/>
                  <a:pt x="2088996" y="24956"/>
                </a:cubicBezTo>
                <a:cubicBezTo>
                  <a:pt x="2087370" y="23497"/>
                  <a:pt x="2086558" y="21634"/>
                  <a:pt x="2086558" y="19365"/>
                </a:cubicBezTo>
                <a:cubicBezTo>
                  <a:pt x="2086558" y="17097"/>
                  <a:pt x="2087370" y="15233"/>
                  <a:pt x="2088996" y="13775"/>
                </a:cubicBezTo>
                <a:cubicBezTo>
                  <a:pt x="2090621" y="12317"/>
                  <a:pt x="2092409" y="11587"/>
                  <a:pt x="2094360" y="11587"/>
                </a:cubicBezTo>
                <a:cubicBezTo>
                  <a:pt x="2096311" y="11587"/>
                  <a:pt x="2098100" y="12317"/>
                  <a:pt x="2099725" y="13775"/>
                </a:cubicBezTo>
                <a:cubicBezTo>
                  <a:pt x="2101350" y="15233"/>
                  <a:pt x="2102163" y="17097"/>
                  <a:pt x="2102163" y="19365"/>
                </a:cubicBezTo>
                <a:close/>
                <a:moveTo>
                  <a:pt x="2163603" y="57938"/>
                </a:moveTo>
                <a:lnTo>
                  <a:pt x="2142150" y="57938"/>
                </a:lnTo>
                <a:lnTo>
                  <a:pt x="2142150" y="102358"/>
                </a:lnTo>
                <a:cubicBezTo>
                  <a:pt x="2142150" y="105179"/>
                  <a:pt x="2142420" y="107511"/>
                  <a:pt x="2142961" y="109355"/>
                </a:cubicBezTo>
                <a:cubicBezTo>
                  <a:pt x="2143503" y="111198"/>
                  <a:pt x="2144288" y="112636"/>
                  <a:pt x="2145317" y="113668"/>
                </a:cubicBezTo>
                <a:cubicBezTo>
                  <a:pt x="2146347" y="114698"/>
                  <a:pt x="2147566" y="115403"/>
                  <a:pt x="2148975" y="115783"/>
                </a:cubicBezTo>
                <a:cubicBezTo>
                  <a:pt x="2150384" y="116162"/>
                  <a:pt x="2151901" y="116351"/>
                  <a:pt x="2153526" y="116351"/>
                </a:cubicBezTo>
                <a:cubicBezTo>
                  <a:pt x="2155044" y="116351"/>
                  <a:pt x="2156642" y="116130"/>
                  <a:pt x="2158320" y="115689"/>
                </a:cubicBezTo>
                <a:cubicBezTo>
                  <a:pt x="2160000" y="115246"/>
                  <a:pt x="2161599" y="114637"/>
                  <a:pt x="2163117" y="113861"/>
                </a:cubicBezTo>
                <a:lnTo>
                  <a:pt x="2163603" y="123442"/>
                </a:lnTo>
                <a:cubicBezTo>
                  <a:pt x="2161654" y="124201"/>
                  <a:pt x="2159623" y="124770"/>
                  <a:pt x="2157509" y="125148"/>
                </a:cubicBezTo>
                <a:cubicBezTo>
                  <a:pt x="2155396" y="125527"/>
                  <a:pt x="2153093" y="125716"/>
                  <a:pt x="2150600" y="125716"/>
                </a:cubicBezTo>
                <a:cubicBezTo>
                  <a:pt x="2148541" y="125716"/>
                  <a:pt x="2146374" y="125445"/>
                  <a:pt x="2144099" y="124903"/>
                </a:cubicBezTo>
                <a:cubicBezTo>
                  <a:pt x="2141824" y="124362"/>
                  <a:pt x="2139711" y="123334"/>
                  <a:pt x="2137760" y="121818"/>
                </a:cubicBezTo>
                <a:cubicBezTo>
                  <a:pt x="2135810" y="120300"/>
                  <a:pt x="2134212" y="118240"/>
                  <a:pt x="2132965" y="115639"/>
                </a:cubicBezTo>
                <a:cubicBezTo>
                  <a:pt x="2131719" y="113038"/>
                  <a:pt x="2131095" y="109625"/>
                  <a:pt x="2131095" y="105399"/>
                </a:cubicBezTo>
                <a:lnTo>
                  <a:pt x="2131095" y="57938"/>
                </a:lnTo>
                <a:lnTo>
                  <a:pt x="2115329" y="57938"/>
                </a:lnTo>
                <a:lnTo>
                  <a:pt x="2115329" y="48731"/>
                </a:lnTo>
                <a:lnTo>
                  <a:pt x="2131095" y="48731"/>
                </a:lnTo>
                <a:lnTo>
                  <a:pt x="2131095" y="27275"/>
                </a:lnTo>
                <a:lnTo>
                  <a:pt x="2142150" y="27275"/>
                </a:lnTo>
                <a:lnTo>
                  <a:pt x="2142150" y="48731"/>
                </a:lnTo>
                <a:lnTo>
                  <a:pt x="2163603" y="48731"/>
                </a:lnTo>
                <a:lnTo>
                  <a:pt x="2163603" y="57938"/>
                </a:lnTo>
                <a:close/>
                <a:moveTo>
                  <a:pt x="2207004" y="113008"/>
                </a:moveTo>
                <a:lnTo>
                  <a:pt x="2207329" y="113008"/>
                </a:lnTo>
                <a:lnTo>
                  <a:pt x="2230896" y="48803"/>
                </a:lnTo>
                <a:lnTo>
                  <a:pt x="2242925" y="48803"/>
                </a:lnTo>
                <a:lnTo>
                  <a:pt x="2205052" y="144541"/>
                </a:lnTo>
                <a:cubicBezTo>
                  <a:pt x="2202777" y="150393"/>
                  <a:pt x="2199879" y="155067"/>
                  <a:pt x="2196357" y="158564"/>
                </a:cubicBezTo>
                <a:cubicBezTo>
                  <a:pt x="2192835" y="162063"/>
                  <a:pt x="2187769" y="163812"/>
                  <a:pt x="2181158" y="163812"/>
                </a:cubicBezTo>
                <a:cubicBezTo>
                  <a:pt x="2177800" y="163812"/>
                  <a:pt x="2174495" y="163495"/>
                  <a:pt x="2171245" y="162860"/>
                </a:cubicBezTo>
                <a:lnTo>
                  <a:pt x="2172381" y="152830"/>
                </a:lnTo>
                <a:cubicBezTo>
                  <a:pt x="2174982" y="153696"/>
                  <a:pt x="2177691" y="154130"/>
                  <a:pt x="2180508" y="154130"/>
                </a:cubicBezTo>
                <a:cubicBezTo>
                  <a:pt x="2184301" y="154130"/>
                  <a:pt x="2187281" y="152965"/>
                  <a:pt x="2189447" y="150635"/>
                </a:cubicBezTo>
                <a:cubicBezTo>
                  <a:pt x="2191615" y="148305"/>
                  <a:pt x="2193511" y="144974"/>
                  <a:pt x="2195137" y="140640"/>
                </a:cubicBezTo>
                <a:lnTo>
                  <a:pt x="2201315" y="124709"/>
                </a:lnTo>
                <a:lnTo>
                  <a:pt x="2168807" y="48803"/>
                </a:lnTo>
                <a:lnTo>
                  <a:pt x="2181158" y="48803"/>
                </a:lnTo>
                <a:lnTo>
                  <a:pt x="2207004" y="113008"/>
                </a:lnTo>
                <a:close/>
                <a:moveTo>
                  <a:pt x="2376371" y="86668"/>
                </a:moveTo>
                <a:cubicBezTo>
                  <a:pt x="2376371" y="92414"/>
                  <a:pt x="2375368" y="97726"/>
                  <a:pt x="2373363" y="102603"/>
                </a:cubicBezTo>
                <a:cubicBezTo>
                  <a:pt x="2371359" y="107481"/>
                  <a:pt x="2368568" y="111709"/>
                  <a:pt x="2364992" y="115287"/>
                </a:cubicBezTo>
                <a:cubicBezTo>
                  <a:pt x="2361417" y="118864"/>
                  <a:pt x="2357137" y="121655"/>
                  <a:pt x="2352152" y="123660"/>
                </a:cubicBezTo>
                <a:cubicBezTo>
                  <a:pt x="2347168" y="125666"/>
                  <a:pt x="2341696" y="126669"/>
                  <a:pt x="2335735" y="126669"/>
                </a:cubicBezTo>
                <a:cubicBezTo>
                  <a:pt x="2329884" y="126669"/>
                  <a:pt x="2324465" y="125666"/>
                  <a:pt x="2319480" y="123660"/>
                </a:cubicBezTo>
                <a:cubicBezTo>
                  <a:pt x="2314497" y="121655"/>
                  <a:pt x="2310217" y="118864"/>
                  <a:pt x="2306640" y="115287"/>
                </a:cubicBezTo>
                <a:cubicBezTo>
                  <a:pt x="2303065" y="111709"/>
                  <a:pt x="2300275" y="107481"/>
                  <a:pt x="2298269" y="102603"/>
                </a:cubicBezTo>
                <a:cubicBezTo>
                  <a:pt x="2296265" y="97726"/>
                  <a:pt x="2295263" y="92414"/>
                  <a:pt x="2295263" y="86668"/>
                </a:cubicBezTo>
                <a:cubicBezTo>
                  <a:pt x="2295263" y="80922"/>
                  <a:pt x="2296265" y="75611"/>
                  <a:pt x="2298269" y="70733"/>
                </a:cubicBezTo>
                <a:cubicBezTo>
                  <a:pt x="2300275" y="65855"/>
                  <a:pt x="2303065" y="61628"/>
                  <a:pt x="2306640" y="58052"/>
                </a:cubicBezTo>
                <a:cubicBezTo>
                  <a:pt x="2310217" y="54473"/>
                  <a:pt x="2314497" y="51682"/>
                  <a:pt x="2319480" y="49676"/>
                </a:cubicBezTo>
                <a:cubicBezTo>
                  <a:pt x="2324465" y="47670"/>
                  <a:pt x="2329884" y="46667"/>
                  <a:pt x="2335735" y="46667"/>
                </a:cubicBezTo>
                <a:cubicBezTo>
                  <a:pt x="2341696" y="46667"/>
                  <a:pt x="2347168" y="47670"/>
                  <a:pt x="2352152" y="49676"/>
                </a:cubicBezTo>
                <a:cubicBezTo>
                  <a:pt x="2357137" y="51682"/>
                  <a:pt x="2361417" y="54473"/>
                  <a:pt x="2364992" y="58052"/>
                </a:cubicBezTo>
                <a:cubicBezTo>
                  <a:pt x="2368568" y="61628"/>
                  <a:pt x="2371359" y="65855"/>
                  <a:pt x="2373363" y="70733"/>
                </a:cubicBezTo>
                <a:cubicBezTo>
                  <a:pt x="2375368" y="75611"/>
                  <a:pt x="2376371" y="80922"/>
                  <a:pt x="2376371" y="86668"/>
                </a:cubicBezTo>
                <a:moveTo>
                  <a:pt x="2364669" y="86671"/>
                </a:moveTo>
                <a:cubicBezTo>
                  <a:pt x="2364669" y="82434"/>
                  <a:pt x="2363992" y="78443"/>
                  <a:pt x="2362638" y="74696"/>
                </a:cubicBezTo>
                <a:cubicBezTo>
                  <a:pt x="2361284" y="70948"/>
                  <a:pt x="2359360" y="67689"/>
                  <a:pt x="2356867" y="64919"/>
                </a:cubicBezTo>
                <a:cubicBezTo>
                  <a:pt x="2354375" y="62148"/>
                  <a:pt x="2351341" y="59948"/>
                  <a:pt x="2347764" y="58319"/>
                </a:cubicBezTo>
                <a:cubicBezTo>
                  <a:pt x="2344190" y="56689"/>
                  <a:pt x="2340181" y="55874"/>
                  <a:pt x="2335738" y="55874"/>
                </a:cubicBezTo>
                <a:cubicBezTo>
                  <a:pt x="2331295" y="55874"/>
                  <a:pt x="2327313" y="56689"/>
                  <a:pt x="2323791" y="58319"/>
                </a:cubicBezTo>
                <a:cubicBezTo>
                  <a:pt x="2320269" y="59948"/>
                  <a:pt x="2317261" y="62148"/>
                  <a:pt x="2314768" y="64919"/>
                </a:cubicBezTo>
                <a:cubicBezTo>
                  <a:pt x="2312276" y="67689"/>
                  <a:pt x="2310353" y="70948"/>
                  <a:pt x="2308999" y="74696"/>
                </a:cubicBezTo>
                <a:cubicBezTo>
                  <a:pt x="2307645" y="78443"/>
                  <a:pt x="2306968" y="82434"/>
                  <a:pt x="2306968" y="86671"/>
                </a:cubicBezTo>
                <a:cubicBezTo>
                  <a:pt x="2306968" y="90907"/>
                  <a:pt x="2307645" y="94899"/>
                  <a:pt x="2308999" y="98648"/>
                </a:cubicBezTo>
                <a:cubicBezTo>
                  <a:pt x="2310353" y="102394"/>
                  <a:pt x="2312276" y="105653"/>
                  <a:pt x="2314768" y="108424"/>
                </a:cubicBezTo>
                <a:cubicBezTo>
                  <a:pt x="2317261" y="111194"/>
                  <a:pt x="2320269" y="113367"/>
                  <a:pt x="2323791" y="114942"/>
                </a:cubicBezTo>
                <a:cubicBezTo>
                  <a:pt x="2327313" y="116517"/>
                  <a:pt x="2331295" y="117304"/>
                  <a:pt x="2335738" y="117304"/>
                </a:cubicBezTo>
                <a:cubicBezTo>
                  <a:pt x="2340181" y="117304"/>
                  <a:pt x="2344190" y="116517"/>
                  <a:pt x="2347764" y="114942"/>
                </a:cubicBezTo>
                <a:cubicBezTo>
                  <a:pt x="2351341" y="113367"/>
                  <a:pt x="2354375" y="111194"/>
                  <a:pt x="2356867" y="108424"/>
                </a:cubicBezTo>
                <a:cubicBezTo>
                  <a:pt x="2359360" y="105653"/>
                  <a:pt x="2361284" y="102394"/>
                  <a:pt x="2362638" y="98648"/>
                </a:cubicBezTo>
                <a:cubicBezTo>
                  <a:pt x="2363992" y="94899"/>
                  <a:pt x="2364669" y="90907"/>
                  <a:pt x="2364669" y="86671"/>
                </a:cubicBezTo>
                <a:close/>
                <a:moveTo>
                  <a:pt x="2400102" y="65378"/>
                </a:moveTo>
                <a:cubicBezTo>
                  <a:pt x="2400102" y="63316"/>
                  <a:pt x="2400048" y="60660"/>
                  <a:pt x="2399939" y="57409"/>
                </a:cubicBezTo>
                <a:cubicBezTo>
                  <a:pt x="2399831" y="54159"/>
                  <a:pt x="2399669" y="51233"/>
                  <a:pt x="2399453" y="48632"/>
                </a:cubicBezTo>
                <a:lnTo>
                  <a:pt x="2410018" y="48632"/>
                </a:lnTo>
                <a:cubicBezTo>
                  <a:pt x="2410235" y="50690"/>
                  <a:pt x="2410397" y="52966"/>
                  <a:pt x="2410504" y="55460"/>
                </a:cubicBezTo>
                <a:cubicBezTo>
                  <a:pt x="2410613" y="57952"/>
                  <a:pt x="2410668" y="60010"/>
                  <a:pt x="2410668" y="61635"/>
                </a:cubicBezTo>
                <a:lnTo>
                  <a:pt x="2410993" y="61635"/>
                </a:lnTo>
                <a:cubicBezTo>
                  <a:pt x="2413161" y="57188"/>
                  <a:pt x="2416411" y="53581"/>
                  <a:pt x="2420745" y="50817"/>
                </a:cubicBezTo>
                <a:cubicBezTo>
                  <a:pt x="2425080" y="48051"/>
                  <a:pt x="2429957" y="46667"/>
                  <a:pt x="2435376" y="46667"/>
                </a:cubicBezTo>
                <a:cubicBezTo>
                  <a:pt x="2436784" y="46667"/>
                  <a:pt x="2438058" y="46731"/>
                  <a:pt x="2439195" y="46858"/>
                </a:cubicBezTo>
                <a:cubicBezTo>
                  <a:pt x="2440333" y="46986"/>
                  <a:pt x="2441498" y="47240"/>
                  <a:pt x="2442690" y="47620"/>
                </a:cubicBezTo>
                <a:lnTo>
                  <a:pt x="2441227" y="57962"/>
                </a:lnTo>
                <a:cubicBezTo>
                  <a:pt x="2440577" y="57746"/>
                  <a:pt x="2439493" y="57529"/>
                  <a:pt x="2437975" y="57312"/>
                </a:cubicBezTo>
                <a:cubicBezTo>
                  <a:pt x="2436459" y="57094"/>
                  <a:pt x="2434942" y="56985"/>
                  <a:pt x="2433424" y="56985"/>
                </a:cubicBezTo>
                <a:cubicBezTo>
                  <a:pt x="2430499" y="56985"/>
                  <a:pt x="2427681" y="57527"/>
                  <a:pt x="2424971" y="58612"/>
                </a:cubicBezTo>
                <a:cubicBezTo>
                  <a:pt x="2422263" y="59695"/>
                  <a:pt x="2419906" y="61402"/>
                  <a:pt x="2417900" y="63731"/>
                </a:cubicBezTo>
                <a:cubicBezTo>
                  <a:pt x="2415896" y="66061"/>
                  <a:pt x="2414271" y="69041"/>
                  <a:pt x="2413024" y="72672"/>
                </a:cubicBezTo>
                <a:cubicBezTo>
                  <a:pt x="2411779" y="76302"/>
                  <a:pt x="2411157" y="80663"/>
                  <a:pt x="2411157" y="85755"/>
                </a:cubicBezTo>
                <a:lnTo>
                  <a:pt x="2411157" y="124764"/>
                </a:lnTo>
                <a:lnTo>
                  <a:pt x="2400102" y="124764"/>
                </a:lnTo>
                <a:lnTo>
                  <a:pt x="2400102" y="65378"/>
                </a:lnTo>
                <a:close/>
                <a:moveTo>
                  <a:pt x="2554031" y="65954"/>
                </a:moveTo>
                <a:cubicBezTo>
                  <a:pt x="2552189" y="63027"/>
                  <a:pt x="2549507" y="60615"/>
                  <a:pt x="2545985" y="58719"/>
                </a:cubicBezTo>
                <a:cubicBezTo>
                  <a:pt x="2542463" y="56822"/>
                  <a:pt x="2538644" y="55874"/>
                  <a:pt x="2534527" y="55874"/>
                </a:cubicBezTo>
                <a:cubicBezTo>
                  <a:pt x="2530084" y="55874"/>
                  <a:pt x="2526074" y="56662"/>
                  <a:pt x="2522498" y="58238"/>
                </a:cubicBezTo>
                <a:cubicBezTo>
                  <a:pt x="2518921" y="59812"/>
                  <a:pt x="2515860" y="61984"/>
                  <a:pt x="2513314" y="64756"/>
                </a:cubicBezTo>
                <a:cubicBezTo>
                  <a:pt x="2510767" y="67525"/>
                  <a:pt x="2508817" y="70784"/>
                  <a:pt x="2507463" y="74533"/>
                </a:cubicBezTo>
                <a:cubicBezTo>
                  <a:pt x="2506109" y="78279"/>
                  <a:pt x="2505431" y="82325"/>
                  <a:pt x="2505431" y="86671"/>
                </a:cubicBezTo>
                <a:cubicBezTo>
                  <a:pt x="2505431" y="91016"/>
                  <a:pt x="2506109" y="95036"/>
                  <a:pt x="2507463" y="98729"/>
                </a:cubicBezTo>
                <a:cubicBezTo>
                  <a:pt x="2508817" y="102422"/>
                  <a:pt x="2510740" y="105653"/>
                  <a:pt x="2513232" y="108424"/>
                </a:cubicBezTo>
                <a:cubicBezTo>
                  <a:pt x="2515725" y="111194"/>
                  <a:pt x="2518759" y="113367"/>
                  <a:pt x="2522334" y="114942"/>
                </a:cubicBezTo>
                <a:cubicBezTo>
                  <a:pt x="2525910" y="116517"/>
                  <a:pt x="2529920" y="117304"/>
                  <a:pt x="2534363" y="117304"/>
                </a:cubicBezTo>
                <a:cubicBezTo>
                  <a:pt x="2539239" y="117304"/>
                  <a:pt x="2543356" y="116383"/>
                  <a:pt x="2546714" y="114541"/>
                </a:cubicBezTo>
                <a:cubicBezTo>
                  <a:pt x="2550074" y="112699"/>
                  <a:pt x="2552838" y="110315"/>
                  <a:pt x="2555006" y="107390"/>
                </a:cubicBezTo>
                <a:lnTo>
                  <a:pt x="2563295" y="113566"/>
                </a:lnTo>
                <a:cubicBezTo>
                  <a:pt x="2560044" y="117564"/>
                  <a:pt x="2556061" y="120748"/>
                  <a:pt x="2551347" y="123117"/>
                </a:cubicBezTo>
                <a:cubicBezTo>
                  <a:pt x="2546635" y="125485"/>
                  <a:pt x="2540974" y="126669"/>
                  <a:pt x="2534363" y="126669"/>
                </a:cubicBezTo>
                <a:cubicBezTo>
                  <a:pt x="2528186" y="126669"/>
                  <a:pt x="2522604" y="125666"/>
                  <a:pt x="2517619" y="123660"/>
                </a:cubicBezTo>
                <a:cubicBezTo>
                  <a:pt x="2512636" y="121655"/>
                  <a:pt x="2508383" y="118864"/>
                  <a:pt x="2504861" y="115287"/>
                </a:cubicBezTo>
                <a:cubicBezTo>
                  <a:pt x="2501341" y="111709"/>
                  <a:pt x="2498605" y="107481"/>
                  <a:pt x="2496654" y="102603"/>
                </a:cubicBezTo>
                <a:cubicBezTo>
                  <a:pt x="2494703" y="97726"/>
                  <a:pt x="2493727" y="92414"/>
                  <a:pt x="2493727" y="86668"/>
                </a:cubicBezTo>
                <a:cubicBezTo>
                  <a:pt x="2493727" y="80922"/>
                  <a:pt x="2494703" y="75611"/>
                  <a:pt x="2496654" y="70733"/>
                </a:cubicBezTo>
                <a:cubicBezTo>
                  <a:pt x="2498605" y="65855"/>
                  <a:pt x="2501341" y="61628"/>
                  <a:pt x="2504861" y="58052"/>
                </a:cubicBezTo>
                <a:cubicBezTo>
                  <a:pt x="2508383" y="54473"/>
                  <a:pt x="2512636" y="51682"/>
                  <a:pt x="2517619" y="49676"/>
                </a:cubicBezTo>
                <a:cubicBezTo>
                  <a:pt x="2522604" y="47670"/>
                  <a:pt x="2528186" y="46667"/>
                  <a:pt x="2534363" y="46667"/>
                </a:cubicBezTo>
                <a:cubicBezTo>
                  <a:pt x="2539456" y="46667"/>
                  <a:pt x="2544629" y="47771"/>
                  <a:pt x="2549884" y="49979"/>
                </a:cubicBezTo>
                <a:cubicBezTo>
                  <a:pt x="2555140" y="52186"/>
                  <a:pt x="2559394" y="55452"/>
                  <a:pt x="2562645" y="59775"/>
                </a:cubicBezTo>
                <a:lnTo>
                  <a:pt x="2554031" y="65954"/>
                </a:lnTo>
                <a:close/>
                <a:moveTo>
                  <a:pt x="2656107" y="86668"/>
                </a:moveTo>
                <a:cubicBezTo>
                  <a:pt x="2656107" y="92414"/>
                  <a:pt x="2655104" y="97726"/>
                  <a:pt x="2653098" y="102603"/>
                </a:cubicBezTo>
                <a:cubicBezTo>
                  <a:pt x="2651094" y="107481"/>
                  <a:pt x="2648304" y="111709"/>
                  <a:pt x="2644727" y="115287"/>
                </a:cubicBezTo>
                <a:cubicBezTo>
                  <a:pt x="2641153" y="118864"/>
                  <a:pt x="2636873" y="121655"/>
                  <a:pt x="2631887" y="123660"/>
                </a:cubicBezTo>
                <a:cubicBezTo>
                  <a:pt x="2626904" y="125666"/>
                  <a:pt x="2621432" y="126669"/>
                  <a:pt x="2615471" y="126669"/>
                </a:cubicBezTo>
                <a:cubicBezTo>
                  <a:pt x="2609619" y="126669"/>
                  <a:pt x="2604201" y="125666"/>
                  <a:pt x="2599216" y="123660"/>
                </a:cubicBezTo>
                <a:cubicBezTo>
                  <a:pt x="2594232" y="121655"/>
                  <a:pt x="2589952" y="118864"/>
                  <a:pt x="2586376" y="115287"/>
                </a:cubicBezTo>
                <a:cubicBezTo>
                  <a:pt x="2582801" y="111709"/>
                  <a:pt x="2580011" y="107481"/>
                  <a:pt x="2578005" y="102603"/>
                </a:cubicBezTo>
                <a:cubicBezTo>
                  <a:pt x="2576001" y="97726"/>
                  <a:pt x="2574999" y="92414"/>
                  <a:pt x="2574999" y="86668"/>
                </a:cubicBezTo>
                <a:cubicBezTo>
                  <a:pt x="2574999" y="80922"/>
                  <a:pt x="2576001" y="75611"/>
                  <a:pt x="2578005" y="70733"/>
                </a:cubicBezTo>
                <a:cubicBezTo>
                  <a:pt x="2580011" y="65855"/>
                  <a:pt x="2582801" y="61628"/>
                  <a:pt x="2586376" y="58052"/>
                </a:cubicBezTo>
                <a:cubicBezTo>
                  <a:pt x="2589952" y="54473"/>
                  <a:pt x="2594232" y="51682"/>
                  <a:pt x="2599216" y="49676"/>
                </a:cubicBezTo>
                <a:cubicBezTo>
                  <a:pt x="2604201" y="47670"/>
                  <a:pt x="2609619" y="46667"/>
                  <a:pt x="2615471" y="46667"/>
                </a:cubicBezTo>
                <a:cubicBezTo>
                  <a:pt x="2621432" y="46667"/>
                  <a:pt x="2626904" y="47670"/>
                  <a:pt x="2631887" y="49676"/>
                </a:cubicBezTo>
                <a:cubicBezTo>
                  <a:pt x="2636873" y="51682"/>
                  <a:pt x="2641153" y="54473"/>
                  <a:pt x="2644727" y="58052"/>
                </a:cubicBezTo>
                <a:cubicBezTo>
                  <a:pt x="2648304" y="61628"/>
                  <a:pt x="2651094" y="65855"/>
                  <a:pt x="2653098" y="70733"/>
                </a:cubicBezTo>
                <a:cubicBezTo>
                  <a:pt x="2655104" y="75611"/>
                  <a:pt x="2656107" y="80922"/>
                  <a:pt x="2656107" y="86668"/>
                </a:cubicBezTo>
                <a:moveTo>
                  <a:pt x="2644405" y="86671"/>
                </a:moveTo>
                <a:cubicBezTo>
                  <a:pt x="2644405" y="82434"/>
                  <a:pt x="2643728" y="78443"/>
                  <a:pt x="2642374" y="74696"/>
                </a:cubicBezTo>
                <a:cubicBezTo>
                  <a:pt x="2641019" y="70948"/>
                  <a:pt x="2639096" y="67689"/>
                  <a:pt x="2636602" y="64919"/>
                </a:cubicBezTo>
                <a:cubicBezTo>
                  <a:pt x="2634110" y="62148"/>
                  <a:pt x="2631076" y="59948"/>
                  <a:pt x="2627500" y="58319"/>
                </a:cubicBezTo>
                <a:cubicBezTo>
                  <a:pt x="2623925" y="56689"/>
                  <a:pt x="2619916" y="55874"/>
                  <a:pt x="2615473" y="55874"/>
                </a:cubicBezTo>
                <a:cubicBezTo>
                  <a:pt x="2611031" y="55874"/>
                  <a:pt x="2607048" y="56689"/>
                  <a:pt x="2603526" y="58319"/>
                </a:cubicBezTo>
                <a:cubicBezTo>
                  <a:pt x="2600004" y="59948"/>
                  <a:pt x="2596997" y="62148"/>
                  <a:pt x="2594503" y="64919"/>
                </a:cubicBezTo>
                <a:cubicBezTo>
                  <a:pt x="2592012" y="67689"/>
                  <a:pt x="2590089" y="70948"/>
                  <a:pt x="2588734" y="74696"/>
                </a:cubicBezTo>
                <a:cubicBezTo>
                  <a:pt x="2587380" y="78443"/>
                  <a:pt x="2586703" y="82434"/>
                  <a:pt x="2586703" y="86671"/>
                </a:cubicBezTo>
                <a:cubicBezTo>
                  <a:pt x="2586703" y="90907"/>
                  <a:pt x="2587380" y="94899"/>
                  <a:pt x="2588734" y="98648"/>
                </a:cubicBezTo>
                <a:cubicBezTo>
                  <a:pt x="2590089" y="102394"/>
                  <a:pt x="2592012" y="105653"/>
                  <a:pt x="2594503" y="108424"/>
                </a:cubicBezTo>
                <a:cubicBezTo>
                  <a:pt x="2596997" y="111194"/>
                  <a:pt x="2600004" y="113367"/>
                  <a:pt x="2603526" y="114942"/>
                </a:cubicBezTo>
                <a:cubicBezTo>
                  <a:pt x="2607048" y="116517"/>
                  <a:pt x="2611031" y="117304"/>
                  <a:pt x="2615473" y="117304"/>
                </a:cubicBezTo>
                <a:cubicBezTo>
                  <a:pt x="2619916" y="117304"/>
                  <a:pt x="2623925" y="116517"/>
                  <a:pt x="2627500" y="114942"/>
                </a:cubicBezTo>
                <a:cubicBezTo>
                  <a:pt x="2631076" y="113367"/>
                  <a:pt x="2634110" y="111194"/>
                  <a:pt x="2636602" y="108424"/>
                </a:cubicBezTo>
                <a:cubicBezTo>
                  <a:pt x="2639096" y="105653"/>
                  <a:pt x="2641019" y="102394"/>
                  <a:pt x="2642374" y="98648"/>
                </a:cubicBezTo>
                <a:cubicBezTo>
                  <a:pt x="2643728" y="94899"/>
                  <a:pt x="2644405" y="90907"/>
                  <a:pt x="2644405" y="86671"/>
                </a:cubicBezTo>
                <a:close/>
                <a:moveTo>
                  <a:pt x="2690729" y="61635"/>
                </a:moveTo>
                <a:cubicBezTo>
                  <a:pt x="2692896" y="57189"/>
                  <a:pt x="2696228" y="53583"/>
                  <a:pt x="2700724" y="50817"/>
                </a:cubicBezTo>
                <a:cubicBezTo>
                  <a:pt x="2705221" y="48051"/>
                  <a:pt x="2710234" y="46667"/>
                  <a:pt x="2715761" y="46667"/>
                </a:cubicBezTo>
                <a:cubicBezTo>
                  <a:pt x="2717820" y="46667"/>
                  <a:pt x="2719960" y="46885"/>
                  <a:pt x="2722180" y="47320"/>
                </a:cubicBezTo>
                <a:cubicBezTo>
                  <a:pt x="2724402" y="47753"/>
                  <a:pt x="2726570" y="48593"/>
                  <a:pt x="2728683" y="49840"/>
                </a:cubicBezTo>
                <a:cubicBezTo>
                  <a:pt x="2730796" y="51086"/>
                  <a:pt x="2732747" y="52741"/>
                  <a:pt x="2734534" y="54803"/>
                </a:cubicBezTo>
                <a:cubicBezTo>
                  <a:pt x="2736323" y="56863"/>
                  <a:pt x="2737867" y="59520"/>
                  <a:pt x="2739167" y="62774"/>
                </a:cubicBezTo>
                <a:cubicBezTo>
                  <a:pt x="2741768" y="57567"/>
                  <a:pt x="2745316" y="53581"/>
                  <a:pt x="2749812" y="50817"/>
                </a:cubicBezTo>
                <a:cubicBezTo>
                  <a:pt x="2754309" y="48051"/>
                  <a:pt x="2759647" y="46667"/>
                  <a:pt x="2765824" y="46667"/>
                </a:cubicBezTo>
                <a:cubicBezTo>
                  <a:pt x="2775467" y="46667"/>
                  <a:pt x="2782700" y="49542"/>
                  <a:pt x="2787521" y="55291"/>
                </a:cubicBezTo>
                <a:cubicBezTo>
                  <a:pt x="2792344" y="61040"/>
                  <a:pt x="2794756" y="68633"/>
                  <a:pt x="2794756" y="78069"/>
                </a:cubicBezTo>
                <a:lnTo>
                  <a:pt x="2794756" y="124764"/>
                </a:lnTo>
                <a:lnTo>
                  <a:pt x="2783704" y="124764"/>
                </a:lnTo>
                <a:lnTo>
                  <a:pt x="2783704" y="82583"/>
                </a:lnTo>
                <a:cubicBezTo>
                  <a:pt x="2783704" y="74549"/>
                  <a:pt x="2782214" y="68089"/>
                  <a:pt x="2779235" y="63203"/>
                </a:cubicBezTo>
                <a:cubicBezTo>
                  <a:pt x="2776255" y="58317"/>
                  <a:pt x="2771189" y="55874"/>
                  <a:pt x="2764036" y="55874"/>
                </a:cubicBezTo>
                <a:cubicBezTo>
                  <a:pt x="2760026" y="55874"/>
                  <a:pt x="2756640" y="56688"/>
                  <a:pt x="2753877" y="58317"/>
                </a:cubicBezTo>
                <a:cubicBezTo>
                  <a:pt x="2751114" y="59946"/>
                  <a:pt x="2748893" y="62090"/>
                  <a:pt x="2747213" y="64751"/>
                </a:cubicBezTo>
                <a:cubicBezTo>
                  <a:pt x="2745533" y="67409"/>
                  <a:pt x="2744313" y="70422"/>
                  <a:pt x="2743555" y="73788"/>
                </a:cubicBezTo>
                <a:cubicBezTo>
                  <a:pt x="2742797" y="77155"/>
                  <a:pt x="2742419" y="80630"/>
                  <a:pt x="2742419" y="84213"/>
                </a:cubicBezTo>
                <a:lnTo>
                  <a:pt x="2742419" y="124764"/>
                </a:lnTo>
                <a:lnTo>
                  <a:pt x="2731364" y="124764"/>
                </a:lnTo>
                <a:lnTo>
                  <a:pt x="2731364" y="80304"/>
                </a:lnTo>
                <a:cubicBezTo>
                  <a:pt x="2731364" y="76612"/>
                  <a:pt x="2731093" y="73246"/>
                  <a:pt x="2730551" y="70207"/>
                </a:cubicBezTo>
                <a:cubicBezTo>
                  <a:pt x="2730010" y="67166"/>
                  <a:pt x="2729062" y="64588"/>
                  <a:pt x="2727706" y="62471"/>
                </a:cubicBezTo>
                <a:cubicBezTo>
                  <a:pt x="2726352" y="60353"/>
                  <a:pt x="2724483" y="58725"/>
                  <a:pt x="2722098" y="57585"/>
                </a:cubicBezTo>
                <a:cubicBezTo>
                  <a:pt x="2719716" y="56444"/>
                  <a:pt x="2716682" y="55874"/>
                  <a:pt x="2712998" y="55874"/>
                </a:cubicBezTo>
                <a:cubicBezTo>
                  <a:pt x="2710398" y="55874"/>
                  <a:pt x="2707769" y="56472"/>
                  <a:pt x="2705114" y="57667"/>
                </a:cubicBezTo>
                <a:cubicBezTo>
                  <a:pt x="2702460" y="58861"/>
                  <a:pt x="2700077" y="60680"/>
                  <a:pt x="2697963" y="63124"/>
                </a:cubicBezTo>
                <a:cubicBezTo>
                  <a:pt x="2695850" y="65566"/>
                  <a:pt x="2694143" y="68659"/>
                  <a:pt x="2692842" y="72405"/>
                </a:cubicBezTo>
                <a:cubicBezTo>
                  <a:pt x="2691542" y="76150"/>
                  <a:pt x="2690892" y="80574"/>
                  <a:pt x="2690892" y="85679"/>
                </a:cubicBezTo>
                <a:lnTo>
                  <a:pt x="2690892" y="124764"/>
                </a:lnTo>
                <a:lnTo>
                  <a:pt x="2679838" y="124764"/>
                </a:lnTo>
                <a:lnTo>
                  <a:pt x="2679838" y="65378"/>
                </a:lnTo>
                <a:cubicBezTo>
                  <a:pt x="2679838" y="63318"/>
                  <a:pt x="2679784" y="60661"/>
                  <a:pt x="2679674" y="57407"/>
                </a:cubicBezTo>
                <a:cubicBezTo>
                  <a:pt x="2679567" y="54153"/>
                  <a:pt x="2679405" y="51224"/>
                  <a:pt x="2679188" y="48619"/>
                </a:cubicBezTo>
                <a:lnTo>
                  <a:pt x="2689754" y="48619"/>
                </a:lnTo>
                <a:cubicBezTo>
                  <a:pt x="2689971" y="50681"/>
                  <a:pt x="2690133" y="52960"/>
                  <a:pt x="2690240" y="55455"/>
                </a:cubicBezTo>
                <a:cubicBezTo>
                  <a:pt x="2690349" y="57948"/>
                  <a:pt x="2690404" y="60008"/>
                  <a:pt x="2690404" y="61635"/>
                </a:cubicBezTo>
                <a:lnTo>
                  <a:pt x="2690729" y="61635"/>
                </a:lnTo>
                <a:close/>
                <a:moveTo>
                  <a:pt x="2855546" y="57938"/>
                </a:moveTo>
                <a:lnTo>
                  <a:pt x="2837666" y="57938"/>
                </a:lnTo>
                <a:lnTo>
                  <a:pt x="2837666" y="124764"/>
                </a:lnTo>
                <a:lnTo>
                  <a:pt x="2826614" y="124764"/>
                </a:lnTo>
                <a:lnTo>
                  <a:pt x="2826614" y="57938"/>
                </a:lnTo>
                <a:lnTo>
                  <a:pt x="2810684" y="57938"/>
                </a:lnTo>
                <a:lnTo>
                  <a:pt x="2810684" y="48731"/>
                </a:lnTo>
                <a:lnTo>
                  <a:pt x="2826614" y="48731"/>
                </a:lnTo>
                <a:lnTo>
                  <a:pt x="2826614" y="27939"/>
                </a:lnTo>
                <a:cubicBezTo>
                  <a:pt x="2826614" y="19275"/>
                  <a:pt x="2828727" y="12453"/>
                  <a:pt x="2832954" y="7473"/>
                </a:cubicBezTo>
                <a:cubicBezTo>
                  <a:pt x="2837180" y="2491"/>
                  <a:pt x="2843681" y="0"/>
                  <a:pt x="2852458" y="0"/>
                </a:cubicBezTo>
                <a:cubicBezTo>
                  <a:pt x="2853867" y="0"/>
                  <a:pt x="2855384" y="81"/>
                  <a:pt x="2857009" y="243"/>
                </a:cubicBezTo>
                <a:cubicBezTo>
                  <a:pt x="2858634" y="403"/>
                  <a:pt x="2860151" y="699"/>
                  <a:pt x="2861560" y="1128"/>
                </a:cubicBezTo>
                <a:lnTo>
                  <a:pt x="2859611" y="10819"/>
                </a:lnTo>
                <a:cubicBezTo>
                  <a:pt x="2858419" y="10495"/>
                  <a:pt x="2857226" y="10224"/>
                  <a:pt x="2856034" y="10008"/>
                </a:cubicBezTo>
                <a:cubicBezTo>
                  <a:pt x="2854842" y="9791"/>
                  <a:pt x="2853488" y="9683"/>
                  <a:pt x="2851972" y="9683"/>
                </a:cubicBezTo>
                <a:cubicBezTo>
                  <a:pt x="2849045" y="9683"/>
                  <a:pt x="2846634" y="10171"/>
                  <a:pt x="2844737" y="11148"/>
                </a:cubicBezTo>
                <a:cubicBezTo>
                  <a:pt x="2842840" y="12124"/>
                  <a:pt x="2841377" y="13507"/>
                  <a:pt x="2840347" y="15298"/>
                </a:cubicBezTo>
                <a:cubicBezTo>
                  <a:pt x="2839319" y="17087"/>
                  <a:pt x="2838614" y="19174"/>
                  <a:pt x="2838234" y="21560"/>
                </a:cubicBezTo>
                <a:cubicBezTo>
                  <a:pt x="2837855" y="23946"/>
                  <a:pt x="2837666" y="26495"/>
                  <a:pt x="2837666" y="29207"/>
                </a:cubicBezTo>
                <a:lnTo>
                  <a:pt x="2837666" y="48731"/>
                </a:lnTo>
                <a:lnTo>
                  <a:pt x="2855546" y="48731"/>
                </a:lnTo>
                <a:lnTo>
                  <a:pt x="2855546" y="57938"/>
                </a:lnTo>
                <a:close/>
                <a:moveTo>
                  <a:pt x="2946894" y="86668"/>
                </a:moveTo>
                <a:cubicBezTo>
                  <a:pt x="2946894" y="92414"/>
                  <a:pt x="2945891" y="97726"/>
                  <a:pt x="2943886" y="102603"/>
                </a:cubicBezTo>
                <a:cubicBezTo>
                  <a:pt x="2941882" y="107481"/>
                  <a:pt x="2939092" y="111709"/>
                  <a:pt x="2935515" y="115287"/>
                </a:cubicBezTo>
                <a:cubicBezTo>
                  <a:pt x="2931940" y="118864"/>
                  <a:pt x="2927660" y="121655"/>
                  <a:pt x="2922675" y="123660"/>
                </a:cubicBezTo>
                <a:cubicBezTo>
                  <a:pt x="2917692" y="125666"/>
                  <a:pt x="2912219" y="126669"/>
                  <a:pt x="2906259" y="126669"/>
                </a:cubicBezTo>
                <a:cubicBezTo>
                  <a:pt x="2900407" y="126669"/>
                  <a:pt x="2894989" y="125666"/>
                  <a:pt x="2890003" y="123660"/>
                </a:cubicBezTo>
                <a:cubicBezTo>
                  <a:pt x="2885020" y="121655"/>
                  <a:pt x="2880740" y="118864"/>
                  <a:pt x="2877163" y="115287"/>
                </a:cubicBezTo>
                <a:cubicBezTo>
                  <a:pt x="2873589" y="111709"/>
                  <a:pt x="2870798" y="107481"/>
                  <a:pt x="2868793" y="102603"/>
                </a:cubicBezTo>
                <a:cubicBezTo>
                  <a:pt x="2866789" y="97726"/>
                  <a:pt x="2865787" y="92414"/>
                  <a:pt x="2865787" y="86668"/>
                </a:cubicBezTo>
                <a:cubicBezTo>
                  <a:pt x="2865787" y="80922"/>
                  <a:pt x="2866789" y="75611"/>
                  <a:pt x="2868793" y="70733"/>
                </a:cubicBezTo>
                <a:cubicBezTo>
                  <a:pt x="2870798" y="65855"/>
                  <a:pt x="2873589" y="61628"/>
                  <a:pt x="2877163" y="58052"/>
                </a:cubicBezTo>
                <a:cubicBezTo>
                  <a:pt x="2880740" y="54473"/>
                  <a:pt x="2885020" y="51682"/>
                  <a:pt x="2890003" y="49676"/>
                </a:cubicBezTo>
                <a:cubicBezTo>
                  <a:pt x="2894989" y="47670"/>
                  <a:pt x="2900407" y="46667"/>
                  <a:pt x="2906259" y="46667"/>
                </a:cubicBezTo>
                <a:cubicBezTo>
                  <a:pt x="2912219" y="46667"/>
                  <a:pt x="2917692" y="47670"/>
                  <a:pt x="2922675" y="49676"/>
                </a:cubicBezTo>
                <a:cubicBezTo>
                  <a:pt x="2927660" y="51682"/>
                  <a:pt x="2931940" y="54473"/>
                  <a:pt x="2935515" y="58052"/>
                </a:cubicBezTo>
                <a:cubicBezTo>
                  <a:pt x="2939092" y="61628"/>
                  <a:pt x="2941882" y="65855"/>
                  <a:pt x="2943886" y="70733"/>
                </a:cubicBezTo>
                <a:cubicBezTo>
                  <a:pt x="2945891" y="75611"/>
                  <a:pt x="2946894" y="80922"/>
                  <a:pt x="2946894" y="86668"/>
                </a:cubicBezTo>
                <a:moveTo>
                  <a:pt x="2935193" y="86671"/>
                </a:moveTo>
                <a:cubicBezTo>
                  <a:pt x="2935193" y="82434"/>
                  <a:pt x="2934516" y="78443"/>
                  <a:pt x="2933161" y="74696"/>
                </a:cubicBezTo>
                <a:cubicBezTo>
                  <a:pt x="2931807" y="70948"/>
                  <a:pt x="2929883" y="67689"/>
                  <a:pt x="2927390" y="64919"/>
                </a:cubicBezTo>
                <a:cubicBezTo>
                  <a:pt x="2924898" y="62148"/>
                  <a:pt x="2921864" y="59948"/>
                  <a:pt x="2918288" y="58319"/>
                </a:cubicBezTo>
                <a:cubicBezTo>
                  <a:pt x="2914713" y="56689"/>
                  <a:pt x="2910704" y="55874"/>
                  <a:pt x="2906261" y="55874"/>
                </a:cubicBezTo>
                <a:cubicBezTo>
                  <a:pt x="2901818" y="55874"/>
                  <a:pt x="2897836" y="56689"/>
                  <a:pt x="2894314" y="58319"/>
                </a:cubicBezTo>
                <a:cubicBezTo>
                  <a:pt x="2890792" y="59948"/>
                  <a:pt x="2887784" y="62148"/>
                  <a:pt x="2885291" y="64919"/>
                </a:cubicBezTo>
                <a:cubicBezTo>
                  <a:pt x="2882799" y="67689"/>
                  <a:pt x="2880876" y="70948"/>
                  <a:pt x="2879522" y="74696"/>
                </a:cubicBezTo>
                <a:cubicBezTo>
                  <a:pt x="2878168" y="78443"/>
                  <a:pt x="2877491" y="82434"/>
                  <a:pt x="2877491" y="86671"/>
                </a:cubicBezTo>
                <a:cubicBezTo>
                  <a:pt x="2877491" y="90907"/>
                  <a:pt x="2878168" y="94899"/>
                  <a:pt x="2879522" y="98648"/>
                </a:cubicBezTo>
                <a:cubicBezTo>
                  <a:pt x="2880876" y="102394"/>
                  <a:pt x="2882799" y="105653"/>
                  <a:pt x="2885291" y="108424"/>
                </a:cubicBezTo>
                <a:cubicBezTo>
                  <a:pt x="2887784" y="111194"/>
                  <a:pt x="2890792" y="113367"/>
                  <a:pt x="2894314" y="114942"/>
                </a:cubicBezTo>
                <a:cubicBezTo>
                  <a:pt x="2897836" y="116517"/>
                  <a:pt x="2901818" y="117304"/>
                  <a:pt x="2906261" y="117304"/>
                </a:cubicBezTo>
                <a:cubicBezTo>
                  <a:pt x="2910704" y="117304"/>
                  <a:pt x="2914713" y="116517"/>
                  <a:pt x="2918288" y="114942"/>
                </a:cubicBezTo>
                <a:cubicBezTo>
                  <a:pt x="2921864" y="113367"/>
                  <a:pt x="2924898" y="111194"/>
                  <a:pt x="2927390" y="108424"/>
                </a:cubicBezTo>
                <a:cubicBezTo>
                  <a:pt x="2929883" y="105653"/>
                  <a:pt x="2931807" y="102394"/>
                  <a:pt x="2933161" y="98648"/>
                </a:cubicBezTo>
                <a:cubicBezTo>
                  <a:pt x="2934516" y="94899"/>
                  <a:pt x="2935193" y="90907"/>
                  <a:pt x="2935193" y="86671"/>
                </a:cubicBezTo>
                <a:close/>
                <a:moveTo>
                  <a:pt x="2970627" y="65378"/>
                </a:moveTo>
                <a:cubicBezTo>
                  <a:pt x="2970627" y="63316"/>
                  <a:pt x="2970572" y="60660"/>
                  <a:pt x="2970463" y="57409"/>
                </a:cubicBezTo>
                <a:cubicBezTo>
                  <a:pt x="2970356" y="54159"/>
                  <a:pt x="2970194" y="51233"/>
                  <a:pt x="2969977" y="48632"/>
                </a:cubicBezTo>
                <a:lnTo>
                  <a:pt x="2980543" y="48632"/>
                </a:lnTo>
                <a:cubicBezTo>
                  <a:pt x="2980759" y="50690"/>
                  <a:pt x="2980921" y="52966"/>
                  <a:pt x="2981029" y="55460"/>
                </a:cubicBezTo>
                <a:cubicBezTo>
                  <a:pt x="2981138" y="57952"/>
                  <a:pt x="2981192" y="60010"/>
                  <a:pt x="2981192" y="61635"/>
                </a:cubicBezTo>
                <a:lnTo>
                  <a:pt x="2981517" y="61635"/>
                </a:lnTo>
                <a:cubicBezTo>
                  <a:pt x="2983685" y="57188"/>
                  <a:pt x="2986936" y="53581"/>
                  <a:pt x="2991269" y="50817"/>
                </a:cubicBezTo>
                <a:cubicBezTo>
                  <a:pt x="2995605" y="48051"/>
                  <a:pt x="3000482" y="46667"/>
                  <a:pt x="3005900" y="46667"/>
                </a:cubicBezTo>
                <a:cubicBezTo>
                  <a:pt x="3007309" y="46667"/>
                  <a:pt x="3008582" y="46731"/>
                  <a:pt x="3009720" y="46858"/>
                </a:cubicBezTo>
                <a:cubicBezTo>
                  <a:pt x="3010857" y="46986"/>
                  <a:pt x="3012022" y="47240"/>
                  <a:pt x="3013214" y="47620"/>
                </a:cubicBezTo>
                <a:lnTo>
                  <a:pt x="3011751" y="57962"/>
                </a:lnTo>
                <a:cubicBezTo>
                  <a:pt x="3011101" y="57746"/>
                  <a:pt x="3010017" y="57529"/>
                  <a:pt x="3008499" y="57312"/>
                </a:cubicBezTo>
                <a:cubicBezTo>
                  <a:pt x="3006983" y="57094"/>
                  <a:pt x="3005466" y="56985"/>
                  <a:pt x="3003948" y="56985"/>
                </a:cubicBezTo>
                <a:cubicBezTo>
                  <a:pt x="3001023" y="56985"/>
                  <a:pt x="2998206" y="57527"/>
                  <a:pt x="2995496" y="58612"/>
                </a:cubicBezTo>
                <a:cubicBezTo>
                  <a:pt x="2992787" y="59695"/>
                  <a:pt x="2990430" y="61402"/>
                  <a:pt x="2988425" y="63731"/>
                </a:cubicBezTo>
                <a:cubicBezTo>
                  <a:pt x="2986421" y="66061"/>
                  <a:pt x="2984795" y="69041"/>
                  <a:pt x="2983549" y="72672"/>
                </a:cubicBezTo>
                <a:cubicBezTo>
                  <a:pt x="2982304" y="76302"/>
                  <a:pt x="2981681" y="80663"/>
                  <a:pt x="2981681" y="85755"/>
                </a:cubicBezTo>
                <a:lnTo>
                  <a:pt x="2981681" y="124764"/>
                </a:lnTo>
                <a:lnTo>
                  <a:pt x="2970627" y="124764"/>
                </a:lnTo>
                <a:lnTo>
                  <a:pt x="2970627" y="65378"/>
                </a:lnTo>
                <a:close/>
                <a:moveTo>
                  <a:pt x="3061488" y="57938"/>
                </a:moveTo>
                <a:lnTo>
                  <a:pt x="3040034" y="57938"/>
                </a:lnTo>
                <a:lnTo>
                  <a:pt x="3040034" y="102358"/>
                </a:lnTo>
                <a:cubicBezTo>
                  <a:pt x="3040034" y="105179"/>
                  <a:pt x="3040304" y="107511"/>
                  <a:pt x="3040845" y="109355"/>
                </a:cubicBezTo>
                <a:cubicBezTo>
                  <a:pt x="3041387" y="111198"/>
                  <a:pt x="3042173" y="112636"/>
                  <a:pt x="3043201" y="113668"/>
                </a:cubicBezTo>
                <a:cubicBezTo>
                  <a:pt x="3044231" y="114698"/>
                  <a:pt x="3045451" y="115403"/>
                  <a:pt x="3046860" y="115783"/>
                </a:cubicBezTo>
                <a:cubicBezTo>
                  <a:pt x="3048268" y="116162"/>
                  <a:pt x="3049785" y="116351"/>
                  <a:pt x="3051411" y="116351"/>
                </a:cubicBezTo>
                <a:cubicBezTo>
                  <a:pt x="3052929" y="116351"/>
                  <a:pt x="3054527" y="116130"/>
                  <a:pt x="3056205" y="115689"/>
                </a:cubicBezTo>
                <a:cubicBezTo>
                  <a:pt x="3057885" y="115246"/>
                  <a:pt x="3059484" y="114637"/>
                  <a:pt x="3061002" y="113861"/>
                </a:cubicBezTo>
                <a:lnTo>
                  <a:pt x="3061488" y="123442"/>
                </a:lnTo>
                <a:cubicBezTo>
                  <a:pt x="3059538" y="124201"/>
                  <a:pt x="3057507" y="124770"/>
                  <a:pt x="3055394" y="125148"/>
                </a:cubicBezTo>
                <a:cubicBezTo>
                  <a:pt x="3053281" y="125527"/>
                  <a:pt x="3050978" y="125716"/>
                  <a:pt x="3048484" y="125716"/>
                </a:cubicBezTo>
                <a:cubicBezTo>
                  <a:pt x="3046426" y="125716"/>
                  <a:pt x="3044259" y="125445"/>
                  <a:pt x="3041983" y="124903"/>
                </a:cubicBezTo>
                <a:cubicBezTo>
                  <a:pt x="3039708" y="124362"/>
                  <a:pt x="3037595" y="123334"/>
                  <a:pt x="3035644" y="121818"/>
                </a:cubicBezTo>
                <a:cubicBezTo>
                  <a:pt x="3033695" y="120300"/>
                  <a:pt x="3032097" y="118240"/>
                  <a:pt x="3030850" y="115639"/>
                </a:cubicBezTo>
                <a:cubicBezTo>
                  <a:pt x="3029603" y="113038"/>
                  <a:pt x="3028980" y="109625"/>
                  <a:pt x="3028980" y="105399"/>
                </a:cubicBezTo>
                <a:lnTo>
                  <a:pt x="3028980" y="57938"/>
                </a:lnTo>
                <a:lnTo>
                  <a:pt x="3013213" y="57938"/>
                </a:lnTo>
                <a:lnTo>
                  <a:pt x="3013213" y="48731"/>
                </a:lnTo>
                <a:lnTo>
                  <a:pt x="3028980" y="48731"/>
                </a:lnTo>
                <a:lnTo>
                  <a:pt x="3028980" y="27275"/>
                </a:lnTo>
                <a:lnTo>
                  <a:pt x="3040034" y="27275"/>
                </a:lnTo>
                <a:lnTo>
                  <a:pt x="3040034" y="48731"/>
                </a:lnTo>
                <a:lnTo>
                  <a:pt x="3061488" y="48731"/>
                </a:lnTo>
                <a:lnTo>
                  <a:pt x="3061488" y="57938"/>
                </a:lnTo>
                <a:close/>
                <a:moveTo>
                  <a:pt x="3096597" y="93553"/>
                </a:moveTo>
                <a:lnTo>
                  <a:pt x="3084896" y="93553"/>
                </a:lnTo>
                <a:lnTo>
                  <a:pt x="3084896" y="9683"/>
                </a:lnTo>
                <a:lnTo>
                  <a:pt x="3096597" y="9683"/>
                </a:lnTo>
                <a:lnTo>
                  <a:pt x="3096597" y="93553"/>
                </a:lnTo>
                <a:moveTo>
                  <a:pt x="3099524" y="116907"/>
                </a:moveTo>
                <a:cubicBezTo>
                  <a:pt x="3099524" y="119190"/>
                  <a:pt x="3098711" y="121230"/>
                  <a:pt x="3097086" y="123025"/>
                </a:cubicBezTo>
                <a:cubicBezTo>
                  <a:pt x="3095461" y="124819"/>
                  <a:pt x="3093348" y="125716"/>
                  <a:pt x="3090747" y="125716"/>
                </a:cubicBezTo>
                <a:cubicBezTo>
                  <a:pt x="3088146" y="125716"/>
                  <a:pt x="3086033" y="124819"/>
                  <a:pt x="3084407" y="123025"/>
                </a:cubicBezTo>
                <a:cubicBezTo>
                  <a:pt x="3082782" y="121230"/>
                  <a:pt x="3081969" y="119190"/>
                  <a:pt x="3081969" y="116907"/>
                </a:cubicBezTo>
                <a:cubicBezTo>
                  <a:pt x="3081969" y="114623"/>
                  <a:pt x="3082782" y="112585"/>
                  <a:pt x="3084407" y="110791"/>
                </a:cubicBezTo>
                <a:cubicBezTo>
                  <a:pt x="3086033" y="108995"/>
                  <a:pt x="3088146" y="108097"/>
                  <a:pt x="3090747" y="108097"/>
                </a:cubicBezTo>
                <a:cubicBezTo>
                  <a:pt x="3093348" y="108097"/>
                  <a:pt x="3095461" y="108995"/>
                  <a:pt x="3097086" y="110791"/>
                </a:cubicBezTo>
                <a:cubicBezTo>
                  <a:pt x="3098711" y="112585"/>
                  <a:pt x="3099524" y="114623"/>
                  <a:pt x="3099524" y="1169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6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57955d1ab849a6"/>
          <a:stretch xmlns:a="http://schemas.openxmlformats.org/drawingml/2006/main"/>
        </p:blipFill>
        <p:spPr>
          <a:xfrm xmlns:a="http://schemas.openxmlformats.org/drawingml/2006/main">
            <a:off x="7037791" y="3326132"/>
            <a:ext cx="242945" cy="246518"/>
          </a:xfrm>
          <a:prstGeom xmlns:a="http://schemas.openxmlformats.org/drawingml/2006/main" prst="rect">
            <a:avLst/>
          </a:prstGeom>
        </p:spPr>
      </p:pic>
      <p:pic>
        <p:nvPicPr>
          <p:cNvPr id="16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13289c46874f8d"/>
          <a:stretch xmlns:a="http://schemas.openxmlformats.org/drawingml/2006/main"/>
        </p:blipFill>
        <p:spPr>
          <a:xfrm xmlns:a="http://schemas.openxmlformats.org/drawingml/2006/main">
            <a:off x="5108854" y="712406"/>
            <a:ext cx="222540" cy="222540"/>
          </a:xfrm>
          <a:prstGeom xmlns:a="http://schemas.openxmlformats.org/drawingml/2006/main" prst="rect">
            <a:avLst/>
          </a:prstGeom>
        </p:spPr>
      </p:pic>
      <p:sp>
        <p:nvSpPr>
          <p:cNvPr id="7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0B9E53-A6CD-4215-BDEE-476C17CE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1679" y="711928"/>
            <a:ext cx="3310828" cy="223496"/>
          </a:xfrm>
          <a:custGeom xmlns:a="http://schemas.openxmlformats.org/drawingml/2006/main">
            <a:pathLst>
              <a:path w="3310828" h="223496">
                <a:moveTo>
                  <a:pt x="0" y="0"/>
                </a:moveTo>
                <a:lnTo>
                  <a:pt x="3310828" y="0"/>
                </a:lnTo>
                <a:lnTo>
                  <a:pt x="3310828" y="223496"/>
                </a:lnTo>
                <a:lnTo>
                  <a:pt x="0" y="2234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FD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7CD44B-40D5-49F5-B359-799C5C95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4516" y="711928"/>
            <a:ext cx="1508557" cy="223496"/>
          </a:xfrm>
          <a:custGeom xmlns:a="http://schemas.openxmlformats.org/drawingml/2006/main">
            <a:pathLst>
              <a:path w="1508557" h="223496">
                <a:moveTo>
                  <a:pt x="0" y="0"/>
                </a:moveTo>
                <a:lnTo>
                  <a:pt x="1508557" y="0"/>
                </a:lnTo>
                <a:lnTo>
                  <a:pt x="1508557" y="223496"/>
                </a:lnTo>
                <a:lnTo>
                  <a:pt x="0" y="2234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FD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4" name="Text :Whatdidthepeanutsaywhenitwaschasinganotherpeanut?I'mgonnacashew!">
            <a:extLst xmlns:a="http://schemas.openxmlformats.org/drawingml/2006/main">
              <a:ext uri="{FF2B5EF4-FFF2-40B4-BE49-F238E27FC236}">
                <a16:creationId xmlns:a16="http://schemas.microsoft.com/office/drawing/2014/main" id="{20734B6E-F8BE-4D70-B4C2-366542B5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132" y="752975"/>
            <a:ext cx="6067063" cy="162007"/>
          </a:xfrm>
          <a:custGeom xmlns:a="http://schemas.openxmlformats.org/drawingml/2006/main">
            <a:pathLst>
              <a:path w="6067063" h="162007">
                <a:moveTo>
                  <a:pt x="31861" y="56365"/>
                </a:moveTo>
                <a:cubicBezTo>
                  <a:pt x="31861" y="58538"/>
                  <a:pt x="31427" y="60575"/>
                  <a:pt x="30559" y="62476"/>
                </a:cubicBezTo>
                <a:cubicBezTo>
                  <a:pt x="29692" y="64376"/>
                  <a:pt x="28555" y="66032"/>
                  <a:pt x="27146" y="67444"/>
                </a:cubicBezTo>
                <a:cubicBezTo>
                  <a:pt x="25737" y="68856"/>
                  <a:pt x="24057" y="69970"/>
                  <a:pt x="22106" y="70785"/>
                </a:cubicBezTo>
                <a:cubicBezTo>
                  <a:pt x="20157" y="71598"/>
                  <a:pt x="18153" y="72005"/>
                  <a:pt x="16094" y="72005"/>
                </a:cubicBezTo>
                <a:cubicBezTo>
                  <a:pt x="13926" y="72005"/>
                  <a:pt x="11867" y="71625"/>
                  <a:pt x="9916" y="70864"/>
                </a:cubicBezTo>
                <a:cubicBezTo>
                  <a:pt x="7965" y="70104"/>
                  <a:pt x="6258" y="69018"/>
                  <a:pt x="4794" y="67608"/>
                </a:cubicBezTo>
                <a:cubicBezTo>
                  <a:pt x="3333" y="66196"/>
                  <a:pt x="2168" y="64566"/>
                  <a:pt x="1300" y="62719"/>
                </a:cubicBezTo>
                <a:cubicBezTo>
                  <a:pt x="433" y="60872"/>
                  <a:pt x="0" y="58863"/>
                  <a:pt x="0" y="56692"/>
                </a:cubicBezTo>
                <a:cubicBezTo>
                  <a:pt x="0" y="54520"/>
                  <a:pt x="433" y="52484"/>
                  <a:pt x="1300" y="50584"/>
                </a:cubicBezTo>
                <a:cubicBezTo>
                  <a:pt x="2168" y="48682"/>
                  <a:pt x="3333" y="47025"/>
                  <a:pt x="4794" y="45613"/>
                </a:cubicBezTo>
                <a:cubicBezTo>
                  <a:pt x="6258" y="44201"/>
                  <a:pt x="7965" y="43089"/>
                  <a:pt x="9916" y="42275"/>
                </a:cubicBezTo>
                <a:cubicBezTo>
                  <a:pt x="11867" y="41460"/>
                  <a:pt x="13926" y="41052"/>
                  <a:pt x="16094" y="41052"/>
                </a:cubicBezTo>
                <a:cubicBezTo>
                  <a:pt x="18153" y="41052"/>
                  <a:pt x="20157" y="41460"/>
                  <a:pt x="22106" y="42275"/>
                </a:cubicBezTo>
                <a:cubicBezTo>
                  <a:pt x="24057" y="43089"/>
                  <a:pt x="25737" y="44174"/>
                  <a:pt x="27146" y="45532"/>
                </a:cubicBezTo>
                <a:cubicBezTo>
                  <a:pt x="28555" y="46889"/>
                  <a:pt x="29692" y="48519"/>
                  <a:pt x="30559" y="50420"/>
                </a:cubicBezTo>
                <a:cubicBezTo>
                  <a:pt x="31427" y="52320"/>
                  <a:pt x="31861" y="54302"/>
                  <a:pt x="31861" y="56365"/>
                </a:cubicBezTo>
                <a:moveTo>
                  <a:pt x="31861" y="108434"/>
                </a:moveTo>
                <a:cubicBezTo>
                  <a:pt x="31861" y="110607"/>
                  <a:pt x="31427" y="112644"/>
                  <a:pt x="30559" y="114546"/>
                </a:cubicBezTo>
                <a:cubicBezTo>
                  <a:pt x="29692" y="116445"/>
                  <a:pt x="28555" y="118074"/>
                  <a:pt x="27146" y="119432"/>
                </a:cubicBezTo>
                <a:cubicBezTo>
                  <a:pt x="25737" y="120789"/>
                  <a:pt x="24057" y="121875"/>
                  <a:pt x="22106" y="122691"/>
                </a:cubicBezTo>
                <a:cubicBezTo>
                  <a:pt x="20157" y="123504"/>
                  <a:pt x="18153" y="123911"/>
                  <a:pt x="16094" y="123911"/>
                </a:cubicBezTo>
                <a:cubicBezTo>
                  <a:pt x="13926" y="123911"/>
                  <a:pt x="11867" y="123531"/>
                  <a:pt x="9916" y="122770"/>
                </a:cubicBezTo>
                <a:cubicBezTo>
                  <a:pt x="7965" y="122009"/>
                  <a:pt x="6258" y="120924"/>
                  <a:pt x="4794" y="119513"/>
                </a:cubicBezTo>
                <a:cubicBezTo>
                  <a:pt x="3333" y="118101"/>
                  <a:pt x="2168" y="116472"/>
                  <a:pt x="1300" y="114625"/>
                </a:cubicBezTo>
                <a:cubicBezTo>
                  <a:pt x="433" y="112778"/>
                  <a:pt x="0" y="110769"/>
                  <a:pt x="0" y="108598"/>
                </a:cubicBezTo>
                <a:cubicBezTo>
                  <a:pt x="0" y="106425"/>
                  <a:pt x="433" y="104389"/>
                  <a:pt x="1300" y="102489"/>
                </a:cubicBezTo>
                <a:cubicBezTo>
                  <a:pt x="2168" y="100588"/>
                  <a:pt x="3333" y="98931"/>
                  <a:pt x="4794" y="97519"/>
                </a:cubicBezTo>
                <a:cubicBezTo>
                  <a:pt x="6258" y="96107"/>
                  <a:pt x="7965" y="94994"/>
                  <a:pt x="9916" y="94181"/>
                </a:cubicBezTo>
                <a:cubicBezTo>
                  <a:pt x="11867" y="93366"/>
                  <a:pt x="13926" y="92958"/>
                  <a:pt x="16094" y="92958"/>
                </a:cubicBezTo>
                <a:cubicBezTo>
                  <a:pt x="18153" y="92958"/>
                  <a:pt x="20157" y="93366"/>
                  <a:pt x="22106" y="94181"/>
                </a:cubicBezTo>
                <a:cubicBezTo>
                  <a:pt x="24057" y="94994"/>
                  <a:pt x="25737" y="96080"/>
                  <a:pt x="27146" y="97437"/>
                </a:cubicBezTo>
                <a:cubicBezTo>
                  <a:pt x="28555" y="98795"/>
                  <a:pt x="29692" y="100424"/>
                  <a:pt x="30559" y="102326"/>
                </a:cubicBezTo>
                <a:cubicBezTo>
                  <a:pt x="31427" y="104226"/>
                  <a:pt x="31861" y="106262"/>
                  <a:pt x="31861" y="108434"/>
                </a:cubicBezTo>
                <a:close/>
                <a:moveTo>
                  <a:pt x="126622" y="106867"/>
                </a:moveTo>
                <a:lnTo>
                  <a:pt x="126947" y="106867"/>
                </a:lnTo>
                <a:lnTo>
                  <a:pt x="155717" y="7877"/>
                </a:lnTo>
                <a:lnTo>
                  <a:pt x="169695" y="7877"/>
                </a:lnTo>
                <a:lnTo>
                  <a:pt x="198466" y="106867"/>
                </a:lnTo>
                <a:lnTo>
                  <a:pt x="198791" y="106867"/>
                </a:lnTo>
                <a:lnTo>
                  <a:pt x="226911" y="7877"/>
                </a:lnTo>
                <a:lnTo>
                  <a:pt x="239263" y="7877"/>
                </a:lnTo>
                <a:lnTo>
                  <a:pt x="205291" y="122958"/>
                </a:lnTo>
                <a:lnTo>
                  <a:pt x="191638" y="122958"/>
                </a:lnTo>
                <a:lnTo>
                  <a:pt x="162706" y="24132"/>
                </a:lnTo>
                <a:lnTo>
                  <a:pt x="162381" y="24132"/>
                </a:lnTo>
                <a:lnTo>
                  <a:pt x="133450" y="122958"/>
                </a:lnTo>
                <a:lnTo>
                  <a:pt x="119796" y="122958"/>
                </a:lnTo>
                <a:lnTo>
                  <a:pt x="85825" y="7877"/>
                </a:lnTo>
                <a:lnTo>
                  <a:pt x="98176" y="7877"/>
                </a:lnTo>
                <a:lnTo>
                  <a:pt x="126622" y="106867"/>
                </a:lnTo>
                <a:close/>
                <a:moveTo>
                  <a:pt x="267872" y="59341"/>
                </a:moveTo>
                <a:cubicBezTo>
                  <a:pt x="269930" y="54895"/>
                  <a:pt x="273343" y="51371"/>
                  <a:pt x="278110" y="48768"/>
                </a:cubicBezTo>
                <a:cubicBezTo>
                  <a:pt x="282879" y="46164"/>
                  <a:pt x="287972" y="44862"/>
                  <a:pt x="293391" y="44862"/>
                </a:cubicBezTo>
                <a:cubicBezTo>
                  <a:pt x="303034" y="44862"/>
                  <a:pt x="310266" y="47736"/>
                  <a:pt x="315087" y="53486"/>
                </a:cubicBezTo>
                <a:cubicBezTo>
                  <a:pt x="319911" y="59235"/>
                  <a:pt x="322322" y="66827"/>
                  <a:pt x="322322" y="76264"/>
                </a:cubicBezTo>
                <a:lnTo>
                  <a:pt x="322322" y="122958"/>
                </a:lnTo>
                <a:lnTo>
                  <a:pt x="311270" y="122958"/>
                </a:lnTo>
                <a:lnTo>
                  <a:pt x="311270" y="80778"/>
                </a:lnTo>
                <a:cubicBezTo>
                  <a:pt x="311270" y="76760"/>
                  <a:pt x="310945" y="73123"/>
                  <a:pt x="310296" y="69867"/>
                </a:cubicBezTo>
                <a:cubicBezTo>
                  <a:pt x="309646" y="66610"/>
                  <a:pt x="308535" y="63814"/>
                  <a:pt x="306962" y="61479"/>
                </a:cubicBezTo>
                <a:cubicBezTo>
                  <a:pt x="305391" y="59145"/>
                  <a:pt x="303278" y="57326"/>
                  <a:pt x="300623" y="56023"/>
                </a:cubicBezTo>
                <a:cubicBezTo>
                  <a:pt x="297969" y="54720"/>
                  <a:pt x="294637" y="54068"/>
                  <a:pt x="290628" y="54068"/>
                </a:cubicBezTo>
                <a:cubicBezTo>
                  <a:pt x="287703" y="54068"/>
                  <a:pt x="284858" y="54666"/>
                  <a:pt x="282093" y="55862"/>
                </a:cubicBezTo>
                <a:cubicBezTo>
                  <a:pt x="279330" y="57055"/>
                  <a:pt x="276865" y="58874"/>
                  <a:pt x="274697" y="61318"/>
                </a:cubicBezTo>
                <a:cubicBezTo>
                  <a:pt x="272531" y="63760"/>
                  <a:pt x="270798" y="66854"/>
                  <a:pt x="269496" y="70599"/>
                </a:cubicBezTo>
                <a:cubicBezTo>
                  <a:pt x="268197" y="74344"/>
                  <a:pt x="267547" y="78769"/>
                  <a:pt x="267547" y="83873"/>
                </a:cubicBezTo>
                <a:lnTo>
                  <a:pt x="267547" y="122958"/>
                </a:lnTo>
                <a:lnTo>
                  <a:pt x="256493" y="122958"/>
                </a:lnTo>
                <a:lnTo>
                  <a:pt x="256493" y="0"/>
                </a:lnTo>
                <a:lnTo>
                  <a:pt x="267547" y="0"/>
                </a:lnTo>
                <a:lnTo>
                  <a:pt x="267547" y="59341"/>
                </a:lnTo>
                <a:lnTo>
                  <a:pt x="267872" y="59341"/>
                </a:lnTo>
                <a:close/>
                <a:moveTo>
                  <a:pt x="398880" y="73841"/>
                </a:moveTo>
                <a:cubicBezTo>
                  <a:pt x="398880" y="67195"/>
                  <a:pt x="397146" y="62239"/>
                  <a:pt x="393679" y="58972"/>
                </a:cubicBezTo>
                <a:cubicBezTo>
                  <a:pt x="390212" y="55703"/>
                  <a:pt x="385173" y="54068"/>
                  <a:pt x="378562" y="54068"/>
                </a:cubicBezTo>
                <a:cubicBezTo>
                  <a:pt x="374012" y="54068"/>
                  <a:pt x="369785" y="54881"/>
                  <a:pt x="365883" y="56506"/>
                </a:cubicBezTo>
                <a:cubicBezTo>
                  <a:pt x="361983" y="58132"/>
                  <a:pt x="358678" y="60299"/>
                  <a:pt x="355970" y="63010"/>
                </a:cubicBezTo>
                <a:lnTo>
                  <a:pt x="349792" y="55695"/>
                </a:lnTo>
                <a:cubicBezTo>
                  <a:pt x="352935" y="52565"/>
                  <a:pt x="357080" y="49978"/>
                  <a:pt x="362227" y="47932"/>
                </a:cubicBezTo>
                <a:cubicBezTo>
                  <a:pt x="367375" y="45885"/>
                  <a:pt x="373199" y="44862"/>
                  <a:pt x="379700" y="44862"/>
                </a:cubicBezTo>
                <a:cubicBezTo>
                  <a:pt x="383819" y="44862"/>
                  <a:pt x="387666" y="45431"/>
                  <a:pt x="391241" y="46571"/>
                </a:cubicBezTo>
                <a:cubicBezTo>
                  <a:pt x="394817" y="47710"/>
                  <a:pt x="397960" y="49419"/>
                  <a:pt x="400668" y="51697"/>
                </a:cubicBezTo>
                <a:cubicBezTo>
                  <a:pt x="403378" y="53974"/>
                  <a:pt x="405491" y="56848"/>
                  <a:pt x="407008" y="60318"/>
                </a:cubicBezTo>
                <a:cubicBezTo>
                  <a:pt x="408525" y="63789"/>
                  <a:pt x="409284" y="67857"/>
                  <a:pt x="409284" y="72521"/>
                </a:cubicBezTo>
                <a:lnTo>
                  <a:pt x="409284" y="105875"/>
                </a:lnTo>
                <a:cubicBezTo>
                  <a:pt x="409284" y="108803"/>
                  <a:pt x="409393" y="111841"/>
                  <a:pt x="409609" y="114987"/>
                </a:cubicBezTo>
                <a:cubicBezTo>
                  <a:pt x="409826" y="118132"/>
                  <a:pt x="410151" y="120789"/>
                  <a:pt x="410584" y="122958"/>
                </a:cubicBezTo>
                <a:lnTo>
                  <a:pt x="400671" y="122958"/>
                </a:lnTo>
                <a:cubicBezTo>
                  <a:pt x="400345" y="121108"/>
                  <a:pt x="400074" y="119095"/>
                  <a:pt x="399857" y="116919"/>
                </a:cubicBezTo>
                <a:cubicBezTo>
                  <a:pt x="399640" y="114743"/>
                  <a:pt x="399532" y="112622"/>
                  <a:pt x="399532" y="110555"/>
                </a:cubicBezTo>
                <a:lnTo>
                  <a:pt x="399205" y="110555"/>
                </a:lnTo>
                <a:cubicBezTo>
                  <a:pt x="395737" y="115649"/>
                  <a:pt x="391809" y="119308"/>
                  <a:pt x="387419" y="121530"/>
                </a:cubicBezTo>
                <a:cubicBezTo>
                  <a:pt x="383031" y="123752"/>
                  <a:pt x="377749" y="124863"/>
                  <a:pt x="371573" y="124863"/>
                </a:cubicBezTo>
                <a:cubicBezTo>
                  <a:pt x="368646" y="124863"/>
                  <a:pt x="365639" y="124457"/>
                  <a:pt x="362550" y="123645"/>
                </a:cubicBezTo>
                <a:cubicBezTo>
                  <a:pt x="359463" y="122834"/>
                  <a:pt x="356646" y="121508"/>
                  <a:pt x="354100" y="119667"/>
                </a:cubicBezTo>
                <a:cubicBezTo>
                  <a:pt x="351554" y="117825"/>
                  <a:pt x="349440" y="115443"/>
                  <a:pt x="347760" y="112519"/>
                </a:cubicBezTo>
                <a:cubicBezTo>
                  <a:pt x="346081" y="109594"/>
                  <a:pt x="345241" y="106020"/>
                  <a:pt x="345241" y="101795"/>
                </a:cubicBezTo>
                <a:cubicBezTo>
                  <a:pt x="345241" y="95947"/>
                  <a:pt x="346730" y="91317"/>
                  <a:pt x="349710" y="87906"/>
                </a:cubicBezTo>
                <a:cubicBezTo>
                  <a:pt x="352689" y="84495"/>
                  <a:pt x="356672" y="81950"/>
                  <a:pt x="361657" y="80272"/>
                </a:cubicBezTo>
                <a:cubicBezTo>
                  <a:pt x="366642" y="78592"/>
                  <a:pt x="372358" y="77509"/>
                  <a:pt x="378805" y="77023"/>
                </a:cubicBezTo>
                <a:cubicBezTo>
                  <a:pt x="385254" y="76535"/>
                  <a:pt x="391945" y="76291"/>
                  <a:pt x="398880" y="76291"/>
                </a:cubicBezTo>
                <a:lnTo>
                  <a:pt x="398880" y="73841"/>
                </a:lnTo>
                <a:moveTo>
                  <a:pt x="395628" y="85021"/>
                </a:moveTo>
                <a:cubicBezTo>
                  <a:pt x="391078" y="85021"/>
                  <a:pt x="386500" y="85211"/>
                  <a:pt x="381893" y="85589"/>
                </a:cubicBezTo>
                <a:cubicBezTo>
                  <a:pt x="377288" y="85966"/>
                  <a:pt x="373116" y="86723"/>
                  <a:pt x="369378" y="87859"/>
                </a:cubicBezTo>
                <a:cubicBezTo>
                  <a:pt x="365641" y="88993"/>
                  <a:pt x="362580" y="90641"/>
                  <a:pt x="360196" y="92802"/>
                </a:cubicBezTo>
                <a:cubicBezTo>
                  <a:pt x="357812" y="94963"/>
                  <a:pt x="356620" y="97826"/>
                  <a:pt x="356620" y="101391"/>
                </a:cubicBezTo>
                <a:cubicBezTo>
                  <a:pt x="356620" y="104092"/>
                  <a:pt x="357134" y="106362"/>
                  <a:pt x="358162" y="108199"/>
                </a:cubicBezTo>
                <a:cubicBezTo>
                  <a:pt x="359193" y="110036"/>
                  <a:pt x="360574" y="111521"/>
                  <a:pt x="362307" y="112656"/>
                </a:cubicBezTo>
                <a:cubicBezTo>
                  <a:pt x="364041" y="113790"/>
                  <a:pt x="365965" y="114600"/>
                  <a:pt x="368078" y="115086"/>
                </a:cubicBezTo>
                <a:cubicBezTo>
                  <a:pt x="370191" y="115572"/>
                  <a:pt x="372332" y="115815"/>
                  <a:pt x="374500" y="115815"/>
                </a:cubicBezTo>
                <a:cubicBezTo>
                  <a:pt x="378400" y="115815"/>
                  <a:pt x="381867" y="115140"/>
                  <a:pt x="384901" y="113789"/>
                </a:cubicBezTo>
                <a:cubicBezTo>
                  <a:pt x="387936" y="112438"/>
                  <a:pt x="390482" y="110601"/>
                  <a:pt x="392540" y="108278"/>
                </a:cubicBezTo>
                <a:cubicBezTo>
                  <a:pt x="394599" y="105955"/>
                  <a:pt x="396170" y="103281"/>
                  <a:pt x="397253" y="100257"/>
                </a:cubicBezTo>
                <a:cubicBezTo>
                  <a:pt x="398338" y="97231"/>
                  <a:pt x="398880" y="94043"/>
                  <a:pt x="398880" y="90694"/>
                </a:cubicBezTo>
                <a:lnTo>
                  <a:pt x="398880" y="85021"/>
                </a:lnTo>
                <a:lnTo>
                  <a:pt x="395628" y="85021"/>
                </a:lnTo>
                <a:close/>
                <a:moveTo>
                  <a:pt x="470398" y="56132"/>
                </a:moveTo>
                <a:lnTo>
                  <a:pt x="448945" y="56132"/>
                </a:lnTo>
                <a:lnTo>
                  <a:pt x="448945" y="100552"/>
                </a:lnTo>
                <a:cubicBezTo>
                  <a:pt x="448945" y="103373"/>
                  <a:pt x="449215" y="105705"/>
                  <a:pt x="449756" y="107549"/>
                </a:cubicBezTo>
                <a:cubicBezTo>
                  <a:pt x="450298" y="109393"/>
                  <a:pt x="451083" y="110830"/>
                  <a:pt x="452112" y="111862"/>
                </a:cubicBezTo>
                <a:cubicBezTo>
                  <a:pt x="453142" y="112892"/>
                  <a:pt x="454361" y="113597"/>
                  <a:pt x="455770" y="113978"/>
                </a:cubicBezTo>
                <a:cubicBezTo>
                  <a:pt x="457179" y="114356"/>
                  <a:pt x="458696" y="114546"/>
                  <a:pt x="460321" y="114546"/>
                </a:cubicBezTo>
                <a:cubicBezTo>
                  <a:pt x="461839" y="114546"/>
                  <a:pt x="463437" y="114325"/>
                  <a:pt x="465116" y="113883"/>
                </a:cubicBezTo>
                <a:cubicBezTo>
                  <a:pt x="466796" y="113440"/>
                  <a:pt x="468394" y="112831"/>
                  <a:pt x="469912" y="112055"/>
                </a:cubicBezTo>
                <a:lnTo>
                  <a:pt x="470398" y="121637"/>
                </a:lnTo>
                <a:cubicBezTo>
                  <a:pt x="468449" y="122395"/>
                  <a:pt x="466418" y="122964"/>
                  <a:pt x="464305" y="123343"/>
                </a:cubicBezTo>
                <a:cubicBezTo>
                  <a:pt x="462191" y="123722"/>
                  <a:pt x="459888" y="123911"/>
                  <a:pt x="457395" y="123911"/>
                </a:cubicBezTo>
                <a:cubicBezTo>
                  <a:pt x="455336" y="123911"/>
                  <a:pt x="453169" y="123640"/>
                  <a:pt x="450894" y="123097"/>
                </a:cubicBezTo>
                <a:cubicBezTo>
                  <a:pt x="448619" y="122557"/>
                  <a:pt x="446506" y="121528"/>
                  <a:pt x="444555" y="120012"/>
                </a:cubicBezTo>
                <a:cubicBezTo>
                  <a:pt x="442605" y="118494"/>
                  <a:pt x="441007" y="116435"/>
                  <a:pt x="439761" y="113834"/>
                </a:cubicBezTo>
                <a:cubicBezTo>
                  <a:pt x="438514" y="111233"/>
                  <a:pt x="437890" y="107819"/>
                  <a:pt x="437890" y="103593"/>
                </a:cubicBezTo>
                <a:lnTo>
                  <a:pt x="437890" y="56132"/>
                </a:lnTo>
                <a:lnTo>
                  <a:pt x="422124" y="56132"/>
                </a:lnTo>
                <a:lnTo>
                  <a:pt x="422124" y="46925"/>
                </a:lnTo>
                <a:lnTo>
                  <a:pt x="437890" y="46925"/>
                </a:lnTo>
                <a:lnTo>
                  <a:pt x="437890" y="25469"/>
                </a:lnTo>
                <a:lnTo>
                  <a:pt x="448945" y="25469"/>
                </a:lnTo>
                <a:lnTo>
                  <a:pt x="448945" y="46925"/>
                </a:lnTo>
                <a:lnTo>
                  <a:pt x="470398" y="46925"/>
                </a:lnTo>
                <a:lnTo>
                  <a:pt x="470398" y="56132"/>
                </a:lnTo>
                <a:close/>
                <a:moveTo>
                  <a:pt x="590844" y="110118"/>
                </a:moveTo>
                <a:cubicBezTo>
                  <a:pt x="587593" y="114995"/>
                  <a:pt x="583367" y="118671"/>
                  <a:pt x="578165" y="121148"/>
                </a:cubicBezTo>
                <a:cubicBezTo>
                  <a:pt x="572964" y="123625"/>
                  <a:pt x="567600" y="124863"/>
                  <a:pt x="562074" y="124863"/>
                </a:cubicBezTo>
                <a:cubicBezTo>
                  <a:pt x="556113" y="124863"/>
                  <a:pt x="550722" y="123834"/>
                  <a:pt x="545900" y="121775"/>
                </a:cubicBezTo>
                <a:cubicBezTo>
                  <a:pt x="541079" y="119715"/>
                  <a:pt x="536961" y="116897"/>
                  <a:pt x="533547" y="113320"/>
                </a:cubicBezTo>
                <a:cubicBezTo>
                  <a:pt x="530134" y="109742"/>
                  <a:pt x="527479" y="105514"/>
                  <a:pt x="525583" y="100637"/>
                </a:cubicBezTo>
                <a:cubicBezTo>
                  <a:pt x="523686" y="95757"/>
                  <a:pt x="522738" y="90499"/>
                  <a:pt x="522738" y="84863"/>
                </a:cubicBezTo>
                <a:cubicBezTo>
                  <a:pt x="522738" y="79226"/>
                  <a:pt x="523686" y="73969"/>
                  <a:pt x="525583" y="69091"/>
                </a:cubicBezTo>
                <a:cubicBezTo>
                  <a:pt x="527479" y="64212"/>
                  <a:pt x="530134" y="59984"/>
                  <a:pt x="533547" y="56407"/>
                </a:cubicBezTo>
                <a:cubicBezTo>
                  <a:pt x="536961" y="52829"/>
                  <a:pt x="541079" y="50011"/>
                  <a:pt x="545900" y="47952"/>
                </a:cubicBezTo>
                <a:cubicBezTo>
                  <a:pt x="550722" y="45892"/>
                  <a:pt x="556113" y="44862"/>
                  <a:pt x="562074" y="44862"/>
                </a:cubicBezTo>
                <a:cubicBezTo>
                  <a:pt x="567600" y="44862"/>
                  <a:pt x="572964" y="46136"/>
                  <a:pt x="578165" y="48684"/>
                </a:cubicBezTo>
                <a:cubicBezTo>
                  <a:pt x="583367" y="51230"/>
                  <a:pt x="587593" y="54997"/>
                  <a:pt x="590844" y="59984"/>
                </a:cubicBezTo>
                <a:lnTo>
                  <a:pt x="591169" y="59984"/>
                </a:lnTo>
                <a:lnTo>
                  <a:pt x="591169" y="5"/>
                </a:lnTo>
                <a:lnTo>
                  <a:pt x="602221" y="5"/>
                </a:lnTo>
                <a:lnTo>
                  <a:pt x="602221" y="122958"/>
                </a:lnTo>
                <a:lnTo>
                  <a:pt x="591169" y="122958"/>
                </a:lnTo>
                <a:lnTo>
                  <a:pt x="591169" y="110118"/>
                </a:lnTo>
                <a:lnTo>
                  <a:pt x="590844" y="110118"/>
                </a:lnTo>
                <a:moveTo>
                  <a:pt x="534442" y="84865"/>
                </a:moveTo>
                <a:cubicBezTo>
                  <a:pt x="534442" y="89101"/>
                  <a:pt x="535092" y="93094"/>
                  <a:pt x="536391" y="96842"/>
                </a:cubicBezTo>
                <a:cubicBezTo>
                  <a:pt x="537691" y="100589"/>
                  <a:pt x="539560" y="103848"/>
                  <a:pt x="541999" y="106619"/>
                </a:cubicBezTo>
                <a:cubicBezTo>
                  <a:pt x="544438" y="109388"/>
                  <a:pt x="547445" y="111561"/>
                  <a:pt x="551020" y="113137"/>
                </a:cubicBezTo>
                <a:cubicBezTo>
                  <a:pt x="554596" y="114711"/>
                  <a:pt x="558659" y="115498"/>
                  <a:pt x="563210" y="115498"/>
                </a:cubicBezTo>
                <a:cubicBezTo>
                  <a:pt x="567436" y="115498"/>
                  <a:pt x="571337" y="114711"/>
                  <a:pt x="574914" y="113137"/>
                </a:cubicBezTo>
                <a:cubicBezTo>
                  <a:pt x="578490" y="111561"/>
                  <a:pt x="581578" y="109416"/>
                  <a:pt x="584177" y="106701"/>
                </a:cubicBezTo>
                <a:cubicBezTo>
                  <a:pt x="586778" y="103984"/>
                  <a:pt x="588810" y="100752"/>
                  <a:pt x="590274" y="97006"/>
                </a:cubicBezTo>
                <a:cubicBezTo>
                  <a:pt x="591737" y="93257"/>
                  <a:pt x="592469" y="89210"/>
                  <a:pt x="592469" y="84865"/>
                </a:cubicBezTo>
                <a:cubicBezTo>
                  <a:pt x="592469" y="80520"/>
                  <a:pt x="591737" y="76474"/>
                  <a:pt x="590274" y="72727"/>
                </a:cubicBezTo>
                <a:cubicBezTo>
                  <a:pt x="588810" y="68979"/>
                  <a:pt x="586778" y="65720"/>
                  <a:pt x="584177" y="62950"/>
                </a:cubicBezTo>
                <a:cubicBezTo>
                  <a:pt x="581578" y="60179"/>
                  <a:pt x="578490" y="58006"/>
                  <a:pt x="574914" y="56432"/>
                </a:cubicBezTo>
                <a:cubicBezTo>
                  <a:pt x="571337" y="54856"/>
                  <a:pt x="567436" y="54068"/>
                  <a:pt x="563210" y="54068"/>
                </a:cubicBezTo>
                <a:cubicBezTo>
                  <a:pt x="558659" y="54068"/>
                  <a:pt x="554596" y="54884"/>
                  <a:pt x="551020" y="56514"/>
                </a:cubicBezTo>
                <a:cubicBezTo>
                  <a:pt x="547445" y="58143"/>
                  <a:pt x="544438" y="60342"/>
                  <a:pt x="541999" y="63114"/>
                </a:cubicBezTo>
                <a:cubicBezTo>
                  <a:pt x="539560" y="65883"/>
                  <a:pt x="537691" y="69142"/>
                  <a:pt x="536391" y="72891"/>
                </a:cubicBezTo>
                <a:cubicBezTo>
                  <a:pt x="535092" y="76637"/>
                  <a:pt x="534442" y="80629"/>
                  <a:pt x="534442" y="84865"/>
                </a:cubicBezTo>
                <a:close/>
                <a:moveTo>
                  <a:pt x="643019" y="122958"/>
                </a:moveTo>
                <a:lnTo>
                  <a:pt x="631967" y="122958"/>
                </a:lnTo>
                <a:lnTo>
                  <a:pt x="631967" y="46888"/>
                </a:lnTo>
                <a:lnTo>
                  <a:pt x="643019" y="46888"/>
                </a:lnTo>
                <a:lnTo>
                  <a:pt x="643019" y="122958"/>
                </a:lnTo>
                <a:moveTo>
                  <a:pt x="645296" y="17560"/>
                </a:moveTo>
                <a:cubicBezTo>
                  <a:pt x="645296" y="19828"/>
                  <a:pt x="644483" y="21692"/>
                  <a:pt x="642858" y="23150"/>
                </a:cubicBezTo>
                <a:cubicBezTo>
                  <a:pt x="641232" y="24609"/>
                  <a:pt x="639444" y="25338"/>
                  <a:pt x="637493" y="25338"/>
                </a:cubicBezTo>
                <a:cubicBezTo>
                  <a:pt x="635542" y="25338"/>
                  <a:pt x="633754" y="24609"/>
                  <a:pt x="632128" y="23150"/>
                </a:cubicBezTo>
                <a:cubicBezTo>
                  <a:pt x="630503" y="21692"/>
                  <a:pt x="629690" y="19828"/>
                  <a:pt x="629690" y="17560"/>
                </a:cubicBezTo>
                <a:cubicBezTo>
                  <a:pt x="629690" y="15291"/>
                  <a:pt x="630503" y="13428"/>
                  <a:pt x="632128" y="11969"/>
                </a:cubicBezTo>
                <a:cubicBezTo>
                  <a:pt x="633754" y="10511"/>
                  <a:pt x="635542" y="9782"/>
                  <a:pt x="637493" y="9782"/>
                </a:cubicBezTo>
                <a:cubicBezTo>
                  <a:pt x="639444" y="9782"/>
                  <a:pt x="641232" y="10511"/>
                  <a:pt x="642858" y="11969"/>
                </a:cubicBezTo>
                <a:cubicBezTo>
                  <a:pt x="644483" y="13428"/>
                  <a:pt x="645296" y="15291"/>
                  <a:pt x="645296" y="17560"/>
                </a:cubicBezTo>
                <a:close/>
                <a:moveTo>
                  <a:pt x="735019" y="110118"/>
                </a:moveTo>
                <a:cubicBezTo>
                  <a:pt x="731769" y="114995"/>
                  <a:pt x="727542" y="118671"/>
                  <a:pt x="722341" y="121148"/>
                </a:cubicBezTo>
                <a:cubicBezTo>
                  <a:pt x="717139" y="123625"/>
                  <a:pt x="711775" y="124863"/>
                  <a:pt x="706249" y="124863"/>
                </a:cubicBezTo>
                <a:cubicBezTo>
                  <a:pt x="700288" y="124863"/>
                  <a:pt x="694897" y="123834"/>
                  <a:pt x="690076" y="121775"/>
                </a:cubicBezTo>
                <a:cubicBezTo>
                  <a:pt x="685254" y="119715"/>
                  <a:pt x="681136" y="116897"/>
                  <a:pt x="677722" y="113320"/>
                </a:cubicBezTo>
                <a:cubicBezTo>
                  <a:pt x="674309" y="109742"/>
                  <a:pt x="671654" y="105514"/>
                  <a:pt x="669758" y="100637"/>
                </a:cubicBezTo>
                <a:cubicBezTo>
                  <a:pt x="667861" y="95757"/>
                  <a:pt x="666913" y="90499"/>
                  <a:pt x="666913" y="84863"/>
                </a:cubicBezTo>
                <a:cubicBezTo>
                  <a:pt x="666913" y="79226"/>
                  <a:pt x="667861" y="73969"/>
                  <a:pt x="669758" y="69091"/>
                </a:cubicBezTo>
                <a:cubicBezTo>
                  <a:pt x="671654" y="64212"/>
                  <a:pt x="674309" y="59984"/>
                  <a:pt x="677722" y="56407"/>
                </a:cubicBezTo>
                <a:cubicBezTo>
                  <a:pt x="681136" y="52829"/>
                  <a:pt x="685254" y="50011"/>
                  <a:pt x="690076" y="47952"/>
                </a:cubicBezTo>
                <a:cubicBezTo>
                  <a:pt x="694897" y="45892"/>
                  <a:pt x="700288" y="44862"/>
                  <a:pt x="706249" y="44862"/>
                </a:cubicBezTo>
                <a:cubicBezTo>
                  <a:pt x="711775" y="44862"/>
                  <a:pt x="717139" y="46136"/>
                  <a:pt x="722341" y="48684"/>
                </a:cubicBezTo>
                <a:cubicBezTo>
                  <a:pt x="727542" y="51230"/>
                  <a:pt x="731769" y="54997"/>
                  <a:pt x="735019" y="59984"/>
                </a:cubicBezTo>
                <a:lnTo>
                  <a:pt x="735344" y="59984"/>
                </a:lnTo>
                <a:lnTo>
                  <a:pt x="735344" y="5"/>
                </a:lnTo>
                <a:lnTo>
                  <a:pt x="746396" y="5"/>
                </a:lnTo>
                <a:lnTo>
                  <a:pt x="746396" y="122958"/>
                </a:lnTo>
                <a:lnTo>
                  <a:pt x="735344" y="122958"/>
                </a:lnTo>
                <a:lnTo>
                  <a:pt x="735344" y="110118"/>
                </a:lnTo>
                <a:lnTo>
                  <a:pt x="735019" y="110118"/>
                </a:lnTo>
                <a:moveTo>
                  <a:pt x="678617" y="84865"/>
                </a:moveTo>
                <a:cubicBezTo>
                  <a:pt x="678617" y="89101"/>
                  <a:pt x="679267" y="93094"/>
                  <a:pt x="680567" y="96842"/>
                </a:cubicBezTo>
                <a:cubicBezTo>
                  <a:pt x="681866" y="100589"/>
                  <a:pt x="683735" y="103848"/>
                  <a:pt x="686174" y="106619"/>
                </a:cubicBezTo>
                <a:cubicBezTo>
                  <a:pt x="688613" y="109388"/>
                  <a:pt x="691620" y="111561"/>
                  <a:pt x="695195" y="113137"/>
                </a:cubicBezTo>
                <a:cubicBezTo>
                  <a:pt x="698771" y="114711"/>
                  <a:pt x="702835" y="115498"/>
                  <a:pt x="707385" y="115498"/>
                </a:cubicBezTo>
                <a:cubicBezTo>
                  <a:pt x="711611" y="115498"/>
                  <a:pt x="715513" y="114711"/>
                  <a:pt x="719089" y="113137"/>
                </a:cubicBezTo>
                <a:cubicBezTo>
                  <a:pt x="722665" y="111561"/>
                  <a:pt x="725753" y="109416"/>
                  <a:pt x="728353" y="106701"/>
                </a:cubicBezTo>
                <a:cubicBezTo>
                  <a:pt x="730953" y="103984"/>
                  <a:pt x="732986" y="100752"/>
                  <a:pt x="734449" y="97006"/>
                </a:cubicBezTo>
                <a:cubicBezTo>
                  <a:pt x="735912" y="93257"/>
                  <a:pt x="736644" y="89210"/>
                  <a:pt x="736644" y="84865"/>
                </a:cubicBezTo>
                <a:cubicBezTo>
                  <a:pt x="736644" y="80520"/>
                  <a:pt x="735912" y="76474"/>
                  <a:pt x="734449" y="72727"/>
                </a:cubicBezTo>
                <a:cubicBezTo>
                  <a:pt x="732986" y="68979"/>
                  <a:pt x="730953" y="65720"/>
                  <a:pt x="728353" y="62950"/>
                </a:cubicBezTo>
                <a:cubicBezTo>
                  <a:pt x="725753" y="60179"/>
                  <a:pt x="722665" y="58006"/>
                  <a:pt x="719089" y="56432"/>
                </a:cubicBezTo>
                <a:cubicBezTo>
                  <a:pt x="715513" y="54856"/>
                  <a:pt x="711611" y="54068"/>
                  <a:pt x="707385" y="54068"/>
                </a:cubicBezTo>
                <a:cubicBezTo>
                  <a:pt x="702835" y="54068"/>
                  <a:pt x="698771" y="54884"/>
                  <a:pt x="695195" y="56514"/>
                </a:cubicBezTo>
                <a:cubicBezTo>
                  <a:pt x="691620" y="58143"/>
                  <a:pt x="688613" y="60342"/>
                  <a:pt x="686174" y="63114"/>
                </a:cubicBezTo>
                <a:cubicBezTo>
                  <a:pt x="683735" y="65883"/>
                  <a:pt x="681866" y="69142"/>
                  <a:pt x="680567" y="72891"/>
                </a:cubicBezTo>
                <a:cubicBezTo>
                  <a:pt x="679267" y="76637"/>
                  <a:pt x="678617" y="80629"/>
                  <a:pt x="678617" y="84865"/>
                </a:cubicBezTo>
                <a:close/>
                <a:moveTo>
                  <a:pt x="850910" y="56132"/>
                </a:moveTo>
                <a:lnTo>
                  <a:pt x="829457" y="56132"/>
                </a:lnTo>
                <a:lnTo>
                  <a:pt x="829457" y="100552"/>
                </a:lnTo>
                <a:cubicBezTo>
                  <a:pt x="829457" y="103373"/>
                  <a:pt x="829727" y="105705"/>
                  <a:pt x="830268" y="107549"/>
                </a:cubicBezTo>
                <a:cubicBezTo>
                  <a:pt x="830810" y="109393"/>
                  <a:pt x="831595" y="110830"/>
                  <a:pt x="832624" y="111862"/>
                </a:cubicBezTo>
                <a:cubicBezTo>
                  <a:pt x="833654" y="112892"/>
                  <a:pt x="834873" y="113597"/>
                  <a:pt x="836282" y="113978"/>
                </a:cubicBezTo>
                <a:cubicBezTo>
                  <a:pt x="837691" y="114356"/>
                  <a:pt x="839208" y="114546"/>
                  <a:pt x="840833" y="114546"/>
                </a:cubicBezTo>
                <a:cubicBezTo>
                  <a:pt x="842351" y="114546"/>
                  <a:pt x="843949" y="114325"/>
                  <a:pt x="845627" y="113883"/>
                </a:cubicBezTo>
                <a:cubicBezTo>
                  <a:pt x="847307" y="113440"/>
                  <a:pt x="848906" y="112831"/>
                  <a:pt x="850424" y="112055"/>
                </a:cubicBezTo>
                <a:lnTo>
                  <a:pt x="850910" y="121637"/>
                </a:lnTo>
                <a:cubicBezTo>
                  <a:pt x="848961" y="122395"/>
                  <a:pt x="846930" y="122964"/>
                  <a:pt x="844816" y="123343"/>
                </a:cubicBezTo>
                <a:cubicBezTo>
                  <a:pt x="842703" y="123722"/>
                  <a:pt x="840400" y="123911"/>
                  <a:pt x="837907" y="123911"/>
                </a:cubicBezTo>
                <a:cubicBezTo>
                  <a:pt x="835848" y="123911"/>
                  <a:pt x="833681" y="123640"/>
                  <a:pt x="831406" y="123097"/>
                </a:cubicBezTo>
                <a:cubicBezTo>
                  <a:pt x="829131" y="122557"/>
                  <a:pt x="827018" y="121528"/>
                  <a:pt x="825067" y="120012"/>
                </a:cubicBezTo>
                <a:cubicBezTo>
                  <a:pt x="823117" y="118494"/>
                  <a:pt x="821519" y="116435"/>
                  <a:pt x="820272" y="113834"/>
                </a:cubicBezTo>
                <a:cubicBezTo>
                  <a:pt x="819026" y="111233"/>
                  <a:pt x="818402" y="107819"/>
                  <a:pt x="818402" y="103593"/>
                </a:cubicBezTo>
                <a:lnTo>
                  <a:pt x="818402" y="56132"/>
                </a:lnTo>
                <a:lnTo>
                  <a:pt x="802636" y="56132"/>
                </a:lnTo>
                <a:lnTo>
                  <a:pt x="802636" y="46925"/>
                </a:lnTo>
                <a:lnTo>
                  <a:pt x="818402" y="46925"/>
                </a:lnTo>
                <a:lnTo>
                  <a:pt x="818402" y="25469"/>
                </a:lnTo>
                <a:lnTo>
                  <a:pt x="829457" y="25469"/>
                </a:lnTo>
                <a:lnTo>
                  <a:pt x="829457" y="46925"/>
                </a:lnTo>
                <a:lnTo>
                  <a:pt x="850910" y="46925"/>
                </a:lnTo>
                <a:lnTo>
                  <a:pt x="850910" y="56132"/>
                </a:lnTo>
                <a:close/>
                <a:moveTo>
                  <a:pt x="879844" y="59341"/>
                </a:moveTo>
                <a:cubicBezTo>
                  <a:pt x="881903" y="54895"/>
                  <a:pt x="885315" y="51371"/>
                  <a:pt x="890082" y="48768"/>
                </a:cubicBezTo>
                <a:cubicBezTo>
                  <a:pt x="894851" y="46164"/>
                  <a:pt x="899944" y="44862"/>
                  <a:pt x="905363" y="44862"/>
                </a:cubicBezTo>
                <a:cubicBezTo>
                  <a:pt x="915006" y="44862"/>
                  <a:pt x="922238" y="47736"/>
                  <a:pt x="927060" y="53486"/>
                </a:cubicBezTo>
                <a:cubicBezTo>
                  <a:pt x="931883" y="59235"/>
                  <a:pt x="934294" y="66827"/>
                  <a:pt x="934294" y="76264"/>
                </a:cubicBezTo>
                <a:lnTo>
                  <a:pt x="934294" y="122958"/>
                </a:lnTo>
                <a:lnTo>
                  <a:pt x="923243" y="122958"/>
                </a:lnTo>
                <a:lnTo>
                  <a:pt x="923243" y="80778"/>
                </a:lnTo>
                <a:cubicBezTo>
                  <a:pt x="923243" y="76760"/>
                  <a:pt x="922918" y="73123"/>
                  <a:pt x="922268" y="69867"/>
                </a:cubicBezTo>
                <a:cubicBezTo>
                  <a:pt x="921618" y="66610"/>
                  <a:pt x="920507" y="63814"/>
                  <a:pt x="918934" y="61479"/>
                </a:cubicBezTo>
                <a:cubicBezTo>
                  <a:pt x="917364" y="59145"/>
                  <a:pt x="915251" y="57326"/>
                  <a:pt x="912595" y="56023"/>
                </a:cubicBezTo>
                <a:cubicBezTo>
                  <a:pt x="909941" y="54720"/>
                  <a:pt x="906610" y="54068"/>
                  <a:pt x="902600" y="54068"/>
                </a:cubicBezTo>
                <a:cubicBezTo>
                  <a:pt x="899675" y="54068"/>
                  <a:pt x="896830" y="54666"/>
                  <a:pt x="894065" y="55862"/>
                </a:cubicBezTo>
                <a:cubicBezTo>
                  <a:pt x="891303" y="57055"/>
                  <a:pt x="888837" y="58874"/>
                  <a:pt x="886670" y="61318"/>
                </a:cubicBezTo>
                <a:cubicBezTo>
                  <a:pt x="884503" y="63760"/>
                  <a:pt x="882770" y="66854"/>
                  <a:pt x="881469" y="70599"/>
                </a:cubicBezTo>
                <a:cubicBezTo>
                  <a:pt x="880169" y="74344"/>
                  <a:pt x="879519" y="78769"/>
                  <a:pt x="879519" y="83873"/>
                </a:cubicBezTo>
                <a:lnTo>
                  <a:pt x="879519" y="122958"/>
                </a:lnTo>
                <a:lnTo>
                  <a:pt x="868465" y="122958"/>
                </a:lnTo>
                <a:lnTo>
                  <a:pt x="868465" y="0"/>
                </a:lnTo>
                <a:lnTo>
                  <a:pt x="879519" y="0"/>
                </a:lnTo>
                <a:lnTo>
                  <a:pt x="879519" y="59341"/>
                </a:lnTo>
                <a:lnTo>
                  <a:pt x="879844" y="59341"/>
                </a:lnTo>
                <a:close/>
                <a:moveTo>
                  <a:pt x="1020932" y="79148"/>
                </a:moveTo>
                <a:cubicBezTo>
                  <a:pt x="1020606" y="71936"/>
                  <a:pt x="1018303" y="65953"/>
                  <a:pt x="1014022" y="61199"/>
                </a:cubicBezTo>
                <a:cubicBezTo>
                  <a:pt x="1009743" y="56445"/>
                  <a:pt x="1003648" y="54068"/>
                  <a:pt x="995738" y="54068"/>
                </a:cubicBezTo>
                <a:cubicBezTo>
                  <a:pt x="992054" y="54068"/>
                  <a:pt x="988640" y="54751"/>
                  <a:pt x="985497" y="56117"/>
                </a:cubicBezTo>
                <a:cubicBezTo>
                  <a:pt x="982355" y="57483"/>
                  <a:pt x="979592" y="59340"/>
                  <a:pt x="977208" y="61690"/>
                </a:cubicBezTo>
                <a:cubicBezTo>
                  <a:pt x="974824" y="64040"/>
                  <a:pt x="972927" y="66717"/>
                  <a:pt x="971519" y="69723"/>
                </a:cubicBezTo>
                <a:cubicBezTo>
                  <a:pt x="970110" y="72728"/>
                  <a:pt x="969297" y="75869"/>
                  <a:pt x="969081" y="79148"/>
                </a:cubicBezTo>
                <a:lnTo>
                  <a:pt x="1020932" y="79148"/>
                </a:lnTo>
                <a:moveTo>
                  <a:pt x="1032147" y="82665"/>
                </a:moveTo>
                <a:cubicBezTo>
                  <a:pt x="1032147" y="83426"/>
                  <a:pt x="1032147" y="84241"/>
                  <a:pt x="1032147" y="85111"/>
                </a:cubicBezTo>
                <a:cubicBezTo>
                  <a:pt x="1032147" y="85979"/>
                  <a:pt x="1032093" y="86901"/>
                  <a:pt x="1031983" y="87878"/>
                </a:cubicBezTo>
                <a:lnTo>
                  <a:pt x="968917" y="87878"/>
                </a:lnTo>
                <a:cubicBezTo>
                  <a:pt x="969026" y="91670"/>
                  <a:pt x="969784" y="95245"/>
                  <a:pt x="971191" y="98603"/>
                </a:cubicBezTo>
                <a:cubicBezTo>
                  <a:pt x="972600" y="101959"/>
                  <a:pt x="974550" y="104884"/>
                  <a:pt x="977042" y="107375"/>
                </a:cubicBezTo>
                <a:cubicBezTo>
                  <a:pt x="979535" y="109865"/>
                  <a:pt x="982461" y="111842"/>
                  <a:pt x="985819" y="113306"/>
                </a:cubicBezTo>
                <a:cubicBezTo>
                  <a:pt x="989179" y="114767"/>
                  <a:pt x="992810" y="115498"/>
                  <a:pt x="996712" y="115498"/>
                </a:cubicBezTo>
                <a:cubicBezTo>
                  <a:pt x="1002455" y="115498"/>
                  <a:pt x="1007412" y="114171"/>
                  <a:pt x="1011584" y="111517"/>
                </a:cubicBezTo>
                <a:cubicBezTo>
                  <a:pt x="1015755" y="108862"/>
                  <a:pt x="1018925" y="105800"/>
                  <a:pt x="1021093" y="102333"/>
                </a:cubicBezTo>
                <a:lnTo>
                  <a:pt x="1029382" y="108834"/>
                </a:lnTo>
                <a:cubicBezTo>
                  <a:pt x="1024831" y="114568"/>
                  <a:pt x="1019820" y="118674"/>
                  <a:pt x="1014347" y="121150"/>
                </a:cubicBezTo>
                <a:cubicBezTo>
                  <a:pt x="1008875" y="123626"/>
                  <a:pt x="1002997" y="124863"/>
                  <a:pt x="996712" y="124863"/>
                </a:cubicBezTo>
                <a:cubicBezTo>
                  <a:pt x="991077" y="124863"/>
                  <a:pt x="985848" y="123860"/>
                  <a:pt x="981025" y="121855"/>
                </a:cubicBezTo>
                <a:cubicBezTo>
                  <a:pt x="976204" y="119849"/>
                  <a:pt x="972059" y="117058"/>
                  <a:pt x="968592" y="113482"/>
                </a:cubicBezTo>
                <a:cubicBezTo>
                  <a:pt x="965125" y="109904"/>
                  <a:pt x="962388" y="105676"/>
                  <a:pt x="960382" y="100798"/>
                </a:cubicBezTo>
                <a:cubicBezTo>
                  <a:pt x="958378" y="95920"/>
                  <a:pt x="957376" y="90608"/>
                  <a:pt x="957376" y="84863"/>
                </a:cubicBezTo>
                <a:cubicBezTo>
                  <a:pt x="957376" y="79117"/>
                  <a:pt x="958351" y="73805"/>
                  <a:pt x="960301" y="68927"/>
                </a:cubicBezTo>
                <a:cubicBezTo>
                  <a:pt x="962252" y="64050"/>
                  <a:pt x="964961" y="59822"/>
                  <a:pt x="968428" y="56246"/>
                </a:cubicBezTo>
                <a:cubicBezTo>
                  <a:pt x="971897" y="52668"/>
                  <a:pt x="975961" y="49876"/>
                  <a:pt x="980621" y="47870"/>
                </a:cubicBezTo>
                <a:cubicBezTo>
                  <a:pt x="985280" y="45865"/>
                  <a:pt x="990319" y="44862"/>
                  <a:pt x="995738" y="44862"/>
                </a:cubicBezTo>
                <a:cubicBezTo>
                  <a:pt x="1001697" y="44862"/>
                  <a:pt x="1006952" y="45867"/>
                  <a:pt x="1011502" y="47878"/>
                </a:cubicBezTo>
                <a:cubicBezTo>
                  <a:pt x="1016054" y="49887"/>
                  <a:pt x="1019847" y="52603"/>
                  <a:pt x="1022881" y="56025"/>
                </a:cubicBezTo>
                <a:cubicBezTo>
                  <a:pt x="1025915" y="59446"/>
                  <a:pt x="1028218" y="63438"/>
                  <a:pt x="1029788" y="68000"/>
                </a:cubicBezTo>
                <a:cubicBezTo>
                  <a:pt x="1031361" y="72562"/>
                  <a:pt x="1032147" y="77450"/>
                  <a:pt x="1032147" y="82665"/>
                </a:cubicBezTo>
                <a:close/>
                <a:moveTo>
                  <a:pt x="1107566" y="161917"/>
                </a:moveTo>
                <a:lnTo>
                  <a:pt x="1096512" y="161917"/>
                </a:lnTo>
                <a:lnTo>
                  <a:pt x="1096512" y="46816"/>
                </a:lnTo>
                <a:lnTo>
                  <a:pt x="1107566" y="46816"/>
                </a:lnTo>
                <a:lnTo>
                  <a:pt x="1107566" y="59984"/>
                </a:lnTo>
                <a:lnTo>
                  <a:pt x="1108053" y="59984"/>
                </a:lnTo>
                <a:cubicBezTo>
                  <a:pt x="1111196" y="54997"/>
                  <a:pt x="1115395" y="51230"/>
                  <a:pt x="1120650" y="48684"/>
                </a:cubicBezTo>
                <a:cubicBezTo>
                  <a:pt x="1125906" y="46136"/>
                  <a:pt x="1131242" y="44862"/>
                  <a:pt x="1136659" y="44862"/>
                </a:cubicBezTo>
                <a:cubicBezTo>
                  <a:pt x="1142620" y="44862"/>
                  <a:pt x="1148011" y="45892"/>
                  <a:pt x="1152833" y="47952"/>
                </a:cubicBezTo>
                <a:cubicBezTo>
                  <a:pt x="1157654" y="50011"/>
                  <a:pt x="1161771" y="52829"/>
                  <a:pt x="1165184" y="56407"/>
                </a:cubicBezTo>
                <a:cubicBezTo>
                  <a:pt x="1168598" y="59984"/>
                  <a:pt x="1171254" y="64212"/>
                  <a:pt x="1173150" y="69091"/>
                </a:cubicBezTo>
                <a:cubicBezTo>
                  <a:pt x="1175047" y="73969"/>
                  <a:pt x="1175995" y="79226"/>
                  <a:pt x="1175995" y="84863"/>
                </a:cubicBezTo>
                <a:cubicBezTo>
                  <a:pt x="1175995" y="90499"/>
                  <a:pt x="1175047" y="95757"/>
                  <a:pt x="1173150" y="100637"/>
                </a:cubicBezTo>
                <a:cubicBezTo>
                  <a:pt x="1171254" y="105514"/>
                  <a:pt x="1168598" y="109742"/>
                  <a:pt x="1165184" y="113320"/>
                </a:cubicBezTo>
                <a:cubicBezTo>
                  <a:pt x="1161771" y="116897"/>
                  <a:pt x="1157654" y="119715"/>
                  <a:pt x="1152833" y="121775"/>
                </a:cubicBezTo>
                <a:cubicBezTo>
                  <a:pt x="1148011" y="123834"/>
                  <a:pt x="1142620" y="124863"/>
                  <a:pt x="1136659" y="124863"/>
                </a:cubicBezTo>
                <a:cubicBezTo>
                  <a:pt x="1131242" y="124863"/>
                  <a:pt x="1125906" y="123590"/>
                  <a:pt x="1120650" y="121044"/>
                </a:cubicBezTo>
                <a:cubicBezTo>
                  <a:pt x="1115395" y="118496"/>
                  <a:pt x="1111196" y="114837"/>
                  <a:pt x="1108053" y="110066"/>
                </a:cubicBezTo>
                <a:lnTo>
                  <a:pt x="1107566" y="110066"/>
                </a:lnTo>
                <a:lnTo>
                  <a:pt x="1107566" y="161917"/>
                </a:lnTo>
                <a:moveTo>
                  <a:pt x="1164294" y="84865"/>
                </a:moveTo>
                <a:cubicBezTo>
                  <a:pt x="1164294" y="80629"/>
                  <a:pt x="1163643" y="76637"/>
                  <a:pt x="1162342" y="72891"/>
                </a:cubicBezTo>
                <a:cubicBezTo>
                  <a:pt x="1161042" y="69142"/>
                  <a:pt x="1159173" y="65883"/>
                  <a:pt x="1156734" y="63114"/>
                </a:cubicBezTo>
                <a:cubicBezTo>
                  <a:pt x="1154297" y="60342"/>
                  <a:pt x="1151290" y="58143"/>
                  <a:pt x="1147713" y="56514"/>
                </a:cubicBezTo>
                <a:cubicBezTo>
                  <a:pt x="1144137" y="54884"/>
                  <a:pt x="1140074" y="54068"/>
                  <a:pt x="1135523" y="54068"/>
                </a:cubicBezTo>
                <a:cubicBezTo>
                  <a:pt x="1131297" y="54068"/>
                  <a:pt x="1127396" y="54856"/>
                  <a:pt x="1123819" y="56432"/>
                </a:cubicBezTo>
                <a:cubicBezTo>
                  <a:pt x="1120244" y="58006"/>
                  <a:pt x="1117157" y="60179"/>
                  <a:pt x="1114556" y="62950"/>
                </a:cubicBezTo>
                <a:cubicBezTo>
                  <a:pt x="1111955" y="65720"/>
                  <a:pt x="1109923" y="68979"/>
                  <a:pt x="1108459" y="72727"/>
                </a:cubicBezTo>
                <a:cubicBezTo>
                  <a:pt x="1106996" y="76474"/>
                  <a:pt x="1106264" y="80520"/>
                  <a:pt x="1106264" y="84865"/>
                </a:cubicBezTo>
                <a:cubicBezTo>
                  <a:pt x="1106264" y="89210"/>
                  <a:pt x="1106996" y="93257"/>
                  <a:pt x="1108459" y="97006"/>
                </a:cubicBezTo>
                <a:cubicBezTo>
                  <a:pt x="1109923" y="100752"/>
                  <a:pt x="1111955" y="103984"/>
                  <a:pt x="1114556" y="106701"/>
                </a:cubicBezTo>
                <a:cubicBezTo>
                  <a:pt x="1117157" y="109416"/>
                  <a:pt x="1120244" y="111561"/>
                  <a:pt x="1123819" y="113137"/>
                </a:cubicBezTo>
                <a:cubicBezTo>
                  <a:pt x="1127396" y="114711"/>
                  <a:pt x="1131297" y="115498"/>
                  <a:pt x="1135523" y="115498"/>
                </a:cubicBezTo>
                <a:cubicBezTo>
                  <a:pt x="1140074" y="115498"/>
                  <a:pt x="1144137" y="114711"/>
                  <a:pt x="1147713" y="113137"/>
                </a:cubicBezTo>
                <a:cubicBezTo>
                  <a:pt x="1151290" y="111561"/>
                  <a:pt x="1154297" y="109388"/>
                  <a:pt x="1156734" y="106619"/>
                </a:cubicBezTo>
                <a:cubicBezTo>
                  <a:pt x="1159173" y="103848"/>
                  <a:pt x="1161042" y="100589"/>
                  <a:pt x="1162342" y="96842"/>
                </a:cubicBezTo>
                <a:cubicBezTo>
                  <a:pt x="1163643" y="93094"/>
                  <a:pt x="1164294" y="89101"/>
                  <a:pt x="1164294" y="84865"/>
                </a:cubicBezTo>
                <a:close/>
                <a:moveTo>
                  <a:pt x="1257756" y="79148"/>
                </a:moveTo>
                <a:cubicBezTo>
                  <a:pt x="1257430" y="71936"/>
                  <a:pt x="1255127" y="65953"/>
                  <a:pt x="1250846" y="61199"/>
                </a:cubicBezTo>
                <a:cubicBezTo>
                  <a:pt x="1246567" y="56445"/>
                  <a:pt x="1240472" y="54068"/>
                  <a:pt x="1232562" y="54068"/>
                </a:cubicBezTo>
                <a:cubicBezTo>
                  <a:pt x="1228878" y="54068"/>
                  <a:pt x="1225464" y="54751"/>
                  <a:pt x="1222321" y="56117"/>
                </a:cubicBezTo>
                <a:cubicBezTo>
                  <a:pt x="1219180" y="57483"/>
                  <a:pt x="1216417" y="59340"/>
                  <a:pt x="1214032" y="61690"/>
                </a:cubicBezTo>
                <a:cubicBezTo>
                  <a:pt x="1211648" y="64040"/>
                  <a:pt x="1209751" y="66717"/>
                  <a:pt x="1208343" y="69723"/>
                </a:cubicBezTo>
                <a:cubicBezTo>
                  <a:pt x="1206934" y="72728"/>
                  <a:pt x="1206121" y="75869"/>
                  <a:pt x="1205905" y="79148"/>
                </a:cubicBezTo>
                <a:lnTo>
                  <a:pt x="1257756" y="79148"/>
                </a:lnTo>
                <a:moveTo>
                  <a:pt x="1268971" y="82665"/>
                </a:moveTo>
                <a:cubicBezTo>
                  <a:pt x="1268971" y="83426"/>
                  <a:pt x="1268971" y="84241"/>
                  <a:pt x="1268971" y="85111"/>
                </a:cubicBezTo>
                <a:cubicBezTo>
                  <a:pt x="1268971" y="85979"/>
                  <a:pt x="1268917" y="86901"/>
                  <a:pt x="1268808" y="87878"/>
                </a:cubicBezTo>
                <a:lnTo>
                  <a:pt x="1205741" y="87878"/>
                </a:lnTo>
                <a:cubicBezTo>
                  <a:pt x="1205850" y="91670"/>
                  <a:pt x="1206608" y="95245"/>
                  <a:pt x="1208015" y="98603"/>
                </a:cubicBezTo>
                <a:cubicBezTo>
                  <a:pt x="1209424" y="101959"/>
                  <a:pt x="1211374" y="104884"/>
                  <a:pt x="1213866" y="107375"/>
                </a:cubicBezTo>
                <a:cubicBezTo>
                  <a:pt x="1216360" y="109865"/>
                  <a:pt x="1219285" y="111842"/>
                  <a:pt x="1222644" y="113306"/>
                </a:cubicBezTo>
                <a:cubicBezTo>
                  <a:pt x="1226003" y="114767"/>
                  <a:pt x="1229634" y="115498"/>
                  <a:pt x="1233537" y="115498"/>
                </a:cubicBezTo>
                <a:cubicBezTo>
                  <a:pt x="1239279" y="115498"/>
                  <a:pt x="1244236" y="114171"/>
                  <a:pt x="1248408" y="111517"/>
                </a:cubicBezTo>
                <a:cubicBezTo>
                  <a:pt x="1252580" y="108862"/>
                  <a:pt x="1255749" y="105800"/>
                  <a:pt x="1257917" y="102333"/>
                </a:cubicBezTo>
                <a:lnTo>
                  <a:pt x="1266206" y="108834"/>
                </a:lnTo>
                <a:cubicBezTo>
                  <a:pt x="1261656" y="114568"/>
                  <a:pt x="1256644" y="118674"/>
                  <a:pt x="1251171" y="121150"/>
                </a:cubicBezTo>
                <a:cubicBezTo>
                  <a:pt x="1245700" y="123626"/>
                  <a:pt x="1239821" y="124863"/>
                  <a:pt x="1233537" y="124863"/>
                </a:cubicBezTo>
                <a:cubicBezTo>
                  <a:pt x="1227902" y="124863"/>
                  <a:pt x="1222673" y="123860"/>
                  <a:pt x="1217849" y="121855"/>
                </a:cubicBezTo>
                <a:cubicBezTo>
                  <a:pt x="1213028" y="119849"/>
                  <a:pt x="1208883" y="117058"/>
                  <a:pt x="1205416" y="113482"/>
                </a:cubicBezTo>
                <a:cubicBezTo>
                  <a:pt x="1201949" y="109904"/>
                  <a:pt x="1199212" y="105676"/>
                  <a:pt x="1197207" y="100798"/>
                </a:cubicBezTo>
                <a:cubicBezTo>
                  <a:pt x="1195203" y="95920"/>
                  <a:pt x="1194201" y="90608"/>
                  <a:pt x="1194201" y="84863"/>
                </a:cubicBezTo>
                <a:cubicBezTo>
                  <a:pt x="1194201" y="79117"/>
                  <a:pt x="1195175" y="73805"/>
                  <a:pt x="1197125" y="68927"/>
                </a:cubicBezTo>
                <a:cubicBezTo>
                  <a:pt x="1199076" y="64050"/>
                  <a:pt x="1201785" y="59822"/>
                  <a:pt x="1205252" y="56246"/>
                </a:cubicBezTo>
                <a:cubicBezTo>
                  <a:pt x="1208721" y="52668"/>
                  <a:pt x="1212786" y="49876"/>
                  <a:pt x="1217445" y="47870"/>
                </a:cubicBezTo>
                <a:cubicBezTo>
                  <a:pt x="1222105" y="45865"/>
                  <a:pt x="1227143" y="44862"/>
                  <a:pt x="1232562" y="44862"/>
                </a:cubicBezTo>
                <a:cubicBezTo>
                  <a:pt x="1238521" y="44862"/>
                  <a:pt x="1243776" y="45867"/>
                  <a:pt x="1248326" y="47878"/>
                </a:cubicBezTo>
                <a:cubicBezTo>
                  <a:pt x="1252878" y="49887"/>
                  <a:pt x="1256671" y="52603"/>
                  <a:pt x="1259705" y="56025"/>
                </a:cubicBezTo>
                <a:cubicBezTo>
                  <a:pt x="1262739" y="59446"/>
                  <a:pt x="1265042" y="63438"/>
                  <a:pt x="1266613" y="68000"/>
                </a:cubicBezTo>
                <a:cubicBezTo>
                  <a:pt x="1268185" y="72562"/>
                  <a:pt x="1268971" y="77450"/>
                  <a:pt x="1268971" y="82665"/>
                </a:cubicBezTo>
                <a:close/>
                <a:moveTo>
                  <a:pt x="1339675" y="73841"/>
                </a:moveTo>
                <a:cubicBezTo>
                  <a:pt x="1339675" y="67195"/>
                  <a:pt x="1337942" y="62239"/>
                  <a:pt x="1334474" y="58972"/>
                </a:cubicBezTo>
                <a:cubicBezTo>
                  <a:pt x="1331007" y="55703"/>
                  <a:pt x="1325968" y="54068"/>
                  <a:pt x="1319358" y="54068"/>
                </a:cubicBezTo>
                <a:cubicBezTo>
                  <a:pt x="1314807" y="54068"/>
                  <a:pt x="1310581" y="54881"/>
                  <a:pt x="1306679" y="56506"/>
                </a:cubicBezTo>
                <a:cubicBezTo>
                  <a:pt x="1302778" y="58132"/>
                  <a:pt x="1299474" y="60299"/>
                  <a:pt x="1296766" y="63010"/>
                </a:cubicBezTo>
                <a:lnTo>
                  <a:pt x="1290587" y="55695"/>
                </a:lnTo>
                <a:cubicBezTo>
                  <a:pt x="1293731" y="52565"/>
                  <a:pt x="1297876" y="49978"/>
                  <a:pt x="1303023" y="47932"/>
                </a:cubicBezTo>
                <a:cubicBezTo>
                  <a:pt x="1308170" y="45885"/>
                  <a:pt x="1313995" y="44862"/>
                  <a:pt x="1320496" y="44862"/>
                </a:cubicBezTo>
                <a:cubicBezTo>
                  <a:pt x="1324615" y="44862"/>
                  <a:pt x="1328462" y="45431"/>
                  <a:pt x="1332036" y="46571"/>
                </a:cubicBezTo>
                <a:cubicBezTo>
                  <a:pt x="1335613" y="47710"/>
                  <a:pt x="1338755" y="49419"/>
                  <a:pt x="1341464" y="51697"/>
                </a:cubicBezTo>
                <a:cubicBezTo>
                  <a:pt x="1344174" y="53974"/>
                  <a:pt x="1346287" y="56848"/>
                  <a:pt x="1347803" y="60318"/>
                </a:cubicBezTo>
                <a:cubicBezTo>
                  <a:pt x="1349321" y="63789"/>
                  <a:pt x="1350080" y="67857"/>
                  <a:pt x="1350080" y="72521"/>
                </a:cubicBezTo>
                <a:lnTo>
                  <a:pt x="1350080" y="105875"/>
                </a:lnTo>
                <a:cubicBezTo>
                  <a:pt x="1350080" y="108803"/>
                  <a:pt x="1350188" y="111841"/>
                  <a:pt x="1350405" y="114987"/>
                </a:cubicBezTo>
                <a:cubicBezTo>
                  <a:pt x="1350621" y="118132"/>
                  <a:pt x="1350946" y="120789"/>
                  <a:pt x="1351380" y="122958"/>
                </a:cubicBezTo>
                <a:lnTo>
                  <a:pt x="1341466" y="122958"/>
                </a:lnTo>
                <a:cubicBezTo>
                  <a:pt x="1341140" y="121108"/>
                  <a:pt x="1340869" y="119095"/>
                  <a:pt x="1340653" y="116919"/>
                </a:cubicBezTo>
                <a:cubicBezTo>
                  <a:pt x="1340436" y="114743"/>
                  <a:pt x="1340328" y="112622"/>
                  <a:pt x="1340328" y="110555"/>
                </a:cubicBezTo>
                <a:lnTo>
                  <a:pt x="1340000" y="110555"/>
                </a:lnTo>
                <a:cubicBezTo>
                  <a:pt x="1336533" y="115649"/>
                  <a:pt x="1332604" y="119308"/>
                  <a:pt x="1328214" y="121530"/>
                </a:cubicBezTo>
                <a:cubicBezTo>
                  <a:pt x="1323826" y="123752"/>
                  <a:pt x="1318544" y="124863"/>
                  <a:pt x="1312368" y="124863"/>
                </a:cubicBezTo>
                <a:cubicBezTo>
                  <a:pt x="1309442" y="124863"/>
                  <a:pt x="1306434" y="124457"/>
                  <a:pt x="1303345" y="123645"/>
                </a:cubicBezTo>
                <a:cubicBezTo>
                  <a:pt x="1300258" y="122834"/>
                  <a:pt x="1297442" y="121508"/>
                  <a:pt x="1294895" y="119667"/>
                </a:cubicBezTo>
                <a:cubicBezTo>
                  <a:pt x="1292349" y="117825"/>
                  <a:pt x="1290236" y="115443"/>
                  <a:pt x="1288556" y="112519"/>
                </a:cubicBezTo>
                <a:cubicBezTo>
                  <a:pt x="1286876" y="109594"/>
                  <a:pt x="1286036" y="106020"/>
                  <a:pt x="1286036" y="101795"/>
                </a:cubicBezTo>
                <a:cubicBezTo>
                  <a:pt x="1286036" y="95947"/>
                  <a:pt x="1287526" y="91317"/>
                  <a:pt x="1290505" y="87906"/>
                </a:cubicBezTo>
                <a:cubicBezTo>
                  <a:pt x="1293485" y="84495"/>
                  <a:pt x="1297467" y="81950"/>
                  <a:pt x="1302453" y="80272"/>
                </a:cubicBezTo>
                <a:cubicBezTo>
                  <a:pt x="1307438" y="78592"/>
                  <a:pt x="1313154" y="77509"/>
                  <a:pt x="1319601" y="77023"/>
                </a:cubicBezTo>
                <a:cubicBezTo>
                  <a:pt x="1326049" y="76535"/>
                  <a:pt x="1332741" y="76291"/>
                  <a:pt x="1339675" y="76291"/>
                </a:cubicBezTo>
                <a:lnTo>
                  <a:pt x="1339675" y="73841"/>
                </a:lnTo>
                <a:moveTo>
                  <a:pt x="1336424" y="85021"/>
                </a:moveTo>
                <a:cubicBezTo>
                  <a:pt x="1331874" y="85021"/>
                  <a:pt x="1327295" y="85211"/>
                  <a:pt x="1322689" y="85589"/>
                </a:cubicBezTo>
                <a:cubicBezTo>
                  <a:pt x="1318084" y="85966"/>
                  <a:pt x="1313912" y="86723"/>
                  <a:pt x="1310173" y="87859"/>
                </a:cubicBezTo>
                <a:cubicBezTo>
                  <a:pt x="1306437" y="88993"/>
                  <a:pt x="1303376" y="90641"/>
                  <a:pt x="1300992" y="92802"/>
                </a:cubicBezTo>
                <a:cubicBezTo>
                  <a:pt x="1298607" y="94963"/>
                  <a:pt x="1297415" y="97826"/>
                  <a:pt x="1297415" y="101391"/>
                </a:cubicBezTo>
                <a:cubicBezTo>
                  <a:pt x="1297415" y="104092"/>
                  <a:pt x="1297930" y="106362"/>
                  <a:pt x="1298958" y="108199"/>
                </a:cubicBezTo>
                <a:cubicBezTo>
                  <a:pt x="1299988" y="110036"/>
                  <a:pt x="1301370" y="111521"/>
                  <a:pt x="1303102" y="112656"/>
                </a:cubicBezTo>
                <a:cubicBezTo>
                  <a:pt x="1304837" y="113790"/>
                  <a:pt x="1306761" y="114600"/>
                  <a:pt x="1308874" y="115086"/>
                </a:cubicBezTo>
                <a:cubicBezTo>
                  <a:pt x="1310987" y="115572"/>
                  <a:pt x="1313127" y="115815"/>
                  <a:pt x="1315295" y="115815"/>
                </a:cubicBezTo>
                <a:cubicBezTo>
                  <a:pt x="1319196" y="115815"/>
                  <a:pt x="1322663" y="115140"/>
                  <a:pt x="1325697" y="113789"/>
                </a:cubicBezTo>
                <a:cubicBezTo>
                  <a:pt x="1328731" y="112438"/>
                  <a:pt x="1331278" y="110601"/>
                  <a:pt x="1333336" y="108278"/>
                </a:cubicBezTo>
                <a:cubicBezTo>
                  <a:pt x="1335395" y="105955"/>
                  <a:pt x="1336965" y="103281"/>
                  <a:pt x="1338048" y="100257"/>
                </a:cubicBezTo>
                <a:cubicBezTo>
                  <a:pt x="1339133" y="97231"/>
                  <a:pt x="1339675" y="94043"/>
                  <a:pt x="1339675" y="90694"/>
                </a:cubicBezTo>
                <a:lnTo>
                  <a:pt x="1339675" y="85021"/>
                </a:lnTo>
                <a:lnTo>
                  <a:pt x="1336424" y="85021"/>
                </a:lnTo>
                <a:close/>
                <a:moveTo>
                  <a:pt x="1388439" y="46826"/>
                </a:moveTo>
                <a:cubicBezTo>
                  <a:pt x="1388656" y="48885"/>
                  <a:pt x="1388818" y="51161"/>
                  <a:pt x="1388925" y="53654"/>
                </a:cubicBezTo>
                <a:cubicBezTo>
                  <a:pt x="1389035" y="56146"/>
                  <a:pt x="1389089" y="58205"/>
                  <a:pt x="1389089" y="59830"/>
                </a:cubicBezTo>
                <a:lnTo>
                  <a:pt x="1389414" y="59830"/>
                </a:lnTo>
                <a:cubicBezTo>
                  <a:pt x="1391582" y="55382"/>
                  <a:pt x="1395104" y="51776"/>
                  <a:pt x="1399980" y="49011"/>
                </a:cubicBezTo>
                <a:cubicBezTo>
                  <a:pt x="1404856" y="46245"/>
                  <a:pt x="1410003" y="44862"/>
                  <a:pt x="1415421" y="44862"/>
                </a:cubicBezTo>
                <a:cubicBezTo>
                  <a:pt x="1425064" y="44862"/>
                  <a:pt x="1432297" y="47736"/>
                  <a:pt x="1437118" y="53486"/>
                </a:cubicBezTo>
                <a:cubicBezTo>
                  <a:pt x="1441941" y="59235"/>
                  <a:pt x="1444353" y="66827"/>
                  <a:pt x="1444353" y="76264"/>
                </a:cubicBezTo>
                <a:lnTo>
                  <a:pt x="1444353" y="122958"/>
                </a:lnTo>
                <a:lnTo>
                  <a:pt x="1433301" y="122958"/>
                </a:lnTo>
                <a:lnTo>
                  <a:pt x="1433301" y="80778"/>
                </a:lnTo>
                <a:cubicBezTo>
                  <a:pt x="1433301" y="76760"/>
                  <a:pt x="1432976" y="73123"/>
                  <a:pt x="1432326" y="69867"/>
                </a:cubicBezTo>
                <a:cubicBezTo>
                  <a:pt x="1431677" y="66610"/>
                  <a:pt x="1430566" y="63814"/>
                  <a:pt x="1428993" y="61479"/>
                </a:cubicBezTo>
                <a:cubicBezTo>
                  <a:pt x="1427422" y="59145"/>
                  <a:pt x="1425309" y="57326"/>
                  <a:pt x="1422654" y="56023"/>
                </a:cubicBezTo>
                <a:cubicBezTo>
                  <a:pt x="1420000" y="54720"/>
                  <a:pt x="1416668" y="54068"/>
                  <a:pt x="1412658" y="54068"/>
                </a:cubicBezTo>
                <a:cubicBezTo>
                  <a:pt x="1409733" y="54068"/>
                  <a:pt x="1406889" y="54666"/>
                  <a:pt x="1404124" y="55862"/>
                </a:cubicBezTo>
                <a:cubicBezTo>
                  <a:pt x="1401361" y="57055"/>
                  <a:pt x="1398896" y="58874"/>
                  <a:pt x="1396728" y="61318"/>
                </a:cubicBezTo>
                <a:cubicBezTo>
                  <a:pt x="1394562" y="63760"/>
                  <a:pt x="1392828" y="66854"/>
                  <a:pt x="1391527" y="70599"/>
                </a:cubicBezTo>
                <a:cubicBezTo>
                  <a:pt x="1390228" y="74344"/>
                  <a:pt x="1389578" y="78769"/>
                  <a:pt x="1389578" y="83873"/>
                </a:cubicBezTo>
                <a:lnTo>
                  <a:pt x="1389578" y="122958"/>
                </a:lnTo>
                <a:lnTo>
                  <a:pt x="1378523" y="122958"/>
                </a:lnTo>
                <a:lnTo>
                  <a:pt x="1378523" y="63573"/>
                </a:lnTo>
                <a:cubicBezTo>
                  <a:pt x="1378523" y="61511"/>
                  <a:pt x="1378469" y="58854"/>
                  <a:pt x="1378360" y="55604"/>
                </a:cubicBezTo>
                <a:cubicBezTo>
                  <a:pt x="1378252" y="52353"/>
                  <a:pt x="1378090" y="49427"/>
                  <a:pt x="1377874" y="46826"/>
                </a:cubicBezTo>
                <a:lnTo>
                  <a:pt x="1388439" y="46826"/>
                </a:lnTo>
                <a:close/>
                <a:moveTo>
                  <a:pt x="1528225" y="122958"/>
                </a:moveTo>
                <a:cubicBezTo>
                  <a:pt x="1528008" y="120900"/>
                  <a:pt x="1527845" y="118625"/>
                  <a:pt x="1527736" y="116133"/>
                </a:cubicBezTo>
                <a:cubicBezTo>
                  <a:pt x="1527629" y="113640"/>
                  <a:pt x="1527575" y="111580"/>
                  <a:pt x="1527575" y="109955"/>
                </a:cubicBezTo>
                <a:lnTo>
                  <a:pt x="1527250" y="109955"/>
                </a:lnTo>
                <a:cubicBezTo>
                  <a:pt x="1525082" y="114398"/>
                  <a:pt x="1521561" y="117993"/>
                  <a:pt x="1516684" y="120741"/>
                </a:cubicBezTo>
                <a:cubicBezTo>
                  <a:pt x="1511808" y="123489"/>
                  <a:pt x="1506661" y="124863"/>
                  <a:pt x="1501243" y="124863"/>
                </a:cubicBezTo>
                <a:cubicBezTo>
                  <a:pt x="1491600" y="124863"/>
                  <a:pt x="1484367" y="122002"/>
                  <a:pt x="1479543" y="116279"/>
                </a:cubicBezTo>
                <a:cubicBezTo>
                  <a:pt x="1474722" y="110555"/>
                  <a:pt x="1472311" y="102979"/>
                  <a:pt x="1472311" y="93551"/>
                </a:cubicBezTo>
                <a:lnTo>
                  <a:pt x="1472311" y="46901"/>
                </a:lnTo>
                <a:lnTo>
                  <a:pt x="1483365" y="46901"/>
                </a:lnTo>
                <a:lnTo>
                  <a:pt x="1483365" y="89000"/>
                </a:lnTo>
                <a:cubicBezTo>
                  <a:pt x="1483365" y="93009"/>
                  <a:pt x="1483690" y="96639"/>
                  <a:pt x="1484340" y="99890"/>
                </a:cubicBezTo>
                <a:cubicBezTo>
                  <a:pt x="1484990" y="103141"/>
                  <a:pt x="1486100" y="105931"/>
                  <a:pt x="1487671" y="108261"/>
                </a:cubicBezTo>
                <a:cubicBezTo>
                  <a:pt x="1489243" y="110591"/>
                  <a:pt x="1491357" y="112406"/>
                  <a:pt x="1494010" y="113707"/>
                </a:cubicBezTo>
                <a:cubicBezTo>
                  <a:pt x="1496666" y="115007"/>
                  <a:pt x="1499998" y="115657"/>
                  <a:pt x="1504008" y="115657"/>
                </a:cubicBezTo>
                <a:cubicBezTo>
                  <a:pt x="1506933" y="115657"/>
                  <a:pt x="1509777" y="115061"/>
                  <a:pt x="1512540" y="113869"/>
                </a:cubicBezTo>
                <a:cubicBezTo>
                  <a:pt x="1515305" y="112676"/>
                  <a:pt x="1517770" y="110862"/>
                  <a:pt x="1519936" y="108424"/>
                </a:cubicBezTo>
                <a:cubicBezTo>
                  <a:pt x="1522104" y="105986"/>
                  <a:pt x="1523837" y="102897"/>
                  <a:pt x="1525137" y="99158"/>
                </a:cubicBezTo>
                <a:cubicBezTo>
                  <a:pt x="1526438" y="95420"/>
                  <a:pt x="1527089" y="91004"/>
                  <a:pt x="1527089" y="85912"/>
                </a:cubicBezTo>
                <a:lnTo>
                  <a:pt x="1527089" y="46901"/>
                </a:lnTo>
                <a:lnTo>
                  <a:pt x="1538141" y="46901"/>
                </a:lnTo>
                <a:lnTo>
                  <a:pt x="1538141" y="106230"/>
                </a:lnTo>
                <a:cubicBezTo>
                  <a:pt x="1538141" y="108288"/>
                  <a:pt x="1538194" y="110942"/>
                  <a:pt x="1538302" y="114191"/>
                </a:cubicBezTo>
                <a:cubicBezTo>
                  <a:pt x="1538411" y="117440"/>
                  <a:pt x="1538574" y="120363"/>
                  <a:pt x="1538790" y="122958"/>
                </a:cubicBezTo>
                <a:lnTo>
                  <a:pt x="1528225" y="122958"/>
                </a:lnTo>
                <a:close/>
                <a:moveTo>
                  <a:pt x="1601694" y="56132"/>
                </a:moveTo>
                <a:lnTo>
                  <a:pt x="1580241" y="56132"/>
                </a:lnTo>
                <a:lnTo>
                  <a:pt x="1580241" y="100552"/>
                </a:lnTo>
                <a:cubicBezTo>
                  <a:pt x="1580241" y="103373"/>
                  <a:pt x="1580511" y="105705"/>
                  <a:pt x="1581052" y="107549"/>
                </a:cubicBezTo>
                <a:cubicBezTo>
                  <a:pt x="1581594" y="109393"/>
                  <a:pt x="1582379" y="110830"/>
                  <a:pt x="1583408" y="111862"/>
                </a:cubicBezTo>
                <a:cubicBezTo>
                  <a:pt x="1584438" y="112892"/>
                  <a:pt x="1585657" y="113597"/>
                  <a:pt x="1587066" y="113978"/>
                </a:cubicBezTo>
                <a:cubicBezTo>
                  <a:pt x="1588475" y="114356"/>
                  <a:pt x="1589992" y="114546"/>
                  <a:pt x="1591617" y="114546"/>
                </a:cubicBezTo>
                <a:cubicBezTo>
                  <a:pt x="1593135" y="114546"/>
                  <a:pt x="1594733" y="114325"/>
                  <a:pt x="1596412" y="113883"/>
                </a:cubicBezTo>
                <a:cubicBezTo>
                  <a:pt x="1598092" y="113440"/>
                  <a:pt x="1599690" y="112831"/>
                  <a:pt x="1601208" y="112055"/>
                </a:cubicBezTo>
                <a:lnTo>
                  <a:pt x="1601694" y="121637"/>
                </a:lnTo>
                <a:cubicBezTo>
                  <a:pt x="1599745" y="122395"/>
                  <a:pt x="1597714" y="122964"/>
                  <a:pt x="1595601" y="123343"/>
                </a:cubicBezTo>
                <a:cubicBezTo>
                  <a:pt x="1593487" y="123722"/>
                  <a:pt x="1591184" y="123911"/>
                  <a:pt x="1588691" y="123911"/>
                </a:cubicBezTo>
                <a:cubicBezTo>
                  <a:pt x="1586632" y="123911"/>
                  <a:pt x="1584465" y="123640"/>
                  <a:pt x="1582190" y="123097"/>
                </a:cubicBezTo>
                <a:cubicBezTo>
                  <a:pt x="1579915" y="122557"/>
                  <a:pt x="1577802" y="121528"/>
                  <a:pt x="1575851" y="120012"/>
                </a:cubicBezTo>
                <a:cubicBezTo>
                  <a:pt x="1573901" y="118494"/>
                  <a:pt x="1572303" y="116435"/>
                  <a:pt x="1571056" y="113834"/>
                </a:cubicBezTo>
                <a:cubicBezTo>
                  <a:pt x="1569810" y="111233"/>
                  <a:pt x="1569186" y="107819"/>
                  <a:pt x="1569186" y="103593"/>
                </a:cubicBezTo>
                <a:lnTo>
                  <a:pt x="1569186" y="56132"/>
                </a:lnTo>
                <a:lnTo>
                  <a:pt x="1553420" y="56132"/>
                </a:lnTo>
                <a:lnTo>
                  <a:pt x="1553420" y="46925"/>
                </a:lnTo>
                <a:lnTo>
                  <a:pt x="1569186" y="46925"/>
                </a:lnTo>
                <a:lnTo>
                  <a:pt x="1569186" y="25469"/>
                </a:lnTo>
                <a:lnTo>
                  <a:pt x="1580241" y="25469"/>
                </a:lnTo>
                <a:lnTo>
                  <a:pt x="1580241" y="46925"/>
                </a:lnTo>
                <a:lnTo>
                  <a:pt x="1601694" y="46925"/>
                </a:lnTo>
                <a:lnTo>
                  <a:pt x="1601694" y="56132"/>
                </a:lnTo>
                <a:close/>
                <a:moveTo>
                  <a:pt x="1700034" y="64798"/>
                </a:moveTo>
                <a:cubicBezTo>
                  <a:pt x="1698409" y="61654"/>
                  <a:pt x="1695943" y="59081"/>
                  <a:pt x="1692638" y="57077"/>
                </a:cubicBezTo>
                <a:cubicBezTo>
                  <a:pt x="1689333" y="55071"/>
                  <a:pt x="1685567" y="54068"/>
                  <a:pt x="1681341" y="54068"/>
                </a:cubicBezTo>
                <a:cubicBezTo>
                  <a:pt x="1679391" y="54068"/>
                  <a:pt x="1677441" y="54286"/>
                  <a:pt x="1675490" y="54721"/>
                </a:cubicBezTo>
                <a:cubicBezTo>
                  <a:pt x="1673539" y="55154"/>
                  <a:pt x="1671804" y="55859"/>
                  <a:pt x="1670287" y="56836"/>
                </a:cubicBezTo>
                <a:cubicBezTo>
                  <a:pt x="1668770" y="57812"/>
                  <a:pt x="1667552" y="59059"/>
                  <a:pt x="1666631" y="60579"/>
                </a:cubicBezTo>
                <a:cubicBezTo>
                  <a:pt x="1665710" y="62097"/>
                  <a:pt x="1665249" y="63887"/>
                  <a:pt x="1665249" y="65949"/>
                </a:cubicBezTo>
                <a:cubicBezTo>
                  <a:pt x="1665249" y="69530"/>
                  <a:pt x="1666712" y="72270"/>
                  <a:pt x="1669637" y="74168"/>
                </a:cubicBezTo>
                <a:cubicBezTo>
                  <a:pt x="1672563" y="76066"/>
                  <a:pt x="1677169" y="77667"/>
                  <a:pt x="1683454" y="78970"/>
                </a:cubicBezTo>
                <a:cubicBezTo>
                  <a:pt x="1692449" y="80813"/>
                  <a:pt x="1699086" y="83498"/>
                  <a:pt x="1703365" y="87025"/>
                </a:cubicBezTo>
                <a:cubicBezTo>
                  <a:pt x="1707646" y="90550"/>
                  <a:pt x="1709786" y="95297"/>
                  <a:pt x="1709786" y="101264"/>
                </a:cubicBezTo>
                <a:cubicBezTo>
                  <a:pt x="1709786" y="105604"/>
                  <a:pt x="1708946" y="109267"/>
                  <a:pt x="1707266" y="112251"/>
                </a:cubicBezTo>
                <a:cubicBezTo>
                  <a:pt x="1705586" y="115234"/>
                  <a:pt x="1703391" y="117676"/>
                  <a:pt x="1700681" y="119575"/>
                </a:cubicBezTo>
                <a:cubicBezTo>
                  <a:pt x="1697973" y="121474"/>
                  <a:pt x="1694913" y="122829"/>
                  <a:pt x="1691500" y="123643"/>
                </a:cubicBezTo>
                <a:cubicBezTo>
                  <a:pt x="1688087" y="124457"/>
                  <a:pt x="1684647" y="124863"/>
                  <a:pt x="1681180" y="124863"/>
                </a:cubicBezTo>
                <a:cubicBezTo>
                  <a:pt x="1675435" y="124863"/>
                  <a:pt x="1669854" y="123679"/>
                  <a:pt x="1664436" y="121312"/>
                </a:cubicBezTo>
                <a:cubicBezTo>
                  <a:pt x="1659019" y="118942"/>
                  <a:pt x="1654576" y="115217"/>
                  <a:pt x="1651107" y="110136"/>
                </a:cubicBezTo>
                <a:lnTo>
                  <a:pt x="1659885" y="103633"/>
                </a:lnTo>
                <a:cubicBezTo>
                  <a:pt x="1661836" y="106993"/>
                  <a:pt x="1664707" y="109810"/>
                  <a:pt x="1668498" y="112085"/>
                </a:cubicBezTo>
                <a:cubicBezTo>
                  <a:pt x="1672291" y="114360"/>
                  <a:pt x="1676464" y="115498"/>
                  <a:pt x="1681016" y="115498"/>
                </a:cubicBezTo>
                <a:cubicBezTo>
                  <a:pt x="1683400" y="115498"/>
                  <a:pt x="1685675" y="115281"/>
                  <a:pt x="1687841" y="114848"/>
                </a:cubicBezTo>
                <a:cubicBezTo>
                  <a:pt x="1690009" y="114413"/>
                  <a:pt x="1691906" y="113654"/>
                  <a:pt x="1693531" y="112569"/>
                </a:cubicBezTo>
                <a:cubicBezTo>
                  <a:pt x="1695156" y="111484"/>
                  <a:pt x="1696457" y="110101"/>
                  <a:pt x="1697432" y="108420"/>
                </a:cubicBezTo>
                <a:cubicBezTo>
                  <a:pt x="1698408" y="106736"/>
                  <a:pt x="1698896" y="104647"/>
                  <a:pt x="1698896" y="102152"/>
                </a:cubicBezTo>
                <a:cubicBezTo>
                  <a:pt x="1698896" y="98137"/>
                  <a:pt x="1696972" y="95126"/>
                  <a:pt x="1693124" y="93119"/>
                </a:cubicBezTo>
                <a:cubicBezTo>
                  <a:pt x="1689278" y="91112"/>
                  <a:pt x="1683725" y="89240"/>
                  <a:pt x="1676465" y="87504"/>
                </a:cubicBezTo>
                <a:cubicBezTo>
                  <a:pt x="1674190" y="86962"/>
                  <a:pt x="1671778" y="86284"/>
                  <a:pt x="1669230" y="85470"/>
                </a:cubicBezTo>
                <a:cubicBezTo>
                  <a:pt x="1666684" y="84657"/>
                  <a:pt x="1664327" y="83464"/>
                  <a:pt x="1662159" y="81891"/>
                </a:cubicBezTo>
                <a:cubicBezTo>
                  <a:pt x="1659993" y="80317"/>
                  <a:pt x="1658206" y="78336"/>
                  <a:pt x="1656797" y="75949"/>
                </a:cubicBezTo>
                <a:cubicBezTo>
                  <a:pt x="1655388" y="73561"/>
                  <a:pt x="1654684" y="70577"/>
                  <a:pt x="1654684" y="66998"/>
                </a:cubicBezTo>
                <a:cubicBezTo>
                  <a:pt x="1654684" y="63091"/>
                  <a:pt x="1655442" y="59754"/>
                  <a:pt x="1656958" y="56988"/>
                </a:cubicBezTo>
                <a:cubicBezTo>
                  <a:pt x="1658476" y="54220"/>
                  <a:pt x="1660508" y="51941"/>
                  <a:pt x="1663054" y="50152"/>
                </a:cubicBezTo>
                <a:cubicBezTo>
                  <a:pt x="1665601" y="48361"/>
                  <a:pt x="1668499" y="47032"/>
                  <a:pt x="1671750" y="46164"/>
                </a:cubicBezTo>
                <a:cubicBezTo>
                  <a:pt x="1675002" y="45296"/>
                  <a:pt x="1678362" y="44862"/>
                  <a:pt x="1681829" y="44862"/>
                </a:cubicBezTo>
                <a:cubicBezTo>
                  <a:pt x="1687139" y="44862"/>
                  <a:pt x="1692285" y="46047"/>
                  <a:pt x="1697269" y="48416"/>
                </a:cubicBezTo>
                <a:cubicBezTo>
                  <a:pt x="1702254" y="50784"/>
                  <a:pt x="1705993" y="54131"/>
                  <a:pt x="1708487" y="58458"/>
                </a:cubicBezTo>
                <a:lnTo>
                  <a:pt x="1700034" y="64798"/>
                </a:lnTo>
                <a:close/>
                <a:moveTo>
                  <a:pt x="1779678" y="73841"/>
                </a:moveTo>
                <a:cubicBezTo>
                  <a:pt x="1779678" y="67195"/>
                  <a:pt x="1777945" y="62239"/>
                  <a:pt x="1774477" y="58972"/>
                </a:cubicBezTo>
                <a:cubicBezTo>
                  <a:pt x="1771010" y="55703"/>
                  <a:pt x="1765971" y="54068"/>
                  <a:pt x="1759360" y="54068"/>
                </a:cubicBezTo>
                <a:cubicBezTo>
                  <a:pt x="1754810" y="54068"/>
                  <a:pt x="1750584" y="54881"/>
                  <a:pt x="1746682" y="56506"/>
                </a:cubicBezTo>
                <a:cubicBezTo>
                  <a:pt x="1742781" y="58132"/>
                  <a:pt x="1739477" y="60299"/>
                  <a:pt x="1736768" y="63010"/>
                </a:cubicBezTo>
                <a:lnTo>
                  <a:pt x="1730590" y="55695"/>
                </a:lnTo>
                <a:cubicBezTo>
                  <a:pt x="1733733" y="52565"/>
                  <a:pt x="1737879" y="49978"/>
                  <a:pt x="1743026" y="47932"/>
                </a:cubicBezTo>
                <a:cubicBezTo>
                  <a:pt x="1748173" y="45885"/>
                  <a:pt x="1753997" y="44862"/>
                  <a:pt x="1760499" y="44862"/>
                </a:cubicBezTo>
                <a:cubicBezTo>
                  <a:pt x="1764618" y="44862"/>
                  <a:pt x="1768464" y="45431"/>
                  <a:pt x="1772039" y="46571"/>
                </a:cubicBezTo>
                <a:cubicBezTo>
                  <a:pt x="1775616" y="47710"/>
                  <a:pt x="1778758" y="49419"/>
                  <a:pt x="1781466" y="51697"/>
                </a:cubicBezTo>
                <a:cubicBezTo>
                  <a:pt x="1784176" y="53974"/>
                  <a:pt x="1786290" y="56848"/>
                  <a:pt x="1787806" y="60318"/>
                </a:cubicBezTo>
                <a:cubicBezTo>
                  <a:pt x="1789324" y="63789"/>
                  <a:pt x="1790083" y="67857"/>
                  <a:pt x="1790083" y="72521"/>
                </a:cubicBezTo>
                <a:lnTo>
                  <a:pt x="1790083" y="105875"/>
                </a:lnTo>
                <a:cubicBezTo>
                  <a:pt x="1790083" y="108803"/>
                  <a:pt x="1790191" y="111841"/>
                  <a:pt x="1790408" y="114987"/>
                </a:cubicBezTo>
                <a:cubicBezTo>
                  <a:pt x="1790624" y="118132"/>
                  <a:pt x="1790949" y="120789"/>
                  <a:pt x="1791382" y="122958"/>
                </a:cubicBezTo>
                <a:lnTo>
                  <a:pt x="1781469" y="122958"/>
                </a:lnTo>
                <a:cubicBezTo>
                  <a:pt x="1781143" y="121108"/>
                  <a:pt x="1780872" y="119095"/>
                  <a:pt x="1780655" y="116919"/>
                </a:cubicBezTo>
                <a:cubicBezTo>
                  <a:pt x="1780439" y="114743"/>
                  <a:pt x="1780330" y="112622"/>
                  <a:pt x="1780330" y="110555"/>
                </a:cubicBezTo>
                <a:lnTo>
                  <a:pt x="1780003" y="110555"/>
                </a:lnTo>
                <a:cubicBezTo>
                  <a:pt x="1776536" y="115649"/>
                  <a:pt x="1772607" y="119308"/>
                  <a:pt x="1768217" y="121530"/>
                </a:cubicBezTo>
                <a:cubicBezTo>
                  <a:pt x="1763829" y="123752"/>
                  <a:pt x="1758547" y="124863"/>
                  <a:pt x="1752371" y="124863"/>
                </a:cubicBezTo>
                <a:cubicBezTo>
                  <a:pt x="1749445" y="124863"/>
                  <a:pt x="1746437" y="124457"/>
                  <a:pt x="1743348" y="123645"/>
                </a:cubicBezTo>
                <a:cubicBezTo>
                  <a:pt x="1740261" y="122834"/>
                  <a:pt x="1737444" y="121508"/>
                  <a:pt x="1734898" y="119667"/>
                </a:cubicBezTo>
                <a:cubicBezTo>
                  <a:pt x="1732352" y="117825"/>
                  <a:pt x="1730239" y="115443"/>
                  <a:pt x="1728559" y="112519"/>
                </a:cubicBezTo>
                <a:cubicBezTo>
                  <a:pt x="1726879" y="109594"/>
                  <a:pt x="1726039" y="106020"/>
                  <a:pt x="1726039" y="101795"/>
                </a:cubicBezTo>
                <a:cubicBezTo>
                  <a:pt x="1726039" y="95947"/>
                  <a:pt x="1727529" y="91317"/>
                  <a:pt x="1730508" y="87906"/>
                </a:cubicBezTo>
                <a:cubicBezTo>
                  <a:pt x="1733488" y="84495"/>
                  <a:pt x="1737470" y="81950"/>
                  <a:pt x="1742455" y="80272"/>
                </a:cubicBezTo>
                <a:cubicBezTo>
                  <a:pt x="1747441" y="78592"/>
                  <a:pt x="1753157" y="77509"/>
                  <a:pt x="1759603" y="77023"/>
                </a:cubicBezTo>
                <a:cubicBezTo>
                  <a:pt x="1766052" y="76535"/>
                  <a:pt x="1772744" y="76291"/>
                  <a:pt x="1779678" y="76291"/>
                </a:cubicBezTo>
                <a:lnTo>
                  <a:pt x="1779678" y="73841"/>
                </a:lnTo>
                <a:moveTo>
                  <a:pt x="1776427" y="85021"/>
                </a:moveTo>
                <a:cubicBezTo>
                  <a:pt x="1771876" y="85021"/>
                  <a:pt x="1767298" y="85211"/>
                  <a:pt x="1762691" y="85589"/>
                </a:cubicBezTo>
                <a:cubicBezTo>
                  <a:pt x="1758086" y="85966"/>
                  <a:pt x="1753915" y="86723"/>
                  <a:pt x="1750176" y="87859"/>
                </a:cubicBezTo>
                <a:cubicBezTo>
                  <a:pt x="1746439" y="88993"/>
                  <a:pt x="1743379" y="90641"/>
                  <a:pt x="1740994" y="92802"/>
                </a:cubicBezTo>
                <a:cubicBezTo>
                  <a:pt x="1738610" y="94963"/>
                  <a:pt x="1737418" y="97826"/>
                  <a:pt x="1737418" y="101391"/>
                </a:cubicBezTo>
                <a:cubicBezTo>
                  <a:pt x="1737418" y="104092"/>
                  <a:pt x="1737932" y="106362"/>
                  <a:pt x="1738961" y="108199"/>
                </a:cubicBezTo>
                <a:cubicBezTo>
                  <a:pt x="1739991" y="110036"/>
                  <a:pt x="1741372" y="111521"/>
                  <a:pt x="1743105" y="112656"/>
                </a:cubicBezTo>
                <a:cubicBezTo>
                  <a:pt x="1744840" y="113790"/>
                  <a:pt x="1746763" y="114600"/>
                  <a:pt x="1748877" y="115086"/>
                </a:cubicBezTo>
                <a:cubicBezTo>
                  <a:pt x="1750990" y="115572"/>
                  <a:pt x="1753130" y="115815"/>
                  <a:pt x="1755298" y="115815"/>
                </a:cubicBezTo>
                <a:cubicBezTo>
                  <a:pt x="1759198" y="115815"/>
                  <a:pt x="1762666" y="115140"/>
                  <a:pt x="1765700" y="113789"/>
                </a:cubicBezTo>
                <a:cubicBezTo>
                  <a:pt x="1768734" y="112438"/>
                  <a:pt x="1771280" y="110601"/>
                  <a:pt x="1773339" y="108278"/>
                </a:cubicBezTo>
                <a:cubicBezTo>
                  <a:pt x="1775397" y="105955"/>
                  <a:pt x="1776968" y="103281"/>
                  <a:pt x="1778051" y="100257"/>
                </a:cubicBezTo>
                <a:cubicBezTo>
                  <a:pt x="1779136" y="97231"/>
                  <a:pt x="1779678" y="94043"/>
                  <a:pt x="1779678" y="90694"/>
                </a:cubicBezTo>
                <a:lnTo>
                  <a:pt x="1779678" y="85021"/>
                </a:lnTo>
                <a:lnTo>
                  <a:pt x="1776427" y="85021"/>
                </a:lnTo>
                <a:close/>
                <a:moveTo>
                  <a:pt x="1844698" y="111202"/>
                </a:moveTo>
                <a:lnTo>
                  <a:pt x="1845022" y="111202"/>
                </a:lnTo>
                <a:lnTo>
                  <a:pt x="1868589" y="46997"/>
                </a:lnTo>
                <a:lnTo>
                  <a:pt x="1880618" y="46997"/>
                </a:lnTo>
                <a:lnTo>
                  <a:pt x="1842746" y="142736"/>
                </a:lnTo>
                <a:cubicBezTo>
                  <a:pt x="1840470" y="148587"/>
                  <a:pt x="1837572" y="153262"/>
                  <a:pt x="1834050" y="156759"/>
                </a:cubicBezTo>
                <a:cubicBezTo>
                  <a:pt x="1830528" y="160257"/>
                  <a:pt x="1825462" y="162007"/>
                  <a:pt x="1818851" y="162007"/>
                </a:cubicBezTo>
                <a:cubicBezTo>
                  <a:pt x="1815493" y="162007"/>
                  <a:pt x="1812189" y="161689"/>
                  <a:pt x="1808938" y="161054"/>
                </a:cubicBezTo>
                <a:lnTo>
                  <a:pt x="1810074" y="151024"/>
                </a:lnTo>
                <a:cubicBezTo>
                  <a:pt x="1812675" y="151891"/>
                  <a:pt x="1815384" y="152324"/>
                  <a:pt x="1818202" y="152324"/>
                </a:cubicBezTo>
                <a:cubicBezTo>
                  <a:pt x="1821995" y="152324"/>
                  <a:pt x="1824974" y="151159"/>
                  <a:pt x="1827140" y="148829"/>
                </a:cubicBezTo>
                <a:cubicBezTo>
                  <a:pt x="1829308" y="146500"/>
                  <a:pt x="1831204" y="143168"/>
                  <a:pt x="1832830" y="138834"/>
                </a:cubicBezTo>
                <a:lnTo>
                  <a:pt x="1839008" y="122904"/>
                </a:lnTo>
                <a:lnTo>
                  <a:pt x="1806500" y="46997"/>
                </a:lnTo>
                <a:lnTo>
                  <a:pt x="1818851" y="46997"/>
                </a:lnTo>
                <a:lnTo>
                  <a:pt x="1844698" y="111202"/>
                </a:lnTo>
                <a:close/>
                <a:moveTo>
                  <a:pt x="1939946" y="46925"/>
                </a:moveTo>
                <a:lnTo>
                  <a:pt x="1958315" y="108663"/>
                </a:lnTo>
                <a:lnTo>
                  <a:pt x="1958640" y="108663"/>
                </a:lnTo>
                <a:lnTo>
                  <a:pt x="1979119" y="46925"/>
                </a:lnTo>
                <a:lnTo>
                  <a:pt x="1989848" y="46925"/>
                </a:lnTo>
                <a:lnTo>
                  <a:pt x="2010652" y="108663"/>
                </a:lnTo>
                <a:lnTo>
                  <a:pt x="2010977" y="108663"/>
                </a:lnTo>
                <a:lnTo>
                  <a:pt x="2029182" y="46925"/>
                </a:lnTo>
                <a:lnTo>
                  <a:pt x="2040886" y="46925"/>
                </a:lnTo>
                <a:lnTo>
                  <a:pt x="2016830" y="122958"/>
                </a:lnTo>
                <a:lnTo>
                  <a:pt x="2004801" y="122958"/>
                </a:lnTo>
                <a:lnTo>
                  <a:pt x="1984483" y="61385"/>
                </a:lnTo>
                <a:lnTo>
                  <a:pt x="1984159" y="61385"/>
                </a:lnTo>
                <a:lnTo>
                  <a:pt x="1964166" y="122958"/>
                </a:lnTo>
                <a:lnTo>
                  <a:pt x="1952137" y="122958"/>
                </a:lnTo>
                <a:lnTo>
                  <a:pt x="1928081" y="46925"/>
                </a:lnTo>
                <a:lnTo>
                  <a:pt x="1939946" y="46925"/>
                </a:lnTo>
                <a:close/>
                <a:moveTo>
                  <a:pt x="2071444" y="59341"/>
                </a:moveTo>
                <a:cubicBezTo>
                  <a:pt x="2073502" y="54895"/>
                  <a:pt x="2076915" y="51371"/>
                  <a:pt x="2081682" y="48768"/>
                </a:cubicBezTo>
                <a:cubicBezTo>
                  <a:pt x="2086450" y="46164"/>
                  <a:pt x="2091544" y="44862"/>
                  <a:pt x="2096962" y="44862"/>
                </a:cubicBezTo>
                <a:cubicBezTo>
                  <a:pt x="2106605" y="44862"/>
                  <a:pt x="2113838" y="47736"/>
                  <a:pt x="2118659" y="53486"/>
                </a:cubicBezTo>
                <a:cubicBezTo>
                  <a:pt x="2123482" y="59235"/>
                  <a:pt x="2125894" y="66827"/>
                  <a:pt x="2125894" y="76264"/>
                </a:cubicBezTo>
                <a:lnTo>
                  <a:pt x="2125894" y="122958"/>
                </a:lnTo>
                <a:lnTo>
                  <a:pt x="2114842" y="122958"/>
                </a:lnTo>
                <a:lnTo>
                  <a:pt x="2114842" y="80778"/>
                </a:lnTo>
                <a:cubicBezTo>
                  <a:pt x="2114842" y="76760"/>
                  <a:pt x="2114517" y="73123"/>
                  <a:pt x="2113867" y="69867"/>
                </a:cubicBezTo>
                <a:cubicBezTo>
                  <a:pt x="2113218" y="66610"/>
                  <a:pt x="2112106" y="63814"/>
                  <a:pt x="2110534" y="61479"/>
                </a:cubicBezTo>
                <a:cubicBezTo>
                  <a:pt x="2108963" y="59145"/>
                  <a:pt x="2106850" y="57326"/>
                  <a:pt x="2104195" y="56023"/>
                </a:cubicBezTo>
                <a:cubicBezTo>
                  <a:pt x="2101541" y="54720"/>
                  <a:pt x="2098209" y="54068"/>
                  <a:pt x="2094199" y="54068"/>
                </a:cubicBezTo>
                <a:cubicBezTo>
                  <a:pt x="2091274" y="54068"/>
                  <a:pt x="2088430" y="54666"/>
                  <a:pt x="2085665" y="55862"/>
                </a:cubicBezTo>
                <a:cubicBezTo>
                  <a:pt x="2082902" y="57055"/>
                  <a:pt x="2080437" y="58874"/>
                  <a:pt x="2078269" y="61318"/>
                </a:cubicBezTo>
                <a:cubicBezTo>
                  <a:pt x="2076103" y="63760"/>
                  <a:pt x="2074369" y="66854"/>
                  <a:pt x="2073068" y="70599"/>
                </a:cubicBezTo>
                <a:cubicBezTo>
                  <a:pt x="2071768" y="74344"/>
                  <a:pt x="2071119" y="78769"/>
                  <a:pt x="2071119" y="83873"/>
                </a:cubicBezTo>
                <a:lnTo>
                  <a:pt x="2071119" y="122958"/>
                </a:lnTo>
                <a:lnTo>
                  <a:pt x="2060064" y="122958"/>
                </a:lnTo>
                <a:lnTo>
                  <a:pt x="2060064" y="0"/>
                </a:lnTo>
                <a:lnTo>
                  <a:pt x="2071119" y="0"/>
                </a:lnTo>
                <a:lnTo>
                  <a:pt x="2071119" y="59341"/>
                </a:lnTo>
                <a:lnTo>
                  <a:pt x="2071444" y="59341"/>
                </a:lnTo>
                <a:close/>
                <a:moveTo>
                  <a:pt x="2212531" y="79148"/>
                </a:moveTo>
                <a:cubicBezTo>
                  <a:pt x="2212205" y="71936"/>
                  <a:pt x="2209902" y="65953"/>
                  <a:pt x="2205621" y="61199"/>
                </a:cubicBezTo>
                <a:cubicBezTo>
                  <a:pt x="2201342" y="56445"/>
                  <a:pt x="2195247" y="54068"/>
                  <a:pt x="2187337" y="54068"/>
                </a:cubicBezTo>
                <a:cubicBezTo>
                  <a:pt x="2183653" y="54068"/>
                  <a:pt x="2180239" y="54751"/>
                  <a:pt x="2177096" y="56117"/>
                </a:cubicBezTo>
                <a:cubicBezTo>
                  <a:pt x="2173955" y="57483"/>
                  <a:pt x="2171192" y="59340"/>
                  <a:pt x="2168807" y="61690"/>
                </a:cubicBezTo>
                <a:cubicBezTo>
                  <a:pt x="2166423" y="64040"/>
                  <a:pt x="2164527" y="66717"/>
                  <a:pt x="2163118" y="69723"/>
                </a:cubicBezTo>
                <a:cubicBezTo>
                  <a:pt x="2161709" y="72728"/>
                  <a:pt x="2160896" y="75869"/>
                  <a:pt x="2160680" y="79148"/>
                </a:cubicBezTo>
                <a:lnTo>
                  <a:pt x="2212531" y="79148"/>
                </a:lnTo>
                <a:moveTo>
                  <a:pt x="2223746" y="82665"/>
                </a:moveTo>
                <a:cubicBezTo>
                  <a:pt x="2223746" y="83426"/>
                  <a:pt x="2223746" y="84241"/>
                  <a:pt x="2223746" y="85111"/>
                </a:cubicBezTo>
                <a:cubicBezTo>
                  <a:pt x="2223746" y="85979"/>
                  <a:pt x="2223692" y="86901"/>
                  <a:pt x="2223583" y="87878"/>
                </a:cubicBezTo>
                <a:lnTo>
                  <a:pt x="2160516" y="87878"/>
                </a:lnTo>
                <a:cubicBezTo>
                  <a:pt x="2160625" y="91670"/>
                  <a:pt x="2161383" y="95245"/>
                  <a:pt x="2162790" y="98603"/>
                </a:cubicBezTo>
                <a:cubicBezTo>
                  <a:pt x="2164199" y="101959"/>
                  <a:pt x="2166149" y="104884"/>
                  <a:pt x="2168641" y="107375"/>
                </a:cubicBezTo>
                <a:cubicBezTo>
                  <a:pt x="2171135" y="109865"/>
                  <a:pt x="2174060" y="111842"/>
                  <a:pt x="2177419" y="113306"/>
                </a:cubicBezTo>
                <a:cubicBezTo>
                  <a:pt x="2180778" y="114767"/>
                  <a:pt x="2184409" y="115498"/>
                  <a:pt x="2188312" y="115498"/>
                </a:cubicBezTo>
                <a:cubicBezTo>
                  <a:pt x="2194054" y="115498"/>
                  <a:pt x="2199011" y="114171"/>
                  <a:pt x="2203183" y="111517"/>
                </a:cubicBezTo>
                <a:cubicBezTo>
                  <a:pt x="2207355" y="108862"/>
                  <a:pt x="2210524" y="105800"/>
                  <a:pt x="2212692" y="102333"/>
                </a:cubicBezTo>
                <a:lnTo>
                  <a:pt x="2220981" y="108834"/>
                </a:lnTo>
                <a:cubicBezTo>
                  <a:pt x="2216431" y="114568"/>
                  <a:pt x="2211419" y="118674"/>
                  <a:pt x="2205946" y="121150"/>
                </a:cubicBezTo>
                <a:cubicBezTo>
                  <a:pt x="2200475" y="123626"/>
                  <a:pt x="2194597" y="124863"/>
                  <a:pt x="2188312" y="124863"/>
                </a:cubicBezTo>
                <a:cubicBezTo>
                  <a:pt x="2182677" y="124863"/>
                  <a:pt x="2177448" y="123860"/>
                  <a:pt x="2172624" y="121855"/>
                </a:cubicBezTo>
                <a:cubicBezTo>
                  <a:pt x="2167803" y="119849"/>
                  <a:pt x="2163658" y="117058"/>
                  <a:pt x="2160191" y="113482"/>
                </a:cubicBezTo>
                <a:cubicBezTo>
                  <a:pt x="2156724" y="109904"/>
                  <a:pt x="2153987" y="105676"/>
                  <a:pt x="2151982" y="100798"/>
                </a:cubicBezTo>
                <a:cubicBezTo>
                  <a:pt x="2149978" y="95920"/>
                  <a:pt x="2148976" y="90608"/>
                  <a:pt x="2148976" y="84863"/>
                </a:cubicBezTo>
                <a:cubicBezTo>
                  <a:pt x="2148976" y="79117"/>
                  <a:pt x="2149950" y="73805"/>
                  <a:pt x="2151900" y="68927"/>
                </a:cubicBezTo>
                <a:cubicBezTo>
                  <a:pt x="2153851" y="64050"/>
                  <a:pt x="2156560" y="59822"/>
                  <a:pt x="2160027" y="56246"/>
                </a:cubicBezTo>
                <a:cubicBezTo>
                  <a:pt x="2163496" y="52668"/>
                  <a:pt x="2167561" y="49876"/>
                  <a:pt x="2172220" y="47870"/>
                </a:cubicBezTo>
                <a:cubicBezTo>
                  <a:pt x="2176880" y="45865"/>
                  <a:pt x="2181919" y="44862"/>
                  <a:pt x="2187337" y="44862"/>
                </a:cubicBezTo>
                <a:cubicBezTo>
                  <a:pt x="2193296" y="44862"/>
                  <a:pt x="2198551" y="45867"/>
                  <a:pt x="2203101" y="47878"/>
                </a:cubicBezTo>
                <a:cubicBezTo>
                  <a:pt x="2207653" y="49887"/>
                  <a:pt x="2211446" y="52603"/>
                  <a:pt x="2214480" y="56025"/>
                </a:cubicBezTo>
                <a:cubicBezTo>
                  <a:pt x="2217514" y="59446"/>
                  <a:pt x="2219817" y="63438"/>
                  <a:pt x="2221388" y="68000"/>
                </a:cubicBezTo>
                <a:cubicBezTo>
                  <a:pt x="2222960" y="72562"/>
                  <a:pt x="2223746" y="77450"/>
                  <a:pt x="2223746" y="82665"/>
                </a:cubicBezTo>
                <a:close/>
                <a:moveTo>
                  <a:pt x="2257392" y="46826"/>
                </a:moveTo>
                <a:cubicBezTo>
                  <a:pt x="2257608" y="48885"/>
                  <a:pt x="2257771" y="51161"/>
                  <a:pt x="2257878" y="53654"/>
                </a:cubicBezTo>
                <a:cubicBezTo>
                  <a:pt x="2257987" y="56146"/>
                  <a:pt x="2258042" y="58205"/>
                  <a:pt x="2258042" y="59830"/>
                </a:cubicBezTo>
                <a:lnTo>
                  <a:pt x="2258367" y="59830"/>
                </a:lnTo>
                <a:cubicBezTo>
                  <a:pt x="2260534" y="55382"/>
                  <a:pt x="2264056" y="51776"/>
                  <a:pt x="2268932" y="49011"/>
                </a:cubicBezTo>
                <a:cubicBezTo>
                  <a:pt x="2273808" y="46245"/>
                  <a:pt x="2278956" y="44862"/>
                  <a:pt x="2284374" y="44862"/>
                </a:cubicBezTo>
                <a:cubicBezTo>
                  <a:pt x="2294017" y="44862"/>
                  <a:pt x="2301249" y="47736"/>
                  <a:pt x="2306071" y="53486"/>
                </a:cubicBezTo>
                <a:cubicBezTo>
                  <a:pt x="2310894" y="59235"/>
                  <a:pt x="2313306" y="66827"/>
                  <a:pt x="2313306" y="76264"/>
                </a:cubicBezTo>
                <a:lnTo>
                  <a:pt x="2313306" y="122958"/>
                </a:lnTo>
                <a:lnTo>
                  <a:pt x="2302254" y="122958"/>
                </a:lnTo>
                <a:lnTo>
                  <a:pt x="2302254" y="80778"/>
                </a:lnTo>
                <a:cubicBezTo>
                  <a:pt x="2302254" y="76760"/>
                  <a:pt x="2301929" y="73123"/>
                  <a:pt x="2301279" y="69867"/>
                </a:cubicBezTo>
                <a:cubicBezTo>
                  <a:pt x="2300629" y="66610"/>
                  <a:pt x="2299518" y="63814"/>
                  <a:pt x="2297946" y="61479"/>
                </a:cubicBezTo>
                <a:cubicBezTo>
                  <a:pt x="2296375" y="59145"/>
                  <a:pt x="2294262" y="57326"/>
                  <a:pt x="2291606" y="56023"/>
                </a:cubicBezTo>
                <a:cubicBezTo>
                  <a:pt x="2288952" y="54720"/>
                  <a:pt x="2285621" y="54068"/>
                  <a:pt x="2281611" y="54068"/>
                </a:cubicBezTo>
                <a:cubicBezTo>
                  <a:pt x="2278686" y="54068"/>
                  <a:pt x="2275841" y="54666"/>
                  <a:pt x="2273077" y="55862"/>
                </a:cubicBezTo>
                <a:cubicBezTo>
                  <a:pt x="2270314" y="57055"/>
                  <a:pt x="2267848" y="58874"/>
                  <a:pt x="2265681" y="61318"/>
                </a:cubicBezTo>
                <a:cubicBezTo>
                  <a:pt x="2263515" y="63760"/>
                  <a:pt x="2261781" y="66854"/>
                  <a:pt x="2260480" y="70599"/>
                </a:cubicBezTo>
                <a:cubicBezTo>
                  <a:pt x="2259180" y="74344"/>
                  <a:pt x="2258530" y="78769"/>
                  <a:pt x="2258530" y="83873"/>
                </a:cubicBezTo>
                <a:lnTo>
                  <a:pt x="2258530" y="122958"/>
                </a:lnTo>
                <a:lnTo>
                  <a:pt x="2247476" y="122958"/>
                </a:lnTo>
                <a:lnTo>
                  <a:pt x="2247476" y="63573"/>
                </a:lnTo>
                <a:cubicBezTo>
                  <a:pt x="2247476" y="61511"/>
                  <a:pt x="2247421" y="58854"/>
                  <a:pt x="2247312" y="55604"/>
                </a:cubicBezTo>
                <a:cubicBezTo>
                  <a:pt x="2247205" y="52353"/>
                  <a:pt x="2247043" y="49427"/>
                  <a:pt x="2246826" y="46826"/>
                </a:cubicBezTo>
                <a:lnTo>
                  <a:pt x="2257392" y="46826"/>
                </a:lnTo>
                <a:close/>
                <a:moveTo>
                  <a:pt x="2393764" y="122958"/>
                </a:moveTo>
                <a:lnTo>
                  <a:pt x="2382712" y="122958"/>
                </a:lnTo>
                <a:lnTo>
                  <a:pt x="2382712" y="46888"/>
                </a:lnTo>
                <a:lnTo>
                  <a:pt x="2393764" y="46888"/>
                </a:lnTo>
                <a:lnTo>
                  <a:pt x="2393764" y="122958"/>
                </a:lnTo>
                <a:moveTo>
                  <a:pt x="2396041" y="17560"/>
                </a:moveTo>
                <a:cubicBezTo>
                  <a:pt x="2396041" y="19828"/>
                  <a:pt x="2395228" y="21692"/>
                  <a:pt x="2393603" y="23150"/>
                </a:cubicBezTo>
                <a:cubicBezTo>
                  <a:pt x="2391977" y="24609"/>
                  <a:pt x="2390189" y="25338"/>
                  <a:pt x="2388238" y="25338"/>
                </a:cubicBezTo>
                <a:cubicBezTo>
                  <a:pt x="2386287" y="25338"/>
                  <a:pt x="2384499" y="24609"/>
                  <a:pt x="2382873" y="23150"/>
                </a:cubicBezTo>
                <a:cubicBezTo>
                  <a:pt x="2381248" y="21692"/>
                  <a:pt x="2380435" y="19828"/>
                  <a:pt x="2380435" y="17560"/>
                </a:cubicBezTo>
                <a:cubicBezTo>
                  <a:pt x="2380435" y="15291"/>
                  <a:pt x="2381248" y="13428"/>
                  <a:pt x="2382873" y="11969"/>
                </a:cubicBezTo>
                <a:cubicBezTo>
                  <a:pt x="2384499" y="10511"/>
                  <a:pt x="2386287" y="9782"/>
                  <a:pt x="2388238" y="9782"/>
                </a:cubicBezTo>
                <a:cubicBezTo>
                  <a:pt x="2390189" y="9782"/>
                  <a:pt x="2391977" y="10511"/>
                  <a:pt x="2393603" y="11969"/>
                </a:cubicBezTo>
                <a:cubicBezTo>
                  <a:pt x="2395228" y="13428"/>
                  <a:pt x="2396041" y="15291"/>
                  <a:pt x="2396041" y="17560"/>
                </a:cubicBezTo>
                <a:close/>
                <a:moveTo>
                  <a:pt x="2457481" y="56132"/>
                </a:moveTo>
                <a:lnTo>
                  <a:pt x="2436027" y="56132"/>
                </a:lnTo>
                <a:lnTo>
                  <a:pt x="2436027" y="100552"/>
                </a:lnTo>
                <a:cubicBezTo>
                  <a:pt x="2436027" y="103373"/>
                  <a:pt x="2436297" y="105705"/>
                  <a:pt x="2436838" y="107549"/>
                </a:cubicBezTo>
                <a:cubicBezTo>
                  <a:pt x="2437380" y="109393"/>
                  <a:pt x="2438166" y="110830"/>
                  <a:pt x="2439194" y="111862"/>
                </a:cubicBezTo>
                <a:cubicBezTo>
                  <a:pt x="2440224" y="112892"/>
                  <a:pt x="2441444" y="113597"/>
                  <a:pt x="2442853" y="113978"/>
                </a:cubicBezTo>
                <a:cubicBezTo>
                  <a:pt x="2444261" y="114356"/>
                  <a:pt x="2445778" y="114546"/>
                  <a:pt x="2447404" y="114546"/>
                </a:cubicBezTo>
                <a:cubicBezTo>
                  <a:pt x="2448922" y="114546"/>
                  <a:pt x="2450520" y="114325"/>
                  <a:pt x="2452198" y="113883"/>
                </a:cubicBezTo>
                <a:cubicBezTo>
                  <a:pt x="2453878" y="113440"/>
                  <a:pt x="2455477" y="112831"/>
                  <a:pt x="2456995" y="112055"/>
                </a:cubicBezTo>
                <a:lnTo>
                  <a:pt x="2457481" y="121637"/>
                </a:lnTo>
                <a:cubicBezTo>
                  <a:pt x="2455531" y="122395"/>
                  <a:pt x="2453500" y="122964"/>
                  <a:pt x="2451387" y="123343"/>
                </a:cubicBezTo>
                <a:cubicBezTo>
                  <a:pt x="2449274" y="123722"/>
                  <a:pt x="2446971" y="123911"/>
                  <a:pt x="2444477" y="123911"/>
                </a:cubicBezTo>
                <a:cubicBezTo>
                  <a:pt x="2442419" y="123911"/>
                  <a:pt x="2440252" y="123640"/>
                  <a:pt x="2437977" y="123097"/>
                </a:cubicBezTo>
                <a:cubicBezTo>
                  <a:pt x="2435701" y="122557"/>
                  <a:pt x="2433588" y="121528"/>
                  <a:pt x="2431637" y="120012"/>
                </a:cubicBezTo>
                <a:cubicBezTo>
                  <a:pt x="2429688" y="118494"/>
                  <a:pt x="2428090" y="116435"/>
                  <a:pt x="2426843" y="113834"/>
                </a:cubicBezTo>
                <a:cubicBezTo>
                  <a:pt x="2425596" y="111233"/>
                  <a:pt x="2424973" y="107819"/>
                  <a:pt x="2424973" y="103593"/>
                </a:cubicBezTo>
                <a:lnTo>
                  <a:pt x="2424973" y="56132"/>
                </a:lnTo>
                <a:lnTo>
                  <a:pt x="2409206" y="56132"/>
                </a:lnTo>
                <a:lnTo>
                  <a:pt x="2409206" y="46925"/>
                </a:lnTo>
                <a:lnTo>
                  <a:pt x="2424973" y="46925"/>
                </a:lnTo>
                <a:lnTo>
                  <a:pt x="2424973" y="25469"/>
                </a:lnTo>
                <a:lnTo>
                  <a:pt x="2436027" y="25469"/>
                </a:lnTo>
                <a:lnTo>
                  <a:pt x="2436027" y="46925"/>
                </a:lnTo>
                <a:lnTo>
                  <a:pt x="2457481" y="46925"/>
                </a:lnTo>
                <a:lnTo>
                  <a:pt x="2457481" y="56132"/>
                </a:lnTo>
                <a:close/>
                <a:moveTo>
                  <a:pt x="2516809" y="46925"/>
                </a:moveTo>
                <a:lnTo>
                  <a:pt x="2535178" y="108663"/>
                </a:lnTo>
                <a:lnTo>
                  <a:pt x="2535503" y="108663"/>
                </a:lnTo>
                <a:lnTo>
                  <a:pt x="2555982" y="46925"/>
                </a:lnTo>
                <a:lnTo>
                  <a:pt x="2566711" y="46925"/>
                </a:lnTo>
                <a:lnTo>
                  <a:pt x="2587515" y="108663"/>
                </a:lnTo>
                <a:lnTo>
                  <a:pt x="2587840" y="108663"/>
                </a:lnTo>
                <a:lnTo>
                  <a:pt x="2606045" y="46925"/>
                </a:lnTo>
                <a:lnTo>
                  <a:pt x="2617749" y="46925"/>
                </a:lnTo>
                <a:lnTo>
                  <a:pt x="2593693" y="122958"/>
                </a:lnTo>
                <a:lnTo>
                  <a:pt x="2581664" y="122958"/>
                </a:lnTo>
                <a:lnTo>
                  <a:pt x="2561346" y="61385"/>
                </a:lnTo>
                <a:lnTo>
                  <a:pt x="2561021" y="61385"/>
                </a:lnTo>
                <a:lnTo>
                  <a:pt x="2541029" y="122958"/>
                </a:lnTo>
                <a:lnTo>
                  <a:pt x="2529000" y="122958"/>
                </a:lnTo>
                <a:lnTo>
                  <a:pt x="2504944" y="46925"/>
                </a:lnTo>
                <a:lnTo>
                  <a:pt x="2516809" y="46925"/>
                </a:lnTo>
                <a:close/>
                <a:moveTo>
                  <a:pt x="2684553" y="73841"/>
                </a:moveTo>
                <a:cubicBezTo>
                  <a:pt x="2684553" y="67195"/>
                  <a:pt x="2682819" y="62239"/>
                  <a:pt x="2679352" y="58972"/>
                </a:cubicBezTo>
                <a:cubicBezTo>
                  <a:pt x="2675885" y="55703"/>
                  <a:pt x="2670846" y="54068"/>
                  <a:pt x="2664235" y="54068"/>
                </a:cubicBezTo>
                <a:cubicBezTo>
                  <a:pt x="2659685" y="54068"/>
                  <a:pt x="2655459" y="54881"/>
                  <a:pt x="2651556" y="56506"/>
                </a:cubicBezTo>
                <a:cubicBezTo>
                  <a:pt x="2647656" y="58132"/>
                  <a:pt x="2644351" y="60299"/>
                  <a:pt x="2641643" y="63010"/>
                </a:cubicBezTo>
                <a:lnTo>
                  <a:pt x="2635465" y="55695"/>
                </a:lnTo>
                <a:cubicBezTo>
                  <a:pt x="2638608" y="52565"/>
                  <a:pt x="2642753" y="49978"/>
                  <a:pt x="2647901" y="47932"/>
                </a:cubicBezTo>
                <a:cubicBezTo>
                  <a:pt x="2653048" y="45885"/>
                  <a:pt x="2658872" y="44862"/>
                  <a:pt x="2665374" y="44862"/>
                </a:cubicBezTo>
                <a:cubicBezTo>
                  <a:pt x="2669492" y="44862"/>
                  <a:pt x="2673339" y="45431"/>
                  <a:pt x="2676914" y="46571"/>
                </a:cubicBezTo>
                <a:cubicBezTo>
                  <a:pt x="2680490" y="47710"/>
                  <a:pt x="2683633" y="49419"/>
                  <a:pt x="2686341" y="51697"/>
                </a:cubicBezTo>
                <a:cubicBezTo>
                  <a:pt x="2689051" y="53974"/>
                  <a:pt x="2691164" y="56848"/>
                  <a:pt x="2692681" y="60318"/>
                </a:cubicBezTo>
                <a:cubicBezTo>
                  <a:pt x="2694198" y="63789"/>
                  <a:pt x="2694957" y="67857"/>
                  <a:pt x="2694957" y="72521"/>
                </a:cubicBezTo>
                <a:lnTo>
                  <a:pt x="2694957" y="105875"/>
                </a:lnTo>
                <a:cubicBezTo>
                  <a:pt x="2694957" y="108803"/>
                  <a:pt x="2695066" y="111841"/>
                  <a:pt x="2695282" y="114987"/>
                </a:cubicBezTo>
                <a:cubicBezTo>
                  <a:pt x="2695499" y="118132"/>
                  <a:pt x="2695824" y="120789"/>
                  <a:pt x="2696257" y="122958"/>
                </a:cubicBezTo>
                <a:lnTo>
                  <a:pt x="2686344" y="122958"/>
                </a:lnTo>
                <a:cubicBezTo>
                  <a:pt x="2686018" y="121108"/>
                  <a:pt x="2685747" y="119095"/>
                  <a:pt x="2685530" y="116919"/>
                </a:cubicBezTo>
                <a:cubicBezTo>
                  <a:pt x="2685314" y="114743"/>
                  <a:pt x="2685205" y="112622"/>
                  <a:pt x="2685205" y="110555"/>
                </a:cubicBezTo>
                <a:lnTo>
                  <a:pt x="2684878" y="110555"/>
                </a:lnTo>
                <a:cubicBezTo>
                  <a:pt x="2681411" y="115649"/>
                  <a:pt x="2677482" y="119308"/>
                  <a:pt x="2673092" y="121530"/>
                </a:cubicBezTo>
                <a:cubicBezTo>
                  <a:pt x="2668704" y="123752"/>
                  <a:pt x="2663422" y="124863"/>
                  <a:pt x="2657246" y="124863"/>
                </a:cubicBezTo>
                <a:cubicBezTo>
                  <a:pt x="2654319" y="124863"/>
                  <a:pt x="2651312" y="124457"/>
                  <a:pt x="2648223" y="123645"/>
                </a:cubicBezTo>
                <a:cubicBezTo>
                  <a:pt x="2645136" y="122834"/>
                  <a:pt x="2642319" y="121508"/>
                  <a:pt x="2639773" y="119667"/>
                </a:cubicBezTo>
                <a:cubicBezTo>
                  <a:pt x="2637227" y="117825"/>
                  <a:pt x="2635113" y="115443"/>
                  <a:pt x="2633434" y="112519"/>
                </a:cubicBezTo>
                <a:cubicBezTo>
                  <a:pt x="2631754" y="109594"/>
                  <a:pt x="2630914" y="106020"/>
                  <a:pt x="2630914" y="101795"/>
                </a:cubicBezTo>
                <a:cubicBezTo>
                  <a:pt x="2630914" y="95947"/>
                  <a:pt x="2632403" y="91317"/>
                  <a:pt x="2635383" y="87906"/>
                </a:cubicBezTo>
                <a:cubicBezTo>
                  <a:pt x="2638363" y="84495"/>
                  <a:pt x="2642345" y="81950"/>
                  <a:pt x="2647330" y="80272"/>
                </a:cubicBezTo>
                <a:cubicBezTo>
                  <a:pt x="2652315" y="78592"/>
                  <a:pt x="2658031" y="77509"/>
                  <a:pt x="2664478" y="77023"/>
                </a:cubicBezTo>
                <a:cubicBezTo>
                  <a:pt x="2670927" y="76535"/>
                  <a:pt x="2677618" y="76291"/>
                  <a:pt x="2684553" y="76291"/>
                </a:cubicBezTo>
                <a:lnTo>
                  <a:pt x="2684553" y="73841"/>
                </a:lnTo>
                <a:moveTo>
                  <a:pt x="2681301" y="85021"/>
                </a:moveTo>
                <a:cubicBezTo>
                  <a:pt x="2676751" y="85021"/>
                  <a:pt x="2672173" y="85211"/>
                  <a:pt x="2667566" y="85589"/>
                </a:cubicBezTo>
                <a:cubicBezTo>
                  <a:pt x="2662961" y="85966"/>
                  <a:pt x="2658789" y="86723"/>
                  <a:pt x="2655051" y="87859"/>
                </a:cubicBezTo>
                <a:cubicBezTo>
                  <a:pt x="2651314" y="88993"/>
                  <a:pt x="2648254" y="90641"/>
                  <a:pt x="2645869" y="92802"/>
                </a:cubicBezTo>
                <a:cubicBezTo>
                  <a:pt x="2643485" y="94963"/>
                  <a:pt x="2642293" y="97826"/>
                  <a:pt x="2642293" y="101391"/>
                </a:cubicBezTo>
                <a:cubicBezTo>
                  <a:pt x="2642293" y="104092"/>
                  <a:pt x="2642807" y="106362"/>
                  <a:pt x="2643836" y="108199"/>
                </a:cubicBezTo>
                <a:cubicBezTo>
                  <a:pt x="2644866" y="110036"/>
                  <a:pt x="2646247" y="111521"/>
                  <a:pt x="2647980" y="112656"/>
                </a:cubicBezTo>
                <a:cubicBezTo>
                  <a:pt x="2649714" y="113790"/>
                  <a:pt x="2651638" y="114600"/>
                  <a:pt x="2653751" y="115086"/>
                </a:cubicBezTo>
                <a:cubicBezTo>
                  <a:pt x="2655864" y="115572"/>
                  <a:pt x="2658005" y="115815"/>
                  <a:pt x="2660173" y="115815"/>
                </a:cubicBezTo>
                <a:cubicBezTo>
                  <a:pt x="2664073" y="115815"/>
                  <a:pt x="2667540" y="115140"/>
                  <a:pt x="2670575" y="113789"/>
                </a:cubicBezTo>
                <a:cubicBezTo>
                  <a:pt x="2673609" y="112438"/>
                  <a:pt x="2676155" y="110601"/>
                  <a:pt x="2678214" y="108278"/>
                </a:cubicBezTo>
                <a:cubicBezTo>
                  <a:pt x="2680272" y="105955"/>
                  <a:pt x="2681843" y="103281"/>
                  <a:pt x="2682926" y="100257"/>
                </a:cubicBezTo>
                <a:cubicBezTo>
                  <a:pt x="2684011" y="97231"/>
                  <a:pt x="2684553" y="94043"/>
                  <a:pt x="2684553" y="90694"/>
                </a:cubicBezTo>
                <a:lnTo>
                  <a:pt x="2684553" y="85021"/>
                </a:lnTo>
                <a:lnTo>
                  <a:pt x="2681301" y="85021"/>
                </a:lnTo>
                <a:close/>
                <a:moveTo>
                  <a:pt x="2763875" y="64798"/>
                </a:moveTo>
                <a:cubicBezTo>
                  <a:pt x="2762250" y="61654"/>
                  <a:pt x="2759785" y="59081"/>
                  <a:pt x="2756479" y="57077"/>
                </a:cubicBezTo>
                <a:cubicBezTo>
                  <a:pt x="2753174" y="55071"/>
                  <a:pt x="2749408" y="54068"/>
                  <a:pt x="2745182" y="54068"/>
                </a:cubicBezTo>
                <a:cubicBezTo>
                  <a:pt x="2743233" y="54068"/>
                  <a:pt x="2741282" y="54286"/>
                  <a:pt x="2739331" y="54721"/>
                </a:cubicBezTo>
                <a:cubicBezTo>
                  <a:pt x="2737380" y="55154"/>
                  <a:pt x="2735646" y="55859"/>
                  <a:pt x="2734128" y="56836"/>
                </a:cubicBezTo>
                <a:cubicBezTo>
                  <a:pt x="2732612" y="57812"/>
                  <a:pt x="2731393" y="59059"/>
                  <a:pt x="2730472" y="60579"/>
                </a:cubicBezTo>
                <a:cubicBezTo>
                  <a:pt x="2729551" y="62097"/>
                  <a:pt x="2729091" y="63887"/>
                  <a:pt x="2729091" y="65949"/>
                </a:cubicBezTo>
                <a:cubicBezTo>
                  <a:pt x="2729091" y="69530"/>
                  <a:pt x="2730553" y="72270"/>
                  <a:pt x="2733478" y="74168"/>
                </a:cubicBezTo>
                <a:cubicBezTo>
                  <a:pt x="2736405" y="76066"/>
                  <a:pt x="2741010" y="77667"/>
                  <a:pt x="2747295" y="78970"/>
                </a:cubicBezTo>
                <a:cubicBezTo>
                  <a:pt x="2756290" y="80813"/>
                  <a:pt x="2762927" y="83498"/>
                  <a:pt x="2767206" y="87025"/>
                </a:cubicBezTo>
                <a:cubicBezTo>
                  <a:pt x="2771487" y="90550"/>
                  <a:pt x="2773628" y="95297"/>
                  <a:pt x="2773628" y="101264"/>
                </a:cubicBezTo>
                <a:cubicBezTo>
                  <a:pt x="2773628" y="105604"/>
                  <a:pt x="2772788" y="109267"/>
                  <a:pt x="2771108" y="112251"/>
                </a:cubicBezTo>
                <a:cubicBezTo>
                  <a:pt x="2769428" y="115234"/>
                  <a:pt x="2767233" y="117676"/>
                  <a:pt x="2764523" y="119575"/>
                </a:cubicBezTo>
                <a:cubicBezTo>
                  <a:pt x="2761814" y="121474"/>
                  <a:pt x="2758754" y="122829"/>
                  <a:pt x="2755341" y="123643"/>
                </a:cubicBezTo>
                <a:cubicBezTo>
                  <a:pt x="2751928" y="124457"/>
                  <a:pt x="2748488" y="124863"/>
                  <a:pt x="2745021" y="124863"/>
                </a:cubicBezTo>
                <a:cubicBezTo>
                  <a:pt x="2739277" y="124863"/>
                  <a:pt x="2733695" y="123679"/>
                  <a:pt x="2728277" y="121312"/>
                </a:cubicBezTo>
                <a:cubicBezTo>
                  <a:pt x="2722860" y="118942"/>
                  <a:pt x="2718417" y="115217"/>
                  <a:pt x="2714948" y="110136"/>
                </a:cubicBezTo>
                <a:lnTo>
                  <a:pt x="2723726" y="103633"/>
                </a:lnTo>
                <a:cubicBezTo>
                  <a:pt x="2725677" y="106993"/>
                  <a:pt x="2728548" y="109810"/>
                  <a:pt x="2732340" y="112085"/>
                </a:cubicBezTo>
                <a:cubicBezTo>
                  <a:pt x="2736133" y="114360"/>
                  <a:pt x="2740305" y="115498"/>
                  <a:pt x="2744857" y="115498"/>
                </a:cubicBezTo>
                <a:cubicBezTo>
                  <a:pt x="2747241" y="115498"/>
                  <a:pt x="2749517" y="115281"/>
                  <a:pt x="2751683" y="114848"/>
                </a:cubicBezTo>
                <a:cubicBezTo>
                  <a:pt x="2753850" y="114413"/>
                  <a:pt x="2755747" y="113654"/>
                  <a:pt x="2757372" y="112569"/>
                </a:cubicBezTo>
                <a:cubicBezTo>
                  <a:pt x="2758998" y="111484"/>
                  <a:pt x="2760298" y="110101"/>
                  <a:pt x="2761274" y="108420"/>
                </a:cubicBezTo>
                <a:cubicBezTo>
                  <a:pt x="2762249" y="106736"/>
                  <a:pt x="2762737" y="104647"/>
                  <a:pt x="2762737" y="102152"/>
                </a:cubicBezTo>
                <a:cubicBezTo>
                  <a:pt x="2762737" y="98137"/>
                  <a:pt x="2760813" y="95126"/>
                  <a:pt x="2756966" y="93119"/>
                </a:cubicBezTo>
                <a:cubicBezTo>
                  <a:pt x="2753120" y="91112"/>
                  <a:pt x="2747566" y="89240"/>
                  <a:pt x="2740306" y="87504"/>
                </a:cubicBezTo>
                <a:cubicBezTo>
                  <a:pt x="2738031" y="86962"/>
                  <a:pt x="2735619" y="86284"/>
                  <a:pt x="2733071" y="85470"/>
                </a:cubicBezTo>
                <a:cubicBezTo>
                  <a:pt x="2730525" y="84657"/>
                  <a:pt x="2728168" y="83464"/>
                  <a:pt x="2726000" y="81891"/>
                </a:cubicBezTo>
                <a:cubicBezTo>
                  <a:pt x="2723834" y="80317"/>
                  <a:pt x="2722047" y="78336"/>
                  <a:pt x="2720638" y="75949"/>
                </a:cubicBezTo>
                <a:cubicBezTo>
                  <a:pt x="2719229" y="73561"/>
                  <a:pt x="2718525" y="70577"/>
                  <a:pt x="2718525" y="66998"/>
                </a:cubicBezTo>
                <a:cubicBezTo>
                  <a:pt x="2718525" y="63091"/>
                  <a:pt x="2719283" y="59754"/>
                  <a:pt x="2720799" y="56988"/>
                </a:cubicBezTo>
                <a:cubicBezTo>
                  <a:pt x="2722317" y="54220"/>
                  <a:pt x="2724349" y="51941"/>
                  <a:pt x="2726896" y="50152"/>
                </a:cubicBezTo>
                <a:cubicBezTo>
                  <a:pt x="2729442" y="48361"/>
                  <a:pt x="2732340" y="47032"/>
                  <a:pt x="2735591" y="46164"/>
                </a:cubicBezTo>
                <a:cubicBezTo>
                  <a:pt x="2738844" y="45296"/>
                  <a:pt x="2742203" y="44862"/>
                  <a:pt x="2745671" y="44862"/>
                </a:cubicBezTo>
                <a:cubicBezTo>
                  <a:pt x="2750980" y="44862"/>
                  <a:pt x="2756126" y="46047"/>
                  <a:pt x="2761110" y="48416"/>
                </a:cubicBezTo>
                <a:cubicBezTo>
                  <a:pt x="2766095" y="50784"/>
                  <a:pt x="2769834" y="54131"/>
                  <a:pt x="2772328" y="58458"/>
                </a:cubicBezTo>
                <a:lnTo>
                  <a:pt x="2763875" y="64798"/>
                </a:lnTo>
                <a:close/>
                <a:moveTo>
                  <a:pt x="2890983" y="64148"/>
                </a:moveTo>
                <a:cubicBezTo>
                  <a:pt x="2889141" y="61221"/>
                  <a:pt x="2886459" y="58810"/>
                  <a:pt x="2882937" y="56913"/>
                </a:cubicBezTo>
                <a:cubicBezTo>
                  <a:pt x="2879415" y="55017"/>
                  <a:pt x="2875596" y="54068"/>
                  <a:pt x="2871479" y="54068"/>
                </a:cubicBezTo>
                <a:cubicBezTo>
                  <a:pt x="2867036" y="54068"/>
                  <a:pt x="2863026" y="54856"/>
                  <a:pt x="2859450" y="56432"/>
                </a:cubicBezTo>
                <a:cubicBezTo>
                  <a:pt x="2855873" y="58006"/>
                  <a:pt x="2852812" y="60179"/>
                  <a:pt x="2850266" y="62950"/>
                </a:cubicBezTo>
                <a:cubicBezTo>
                  <a:pt x="2847719" y="65720"/>
                  <a:pt x="2845769" y="68979"/>
                  <a:pt x="2844415" y="72727"/>
                </a:cubicBezTo>
                <a:cubicBezTo>
                  <a:pt x="2843061" y="76474"/>
                  <a:pt x="2842384" y="80520"/>
                  <a:pt x="2842384" y="84865"/>
                </a:cubicBezTo>
                <a:cubicBezTo>
                  <a:pt x="2842384" y="89210"/>
                  <a:pt x="2843061" y="93230"/>
                  <a:pt x="2844415" y="96924"/>
                </a:cubicBezTo>
                <a:cubicBezTo>
                  <a:pt x="2845769" y="100616"/>
                  <a:pt x="2847692" y="103848"/>
                  <a:pt x="2850184" y="106619"/>
                </a:cubicBezTo>
                <a:cubicBezTo>
                  <a:pt x="2852677" y="109388"/>
                  <a:pt x="2855711" y="111561"/>
                  <a:pt x="2859286" y="113137"/>
                </a:cubicBezTo>
                <a:cubicBezTo>
                  <a:pt x="2862863" y="114711"/>
                  <a:pt x="2866872" y="115498"/>
                  <a:pt x="2871315" y="115498"/>
                </a:cubicBezTo>
                <a:cubicBezTo>
                  <a:pt x="2876191" y="115498"/>
                  <a:pt x="2880308" y="114577"/>
                  <a:pt x="2883666" y="112735"/>
                </a:cubicBezTo>
                <a:cubicBezTo>
                  <a:pt x="2887026" y="110893"/>
                  <a:pt x="2889790" y="108510"/>
                  <a:pt x="2891958" y="105585"/>
                </a:cubicBezTo>
                <a:lnTo>
                  <a:pt x="2900247" y="111760"/>
                </a:lnTo>
                <a:cubicBezTo>
                  <a:pt x="2896996" y="115758"/>
                  <a:pt x="2893014" y="118942"/>
                  <a:pt x="2888299" y="121312"/>
                </a:cubicBezTo>
                <a:cubicBezTo>
                  <a:pt x="2883587" y="123679"/>
                  <a:pt x="2877926" y="124863"/>
                  <a:pt x="2871315" y="124863"/>
                </a:cubicBezTo>
                <a:cubicBezTo>
                  <a:pt x="2865138" y="124863"/>
                  <a:pt x="2859556" y="123860"/>
                  <a:pt x="2854571" y="121855"/>
                </a:cubicBezTo>
                <a:cubicBezTo>
                  <a:pt x="2849588" y="119849"/>
                  <a:pt x="2845335" y="117058"/>
                  <a:pt x="2841813" y="113482"/>
                </a:cubicBezTo>
                <a:cubicBezTo>
                  <a:pt x="2838293" y="109904"/>
                  <a:pt x="2835557" y="105676"/>
                  <a:pt x="2833606" y="100798"/>
                </a:cubicBezTo>
                <a:cubicBezTo>
                  <a:pt x="2831655" y="95920"/>
                  <a:pt x="2830679" y="90608"/>
                  <a:pt x="2830679" y="84863"/>
                </a:cubicBezTo>
                <a:cubicBezTo>
                  <a:pt x="2830679" y="79117"/>
                  <a:pt x="2831655" y="73805"/>
                  <a:pt x="2833606" y="68927"/>
                </a:cubicBezTo>
                <a:cubicBezTo>
                  <a:pt x="2835557" y="64050"/>
                  <a:pt x="2838293" y="59822"/>
                  <a:pt x="2841813" y="56246"/>
                </a:cubicBezTo>
                <a:cubicBezTo>
                  <a:pt x="2845335" y="52668"/>
                  <a:pt x="2849588" y="49876"/>
                  <a:pt x="2854571" y="47870"/>
                </a:cubicBezTo>
                <a:cubicBezTo>
                  <a:pt x="2859556" y="45865"/>
                  <a:pt x="2865138" y="44862"/>
                  <a:pt x="2871315" y="44862"/>
                </a:cubicBezTo>
                <a:cubicBezTo>
                  <a:pt x="2876408" y="44862"/>
                  <a:pt x="2881581" y="45966"/>
                  <a:pt x="2886836" y="48173"/>
                </a:cubicBezTo>
                <a:cubicBezTo>
                  <a:pt x="2892093" y="50380"/>
                  <a:pt x="2896346" y="53646"/>
                  <a:pt x="2899597" y="57970"/>
                </a:cubicBezTo>
                <a:lnTo>
                  <a:pt x="2890983" y="64148"/>
                </a:lnTo>
                <a:close/>
                <a:moveTo>
                  <a:pt x="2929181" y="59341"/>
                </a:moveTo>
                <a:cubicBezTo>
                  <a:pt x="2931240" y="54895"/>
                  <a:pt x="2934652" y="51371"/>
                  <a:pt x="2939419" y="48768"/>
                </a:cubicBezTo>
                <a:cubicBezTo>
                  <a:pt x="2944188" y="46164"/>
                  <a:pt x="2949281" y="44862"/>
                  <a:pt x="2954700" y="44862"/>
                </a:cubicBezTo>
                <a:cubicBezTo>
                  <a:pt x="2964343" y="44862"/>
                  <a:pt x="2971575" y="47736"/>
                  <a:pt x="2976397" y="53486"/>
                </a:cubicBezTo>
                <a:cubicBezTo>
                  <a:pt x="2981220" y="59235"/>
                  <a:pt x="2983631" y="66827"/>
                  <a:pt x="2983631" y="76264"/>
                </a:cubicBezTo>
                <a:lnTo>
                  <a:pt x="2983631" y="122958"/>
                </a:lnTo>
                <a:lnTo>
                  <a:pt x="2972580" y="122958"/>
                </a:lnTo>
                <a:lnTo>
                  <a:pt x="2972580" y="80778"/>
                </a:lnTo>
                <a:cubicBezTo>
                  <a:pt x="2972580" y="76760"/>
                  <a:pt x="2972255" y="73123"/>
                  <a:pt x="2971605" y="69867"/>
                </a:cubicBezTo>
                <a:cubicBezTo>
                  <a:pt x="2970955" y="66610"/>
                  <a:pt x="2969844" y="63814"/>
                  <a:pt x="2968271" y="61479"/>
                </a:cubicBezTo>
                <a:cubicBezTo>
                  <a:pt x="2966701" y="59145"/>
                  <a:pt x="2964588" y="57326"/>
                  <a:pt x="2961932" y="56023"/>
                </a:cubicBezTo>
                <a:cubicBezTo>
                  <a:pt x="2959278" y="54720"/>
                  <a:pt x="2955947" y="54068"/>
                  <a:pt x="2951937" y="54068"/>
                </a:cubicBezTo>
                <a:cubicBezTo>
                  <a:pt x="2949012" y="54068"/>
                  <a:pt x="2946167" y="54666"/>
                  <a:pt x="2943402" y="55862"/>
                </a:cubicBezTo>
                <a:cubicBezTo>
                  <a:pt x="2940640" y="57055"/>
                  <a:pt x="2938174" y="58874"/>
                  <a:pt x="2936007" y="61318"/>
                </a:cubicBezTo>
                <a:cubicBezTo>
                  <a:pt x="2933840" y="63760"/>
                  <a:pt x="2932107" y="66854"/>
                  <a:pt x="2930806" y="70599"/>
                </a:cubicBezTo>
                <a:cubicBezTo>
                  <a:pt x="2929506" y="74344"/>
                  <a:pt x="2928856" y="78769"/>
                  <a:pt x="2928856" y="83873"/>
                </a:cubicBezTo>
                <a:lnTo>
                  <a:pt x="2928856" y="122958"/>
                </a:lnTo>
                <a:lnTo>
                  <a:pt x="2917802" y="122958"/>
                </a:lnTo>
                <a:lnTo>
                  <a:pt x="2917802" y="0"/>
                </a:lnTo>
                <a:lnTo>
                  <a:pt x="2928856" y="0"/>
                </a:lnTo>
                <a:lnTo>
                  <a:pt x="2928856" y="59341"/>
                </a:lnTo>
                <a:lnTo>
                  <a:pt x="2929181" y="59341"/>
                </a:lnTo>
                <a:close/>
                <a:moveTo>
                  <a:pt x="3060189" y="73841"/>
                </a:moveTo>
                <a:cubicBezTo>
                  <a:pt x="3060189" y="67195"/>
                  <a:pt x="3058455" y="62239"/>
                  <a:pt x="3054988" y="58972"/>
                </a:cubicBezTo>
                <a:cubicBezTo>
                  <a:pt x="3051520" y="55703"/>
                  <a:pt x="3046481" y="54068"/>
                  <a:pt x="3039871" y="54068"/>
                </a:cubicBezTo>
                <a:cubicBezTo>
                  <a:pt x="3035320" y="54068"/>
                  <a:pt x="3031094" y="54881"/>
                  <a:pt x="3027192" y="56506"/>
                </a:cubicBezTo>
                <a:cubicBezTo>
                  <a:pt x="3023291" y="58132"/>
                  <a:pt x="3019987" y="60299"/>
                  <a:pt x="3017279" y="63010"/>
                </a:cubicBezTo>
                <a:lnTo>
                  <a:pt x="3011100" y="55695"/>
                </a:lnTo>
                <a:cubicBezTo>
                  <a:pt x="3014244" y="52565"/>
                  <a:pt x="3018389" y="49978"/>
                  <a:pt x="3023536" y="47932"/>
                </a:cubicBezTo>
                <a:cubicBezTo>
                  <a:pt x="3028683" y="45885"/>
                  <a:pt x="3034508" y="44862"/>
                  <a:pt x="3041009" y="44862"/>
                </a:cubicBezTo>
                <a:cubicBezTo>
                  <a:pt x="3045128" y="44862"/>
                  <a:pt x="3048975" y="45431"/>
                  <a:pt x="3052549" y="46571"/>
                </a:cubicBezTo>
                <a:cubicBezTo>
                  <a:pt x="3056126" y="47710"/>
                  <a:pt x="3059268" y="49419"/>
                  <a:pt x="3061977" y="51697"/>
                </a:cubicBezTo>
                <a:cubicBezTo>
                  <a:pt x="3064687" y="53974"/>
                  <a:pt x="3066800" y="56848"/>
                  <a:pt x="3068316" y="60318"/>
                </a:cubicBezTo>
                <a:cubicBezTo>
                  <a:pt x="3069834" y="63789"/>
                  <a:pt x="3070593" y="67857"/>
                  <a:pt x="3070593" y="72521"/>
                </a:cubicBezTo>
                <a:lnTo>
                  <a:pt x="3070593" y="105875"/>
                </a:lnTo>
                <a:cubicBezTo>
                  <a:pt x="3070593" y="108803"/>
                  <a:pt x="3070701" y="111841"/>
                  <a:pt x="3070918" y="114987"/>
                </a:cubicBezTo>
                <a:cubicBezTo>
                  <a:pt x="3071134" y="118132"/>
                  <a:pt x="3071459" y="120789"/>
                  <a:pt x="3071893" y="122958"/>
                </a:cubicBezTo>
                <a:lnTo>
                  <a:pt x="3061979" y="122958"/>
                </a:lnTo>
                <a:cubicBezTo>
                  <a:pt x="3061653" y="121108"/>
                  <a:pt x="3061382" y="119095"/>
                  <a:pt x="3061166" y="116919"/>
                </a:cubicBezTo>
                <a:cubicBezTo>
                  <a:pt x="3060949" y="114743"/>
                  <a:pt x="3060841" y="112622"/>
                  <a:pt x="3060841" y="110555"/>
                </a:cubicBezTo>
                <a:lnTo>
                  <a:pt x="3060513" y="110555"/>
                </a:lnTo>
                <a:cubicBezTo>
                  <a:pt x="3057046" y="115649"/>
                  <a:pt x="3053117" y="119308"/>
                  <a:pt x="3048727" y="121530"/>
                </a:cubicBezTo>
                <a:cubicBezTo>
                  <a:pt x="3044339" y="123752"/>
                  <a:pt x="3039057" y="124863"/>
                  <a:pt x="3032881" y="124863"/>
                </a:cubicBezTo>
                <a:cubicBezTo>
                  <a:pt x="3029955" y="124863"/>
                  <a:pt x="3026947" y="124457"/>
                  <a:pt x="3023859" y="123645"/>
                </a:cubicBezTo>
                <a:cubicBezTo>
                  <a:pt x="3020771" y="122834"/>
                  <a:pt x="3017955" y="121508"/>
                  <a:pt x="3015408" y="119667"/>
                </a:cubicBezTo>
                <a:cubicBezTo>
                  <a:pt x="3012862" y="117825"/>
                  <a:pt x="3010749" y="115443"/>
                  <a:pt x="3009069" y="112519"/>
                </a:cubicBezTo>
                <a:cubicBezTo>
                  <a:pt x="3007389" y="109594"/>
                  <a:pt x="3006549" y="106020"/>
                  <a:pt x="3006549" y="101795"/>
                </a:cubicBezTo>
                <a:cubicBezTo>
                  <a:pt x="3006549" y="95947"/>
                  <a:pt x="3008039" y="91317"/>
                  <a:pt x="3011019" y="87906"/>
                </a:cubicBezTo>
                <a:cubicBezTo>
                  <a:pt x="3013998" y="84495"/>
                  <a:pt x="3017980" y="81950"/>
                  <a:pt x="3022966" y="80272"/>
                </a:cubicBezTo>
                <a:cubicBezTo>
                  <a:pt x="3027951" y="78592"/>
                  <a:pt x="3033667" y="77509"/>
                  <a:pt x="3040114" y="77023"/>
                </a:cubicBezTo>
                <a:cubicBezTo>
                  <a:pt x="3046562" y="76535"/>
                  <a:pt x="3053254" y="76291"/>
                  <a:pt x="3060189" y="76291"/>
                </a:cubicBezTo>
                <a:lnTo>
                  <a:pt x="3060189" y="73841"/>
                </a:lnTo>
                <a:moveTo>
                  <a:pt x="3056937" y="85021"/>
                </a:moveTo>
                <a:cubicBezTo>
                  <a:pt x="3052387" y="85021"/>
                  <a:pt x="3047808" y="85211"/>
                  <a:pt x="3043202" y="85589"/>
                </a:cubicBezTo>
                <a:cubicBezTo>
                  <a:pt x="3038597" y="85966"/>
                  <a:pt x="3034425" y="86723"/>
                  <a:pt x="3030687" y="87859"/>
                </a:cubicBezTo>
                <a:cubicBezTo>
                  <a:pt x="3026950" y="88993"/>
                  <a:pt x="3023889" y="90641"/>
                  <a:pt x="3021505" y="92802"/>
                </a:cubicBezTo>
                <a:cubicBezTo>
                  <a:pt x="3019121" y="94963"/>
                  <a:pt x="3017928" y="97826"/>
                  <a:pt x="3017928" y="101391"/>
                </a:cubicBezTo>
                <a:cubicBezTo>
                  <a:pt x="3017928" y="104092"/>
                  <a:pt x="3018443" y="106362"/>
                  <a:pt x="3019471" y="108199"/>
                </a:cubicBezTo>
                <a:cubicBezTo>
                  <a:pt x="3020501" y="110036"/>
                  <a:pt x="3021883" y="111521"/>
                  <a:pt x="3023615" y="112656"/>
                </a:cubicBezTo>
                <a:cubicBezTo>
                  <a:pt x="3025350" y="113790"/>
                  <a:pt x="3027274" y="114600"/>
                  <a:pt x="3029387" y="115086"/>
                </a:cubicBezTo>
                <a:cubicBezTo>
                  <a:pt x="3031500" y="115572"/>
                  <a:pt x="3033640" y="115815"/>
                  <a:pt x="3035808" y="115815"/>
                </a:cubicBezTo>
                <a:cubicBezTo>
                  <a:pt x="3039709" y="115815"/>
                  <a:pt x="3043176" y="115140"/>
                  <a:pt x="3046210" y="113789"/>
                </a:cubicBezTo>
                <a:cubicBezTo>
                  <a:pt x="3049244" y="112438"/>
                  <a:pt x="3051791" y="110601"/>
                  <a:pt x="3053849" y="108278"/>
                </a:cubicBezTo>
                <a:cubicBezTo>
                  <a:pt x="3055908" y="105955"/>
                  <a:pt x="3057478" y="103281"/>
                  <a:pt x="3058561" y="100257"/>
                </a:cubicBezTo>
                <a:cubicBezTo>
                  <a:pt x="3059646" y="97231"/>
                  <a:pt x="3060189" y="94043"/>
                  <a:pt x="3060189" y="90694"/>
                </a:cubicBezTo>
                <a:lnTo>
                  <a:pt x="3060189" y="85021"/>
                </a:lnTo>
                <a:lnTo>
                  <a:pt x="3056937" y="85021"/>
                </a:lnTo>
                <a:close/>
                <a:moveTo>
                  <a:pt x="3139511" y="64798"/>
                </a:moveTo>
                <a:cubicBezTo>
                  <a:pt x="3137886" y="61654"/>
                  <a:pt x="3135420" y="59081"/>
                  <a:pt x="3132115" y="57077"/>
                </a:cubicBezTo>
                <a:cubicBezTo>
                  <a:pt x="3128810" y="55071"/>
                  <a:pt x="3125044" y="54068"/>
                  <a:pt x="3120818" y="54068"/>
                </a:cubicBezTo>
                <a:cubicBezTo>
                  <a:pt x="3118868" y="54068"/>
                  <a:pt x="3116918" y="54286"/>
                  <a:pt x="3114967" y="54721"/>
                </a:cubicBezTo>
                <a:cubicBezTo>
                  <a:pt x="3113016" y="55154"/>
                  <a:pt x="3111281" y="55859"/>
                  <a:pt x="3109763" y="56836"/>
                </a:cubicBezTo>
                <a:cubicBezTo>
                  <a:pt x="3108247" y="57812"/>
                  <a:pt x="3107029" y="59059"/>
                  <a:pt x="3106108" y="60579"/>
                </a:cubicBezTo>
                <a:cubicBezTo>
                  <a:pt x="3105187" y="62097"/>
                  <a:pt x="3104726" y="63887"/>
                  <a:pt x="3104726" y="65949"/>
                </a:cubicBezTo>
                <a:cubicBezTo>
                  <a:pt x="3104726" y="69530"/>
                  <a:pt x="3106189" y="72270"/>
                  <a:pt x="3109114" y="74168"/>
                </a:cubicBezTo>
                <a:cubicBezTo>
                  <a:pt x="3112040" y="76066"/>
                  <a:pt x="3116646" y="77667"/>
                  <a:pt x="3122931" y="78970"/>
                </a:cubicBezTo>
                <a:cubicBezTo>
                  <a:pt x="3131926" y="80813"/>
                  <a:pt x="3138563" y="83498"/>
                  <a:pt x="3142842" y="87025"/>
                </a:cubicBezTo>
                <a:cubicBezTo>
                  <a:pt x="3147123" y="90550"/>
                  <a:pt x="3149263" y="95297"/>
                  <a:pt x="3149263" y="101264"/>
                </a:cubicBezTo>
                <a:cubicBezTo>
                  <a:pt x="3149263" y="105604"/>
                  <a:pt x="3148423" y="109267"/>
                  <a:pt x="3146743" y="112251"/>
                </a:cubicBezTo>
                <a:cubicBezTo>
                  <a:pt x="3145063" y="115234"/>
                  <a:pt x="3142868" y="117676"/>
                  <a:pt x="3140158" y="119575"/>
                </a:cubicBezTo>
                <a:cubicBezTo>
                  <a:pt x="3137450" y="121474"/>
                  <a:pt x="3134389" y="122829"/>
                  <a:pt x="3130977" y="123643"/>
                </a:cubicBezTo>
                <a:cubicBezTo>
                  <a:pt x="3127564" y="124457"/>
                  <a:pt x="3124124" y="124863"/>
                  <a:pt x="3120656" y="124863"/>
                </a:cubicBezTo>
                <a:cubicBezTo>
                  <a:pt x="3114912" y="124863"/>
                  <a:pt x="3109331" y="123679"/>
                  <a:pt x="3103913" y="121312"/>
                </a:cubicBezTo>
                <a:cubicBezTo>
                  <a:pt x="3098496" y="118942"/>
                  <a:pt x="3094053" y="115217"/>
                  <a:pt x="3090584" y="110136"/>
                </a:cubicBezTo>
                <a:lnTo>
                  <a:pt x="3099361" y="103633"/>
                </a:lnTo>
                <a:cubicBezTo>
                  <a:pt x="3101312" y="106993"/>
                  <a:pt x="3104184" y="109810"/>
                  <a:pt x="3107975" y="112085"/>
                </a:cubicBezTo>
                <a:cubicBezTo>
                  <a:pt x="3111768" y="114360"/>
                  <a:pt x="3115941" y="115498"/>
                  <a:pt x="3120493" y="115498"/>
                </a:cubicBezTo>
                <a:cubicBezTo>
                  <a:pt x="3122877" y="115498"/>
                  <a:pt x="3125152" y="115281"/>
                  <a:pt x="3127318" y="114848"/>
                </a:cubicBezTo>
                <a:cubicBezTo>
                  <a:pt x="3129486" y="114413"/>
                  <a:pt x="3131382" y="113654"/>
                  <a:pt x="3133008" y="112569"/>
                </a:cubicBezTo>
                <a:cubicBezTo>
                  <a:pt x="3134633" y="111484"/>
                  <a:pt x="3135934" y="110101"/>
                  <a:pt x="3136909" y="108420"/>
                </a:cubicBezTo>
                <a:cubicBezTo>
                  <a:pt x="3137885" y="106736"/>
                  <a:pt x="3138372" y="104647"/>
                  <a:pt x="3138372" y="102152"/>
                </a:cubicBezTo>
                <a:cubicBezTo>
                  <a:pt x="3138372" y="98137"/>
                  <a:pt x="3136449" y="95126"/>
                  <a:pt x="3132601" y="93119"/>
                </a:cubicBezTo>
                <a:cubicBezTo>
                  <a:pt x="3128755" y="91112"/>
                  <a:pt x="3123202" y="89240"/>
                  <a:pt x="3115942" y="87504"/>
                </a:cubicBezTo>
                <a:cubicBezTo>
                  <a:pt x="3113666" y="86962"/>
                  <a:pt x="3111255" y="86284"/>
                  <a:pt x="3108707" y="85470"/>
                </a:cubicBezTo>
                <a:cubicBezTo>
                  <a:pt x="3106160" y="84657"/>
                  <a:pt x="3103803" y="83464"/>
                  <a:pt x="3101636" y="81891"/>
                </a:cubicBezTo>
                <a:cubicBezTo>
                  <a:pt x="3099470" y="80317"/>
                  <a:pt x="3097682" y="78336"/>
                  <a:pt x="3096274" y="75949"/>
                </a:cubicBezTo>
                <a:cubicBezTo>
                  <a:pt x="3094865" y="73561"/>
                  <a:pt x="3094160" y="70577"/>
                  <a:pt x="3094160" y="66998"/>
                </a:cubicBezTo>
                <a:cubicBezTo>
                  <a:pt x="3094160" y="63091"/>
                  <a:pt x="3094919" y="59754"/>
                  <a:pt x="3096435" y="56988"/>
                </a:cubicBezTo>
                <a:cubicBezTo>
                  <a:pt x="3097953" y="54220"/>
                  <a:pt x="3099985" y="51941"/>
                  <a:pt x="3102531" y="50152"/>
                </a:cubicBezTo>
                <a:cubicBezTo>
                  <a:pt x="3105077" y="48361"/>
                  <a:pt x="3107976" y="47032"/>
                  <a:pt x="3111227" y="46164"/>
                </a:cubicBezTo>
                <a:cubicBezTo>
                  <a:pt x="3114479" y="45296"/>
                  <a:pt x="3117839" y="44862"/>
                  <a:pt x="3121306" y="44862"/>
                </a:cubicBezTo>
                <a:cubicBezTo>
                  <a:pt x="3126615" y="44862"/>
                  <a:pt x="3131762" y="46047"/>
                  <a:pt x="3136745" y="48416"/>
                </a:cubicBezTo>
                <a:cubicBezTo>
                  <a:pt x="3141731" y="50784"/>
                  <a:pt x="3145470" y="54131"/>
                  <a:pt x="3147963" y="58458"/>
                </a:cubicBezTo>
                <a:lnTo>
                  <a:pt x="3139511" y="64798"/>
                </a:lnTo>
                <a:close/>
                <a:moveTo>
                  <a:pt x="3182421" y="122958"/>
                </a:moveTo>
                <a:lnTo>
                  <a:pt x="3171369" y="122958"/>
                </a:lnTo>
                <a:lnTo>
                  <a:pt x="3171369" y="46888"/>
                </a:lnTo>
                <a:lnTo>
                  <a:pt x="3182421" y="46888"/>
                </a:lnTo>
                <a:lnTo>
                  <a:pt x="3182421" y="122958"/>
                </a:lnTo>
                <a:moveTo>
                  <a:pt x="3184698" y="17560"/>
                </a:moveTo>
                <a:cubicBezTo>
                  <a:pt x="3184698" y="19828"/>
                  <a:pt x="3183885" y="21692"/>
                  <a:pt x="3182260" y="23150"/>
                </a:cubicBezTo>
                <a:cubicBezTo>
                  <a:pt x="3180634" y="24609"/>
                  <a:pt x="3178846" y="25338"/>
                  <a:pt x="3176895" y="25338"/>
                </a:cubicBezTo>
                <a:cubicBezTo>
                  <a:pt x="3174944" y="25338"/>
                  <a:pt x="3173156" y="24609"/>
                  <a:pt x="3171530" y="23150"/>
                </a:cubicBezTo>
                <a:cubicBezTo>
                  <a:pt x="3169905" y="21692"/>
                  <a:pt x="3169092" y="19828"/>
                  <a:pt x="3169092" y="17560"/>
                </a:cubicBezTo>
                <a:cubicBezTo>
                  <a:pt x="3169092" y="15291"/>
                  <a:pt x="3169905" y="13428"/>
                  <a:pt x="3171530" y="11969"/>
                </a:cubicBezTo>
                <a:cubicBezTo>
                  <a:pt x="3173156" y="10511"/>
                  <a:pt x="3174944" y="9782"/>
                  <a:pt x="3176895" y="9782"/>
                </a:cubicBezTo>
                <a:cubicBezTo>
                  <a:pt x="3178846" y="9782"/>
                  <a:pt x="3180634" y="10511"/>
                  <a:pt x="3182260" y="11969"/>
                </a:cubicBezTo>
                <a:cubicBezTo>
                  <a:pt x="3183885" y="13428"/>
                  <a:pt x="3184698" y="15291"/>
                  <a:pt x="3184698" y="17560"/>
                </a:cubicBezTo>
                <a:close/>
                <a:moveTo>
                  <a:pt x="3221757" y="46826"/>
                </a:moveTo>
                <a:cubicBezTo>
                  <a:pt x="3221973" y="48885"/>
                  <a:pt x="3222135" y="51161"/>
                  <a:pt x="3222243" y="53654"/>
                </a:cubicBezTo>
                <a:cubicBezTo>
                  <a:pt x="3222352" y="56146"/>
                  <a:pt x="3222407" y="58205"/>
                  <a:pt x="3222407" y="59830"/>
                </a:cubicBezTo>
                <a:lnTo>
                  <a:pt x="3222731" y="59830"/>
                </a:lnTo>
                <a:cubicBezTo>
                  <a:pt x="3224899" y="55382"/>
                  <a:pt x="3228421" y="51776"/>
                  <a:pt x="3233297" y="49011"/>
                </a:cubicBezTo>
                <a:cubicBezTo>
                  <a:pt x="3238173" y="46245"/>
                  <a:pt x="3243320" y="44862"/>
                  <a:pt x="3248739" y="44862"/>
                </a:cubicBezTo>
                <a:cubicBezTo>
                  <a:pt x="3258382" y="44862"/>
                  <a:pt x="3265614" y="47736"/>
                  <a:pt x="3270436" y="53486"/>
                </a:cubicBezTo>
                <a:cubicBezTo>
                  <a:pt x="3275259" y="59235"/>
                  <a:pt x="3277670" y="66827"/>
                  <a:pt x="3277670" y="76264"/>
                </a:cubicBezTo>
                <a:lnTo>
                  <a:pt x="3277670" y="122958"/>
                </a:lnTo>
                <a:lnTo>
                  <a:pt x="3266619" y="122958"/>
                </a:lnTo>
                <a:lnTo>
                  <a:pt x="3266619" y="80778"/>
                </a:lnTo>
                <a:cubicBezTo>
                  <a:pt x="3266619" y="76760"/>
                  <a:pt x="3266294" y="73123"/>
                  <a:pt x="3265644" y="69867"/>
                </a:cubicBezTo>
                <a:cubicBezTo>
                  <a:pt x="3264994" y="66610"/>
                  <a:pt x="3263883" y="63814"/>
                  <a:pt x="3262310" y="61479"/>
                </a:cubicBezTo>
                <a:cubicBezTo>
                  <a:pt x="3260740" y="59145"/>
                  <a:pt x="3258627" y="57326"/>
                  <a:pt x="3255971" y="56023"/>
                </a:cubicBezTo>
                <a:cubicBezTo>
                  <a:pt x="3253317" y="54720"/>
                  <a:pt x="3249986" y="54068"/>
                  <a:pt x="3245976" y="54068"/>
                </a:cubicBezTo>
                <a:cubicBezTo>
                  <a:pt x="3243051" y="54068"/>
                  <a:pt x="3240206" y="54666"/>
                  <a:pt x="3237442" y="55862"/>
                </a:cubicBezTo>
                <a:cubicBezTo>
                  <a:pt x="3234679" y="57055"/>
                  <a:pt x="3232213" y="58874"/>
                  <a:pt x="3230046" y="61318"/>
                </a:cubicBezTo>
                <a:cubicBezTo>
                  <a:pt x="3227879" y="63760"/>
                  <a:pt x="3226146" y="66854"/>
                  <a:pt x="3224845" y="70599"/>
                </a:cubicBezTo>
                <a:cubicBezTo>
                  <a:pt x="3223545" y="74344"/>
                  <a:pt x="3222895" y="78769"/>
                  <a:pt x="3222895" y="83873"/>
                </a:cubicBezTo>
                <a:lnTo>
                  <a:pt x="3222895" y="122958"/>
                </a:lnTo>
                <a:lnTo>
                  <a:pt x="3211841" y="122958"/>
                </a:lnTo>
                <a:lnTo>
                  <a:pt x="3211841" y="63573"/>
                </a:lnTo>
                <a:cubicBezTo>
                  <a:pt x="3211841" y="61511"/>
                  <a:pt x="3211786" y="58854"/>
                  <a:pt x="3211677" y="55604"/>
                </a:cubicBezTo>
                <a:cubicBezTo>
                  <a:pt x="3211570" y="52353"/>
                  <a:pt x="3211408" y="49427"/>
                  <a:pt x="3211191" y="46826"/>
                </a:cubicBezTo>
                <a:lnTo>
                  <a:pt x="3221757" y="46826"/>
                </a:lnTo>
                <a:close/>
                <a:moveTo>
                  <a:pt x="3310343" y="138346"/>
                </a:moveTo>
                <a:cubicBezTo>
                  <a:pt x="3313378" y="142248"/>
                  <a:pt x="3317522" y="145553"/>
                  <a:pt x="3322777" y="148261"/>
                </a:cubicBezTo>
                <a:cubicBezTo>
                  <a:pt x="3328033" y="150970"/>
                  <a:pt x="3333587" y="152324"/>
                  <a:pt x="3339439" y="152324"/>
                </a:cubicBezTo>
                <a:cubicBezTo>
                  <a:pt x="3344855" y="152324"/>
                  <a:pt x="3349460" y="151536"/>
                  <a:pt x="3353253" y="149960"/>
                </a:cubicBezTo>
                <a:cubicBezTo>
                  <a:pt x="3357046" y="148385"/>
                  <a:pt x="3360108" y="146238"/>
                  <a:pt x="3362438" y="143519"/>
                </a:cubicBezTo>
                <a:cubicBezTo>
                  <a:pt x="3364767" y="140803"/>
                  <a:pt x="3366474" y="137623"/>
                  <a:pt x="3367557" y="133980"/>
                </a:cubicBezTo>
                <a:cubicBezTo>
                  <a:pt x="3368641" y="130340"/>
                  <a:pt x="3369184" y="126454"/>
                  <a:pt x="3369184" y="122324"/>
                </a:cubicBezTo>
                <a:lnTo>
                  <a:pt x="3369184" y="107990"/>
                </a:lnTo>
                <a:lnTo>
                  <a:pt x="3368859" y="107990"/>
                </a:lnTo>
                <a:cubicBezTo>
                  <a:pt x="3365932" y="112762"/>
                  <a:pt x="3361787" y="116450"/>
                  <a:pt x="3356423" y="119055"/>
                </a:cubicBezTo>
                <a:cubicBezTo>
                  <a:pt x="3351059" y="121657"/>
                  <a:pt x="3345614" y="122958"/>
                  <a:pt x="3340088" y="122958"/>
                </a:cubicBezTo>
                <a:cubicBezTo>
                  <a:pt x="3334128" y="122958"/>
                  <a:pt x="3328737" y="121982"/>
                  <a:pt x="3323915" y="120029"/>
                </a:cubicBezTo>
                <a:cubicBezTo>
                  <a:pt x="3319094" y="118077"/>
                  <a:pt x="3314976" y="115392"/>
                  <a:pt x="3311561" y="111976"/>
                </a:cubicBezTo>
                <a:cubicBezTo>
                  <a:pt x="3308148" y="108560"/>
                  <a:pt x="3305494" y="104466"/>
                  <a:pt x="3303597" y="99694"/>
                </a:cubicBezTo>
                <a:cubicBezTo>
                  <a:pt x="3301701" y="94921"/>
                  <a:pt x="3300752" y="89768"/>
                  <a:pt x="3300752" y="84235"/>
                </a:cubicBezTo>
                <a:cubicBezTo>
                  <a:pt x="3300752" y="78812"/>
                  <a:pt x="3301701" y="73714"/>
                  <a:pt x="3303597" y="68942"/>
                </a:cubicBezTo>
                <a:cubicBezTo>
                  <a:pt x="3305494" y="64169"/>
                  <a:pt x="3308148" y="59993"/>
                  <a:pt x="3311561" y="56415"/>
                </a:cubicBezTo>
                <a:cubicBezTo>
                  <a:pt x="3314976" y="52835"/>
                  <a:pt x="3319094" y="50015"/>
                  <a:pt x="3323915" y="47955"/>
                </a:cubicBezTo>
                <a:cubicBezTo>
                  <a:pt x="3328737" y="45893"/>
                  <a:pt x="3334128" y="44862"/>
                  <a:pt x="3340088" y="44862"/>
                </a:cubicBezTo>
                <a:cubicBezTo>
                  <a:pt x="3345614" y="44862"/>
                  <a:pt x="3351032" y="46164"/>
                  <a:pt x="3356341" y="48768"/>
                </a:cubicBezTo>
                <a:cubicBezTo>
                  <a:pt x="3361652" y="51371"/>
                  <a:pt x="3365825" y="55113"/>
                  <a:pt x="3368859" y="59994"/>
                </a:cubicBezTo>
                <a:lnTo>
                  <a:pt x="3369184" y="59994"/>
                </a:lnTo>
                <a:lnTo>
                  <a:pt x="3369184" y="46826"/>
                </a:lnTo>
                <a:lnTo>
                  <a:pt x="3380236" y="46826"/>
                </a:lnTo>
                <a:lnTo>
                  <a:pt x="3380236" y="122324"/>
                </a:lnTo>
                <a:cubicBezTo>
                  <a:pt x="3380236" y="126444"/>
                  <a:pt x="3379667" y="130835"/>
                  <a:pt x="3378529" y="135496"/>
                </a:cubicBezTo>
                <a:cubicBezTo>
                  <a:pt x="3377392" y="140159"/>
                  <a:pt x="3375278" y="144441"/>
                  <a:pt x="3372190" y="148343"/>
                </a:cubicBezTo>
                <a:cubicBezTo>
                  <a:pt x="3369101" y="152247"/>
                  <a:pt x="3364902" y="155500"/>
                  <a:pt x="3359593" y="158103"/>
                </a:cubicBezTo>
                <a:cubicBezTo>
                  <a:pt x="3354284" y="160705"/>
                  <a:pt x="3347403" y="162007"/>
                  <a:pt x="3338950" y="162007"/>
                </a:cubicBezTo>
                <a:cubicBezTo>
                  <a:pt x="3331906" y="162007"/>
                  <a:pt x="3325187" y="160662"/>
                  <a:pt x="3318793" y="157971"/>
                </a:cubicBezTo>
                <a:cubicBezTo>
                  <a:pt x="3312401" y="155283"/>
                  <a:pt x="3306929" y="151558"/>
                  <a:pt x="3302377" y="146798"/>
                </a:cubicBezTo>
                <a:lnTo>
                  <a:pt x="3310343" y="138346"/>
                </a:lnTo>
                <a:moveTo>
                  <a:pt x="3312457" y="83913"/>
                </a:moveTo>
                <a:cubicBezTo>
                  <a:pt x="3312457" y="87936"/>
                  <a:pt x="3313106" y="91741"/>
                  <a:pt x="3314406" y="95329"/>
                </a:cubicBezTo>
                <a:cubicBezTo>
                  <a:pt x="3315706" y="98915"/>
                  <a:pt x="3317575" y="102068"/>
                  <a:pt x="3320014" y="104786"/>
                </a:cubicBezTo>
                <a:cubicBezTo>
                  <a:pt x="3322453" y="107504"/>
                  <a:pt x="3325459" y="109652"/>
                  <a:pt x="3329034" y="111230"/>
                </a:cubicBezTo>
                <a:cubicBezTo>
                  <a:pt x="3332611" y="112805"/>
                  <a:pt x="3336674" y="113593"/>
                  <a:pt x="3341224" y="113593"/>
                </a:cubicBezTo>
                <a:cubicBezTo>
                  <a:pt x="3345451" y="113593"/>
                  <a:pt x="3349352" y="112886"/>
                  <a:pt x="3352928" y="111473"/>
                </a:cubicBezTo>
                <a:cubicBezTo>
                  <a:pt x="3356505" y="110059"/>
                  <a:pt x="3359593" y="108047"/>
                  <a:pt x="3362192" y="105438"/>
                </a:cubicBezTo>
                <a:cubicBezTo>
                  <a:pt x="3364793" y="102829"/>
                  <a:pt x="3366825" y="99704"/>
                  <a:pt x="3368288" y="96063"/>
                </a:cubicBezTo>
                <a:cubicBezTo>
                  <a:pt x="3369752" y="92421"/>
                  <a:pt x="3370483" y="88370"/>
                  <a:pt x="3370483" y="83913"/>
                </a:cubicBezTo>
                <a:cubicBezTo>
                  <a:pt x="3370483" y="79890"/>
                  <a:pt x="3369752" y="76084"/>
                  <a:pt x="3368288" y="72496"/>
                </a:cubicBezTo>
                <a:cubicBezTo>
                  <a:pt x="3366825" y="68908"/>
                  <a:pt x="3364793" y="65756"/>
                  <a:pt x="3362192" y="63039"/>
                </a:cubicBezTo>
                <a:cubicBezTo>
                  <a:pt x="3359593" y="60321"/>
                  <a:pt x="3356505" y="58147"/>
                  <a:pt x="3352928" y="56516"/>
                </a:cubicBezTo>
                <a:cubicBezTo>
                  <a:pt x="3349352" y="54884"/>
                  <a:pt x="3345451" y="54068"/>
                  <a:pt x="3341224" y="54068"/>
                </a:cubicBezTo>
                <a:cubicBezTo>
                  <a:pt x="3336674" y="54068"/>
                  <a:pt x="3332611" y="54884"/>
                  <a:pt x="3329034" y="56516"/>
                </a:cubicBezTo>
                <a:cubicBezTo>
                  <a:pt x="3325459" y="58147"/>
                  <a:pt x="3322453" y="60321"/>
                  <a:pt x="3320014" y="63039"/>
                </a:cubicBezTo>
                <a:cubicBezTo>
                  <a:pt x="3317575" y="65756"/>
                  <a:pt x="3315706" y="68908"/>
                  <a:pt x="3314406" y="72496"/>
                </a:cubicBezTo>
                <a:cubicBezTo>
                  <a:pt x="3313106" y="76084"/>
                  <a:pt x="3312457" y="79890"/>
                  <a:pt x="3312457" y="83913"/>
                </a:cubicBezTo>
                <a:close/>
                <a:moveTo>
                  <a:pt x="3497590" y="73841"/>
                </a:moveTo>
                <a:cubicBezTo>
                  <a:pt x="3497590" y="67195"/>
                  <a:pt x="3495856" y="62239"/>
                  <a:pt x="3492389" y="58972"/>
                </a:cubicBezTo>
                <a:cubicBezTo>
                  <a:pt x="3488921" y="55703"/>
                  <a:pt x="3483883" y="54068"/>
                  <a:pt x="3477272" y="54068"/>
                </a:cubicBezTo>
                <a:cubicBezTo>
                  <a:pt x="3472722" y="54068"/>
                  <a:pt x="3468495" y="54881"/>
                  <a:pt x="3464593" y="56506"/>
                </a:cubicBezTo>
                <a:cubicBezTo>
                  <a:pt x="3460693" y="58132"/>
                  <a:pt x="3457388" y="60299"/>
                  <a:pt x="3454680" y="63010"/>
                </a:cubicBezTo>
                <a:lnTo>
                  <a:pt x="3448502" y="55695"/>
                </a:lnTo>
                <a:cubicBezTo>
                  <a:pt x="3451645" y="52565"/>
                  <a:pt x="3455790" y="49978"/>
                  <a:pt x="3460937" y="47932"/>
                </a:cubicBezTo>
                <a:cubicBezTo>
                  <a:pt x="3466085" y="45885"/>
                  <a:pt x="3471909" y="44862"/>
                  <a:pt x="3478410" y="44862"/>
                </a:cubicBezTo>
                <a:cubicBezTo>
                  <a:pt x="3482529" y="44862"/>
                  <a:pt x="3486376" y="45431"/>
                  <a:pt x="3489951" y="46571"/>
                </a:cubicBezTo>
                <a:cubicBezTo>
                  <a:pt x="3493527" y="47710"/>
                  <a:pt x="3496670" y="49419"/>
                  <a:pt x="3499378" y="51697"/>
                </a:cubicBezTo>
                <a:cubicBezTo>
                  <a:pt x="3502088" y="53974"/>
                  <a:pt x="3504201" y="56848"/>
                  <a:pt x="3505717" y="60318"/>
                </a:cubicBezTo>
                <a:cubicBezTo>
                  <a:pt x="3507235" y="63789"/>
                  <a:pt x="3507994" y="67857"/>
                  <a:pt x="3507994" y="72521"/>
                </a:cubicBezTo>
                <a:lnTo>
                  <a:pt x="3507994" y="105875"/>
                </a:lnTo>
                <a:cubicBezTo>
                  <a:pt x="3507994" y="108803"/>
                  <a:pt x="3508102" y="111841"/>
                  <a:pt x="3508319" y="114987"/>
                </a:cubicBezTo>
                <a:cubicBezTo>
                  <a:pt x="3508536" y="118132"/>
                  <a:pt x="3508861" y="120789"/>
                  <a:pt x="3509294" y="122958"/>
                </a:cubicBezTo>
                <a:lnTo>
                  <a:pt x="3499380" y="122958"/>
                </a:lnTo>
                <a:cubicBezTo>
                  <a:pt x="3499055" y="121108"/>
                  <a:pt x="3498784" y="119095"/>
                  <a:pt x="3498567" y="116919"/>
                </a:cubicBezTo>
                <a:cubicBezTo>
                  <a:pt x="3498350" y="114743"/>
                  <a:pt x="3498242" y="112622"/>
                  <a:pt x="3498242" y="110555"/>
                </a:cubicBezTo>
                <a:lnTo>
                  <a:pt x="3497915" y="110555"/>
                </a:lnTo>
                <a:cubicBezTo>
                  <a:pt x="3494447" y="115649"/>
                  <a:pt x="3490519" y="119308"/>
                  <a:pt x="3486129" y="121530"/>
                </a:cubicBezTo>
                <a:cubicBezTo>
                  <a:pt x="3481740" y="123752"/>
                  <a:pt x="3476458" y="124863"/>
                  <a:pt x="3470283" y="124863"/>
                </a:cubicBezTo>
                <a:cubicBezTo>
                  <a:pt x="3467356" y="124863"/>
                  <a:pt x="3464348" y="124457"/>
                  <a:pt x="3461260" y="123645"/>
                </a:cubicBezTo>
                <a:cubicBezTo>
                  <a:pt x="3458173" y="122834"/>
                  <a:pt x="3455356" y="121508"/>
                  <a:pt x="3452810" y="119667"/>
                </a:cubicBezTo>
                <a:cubicBezTo>
                  <a:pt x="3450263" y="117825"/>
                  <a:pt x="3448150" y="115443"/>
                  <a:pt x="3446470" y="112519"/>
                </a:cubicBezTo>
                <a:cubicBezTo>
                  <a:pt x="3444790" y="109594"/>
                  <a:pt x="3443950" y="106020"/>
                  <a:pt x="3443950" y="101795"/>
                </a:cubicBezTo>
                <a:cubicBezTo>
                  <a:pt x="3443950" y="95947"/>
                  <a:pt x="3445440" y="91317"/>
                  <a:pt x="3448420" y="87906"/>
                </a:cubicBezTo>
                <a:cubicBezTo>
                  <a:pt x="3451399" y="84495"/>
                  <a:pt x="3455382" y="81950"/>
                  <a:pt x="3460367" y="80272"/>
                </a:cubicBezTo>
                <a:cubicBezTo>
                  <a:pt x="3465352" y="78592"/>
                  <a:pt x="3471068" y="77509"/>
                  <a:pt x="3477515" y="77023"/>
                </a:cubicBezTo>
                <a:cubicBezTo>
                  <a:pt x="3483964" y="76535"/>
                  <a:pt x="3490655" y="76291"/>
                  <a:pt x="3497590" y="76291"/>
                </a:cubicBezTo>
                <a:lnTo>
                  <a:pt x="3497590" y="73841"/>
                </a:lnTo>
                <a:moveTo>
                  <a:pt x="3494338" y="85021"/>
                </a:moveTo>
                <a:cubicBezTo>
                  <a:pt x="3489788" y="85021"/>
                  <a:pt x="3485209" y="85211"/>
                  <a:pt x="3480603" y="85589"/>
                </a:cubicBezTo>
                <a:cubicBezTo>
                  <a:pt x="3475998" y="85966"/>
                  <a:pt x="3471826" y="86723"/>
                  <a:pt x="3468088" y="87859"/>
                </a:cubicBezTo>
                <a:cubicBezTo>
                  <a:pt x="3464351" y="88993"/>
                  <a:pt x="3461290" y="90641"/>
                  <a:pt x="3458906" y="92802"/>
                </a:cubicBezTo>
                <a:cubicBezTo>
                  <a:pt x="3456522" y="94963"/>
                  <a:pt x="3455330" y="97826"/>
                  <a:pt x="3455330" y="101391"/>
                </a:cubicBezTo>
                <a:cubicBezTo>
                  <a:pt x="3455330" y="104092"/>
                  <a:pt x="3455844" y="106362"/>
                  <a:pt x="3456872" y="108199"/>
                </a:cubicBezTo>
                <a:cubicBezTo>
                  <a:pt x="3457902" y="110036"/>
                  <a:pt x="3459284" y="111521"/>
                  <a:pt x="3461017" y="112656"/>
                </a:cubicBezTo>
                <a:cubicBezTo>
                  <a:pt x="3462751" y="113790"/>
                  <a:pt x="3464675" y="114600"/>
                  <a:pt x="3466788" y="115086"/>
                </a:cubicBezTo>
                <a:cubicBezTo>
                  <a:pt x="3468901" y="115572"/>
                  <a:pt x="3471042" y="115815"/>
                  <a:pt x="3473209" y="115815"/>
                </a:cubicBezTo>
                <a:cubicBezTo>
                  <a:pt x="3477110" y="115815"/>
                  <a:pt x="3480577" y="115140"/>
                  <a:pt x="3483611" y="113789"/>
                </a:cubicBezTo>
                <a:cubicBezTo>
                  <a:pt x="3486645" y="112438"/>
                  <a:pt x="3489192" y="110601"/>
                  <a:pt x="3491250" y="108278"/>
                </a:cubicBezTo>
                <a:cubicBezTo>
                  <a:pt x="3493309" y="105955"/>
                  <a:pt x="3494880" y="103281"/>
                  <a:pt x="3495963" y="100257"/>
                </a:cubicBezTo>
                <a:cubicBezTo>
                  <a:pt x="3497047" y="97231"/>
                  <a:pt x="3497590" y="94043"/>
                  <a:pt x="3497590" y="90694"/>
                </a:cubicBezTo>
                <a:lnTo>
                  <a:pt x="3497590" y="85021"/>
                </a:lnTo>
                <a:lnTo>
                  <a:pt x="3494338" y="85021"/>
                </a:lnTo>
                <a:close/>
                <a:moveTo>
                  <a:pt x="3546353" y="46826"/>
                </a:moveTo>
                <a:cubicBezTo>
                  <a:pt x="3546570" y="48885"/>
                  <a:pt x="3546732" y="51161"/>
                  <a:pt x="3546839" y="53654"/>
                </a:cubicBezTo>
                <a:cubicBezTo>
                  <a:pt x="3546948" y="56146"/>
                  <a:pt x="3547003" y="58205"/>
                  <a:pt x="3547003" y="59830"/>
                </a:cubicBezTo>
                <a:lnTo>
                  <a:pt x="3547328" y="59830"/>
                </a:lnTo>
                <a:cubicBezTo>
                  <a:pt x="3549495" y="55382"/>
                  <a:pt x="3553017" y="51776"/>
                  <a:pt x="3557893" y="49011"/>
                </a:cubicBezTo>
                <a:cubicBezTo>
                  <a:pt x="3562769" y="46245"/>
                  <a:pt x="3567917" y="44862"/>
                  <a:pt x="3573335" y="44862"/>
                </a:cubicBezTo>
                <a:cubicBezTo>
                  <a:pt x="3582978" y="44862"/>
                  <a:pt x="3590210" y="47736"/>
                  <a:pt x="3595032" y="53486"/>
                </a:cubicBezTo>
                <a:cubicBezTo>
                  <a:pt x="3599855" y="59235"/>
                  <a:pt x="3602267" y="66827"/>
                  <a:pt x="3602267" y="76264"/>
                </a:cubicBezTo>
                <a:lnTo>
                  <a:pt x="3602267" y="122958"/>
                </a:lnTo>
                <a:lnTo>
                  <a:pt x="3591215" y="122958"/>
                </a:lnTo>
                <a:lnTo>
                  <a:pt x="3591215" y="80778"/>
                </a:lnTo>
                <a:cubicBezTo>
                  <a:pt x="3591215" y="76760"/>
                  <a:pt x="3590890" y="73123"/>
                  <a:pt x="3590240" y="69867"/>
                </a:cubicBezTo>
                <a:cubicBezTo>
                  <a:pt x="3589590" y="66610"/>
                  <a:pt x="3588479" y="63814"/>
                  <a:pt x="3586907" y="61479"/>
                </a:cubicBezTo>
                <a:cubicBezTo>
                  <a:pt x="3585336" y="59145"/>
                  <a:pt x="3583223" y="57326"/>
                  <a:pt x="3580567" y="56023"/>
                </a:cubicBezTo>
                <a:cubicBezTo>
                  <a:pt x="3577914" y="54720"/>
                  <a:pt x="3574582" y="54068"/>
                  <a:pt x="3570572" y="54068"/>
                </a:cubicBezTo>
                <a:cubicBezTo>
                  <a:pt x="3567647" y="54068"/>
                  <a:pt x="3564802" y="54666"/>
                  <a:pt x="3562038" y="55862"/>
                </a:cubicBezTo>
                <a:cubicBezTo>
                  <a:pt x="3559275" y="57055"/>
                  <a:pt x="3556810" y="58874"/>
                  <a:pt x="3554642" y="61318"/>
                </a:cubicBezTo>
                <a:cubicBezTo>
                  <a:pt x="3552476" y="63760"/>
                  <a:pt x="3550742" y="66854"/>
                  <a:pt x="3549441" y="70599"/>
                </a:cubicBezTo>
                <a:cubicBezTo>
                  <a:pt x="3548141" y="74344"/>
                  <a:pt x="3547491" y="78769"/>
                  <a:pt x="3547491" y="83873"/>
                </a:cubicBezTo>
                <a:lnTo>
                  <a:pt x="3547491" y="122958"/>
                </a:lnTo>
                <a:lnTo>
                  <a:pt x="3536437" y="122958"/>
                </a:lnTo>
                <a:lnTo>
                  <a:pt x="3536437" y="63573"/>
                </a:lnTo>
                <a:cubicBezTo>
                  <a:pt x="3536437" y="61511"/>
                  <a:pt x="3536383" y="58854"/>
                  <a:pt x="3536273" y="55604"/>
                </a:cubicBezTo>
                <a:cubicBezTo>
                  <a:pt x="3536166" y="52353"/>
                  <a:pt x="3536004" y="49427"/>
                  <a:pt x="3535787" y="46826"/>
                </a:cubicBezTo>
                <a:lnTo>
                  <a:pt x="3546353" y="46826"/>
                </a:lnTo>
                <a:close/>
                <a:moveTo>
                  <a:pt x="3706456" y="84863"/>
                </a:moveTo>
                <a:cubicBezTo>
                  <a:pt x="3706456" y="90608"/>
                  <a:pt x="3705454" y="95920"/>
                  <a:pt x="3703448" y="100798"/>
                </a:cubicBezTo>
                <a:cubicBezTo>
                  <a:pt x="3701444" y="105676"/>
                  <a:pt x="3698654" y="109904"/>
                  <a:pt x="3695077" y="113482"/>
                </a:cubicBezTo>
                <a:cubicBezTo>
                  <a:pt x="3691502" y="117058"/>
                  <a:pt x="3687222" y="119849"/>
                  <a:pt x="3682237" y="121855"/>
                </a:cubicBezTo>
                <a:cubicBezTo>
                  <a:pt x="3677254" y="123860"/>
                  <a:pt x="3671781" y="124863"/>
                  <a:pt x="3665821" y="124863"/>
                </a:cubicBezTo>
                <a:cubicBezTo>
                  <a:pt x="3659969" y="124863"/>
                  <a:pt x="3654551" y="123860"/>
                  <a:pt x="3649565" y="121855"/>
                </a:cubicBezTo>
                <a:cubicBezTo>
                  <a:pt x="3644582" y="119849"/>
                  <a:pt x="3640302" y="117058"/>
                  <a:pt x="3636725" y="113482"/>
                </a:cubicBezTo>
                <a:cubicBezTo>
                  <a:pt x="3633151" y="109904"/>
                  <a:pt x="3630360" y="105676"/>
                  <a:pt x="3628355" y="100798"/>
                </a:cubicBezTo>
                <a:cubicBezTo>
                  <a:pt x="3626351" y="95920"/>
                  <a:pt x="3625349" y="90608"/>
                  <a:pt x="3625349" y="84863"/>
                </a:cubicBezTo>
                <a:cubicBezTo>
                  <a:pt x="3625349" y="79117"/>
                  <a:pt x="3626351" y="73805"/>
                  <a:pt x="3628355" y="68927"/>
                </a:cubicBezTo>
                <a:cubicBezTo>
                  <a:pt x="3630360" y="64050"/>
                  <a:pt x="3633151" y="59822"/>
                  <a:pt x="3636725" y="56246"/>
                </a:cubicBezTo>
                <a:cubicBezTo>
                  <a:pt x="3640302" y="52668"/>
                  <a:pt x="3644582" y="49876"/>
                  <a:pt x="3649565" y="47870"/>
                </a:cubicBezTo>
                <a:cubicBezTo>
                  <a:pt x="3654551" y="45865"/>
                  <a:pt x="3659969" y="44862"/>
                  <a:pt x="3665821" y="44862"/>
                </a:cubicBezTo>
                <a:cubicBezTo>
                  <a:pt x="3671781" y="44862"/>
                  <a:pt x="3677254" y="45865"/>
                  <a:pt x="3682237" y="47870"/>
                </a:cubicBezTo>
                <a:cubicBezTo>
                  <a:pt x="3687222" y="49876"/>
                  <a:pt x="3691502" y="52668"/>
                  <a:pt x="3695077" y="56246"/>
                </a:cubicBezTo>
                <a:cubicBezTo>
                  <a:pt x="3698654" y="59822"/>
                  <a:pt x="3701444" y="64050"/>
                  <a:pt x="3703448" y="68927"/>
                </a:cubicBezTo>
                <a:cubicBezTo>
                  <a:pt x="3705454" y="73805"/>
                  <a:pt x="3706456" y="79117"/>
                  <a:pt x="3706456" y="84863"/>
                </a:cubicBezTo>
                <a:moveTo>
                  <a:pt x="3694755" y="84865"/>
                </a:moveTo>
                <a:cubicBezTo>
                  <a:pt x="3694755" y="80629"/>
                  <a:pt x="3694078" y="76637"/>
                  <a:pt x="3692723" y="72891"/>
                </a:cubicBezTo>
                <a:cubicBezTo>
                  <a:pt x="3691369" y="69142"/>
                  <a:pt x="3689445" y="65883"/>
                  <a:pt x="3686952" y="63114"/>
                </a:cubicBezTo>
                <a:cubicBezTo>
                  <a:pt x="3684460" y="60342"/>
                  <a:pt x="3681426" y="58143"/>
                  <a:pt x="3677850" y="56514"/>
                </a:cubicBezTo>
                <a:cubicBezTo>
                  <a:pt x="3674275" y="54884"/>
                  <a:pt x="3670266" y="54068"/>
                  <a:pt x="3665823" y="54068"/>
                </a:cubicBezTo>
                <a:cubicBezTo>
                  <a:pt x="3661380" y="54068"/>
                  <a:pt x="3657398" y="54884"/>
                  <a:pt x="3653876" y="56514"/>
                </a:cubicBezTo>
                <a:cubicBezTo>
                  <a:pt x="3650354" y="58143"/>
                  <a:pt x="3647347" y="60342"/>
                  <a:pt x="3644853" y="63114"/>
                </a:cubicBezTo>
                <a:cubicBezTo>
                  <a:pt x="3642361" y="65883"/>
                  <a:pt x="3640438" y="69142"/>
                  <a:pt x="3639084" y="72891"/>
                </a:cubicBezTo>
                <a:cubicBezTo>
                  <a:pt x="3637730" y="76637"/>
                  <a:pt x="3637053" y="80629"/>
                  <a:pt x="3637053" y="84865"/>
                </a:cubicBezTo>
                <a:cubicBezTo>
                  <a:pt x="3637053" y="89101"/>
                  <a:pt x="3637730" y="93094"/>
                  <a:pt x="3639084" y="96842"/>
                </a:cubicBezTo>
                <a:cubicBezTo>
                  <a:pt x="3640438" y="100589"/>
                  <a:pt x="3642361" y="103848"/>
                  <a:pt x="3644853" y="106619"/>
                </a:cubicBezTo>
                <a:cubicBezTo>
                  <a:pt x="3647347" y="109388"/>
                  <a:pt x="3650354" y="111561"/>
                  <a:pt x="3653876" y="113137"/>
                </a:cubicBezTo>
                <a:cubicBezTo>
                  <a:pt x="3657398" y="114711"/>
                  <a:pt x="3661380" y="115498"/>
                  <a:pt x="3665823" y="115498"/>
                </a:cubicBezTo>
                <a:cubicBezTo>
                  <a:pt x="3670266" y="115498"/>
                  <a:pt x="3674275" y="114711"/>
                  <a:pt x="3677850" y="113137"/>
                </a:cubicBezTo>
                <a:cubicBezTo>
                  <a:pt x="3681426" y="111561"/>
                  <a:pt x="3684460" y="109388"/>
                  <a:pt x="3686952" y="106619"/>
                </a:cubicBezTo>
                <a:cubicBezTo>
                  <a:pt x="3689445" y="103848"/>
                  <a:pt x="3691369" y="100589"/>
                  <a:pt x="3692723" y="96842"/>
                </a:cubicBezTo>
                <a:cubicBezTo>
                  <a:pt x="3694078" y="93094"/>
                  <a:pt x="3694755" y="89101"/>
                  <a:pt x="3694755" y="84865"/>
                </a:cubicBezTo>
                <a:close/>
                <a:moveTo>
                  <a:pt x="3764484" y="56132"/>
                </a:moveTo>
                <a:lnTo>
                  <a:pt x="3743031" y="56132"/>
                </a:lnTo>
                <a:lnTo>
                  <a:pt x="3743031" y="100552"/>
                </a:lnTo>
                <a:cubicBezTo>
                  <a:pt x="3743031" y="103373"/>
                  <a:pt x="3743301" y="105705"/>
                  <a:pt x="3743842" y="107549"/>
                </a:cubicBezTo>
                <a:cubicBezTo>
                  <a:pt x="3744384" y="109393"/>
                  <a:pt x="3745169" y="110830"/>
                  <a:pt x="3746198" y="111862"/>
                </a:cubicBezTo>
                <a:cubicBezTo>
                  <a:pt x="3747228" y="112892"/>
                  <a:pt x="3748447" y="113597"/>
                  <a:pt x="3749856" y="113978"/>
                </a:cubicBezTo>
                <a:cubicBezTo>
                  <a:pt x="3751265" y="114356"/>
                  <a:pt x="3752782" y="114546"/>
                  <a:pt x="3754407" y="114546"/>
                </a:cubicBezTo>
                <a:cubicBezTo>
                  <a:pt x="3755925" y="114546"/>
                  <a:pt x="3757523" y="114325"/>
                  <a:pt x="3759202" y="113883"/>
                </a:cubicBezTo>
                <a:cubicBezTo>
                  <a:pt x="3760882" y="113440"/>
                  <a:pt x="3762480" y="112831"/>
                  <a:pt x="3763998" y="112055"/>
                </a:cubicBezTo>
                <a:lnTo>
                  <a:pt x="3764484" y="121637"/>
                </a:lnTo>
                <a:cubicBezTo>
                  <a:pt x="3762535" y="122395"/>
                  <a:pt x="3760504" y="122964"/>
                  <a:pt x="3758391" y="123343"/>
                </a:cubicBezTo>
                <a:cubicBezTo>
                  <a:pt x="3756277" y="123722"/>
                  <a:pt x="3753974" y="123911"/>
                  <a:pt x="3751481" y="123911"/>
                </a:cubicBezTo>
                <a:cubicBezTo>
                  <a:pt x="3749422" y="123911"/>
                  <a:pt x="3747255" y="123640"/>
                  <a:pt x="3744980" y="123097"/>
                </a:cubicBezTo>
                <a:cubicBezTo>
                  <a:pt x="3742705" y="122557"/>
                  <a:pt x="3740592" y="121528"/>
                  <a:pt x="3738641" y="120012"/>
                </a:cubicBezTo>
                <a:cubicBezTo>
                  <a:pt x="3736691" y="118494"/>
                  <a:pt x="3735093" y="116435"/>
                  <a:pt x="3733847" y="113834"/>
                </a:cubicBezTo>
                <a:cubicBezTo>
                  <a:pt x="3732600" y="111233"/>
                  <a:pt x="3731976" y="107819"/>
                  <a:pt x="3731976" y="103593"/>
                </a:cubicBezTo>
                <a:lnTo>
                  <a:pt x="3731976" y="56132"/>
                </a:lnTo>
                <a:lnTo>
                  <a:pt x="3716210" y="56132"/>
                </a:lnTo>
                <a:lnTo>
                  <a:pt x="3716210" y="46925"/>
                </a:lnTo>
                <a:lnTo>
                  <a:pt x="3731976" y="46925"/>
                </a:lnTo>
                <a:lnTo>
                  <a:pt x="3731976" y="25469"/>
                </a:lnTo>
                <a:lnTo>
                  <a:pt x="3743031" y="25469"/>
                </a:lnTo>
                <a:lnTo>
                  <a:pt x="3743031" y="46925"/>
                </a:lnTo>
                <a:lnTo>
                  <a:pt x="3764484" y="46925"/>
                </a:lnTo>
                <a:lnTo>
                  <a:pt x="3764484" y="56132"/>
                </a:lnTo>
                <a:close/>
                <a:moveTo>
                  <a:pt x="3793418" y="59341"/>
                </a:moveTo>
                <a:cubicBezTo>
                  <a:pt x="3795476" y="54895"/>
                  <a:pt x="3798889" y="51371"/>
                  <a:pt x="3803656" y="48768"/>
                </a:cubicBezTo>
                <a:cubicBezTo>
                  <a:pt x="3808424" y="46164"/>
                  <a:pt x="3813518" y="44862"/>
                  <a:pt x="3818936" y="44862"/>
                </a:cubicBezTo>
                <a:cubicBezTo>
                  <a:pt x="3828579" y="44862"/>
                  <a:pt x="3835812" y="47736"/>
                  <a:pt x="3840633" y="53486"/>
                </a:cubicBezTo>
                <a:cubicBezTo>
                  <a:pt x="3845456" y="59235"/>
                  <a:pt x="3847868" y="66827"/>
                  <a:pt x="3847868" y="76264"/>
                </a:cubicBezTo>
                <a:lnTo>
                  <a:pt x="3847868" y="122958"/>
                </a:lnTo>
                <a:lnTo>
                  <a:pt x="3836816" y="122958"/>
                </a:lnTo>
                <a:lnTo>
                  <a:pt x="3836816" y="80778"/>
                </a:lnTo>
                <a:cubicBezTo>
                  <a:pt x="3836816" y="76760"/>
                  <a:pt x="3836491" y="73123"/>
                  <a:pt x="3835841" y="69867"/>
                </a:cubicBezTo>
                <a:cubicBezTo>
                  <a:pt x="3835192" y="66610"/>
                  <a:pt x="3834080" y="63814"/>
                  <a:pt x="3832508" y="61479"/>
                </a:cubicBezTo>
                <a:cubicBezTo>
                  <a:pt x="3830937" y="59145"/>
                  <a:pt x="3828824" y="57326"/>
                  <a:pt x="3826169" y="56023"/>
                </a:cubicBezTo>
                <a:cubicBezTo>
                  <a:pt x="3823515" y="54720"/>
                  <a:pt x="3820183" y="54068"/>
                  <a:pt x="3816173" y="54068"/>
                </a:cubicBezTo>
                <a:cubicBezTo>
                  <a:pt x="3813248" y="54068"/>
                  <a:pt x="3810404" y="54666"/>
                  <a:pt x="3807639" y="55862"/>
                </a:cubicBezTo>
                <a:cubicBezTo>
                  <a:pt x="3804876" y="57055"/>
                  <a:pt x="3802411" y="58874"/>
                  <a:pt x="3800243" y="61318"/>
                </a:cubicBezTo>
                <a:cubicBezTo>
                  <a:pt x="3798077" y="63760"/>
                  <a:pt x="3796343" y="66854"/>
                  <a:pt x="3795042" y="70599"/>
                </a:cubicBezTo>
                <a:cubicBezTo>
                  <a:pt x="3793742" y="74344"/>
                  <a:pt x="3793093" y="78769"/>
                  <a:pt x="3793093" y="83873"/>
                </a:cubicBezTo>
                <a:lnTo>
                  <a:pt x="3793093" y="122958"/>
                </a:lnTo>
                <a:lnTo>
                  <a:pt x="3782038" y="122958"/>
                </a:lnTo>
                <a:lnTo>
                  <a:pt x="3782038" y="0"/>
                </a:lnTo>
                <a:lnTo>
                  <a:pt x="3793093" y="0"/>
                </a:lnTo>
                <a:lnTo>
                  <a:pt x="3793093" y="59341"/>
                </a:lnTo>
                <a:lnTo>
                  <a:pt x="3793418" y="59341"/>
                </a:lnTo>
                <a:close/>
                <a:moveTo>
                  <a:pt x="3934506" y="79148"/>
                </a:moveTo>
                <a:cubicBezTo>
                  <a:pt x="3934180" y="71936"/>
                  <a:pt x="3931877" y="65953"/>
                  <a:pt x="3927596" y="61199"/>
                </a:cubicBezTo>
                <a:cubicBezTo>
                  <a:pt x="3923317" y="56445"/>
                  <a:pt x="3917222" y="54068"/>
                  <a:pt x="3909312" y="54068"/>
                </a:cubicBezTo>
                <a:cubicBezTo>
                  <a:pt x="3905628" y="54068"/>
                  <a:pt x="3902214" y="54751"/>
                  <a:pt x="3899071" y="56117"/>
                </a:cubicBezTo>
                <a:cubicBezTo>
                  <a:pt x="3895930" y="57483"/>
                  <a:pt x="3893167" y="59340"/>
                  <a:pt x="3890782" y="61690"/>
                </a:cubicBezTo>
                <a:cubicBezTo>
                  <a:pt x="3888398" y="64040"/>
                  <a:pt x="3886501" y="66717"/>
                  <a:pt x="3885093" y="69723"/>
                </a:cubicBezTo>
                <a:cubicBezTo>
                  <a:pt x="3883684" y="72728"/>
                  <a:pt x="3882871" y="75869"/>
                  <a:pt x="3882655" y="79148"/>
                </a:cubicBezTo>
                <a:lnTo>
                  <a:pt x="3934506" y="79148"/>
                </a:lnTo>
                <a:moveTo>
                  <a:pt x="3945721" y="82665"/>
                </a:moveTo>
                <a:cubicBezTo>
                  <a:pt x="3945721" y="83426"/>
                  <a:pt x="3945721" y="84241"/>
                  <a:pt x="3945721" y="85111"/>
                </a:cubicBezTo>
                <a:cubicBezTo>
                  <a:pt x="3945721" y="85979"/>
                  <a:pt x="3945667" y="86901"/>
                  <a:pt x="3945558" y="87878"/>
                </a:cubicBezTo>
                <a:lnTo>
                  <a:pt x="3882491" y="87878"/>
                </a:lnTo>
                <a:cubicBezTo>
                  <a:pt x="3882600" y="91670"/>
                  <a:pt x="3883358" y="95245"/>
                  <a:pt x="3884765" y="98603"/>
                </a:cubicBezTo>
                <a:cubicBezTo>
                  <a:pt x="3886174" y="101959"/>
                  <a:pt x="3888124" y="104884"/>
                  <a:pt x="3890616" y="107375"/>
                </a:cubicBezTo>
                <a:cubicBezTo>
                  <a:pt x="3893110" y="109865"/>
                  <a:pt x="3896035" y="111842"/>
                  <a:pt x="3899394" y="113306"/>
                </a:cubicBezTo>
                <a:cubicBezTo>
                  <a:pt x="3902753" y="114767"/>
                  <a:pt x="3906384" y="115498"/>
                  <a:pt x="3910287" y="115498"/>
                </a:cubicBezTo>
                <a:cubicBezTo>
                  <a:pt x="3916029" y="115498"/>
                  <a:pt x="3920986" y="114171"/>
                  <a:pt x="3925158" y="111517"/>
                </a:cubicBezTo>
                <a:cubicBezTo>
                  <a:pt x="3929330" y="108862"/>
                  <a:pt x="3932499" y="105800"/>
                  <a:pt x="3934667" y="102333"/>
                </a:cubicBezTo>
                <a:lnTo>
                  <a:pt x="3942956" y="108834"/>
                </a:lnTo>
                <a:cubicBezTo>
                  <a:pt x="3938405" y="114568"/>
                  <a:pt x="3933394" y="118674"/>
                  <a:pt x="3927921" y="121150"/>
                </a:cubicBezTo>
                <a:cubicBezTo>
                  <a:pt x="3922450" y="123626"/>
                  <a:pt x="3916571" y="124863"/>
                  <a:pt x="3910287" y="124863"/>
                </a:cubicBezTo>
                <a:cubicBezTo>
                  <a:pt x="3904652" y="124863"/>
                  <a:pt x="3899423" y="123860"/>
                  <a:pt x="3894599" y="121855"/>
                </a:cubicBezTo>
                <a:cubicBezTo>
                  <a:pt x="3889778" y="119849"/>
                  <a:pt x="3885633" y="117058"/>
                  <a:pt x="3882166" y="113482"/>
                </a:cubicBezTo>
                <a:cubicBezTo>
                  <a:pt x="3878699" y="109904"/>
                  <a:pt x="3875962" y="105676"/>
                  <a:pt x="3873957" y="100798"/>
                </a:cubicBezTo>
                <a:cubicBezTo>
                  <a:pt x="3871953" y="95920"/>
                  <a:pt x="3870951" y="90608"/>
                  <a:pt x="3870951" y="84863"/>
                </a:cubicBezTo>
                <a:cubicBezTo>
                  <a:pt x="3870951" y="79117"/>
                  <a:pt x="3871925" y="73805"/>
                  <a:pt x="3873875" y="68927"/>
                </a:cubicBezTo>
                <a:cubicBezTo>
                  <a:pt x="3875826" y="64050"/>
                  <a:pt x="3878535" y="59822"/>
                  <a:pt x="3882002" y="56246"/>
                </a:cubicBezTo>
                <a:cubicBezTo>
                  <a:pt x="3885471" y="52668"/>
                  <a:pt x="3889536" y="49876"/>
                  <a:pt x="3894195" y="47870"/>
                </a:cubicBezTo>
                <a:cubicBezTo>
                  <a:pt x="3898855" y="45865"/>
                  <a:pt x="3903893" y="44862"/>
                  <a:pt x="3909312" y="44862"/>
                </a:cubicBezTo>
                <a:cubicBezTo>
                  <a:pt x="3915271" y="44862"/>
                  <a:pt x="3920526" y="45867"/>
                  <a:pt x="3925076" y="47878"/>
                </a:cubicBezTo>
                <a:cubicBezTo>
                  <a:pt x="3929628" y="49887"/>
                  <a:pt x="3933421" y="52603"/>
                  <a:pt x="3936455" y="56025"/>
                </a:cubicBezTo>
                <a:cubicBezTo>
                  <a:pt x="3939489" y="59446"/>
                  <a:pt x="3941792" y="63438"/>
                  <a:pt x="3943363" y="68000"/>
                </a:cubicBezTo>
                <a:cubicBezTo>
                  <a:pt x="3944935" y="72562"/>
                  <a:pt x="3945721" y="77450"/>
                  <a:pt x="3945721" y="82665"/>
                </a:cubicBezTo>
                <a:close/>
                <a:moveTo>
                  <a:pt x="3969451" y="63573"/>
                </a:moveTo>
                <a:cubicBezTo>
                  <a:pt x="3969451" y="61511"/>
                  <a:pt x="3969396" y="58854"/>
                  <a:pt x="3969287" y="55604"/>
                </a:cubicBezTo>
                <a:cubicBezTo>
                  <a:pt x="3969180" y="52353"/>
                  <a:pt x="3969017" y="49427"/>
                  <a:pt x="3968801" y="46826"/>
                </a:cubicBezTo>
                <a:lnTo>
                  <a:pt x="3979367" y="46826"/>
                </a:lnTo>
                <a:cubicBezTo>
                  <a:pt x="3979583" y="48885"/>
                  <a:pt x="3979745" y="51161"/>
                  <a:pt x="3979853" y="53654"/>
                </a:cubicBezTo>
                <a:cubicBezTo>
                  <a:pt x="3979962" y="56146"/>
                  <a:pt x="3980016" y="58205"/>
                  <a:pt x="3980016" y="59830"/>
                </a:cubicBezTo>
                <a:lnTo>
                  <a:pt x="3980341" y="59830"/>
                </a:lnTo>
                <a:cubicBezTo>
                  <a:pt x="3982509" y="55382"/>
                  <a:pt x="3985760" y="51776"/>
                  <a:pt x="3990093" y="49011"/>
                </a:cubicBezTo>
                <a:cubicBezTo>
                  <a:pt x="3994429" y="46245"/>
                  <a:pt x="3999306" y="44862"/>
                  <a:pt x="4004724" y="44862"/>
                </a:cubicBezTo>
                <a:cubicBezTo>
                  <a:pt x="4006133" y="44862"/>
                  <a:pt x="4007406" y="44926"/>
                  <a:pt x="4008544" y="45053"/>
                </a:cubicBezTo>
                <a:cubicBezTo>
                  <a:pt x="4009681" y="45180"/>
                  <a:pt x="4010846" y="45434"/>
                  <a:pt x="4012038" y="45814"/>
                </a:cubicBezTo>
                <a:lnTo>
                  <a:pt x="4010575" y="56157"/>
                </a:lnTo>
                <a:cubicBezTo>
                  <a:pt x="4009925" y="55940"/>
                  <a:pt x="4008841" y="55724"/>
                  <a:pt x="4007323" y="55507"/>
                </a:cubicBezTo>
                <a:cubicBezTo>
                  <a:pt x="4005807" y="55289"/>
                  <a:pt x="4004290" y="55180"/>
                  <a:pt x="4002772" y="55180"/>
                </a:cubicBezTo>
                <a:cubicBezTo>
                  <a:pt x="3999847" y="55180"/>
                  <a:pt x="3997030" y="55722"/>
                  <a:pt x="3994320" y="56807"/>
                </a:cubicBezTo>
                <a:cubicBezTo>
                  <a:pt x="3991611" y="57890"/>
                  <a:pt x="3989254" y="59596"/>
                  <a:pt x="3987249" y="61926"/>
                </a:cubicBezTo>
                <a:cubicBezTo>
                  <a:pt x="3985245" y="64255"/>
                  <a:pt x="3983619" y="67236"/>
                  <a:pt x="3982373" y="70867"/>
                </a:cubicBezTo>
                <a:cubicBezTo>
                  <a:pt x="3981127" y="74496"/>
                  <a:pt x="3980505" y="78857"/>
                  <a:pt x="3980505" y="83950"/>
                </a:cubicBezTo>
                <a:lnTo>
                  <a:pt x="3980505" y="122958"/>
                </a:lnTo>
                <a:lnTo>
                  <a:pt x="3969451" y="122958"/>
                </a:lnTo>
                <a:lnTo>
                  <a:pt x="3969451" y="63573"/>
                </a:lnTo>
                <a:close/>
                <a:moveTo>
                  <a:pt x="4079656" y="161917"/>
                </a:moveTo>
                <a:lnTo>
                  <a:pt x="4068602" y="161917"/>
                </a:lnTo>
                <a:lnTo>
                  <a:pt x="4068602" y="46816"/>
                </a:lnTo>
                <a:lnTo>
                  <a:pt x="4079656" y="46816"/>
                </a:lnTo>
                <a:lnTo>
                  <a:pt x="4079656" y="59984"/>
                </a:lnTo>
                <a:lnTo>
                  <a:pt x="4080142" y="59984"/>
                </a:lnTo>
                <a:cubicBezTo>
                  <a:pt x="4083285" y="54997"/>
                  <a:pt x="4087484" y="51230"/>
                  <a:pt x="4092739" y="48684"/>
                </a:cubicBezTo>
                <a:cubicBezTo>
                  <a:pt x="4097995" y="46136"/>
                  <a:pt x="4103332" y="44862"/>
                  <a:pt x="4108749" y="44862"/>
                </a:cubicBezTo>
                <a:cubicBezTo>
                  <a:pt x="4114709" y="44862"/>
                  <a:pt x="4120101" y="45892"/>
                  <a:pt x="4124922" y="47952"/>
                </a:cubicBezTo>
                <a:cubicBezTo>
                  <a:pt x="4129744" y="50011"/>
                  <a:pt x="4133861" y="52829"/>
                  <a:pt x="4137273" y="56407"/>
                </a:cubicBezTo>
                <a:cubicBezTo>
                  <a:pt x="4140688" y="59984"/>
                  <a:pt x="4143343" y="64212"/>
                  <a:pt x="4145240" y="69091"/>
                </a:cubicBezTo>
                <a:cubicBezTo>
                  <a:pt x="4147136" y="73969"/>
                  <a:pt x="4148085" y="79226"/>
                  <a:pt x="4148085" y="84863"/>
                </a:cubicBezTo>
                <a:cubicBezTo>
                  <a:pt x="4148085" y="90499"/>
                  <a:pt x="4147136" y="95757"/>
                  <a:pt x="4145240" y="100637"/>
                </a:cubicBezTo>
                <a:cubicBezTo>
                  <a:pt x="4143343" y="105514"/>
                  <a:pt x="4140688" y="109742"/>
                  <a:pt x="4137273" y="113320"/>
                </a:cubicBezTo>
                <a:cubicBezTo>
                  <a:pt x="4133861" y="116897"/>
                  <a:pt x="4129744" y="119715"/>
                  <a:pt x="4124922" y="121775"/>
                </a:cubicBezTo>
                <a:cubicBezTo>
                  <a:pt x="4120101" y="123834"/>
                  <a:pt x="4114709" y="124863"/>
                  <a:pt x="4108749" y="124863"/>
                </a:cubicBezTo>
                <a:cubicBezTo>
                  <a:pt x="4103332" y="124863"/>
                  <a:pt x="4097995" y="123590"/>
                  <a:pt x="4092739" y="121044"/>
                </a:cubicBezTo>
                <a:cubicBezTo>
                  <a:pt x="4087484" y="118496"/>
                  <a:pt x="4083285" y="114837"/>
                  <a:pt x="4080142" y="110066"/>
                </a:cubicBezTo>
                <a:lnTo>
                  <a:pt x="4079656" y="110066"/>
                </a:lnTo>
                <a:lnTo>
                  <a:pt x="4079656" y="161917"/>
                </a:lnTo>
                <a:moveTo>
                  <a:pt x="4136383" y="84865"/>
                </a:moveTo>
                <a:cubicBezTo>
                  <a:pt x="4136383" y="80629"/>
                  <a:pt x="4135732" y="76637"/>
                  <a:pt x="4134431" y="72891"/>
                </a:cubicBezTo>
                <a:cubicBezTo>
                  <a:pt x="4133132" y="69142"/>
                  <a:pt x="4131262" y="65883"/>
                  <a:pt x="4128823" y="63114"/>
                </a:cubicBezTo>
                <a:cubicBezTo>
                  <a:pt x="4126386" y="60342"/>
                  <a:pt x="4123379" y="58143"/>
                  <a:pt x="4119803" y="56514"/>
                </a:cubicBezTo>
                <a:cubicBezTo>
                  <a:pt x="4116226" y="54884"/>
                  <a:pt x="4112163" y="54068"/>
                  <a:pt x="4107613" y="54068"/>
                </a:cubicBezTo>
                <a:cubicBezTo>
                  <a:pt x="4103386" y="54068"/>
                  <a:pt x="4099485" y="54856"/>
                  <a:pt x="4095909" y="56432"/>
                </a:cubicBezTo>
                <a:cubicBezTo>
                  <a:pt x="4092334" y="58006"/>
                  <a:pt x="4089246" y="60179"/>
                  <a:pt x="4086645" y="62950"/>
                </a:cubicBezTo>
                <a:cubicBezTo>
                  <a:pt x="4084044" y="65720"/>
                  <a:pt x="4082012" y="68979"/>
                  <a:pt x="4080549" y="72727"/>
                </a:cubicBezTo>
                <a:cubicBezTo>
                  <a:pt x="4079085" y="76474"/>
                  <a:pt x="4078354" y="80520"/>
                  <a:pt x="4078354" y="84865"/>
                </a:cubicBezTo>
                <a:cubicBezTo>
                  <a:pt x="4078354" y="89210"/>
                  <a:pt x="4079085" y="93257"/>
                  <a:pt x="4080549" y="97006"/>
                </a:cubicBezTo>
                <a:cubicBezTo>
                  <a:pt x="4082012" y="100752"/>
                  <a:pt x="4084044" y="103984"/>
                  <a:pt x="4086645" y="106701"/>
                </a:cubicBezTo>
                <a:cubicBezTo>
                  <a:pt x="4089246" y="109416"/>
                  <a:pt x="4092334" y="111561"/>
                  <a:pt x="4095909" y="113137"/>
                </a:cubicBezTo>
                <a:cubicBezTo>
                  <a:pt x="4099485" y="114711"/>
                  <a:pt x="4103386" y="115498"/>
                  <a:pt x="4107613" y="115498"/>
                </a:cubicBezTo>
                <a:cubicBezTo>
                  <a:pt x="4112163" y="115498"/>
                  <a:pt x="4116226" y="114711"/>
                  <a:pt x="4119803" y="113137"/>
                </a:cubicBezTo>
                <a:cubicBezTo>
                  <a:pt x="4123379" y="111561"/>
                  <a:pt x="4126386" y="109388"/>
                  <a:pt x="4128823" y="106619"/>
                </a:cubicBezTo>
                <a:cubicBezTo>
                  <a:pt x="4131262" y="103848"/>
                  <a:pt x="4133132" y="100589"/>
                  <a:pt x="4134431" y="96842"/>
                </a:cubicBezTo>
                <a:cubicBezTo>
                  <a:pt x="4135732" y="93094"/>
                  <a:pt x="4136383" y="89101"/>
                  <a:pt x="4136383" y="84865"/>
                </a:cubicBezTo>
                <a:close/>
                <a:moveTo>
                  <a:pt x="4229846" y="79148"/>
                </a:moveTo>
                <a:cubicBezTo>
                  <a:pt x="4229520" y="71936"/>
                  <a:pt x="4227217" y="65953"/>
                  <a:pt x="4222936" y="61199"/>
                </a:cubicBezTo>
                <a:cubicBezTo>
                  <a:pt x="4218657" y="56445"/>
                  <a:pt x="4212562" y="54068"/>
                  <a:pt x="4204652" y="54068"/>
                </a:cubicBezTo>
                <a:cubicBezTo>
                  <a:pt x="4200968" y="54068"/>
                  <a:pt x="4197554" y="54751"/>
                  <a:pt x="4194411" y="56117"/>
                </a:cubicBezTo>
                <a:cubicBezTo>
                  <a:pt x="4191269" y="57483"/>
                  <a:pt x="4188506" y="59340"/>
                  <a:pt x="4186122" y="61690"/>
                </a:cubicBezTo>
                <a:cubicBezTo>
                  <a:pt x="4183738" y="64040"/>
                  <a:pt x="4181841" y="66717"/>
                  <a:pt x="4180432" y="69723"/>
                </a:cubicBezTo>
                <a:cubicBezTo>
                  <a:pt x="4179024" y="72728"/>
                  <a:pt x="4178211" y="75869"/>
                  <a:pt x="4177994" y="79148"/>
                </a:cubicBezTo>
                <a:lnTo>
                  <a:pt x="4229846" y="79148"/>
                </a:lnTo>
                <a:moveTo>
                  <a:pt x="4241061" y="82665"/>
                </a:moveTo>
                <a:cubicBezTo>
                  <a:pt x="4241061" y="83426"/>
                  <a:pt x="4241061" y="84241"/>
                  <a:pt x="4241061" y="85111"/>
                </a:cubicBezTo>
                <a:cubicBezTo>
                  <a:pt x="4241061" y="85979"/>
                  <a:pt x="4241006" y="86901"/>
                  <a:pt x="4240897" y="87878"/>
                </a:cubicBezTo>
                <a:lnTo>
                  <a:pt x="4177831" y="87878"/>
                </a:lnTo>
                <a:cubicBezTo>
                  <a:pt x="4177940" y="91670"/>
                  <a:pt x="4178698" y="95245"/>
                  <a:pt x="4180105" y="98603"/>
                </a:cubicBezTo>
                <a:cubicBezTo>
                  <a:pt x="4181514" y="101959"/>
                  <a:pt x="4183464" y="104884"/>
                  <a:pt x="4185956" y="107375"/>
                </a:cubicBezTo>
                <a:cubicBezTo>
                  <a:pt x="4188449" y="109865"/>
                  <a:pt x="4191375" y="111842"/>
                  <a:pt x="4194733" y="113306"/>
                </a:cubicBezTo>
                <a:cubicBezTo>
                  <a:pt x="4198093" y="114767"/>
                  <a:pt x="4201724" y="115498"/>
                  <a:pt x="4205626" y="115498"/>
                </a:cubicBezTo>
                <a:cubicBezTo>
                  <a:pt x="4211369" y="115498"/>
                  <a:pt x="4216326" y="114171"/>
                  <a:pt x="4220498" y="111517"/>
                </a:cubicBezTo>
                <a:cubicBezTo>
                  <a:pt x="4224669" y="108862"/>
                  <a:pt x="4227839" y="105800"/>
                  <a:pt x="4230007" y="102333"/>
                </a:cubicBezTo>
                <a:lnTo>
                  <a:pt x="4238296" y="108834"/>
                </a:lnTo>
                <a:cubicBezTo>
                  <a:pt x="4233745" y="114568"/>
                  <a:pt x="4228734" y="118674"/>
                  <a:pt x="4223261" y="121150"/>
                </a:cubicBezTo>
                <a:cubicBezTo>
                  <a:pt x="4217789" y="123626"/>
                  <a:pt x="4211911" y="124863"/>
                  <a:pt x="4205626" y="124863"/>
                </a:cubicBezTo>
                <a:cubicBezTo>
                  <a:pt x="4199991" y="124863"/>
                  <a:pt x="4194762" y="123860"/>
                  <a:pt x="4189939" y="121855"/>
                </a:cubicBezTo>
                <a:cubicBezTo>
                  <a:pt x="4185118" y="119849"/>
                  <a:pt x="4180973" y="117058"/>
                  <a:pt x="4177506" y="113482"/>
                </a:cubicBezTo>
                <a:cubicBezTo>
                  <a:pt x="4174039" y="109904"/>
                  <a:pt x="4171302" y="105676"/>
                  <a:pt x="4169296" y="100798"/>
                </a:cubicBezTo>
                <a:cubicBezTo>
                  <a:pt x="4167292" y="95920"/>
                  <a:pt x="4166290" y="90608"/>
                  <a:pt x="4166290" y="84863"/>
                </a:cubicBezTo>
                <a:cubicBezTo>
                  <a:pt x="4166290" y="79117"/>
                  <a:pt x="4167265" y="73805"/>
                  <a:pt x="4169215" y="68927"/>
                </a:cubicBezTo>
                <a:cubicBezTo>
                  <a:pt x="4171166" y="64050"/>
                  <a:pt x="4173875" y="59822"/>
                  <a:pt x="4177342" y="56246"/>
                </a:cubicBezTo>
                <a:cubicBezTo>
                  <a:pt x="4180811" y="52668"/>
                  <a:pt x="4184875" y="49876"/>
                  <a:pt x="4189535" y="47870"/>
                </a:cubicBezTo>
                <a:cubicBezTo>
                  <a:pt x="4194194" y="45865"/>
                  <a:pt x="4199233" y="44862"/>
                  <a:pt x="4204652" y="44862"/>
                </a:cubicBezTo>
                <a:cubicBezTo>
                  <a:pt x="4210611" y="44862"/>
                  <a:pt x="4215865" y="45867"/>
                  <a:pt x="4220416" y="47878"/>
                </a:cubicBezTo>
                <a:cubicBezTo>
                  <a:pt x="4224968" y="49887"/>
                  <a:pt x="4228761" y="52603"/>
                  <a:pt x="4231795" y="56025"/>
                </a:cubicBezTo>
                <a:cubicBezTo>
                  <a:pt x="4234829" y="59446"/>
                  <a:pt x="4237132" y="63438"/>
                  <a:pt x="4238702" y="68000"/>
                </a:cubicBezTo>
                <a:cubicBezTo>
                  <a:pt x="4240275" y="72562"/>
                  <a:pt x="4241061" y="77450"/>
                  <a:pt x="4241061" y="82665"/>
                </a:cubicBezTo>
                <a:close/>
                <a:moveTo>
                  <a:pt x="4311765" y="73841"/>
                </a:moveTo>
                <a:cubicBezTo>
                  <a:pt x="4311765" y="67195"/>
                  <a:pt x="4310032" y="62239"/>
                  <a:pt x="4306564" y="58972"/>
                </a:cubicBezTo>
                <a:cubicBezTo>
                  <a:pt x="4303097" y="55703"/>
                  <a:pt x="4298058" y="54068"/>
                  <a:pt x="4291447" y="54068"/>
                </a:cubicBezTo>
                <a:cubicBezTo>
                  <a:pt x="4286897" y="54068"/>
                  <a:pt x="4282671" y="54881"/>
                  <a:pt x="4278769" y="56506"/>
                </a:cubicBezTo>
                <a:cubicBezTo>
                  <a:pt x="4274868" y="58132"/>
                  <a:pt x="4271564" y="60299"/>
                  <a:pt x="4268855" y="63010"/>
                </a:cubicBezTo>
                <a:lnTo>
                  <a:pt x="4262677" y="55695"/>
                </a:lnTo>
                <a:cubicBezTo>
                  <a:pt x="4265820" y="52565"/>
                  <a:pt x="4269966" y="49978"/>
                  <a:pt x="4275113" y="47932"/>
                </a:cubicBezTo>
                <a:cubicBezTo>
                  <a:pt x="4280260" y="45885"/>
                  <a:pt x="4286084" y="44862"/>
                  <a:pt x="4292586" y="44862"/>
                </a:cubicBezTo>
                <a:cubicBezTo>
                  <a:pt x="4296705" y="44862"/>
                  <a:pt x="4300551" y="45431"/>
                  <a:pt x="4304126" y="46571"/>
                </a:cubicBezTo>
                <a:cubicBezTo>
                  <a:pt x="4307703" y="47710"/>
                  <a:pt x="4310845" y="49419"/>
                  <a:pt x="4313553" y="51697"/>
                </a:cubicBezTo>
                <a:cubicBezTo>
                  <a:pt x="4316263" y="53974"/>
                  <a:pt x="4318377" y="56848"/>
                  <a:pt x="4319893" y="60318"/>
                </a:cubicBezTo>
                <a:cubicBezTo>
                  <a:pt x="4321411" y="63789"/>
                  <a:pt x="4322170" y="67857"/>
                  <a:pt x="4322170" y="72521"/>
                </a:cubicBezTo>
                <a:lnTo>
                  <a:pt x="4322170" y="105875"/>
                </a:lnTo>
                <a:cubicBezTo>
                  <a:pt x="4322170" y="108803"/>
                  <a:pt x="4322278" y="111841"/>
                  <a:pt x="4322495" y="114987"/>
                </a:cubicBezTo>
                <a:cubicBezTo>
                  <a:pt x="4322711" y="118132"/>
                  <a:pt x="4323036" y="120789"/>
                  <a:pt x="4323469" y="122958"/>
                </a:cubicBezTo>
                <a:lnTo>
                  <a:pt x="4313556" y="122958"/>
                </a:lnTo>
                <a:cubicBezTo>
                  <a:pt x="4313230" y="121108"/>
                  <a:pt x="4312959" y="119095"/>
                  <a:pt x="4312742" y="116919"/>
                </a:cubicBezTo>
                <a:cubicBezTo>
                  <a:pt x="4312526" y="114743"/>
                  <a:pt x="4312418" y="112622"/>
                  <a:pt x="4312418" y="110555"/>
                </a:cubicBezTo>
                <a:lnTo>
                  <a:pt x="4312090" y="110555"/>
                </a:lnTo>
                <a:cubicBezTo>
                  <a:pt x="4308623" y="115649"/>
                  <a:pt x="4304694" y="119308"/>
                  <a:pt x="4300304" y="121530"/>
                </a:cubicBezTo>
                <a:cubicBezTo>
                  <a:pt x="4295916" y="123752"/>
                  <a:pt x="4290634" y="124863"/>
                  <a:pt x="4284458" y="124863"/>
                </a:cubicBezTo>
                <a:cubicBezTo>
                  <a:pt x="4281532" y="124863"/>
                  <a:pt x="4278524" y="124457"/>
                  <a:pt x="4275435" y="123645"/>
                </a:cubicBezTo>
                <a:cubicBezTo>
                  <a:pt x="4272348" y="122834"/>
                  <a:pt x="4269532" y="121508"/>
                  <a:pt x="4266985" y="119667"/>
                </a:cubicBezTo>
                <a:cubicBezTo>
                  <a:pt x="4264439" y="117825"/>
                  <a:pt x="4262326" y="115443"/>
                  <a:pt x="4260646" y="112519"/>
                </a:cubicBezTo>
                <a:cubicBezTo>
                  <a:pt x="4258966" y="109594"/>
                  <a:pt x="4258126" y="106020"/>
                  <a:pt x="4258126" y="101795"/>
                </a:cubicBezTo>
                <a:cubicBezTo>
                  <a:pt x="4258126" y="95947"/>
                  <a:pt x="4259616" y="91317"/>
                  <a:pt x="4262595" y="87906"/>
                </a:cubicBezTo>
                <a:cubicBezTo>
                  <a:pt x="4265575" y="84495"/>
                  <a:pt x="4269557" y="81950"/>
                  <a:pt x="4274542" y="80272"/>
                </a:cubicBezTo>
                <a:cubicBezTo>
                  <a:pt x="4279528" y="78592"/>
                  <a:pt x="4285244" y="77509"/>
                  <a:pt x="4291690" y="77023"/>
                </a:cubicBezTo>
                <a:cubicBezTo>
                  <a:pt x="4298139" y="76535"/>
                  <a:pt x="4304831" y="76291"/>
                  <a:pt x="4311765" y="76291"/>
                </a:cubicBezTo>
                <a:lnTo>
                  <a:pt x="4311765" y="73841"/>
                </a:lnTo>
                <a:moveTo>
                  <a:pt x="4308514" y="85021"/>
                </a:moveTo>
                <a:cubicBezTo>
                  <a:pt x="4303963" y="85021"/>
                  <a:pt x="4299385" y="85211"/>
                  <a:pt x="4294778" y="85589"/>
                </a:cubicBezTo>
                <a:cubicBezTo>
                  <a:pt x="4290173" y="85966"/>
                  <a:pt x="4286002" y="86723"/>
                  <a:pt x="4282263" y="87859"/>
                </a:cubicBezTo>
                <a:cubicBezTo>
                  <a:pt x="4278526" y="88993"/>
                  <a:pt x="4275466" y="90641"/>
                  <a:pt x="4273082" y="92802"/>
                </a:cubicBezTo>
                <a:cubicBezTo>
                  <a:pt x="4270697" y="94963"/>
                  <a:pt x="4269505" y="97826"/>
                  <a:pt x="4269505" y="101391"/>
                </a:cubicBezTo>
                <a:cubicBezTo>
                  <a:pt x="4269505" y="104092"/>
                  <a:pt x="4270019" y="106362"/>
                  <a:pt x="4271048" y="108199"/>
                </a:cubicBezTo>
                <a:cubicBezTo>
                  <a:pt x="4272078" y="110036"/>
                  <a:pt x="4273459" y="111521"/>
                  <a:pt x="4275192" y="112656"/>
                </a:cubicBezTo>
                <a:cubicBezTo>
                  <a:pt x="4276927" y="113790"/>
                  <a:pt x="4278850" y="114600"/>
                  <a:pt x="4280964" y="115086"/>
                </a:cubicBezTo>
                <a:cubicBezTo>
                  <a:pt x="4283077" y="115572"/>
                  <a:pt x="4285217" y="115815"/>
                  <a:pt x="4287385" y="115815"/>
                </a:cubicBezTo>
                <a:cubicBezTo>
                  <a:pt x="4291285" y="115815"/>
                  <a:pt x="4294753" y="115140"/>
                  <a:pt x="4297787" y="113789"/>
                </a:cubicBezTo>
                <a:cubicBezTo>
                  <a:pt x="4300821" y="112438"/>
                  <a:pt x="4303367" y="110601"/>
                  <a:pt x="4305426" y="108278"/>
                </a:cubicBezTo>
                <a:cubicBezTo>
                  <a:pt x="4307484" y="105955"/>
                  <a:pt x="4309055" y="103281"/>
                  <a:pt x="4310138" y="100257"/>
                </a:cubicBezTo>
                <a:cubicBezTo>
                  <a:pt x="4311223" y="97231"/>
                  <a:pt x="4311765" y="94043"/>
                  <a:pt x="4311765" y="90694"/>
                </a:cubicBezTo>
                <a:lnTo>
                  <a:pt x="4311765" y="85021"/>
                </a:lnTo>
                <a:lnTo>
                  <a:pt x="4308514" y="85021"/>
                </a:lnTo>
                <a:close/>
                <a:moveTo>
                  <a:pt x="4360529" y="46826"/>
                </a:moveTo>
                <a:cubicBezTo>
                  <a:pt x="4360746" y="48885"/>
                  <a:pt x="4360908" y="51161"/>
                  <a:pt x="4361015" y="53654"/>
                </a:cubicBezTo>
                <a:cubicBezTo>
                  <a:pt x="4361124" y="56146"/>
                  <a:pt x="4361179" y="58205"/>
                  <a:pt x="4361179" y="59830"/>
                </a:cubicBezTo>
                <a:lnTo>
                  <a:pt x="4361504" y="59830"/>
                </a:lnTo>
                <a:cubicBezTo>
                  <a:pt x="4363671" y="55382"/>
                  <a:pt x="4367193" y="51776"/>
                  <a:pt x="4372069" y="49011"/>
                </a:cubicBezTo>
                <a:cubicBezTo>
                  <a:pt x="4376945" y="46245"/>
                  <a:pt x="4382093" y="44862"/>
                  <a:pt x="4387511" y="44862"/>
                </a:cubicBezTo>
                <a:cubicBezTo>
                  <a:pt x="4397154" y="44862"/>
                  <a:pt x="4404386" y="47736"/>
                  <a:pt x="4409208" y="53486"/>
                </a:cubicBezTo>
                <a:cubicBezTo>
                  <a:pt x="4414031" y="59235"/>
                  <a:pt x="4416443" y="66827"/>
                  <a:pt x="4416443" y="76264"/>
                </a:cubicBezTo>
                <a:lnTo>
                  <a:pt x="4416443" y="122958"/>
                </a:lnTo>
                <a:lnTo>
                  <a:pt x="4405391" y="122958"/>
                </a:lnTo>
                <a:lnTo>
                  <a:pt x="4405391" y="80778"/>
                </a:lnTo>
                <a:cubicBezTo>
                  <a:pt x="4405391" y="76760"/>
                  <a:pt x="4405066" y="73123"/>
                  <a:pt x="4404416" y="69867"/>
                </a:cubicBezTo>
                <a:cubicBezTo>
                  <a:pt x="4403766" y="66610"/>
                  <a:pt x="4402655" y="63814"/>
                  <a:pt x="4401083" y="61479"/>
                </a:cubicBezTo>
                <a:cubicBezTo>
                  <a:pt x="4399512" y="59145"/>
                  <a:pt x="4397399" y="57326"/>
                  <a:pt x="4394743" y="56023"/>
                </a:cubicBezTo>
                <a:cubicBezTo>
                  <a:pt x="4392090" y="54720"/>
                  <a:pt x="4388758" y="54068"/>
                  <a:pt x="4384748" y="54068"/>
                </a:cubicBezTo>
                <a:cubicBezTo>
                  <a:pt x="4381823" y="54068"/>
                  <a:pt x="4378978" y="54666"/>
                  <a:pt x="4376214" y="55862"/>
                </a:cubicBezTo>
                <a:cubicBezTo>
                  <a:pt x="4373451" y="57055"/>
                  <a:pt x="4370986" y="58874"/>
                  <a:pt x="4368818" y="61318"/>
                </a:cubicBezTo>
                <a:cubicBezTo>
                  <a:pt x="4366652" y="63760"/>
                  <a:pt x="4364918" y="66854"/>
                  <a:pt x="4363617" y="70599"/>
                </a:cubicBezTo>
                <a:cubicBezTo>
                  <a:pt x="4362317" y="74344"/>
                  <a:pt x="4361667" y="78769"/>
                  <a:pt x="4361667" y="83873"/>
                </a:cubicBezTo>
                <a:lnTo>
                  <a:pt x="4361667" y="122958"/>
                </a:lnTo>
                <a:lnTo>
                  <a:pt x="4350613" y="122958"/>
                </a:lnTo>
                <a:lnTo>
                  <a:pt x="4350613" y="63573"/>
                </a:lnTo>
                <a:cubicBezTo>
                  <a:pt x="4350613" y="61511"/>
                  <a:pt x="4350559" y="58854"/>
                  <a:pt x="4350449" y="55604"/>
                </a:cubicBezTo>
                <a:cubicBezTo>
                  <a:pt x="4350342" y="52353"/>
                  <a:pt x="4350180" y="49427"/>
                  <a:pt x="4349963" y="46826"/>
                </a:cubicBezTo>
                <a:lnTo>
                  <a:pt x="4360529" y="46826"/>
                </a:lnTo>
                <a:close/>
                <a:moveTo>
                  <a:pt x="4500314" y="122958"/>
                </a:moveTo>
                <a:cubicBezTo>
                  <a:pt x="4500097" y="120900"/>
                  <a:pt x="4499934" y="118625"/>
                  <a:pt x="4499825" y="116133"/>
                </a:cubicBezTo>
                <a:cubicBezTo>
                  <a:pt x="4499718" y="113640"/>
                  <a:pt x="4499664" y="111580"/>
                  <a:pt x="4499664" y="109955"/>
                </a:cubicBezTo>
                <a:lnTo>
                  <a:pt x="4499339" y="109955"/>
                </a:lnTo>
                <a:cubicBezTo>
                  <a:pt x="4497171" y="114398"/>
                  <a:pt x="4493649" y="117993"/>
                  <a:pt x="4488773" y="120741"/>
                </a:cubicBezTo>
                <a:cubicBezTo>
                  <a:pt x="4483897" y="123489"/>
                  <a:pt x="4478750" y="124863"/>
                  <a:pt x="4473332" y="124863"/>
                </a:cubicBezTo>
                <a:cubicBezTo>
                  <a:pt x="4463689" y="124863"/>
                  <a:pt x="4456455" y="122002"/>
                  <a:pt x="4451632" y="116279"/>
                </a:cubicBezTo>
                <a:cubicBezTo>
                  <a:pt x="4446811" y="110555"/>
                  <a:pt x="4444400" y="102979"/>
                  <a:pt x="4444400" y="93551"/>
                </a:cubicBezTo>
                <a:lnTo>
                  <a:pt x="4444400" y="46901"/>
                </a:lnTo>
                <a:lnTo>
                  <a:pt x="4455454" y="46901"/>
                </a:lnTo>
                <a:lnTo>
                  <a:pt x="4455454" y="89000"/>
                </a:lnTo>
                <a:cubicBezTo>
                  <a:pt x="4455454" y="93009"/>
                  <a:pt x="4455779" y="96639"/>
                  <a:pt x="4456429" y="99890"/>
                </a:cubicBezTo>
                <a:cubicBezTo>
                  <a:pt x="4457079" y="103141"/>
                  <a:pt x="4458189" y="105931"/>
                  <a:pt x="4459760" y="108261"/>
                </a:cubicBezTo>
                <a:cubicBezTo>
                  <a:pt x="4461332" y="110591"/>
                  <a:pt x="4463446" y="112406"/>
                  <a:pt x="4466099" y="113707"/>
                </a:cubicBezTo>
                <a:cubicBezTo>
                  <a:pt x="4468755" y="115007"/>
                  <a:pt x="4472087" y="115657"/>
                  <a:pt x="4476097" y="115657"/>
                </a:cubicBezTo>
                <a:cubicBezTo>
                  <a:pt x="4479022" y="115657"/>
                  <a:pt x="4481866" y="115061"/>
                  <a:pt x="4484629" y="113869"/>
                </a:cubicBezTo>
                <a:cubicBezTo>
                  <a:pt x="4487394" y="112676"/>
                  <a:pt x="4489859" y="110862"/>
                  <a:pt x="4492025" y="108424"/>
                </a:cubicBezTo>
                <a:cubicBezTo>
                  <a:pt x="4494193" y="105986"/>
                  <a:pt x="4495926" y="102897"/>
                  <a:pt x="4497226" y="99158"/>
                </a:cubicBezTo>
                <a:cubicBezTo>
                  <a:pt x="4498527" y="95420"/>
                  <a:pt x="4499178" y="91004"/>
                  <a:pt x="4499178" y="85912"/>
                </a:cubicBezTo>
                <a:lnTo>
                  <a:pt x="4499178" y="46901"/>
                </a:lnTo>
                <a:lnTo>
                  <a:pt x="4510230" y="46901"/>
                </a:lnTo>
                <a:lnTo>
                  <a:pt x="4510230" y="106230"/>
                </a:lnTo>
                <a:cubicBezTo>
                  <a:pt x="4510230" y="108288"/>
                  <a:pt x="4510283" y="110942"/>
                  <a:pt x="4510391" y="114191"/>
                </a:cubicBezTo>
                <a:cubicBezTo>
                  <a:pt x="4510500" y="117440"/>
                  <a:pt x="4510663" y="120363"/>
                  <a:pt x="4510879" y="122958"/>
                </a:cubicBezTo>
                <a:lnTo>
                  <a:pt x="4500314" y="122958"/>
                </a:lnTo>
                <a:close/>
                <a:moveTo>
                  <a:pt x="4573784" y="56132"/>
                </a:moveTo>
                <a:lnTo>
                  <a:pt x="4552330" y="56132"/>
                </a:lnTo>
                <a:lnTo>
                  <a:pt x="4552330" y="100552"/>
                </a:lnTo>
                <a:cubicBezTo>
                  <a:pt x="4552330" y="103373"/>
                  <a:pt x="4552600" y="105705"/>
                  <a:pt x="4553141" y="107549"/>
                </a:cubicBezTo>
                <a:cubicBezTo>
                  <a:pt x="4553683" y="109393"/>
                  <a:pt x="4554469" y="110830"/>
                  <a:pt x="4555497" y="111862"/>
                </a:cubicBezTo>
                <a:cubicBezTo>
                  <a:pt x="4556527" y="112892"/>
                  <a:pt x="4557747" y="113597"/>
                  <a:pt x="4559155" y="113978"/>
                </a:cubicBezTo>
                <a:cubicBezTo>
                  <a:pt x="4560564" y="114356"/>
                  <a:pt x="4562081" y="114546"/>
                  <a:pt x="4563707" y="114546"/>
                </a:cubicBezTo>
                <a:cubicBezTo>
                  <a:pt x="4565224" y="114546"/>
                  <a:pt x="4566822" y="114325"/>
                  <a:pt x="4568501" y="113883"/>
                </a:cubicBezTo>
                <a:cubicBezTo>
                  <a:pt x="4570181" y="113440"/>
                  <a:pt x="4571780" y="112831"/>
                  <a:pt x="4573297" y="112055"/>
                </a:cubicBezTo>
                <a:lnTo>
                  <a:pt x="4573784" y="121637"/>
                </a:lnTo>
                <a:cubicBezTo>
                  <a:pt x="4571834" y="122395"/>
                  <a:pt x="4569803" y="122964"/>
                  <a:pt x="4567690" y="123343"/>
                </a:cubicBezTo>
                <a:cubicBezTo>
                  <a:pt x="4565577" y="123722"/>
                  <a:pt x="4563273" y="123911"/>
                  <a:pt x="4560780" y="123911"/>
                </a:cubicBezTo>
                <a:cubicBezTo>
                  <a:pt x="4558721" y="123911"/>
                  <a:pt x="4556554" y="123640"/>
                  <a:pt x="4554279" y="123097"/>
                </a:cubicBezTo>
                <a:cubicBezTo>
                  <a:pt x="4552004" y="122557"/>
                  <a:pt x="4549891" y="121528"/>
                  <a:pt x="4547940" y="120012"/>
                </a:cubicBezTo>
                <a:cubicBezTo>
                  <a:pt x="4545990" y="118494"/>
                  <a:pt x="4544392" y="116435"/>
                  <a:pt x="4543146" y="113834"/>
                </a:cubicBezTo>
                <a:cubicBezTo>
                  <a:pt x="4541899" y="111233"/>
                  <a:pt x="4541276" y="107819"/>
                  <a:pt x="4541276" y="103593"/>
                </a:cubicBezTo>
                <a:lnTo>
                  <a:pt x="4541276" y="56132"/>
                </a:lnTo>
                <a:lnTo>
                  <a:pt x="4525509" y="56132"/>
                </a:lnTo>
                <a:lnTo>
                  <a:pt x="4525509" y="46925"/>
                </a:lnTo>
                <a:lnTo>
                  <a:pt x="4541276" y="46925"/>
                </a:lnTo>
                <a:lnTo>
                  <a:pt x="4541276" y="25469"/>
                </a:lnTo>
                <a:lnTo>
                  <a:pt x="4552330" y="25469"/>
                </a:lnTo>
                <a:lnTo>
                  <a:pt x="4552330" y="46925"/>
                </a:lnTo>
                <a:lnTo>
                  <a:pt x="4573784" y="46925"/>
                </a:lnTo>
                <a:lnTo>
                  <a:pt x="4573784" y="56132"/>
                </a:lnTo>
                <a:close/>
                <a:moveTo>
                  <a:pt x="4620922" y="91718"/>
                </a:moveTo>
                <a:lnTo>
                  <a:pt x="4609543" y="91718"/>
                </a:lnTo>
                <a:lnTo>
                  <a:pt x="4609543" y="81966"/>
                </a:lnTo>
                <a:cubicBezTo>
                  <a:pt x="4609543" y="78932"/>
                  <a:pt x="4609895" y="76196"/>
                  <a:pt x="4610600" y="73759"/>
                </a:cubicBezTo>
                <a:cubicBezTo>
                  <a:pt x="4611304" y="71320"/>
                  <a:pt x="4612279" y="69126"/>
                  <a:pt x="4613524" y="67176"/>
                </a:cubicBezTo>
                <a:cubicBezTo>
                  <a:pt x="4614771" y="65225"/>
                  <a:pt x="4616179" y="63464"/>
                  <a:pt x="4617750" y="61893"/>
                </a:cubicBezTo>
                <a:cubicBezTo>
                  <a:pt x="4619323" y="60321"/>
                  <a:pt x="4620921" y="58776"/>
                  <a:pt x="4622547" y="57258"/>
                </a:cubicBezTo>
                <a:lnTo>
                  <a:pt x="4627098" y="53195"/>
                </a:lnTo>
                <a:cubicBezTo>
                  <a:pt x="4629806" y="51028"/>
                  <a:pt x="4632054" y="48535"/>
                  <a:pt x="4633842" y="45718"/>
                </a:cubicBezTo>
                <a:cubicBezTo>
                  <a:pt x="4635631" y="42900"/>
                  <a:pt x="4636525" y="39379"/>
                  <a:pt x="4636525" y="35154"/>
                </a:cubicBezTo>
                <a:cubicBezTo>
                  <a:pt x="4636525" y="32120"/>
                  <a:pt x="4635984" y="29411"/>
                  <a:pt x="4634901" y="27027"/>
                </a:cubicBezTo>
                <a:cubicBezTo>
                  <a:pt x="4633818" y="24642"/>
                  <a:pt x="4632354" y="22638"/>
                  <a:pt x="4630511" y="21012"/>
                </a:cubicBezTo>
                <a:cubicBezTo>
                  <a:pt x="4628669" y="19387"/>
                  <a:pt x="4626528" y="18141"/>
                  <a:pt x="4624089" y="17275"/>
                </a:cubicBezTo>
                <a:cubicBezTo>
                  <a:pt x="4621652" y="16407"/>
                  <a:pt x="4619025" y="15972"/>
                  <a:pt x="4616207" y="15972"/>
                </a:cubicBezTo>
                <a:cubicBezTo>
                  <a:pt x="4610356" y="15972"/>
                  <a:pt x="4605614" y="17761"/>
                  <a:pt x="4601983" y="21337"/>
                </a:cubicBezTo>
                <a:cubicBezTo>
                  <a:pt x="4598354" y="24914"/>
                  <a:pt x="4596106" y="29465"/>
                  <a:pt x="4595240" y="34991"/>
                </a:cubicBezTo>
                <a:lnTo>
                  <a:pt x="4584188" y="33041"/>
                </a:lnTo>
                <a:cubicBezTo>
                  <a:pt x="4585813" y="24589"/>
                  <a:pt x="4589525" y="17964"/>
                  <a:pt x="4595322" y="13167"/>
                </a:cubicBezTo>
                <a:cubicBezTo>
                  <a:pt x="4601119" y="8371"/>
                  <a:pt x="4608243" y="5972"/>
                  <a:pt x="4616696" y="5972"/>
                </a:cubicBezTo>
                <a:cubicBezTo>
                  <a:pt x="4621030" y="5972"/>
                  <a:pt x="4625120" y="6591"/>
                  <a:pt x="4628966" y="7828"/>
                </a:cubicBezTo>
                <a:cubicBezTo>
                  <a:pt x="4632813" y="9064"/>
                  <a:pt x="4636146" y="10894"/>
                  <a:pt x="4638963" y="13316"/>
                </a:cubicBezTo>
                <a:cubicBezTo>
                  <a:pt x="4641781" y="15739"/>
                  <a:pt x="4644029" y="18738"/>
                  <a:pt x="4645709" y="22314"/>
                </a:cubicBezTo>
                <a:cubicBezTo>
                  <a:pt x="4647389" y="25889"/>
                  <a:pt x="4648229" y="29952"/>
                  <a:pt x="4648229" y="34502"/>
                </a:cubicBezTo>
                <a:cubicBezTo>
                  <a:pt x="4648229" y="37971"/>
                  <a:pt x="4647850" y="41006"/>
                  <a:pt x="4647091" y="43607"/>
                </a:cubicBezTo>
                <a:cubicBezTo>
                  <a:pt x="4646334" y="46206"/>
                  <a:pt x="4645277" y="48536"/>
                  <a:pt x="4643921" y="50596"/>
                </a:cubicBezTo>
                <a:cubicBezTo>
                  <a:pt x="4642567" y="52655"/>
                  <a:pt x="4640969" y="54524"/>
                  <a:pt x="4639127" y="56204"/>
                </a:cubicBezTo>
                <a:cubicBezTo>
                  <a:pt x="4637285" y="57882"/>
                  <a:pt x="4635335" y="59588"/>
                  <a:pt x="4633276" y="61323"/>
                </a:cubicBezTo>
                <a:cubicBezTo>
                  <a:pt x="4630999" y="63165"/>
                  <a:pt x="4629076" y="64845"/>
                  <a:pt x="4627505" y="66363"/>
                </a:cubicBezTo>
                <a:cubicBezTo>
                  <a:pt x="4625934" y="67879"/>
                  <a:pt x="4624661" y="69477"/>
                  <a:pt x="4623685" y="71157"/>
                </a:cubicBezTo>
                <a:cubicBezTo>
                  <a:pt x="4622710" y="72837"/>
                  <a:pt x="4622005" y="74706"/>
                  <a:pt x="4621572" y="76765"/>
                </a:cubicBezTo>
                <a:cubicBezTo>
                  <a:pt x="4621139" y="78823"/>
                  <a:pt x="4620922" y="81315"/>
                  <a:pt x="4620922" y="84240"/>
                </a:cubicBezTo>
                <a:lnTo>
                  <a:pt x="4620922" y="91718"/>
                </a:lnTo>
                <a:moveTo>
                  <a:pt x="4625149" y="115101"/>
                </a:moveTo>
                <a:cubicBezTo>
                  <a:pt x="4625149" y="117385"/>
                  <a:pt x="4624336" y="119424"/>
                  <a:pt x="4622710" y="121220"/>
                </a:cubicBezTo>
                <a:cubicBezTo>
                  <a:pt x="4621085" y="123014"/>
                  <a:pt x="4618972" y="123911"/>
                  <a:pt x="4616371" y="123911"/>
                </a:cubicBezTo>
                <a:cubicBezTo>
                  <a:pt x="4613770" y="123911"/>
                  <a:pt x="4611657" y="123014"/>
                  <a:pt x="4610032" y="121220"/>
                </a:cubicBezTo>
                <a:cubicBezTo>
                  <a:pt x="4608406" y="119424"/>
                  <a:pt x="4607594" y="117385"/>
                  <a:pt x="4607594" y="115101"/>
                </a:cubicBezTo>
                <a:cubicBezTo>
                  <a:pt x="4607594" y="112818"/>
                  <a:pt x="4608406" y="110779"/>
                  <a:pt x="4610032" y="108985"/>
                </a:cubicBezTo>
                <a:cubicBezTo>
                  <a:pt x="4611657" y="107189"/>
                  <a:pt x="4613770" y="106292"/>
                  <a:pt x="4616371" y="106292"/>
                </a:cubicBezTo>
                <a:cubicBezTo>
                  <a:pt x="4618972" y="106292"/>
                  <a:pt x="4621085" y="107189"/>
                  <a:pt x="4622710" y="108985"/>
                </a:cubicBezTo>
                <a:cubicBezTo>
                  <a:pt x="4624336" y="110779"/>
                  <a:pt x="4625149" y="112818"/>
                  <a:pt x="4625149" y="115101"/>
                </a:cubicBezTo>
                <a:close/>
                <a:moveTo>
                  <a:pt x="4722349" y="122958"/>
                </a:moveTo>
                <a:lnTo>
                  <a:pt x="4710644" y="122958"/>
                </a:lnTo>
                <a:lnTo>
                  <a:pt x="4710644" y="7877"/>
                </a:lnTo>
                <a:lnTo>
                  <a:pt x="4722349" y="7877"/>
                </a:lnTo>
                <a:lnTo>
                  <a:pt x="4722349" y="122958"/>
                </a:lnTo>
                <a:close/>
                <a:moveTo>
                  <a:pt x="4753882" y="7877"/>
                </a:moveTo>
                <a:lnTo>
                  <a:pt x="4763634" y="7877"/>
                </a:lnTo>
                <a:lnTo>
                  <a:pt x="4763634" y="46132"/>
                </a:lnTo>
                <a:lnTo>
                  <a:pt x="4753882" y="46132"/>
                </a:lnTo>
                <a:lnTo>
                  <a:pt x="4753882" y="7877"/>
                </a:lnTo>
                <a:close/>
                <a:moveTo>
                  <a:pt x="4805407" y="59830"/>
                </a:moveTo>
                <a:cubicBezTo>
                  <a:pt x="4807575" y="55384"/>
                  <a:pt x="4810906" y="51778"/>
                  <a:pt x="4815402" y="49011"/>
                </a:cubicBezTo>
                <a:cubicBezTo>
                  <a:pt x="4819900" y="46245"/>
                  <a:pt x="4824912" y="44862"/>
                  <a:pt x="4830440" y="44862"/>
                </a:cubicBezTo>
                <a:cubicBezTo>
                  <a:pt x="4832498" y="44862"/>
                  <a:pt x="4834638" y="45079"/>
                  <a:pt x="4836858" y="45514"/>
                </a:cubicBezTo>
                <a:cubicBezTo>
                  <a:pt x="4839081" y="45947"/>
                  <a:pt x="4841248" y="46787"/>
                  <a:pt x="4843361" y="48034"/>
                </a:cubicBezTo>
                <a:cubicBezTo>
                  <a:pt x="4845475" y="49281"/>
                  <a:pt x="4847425" y="50935"/>
                  <a:pt x="4849212" y="52997"/>
                </a:cubicBezTo>
                <a:cubicBezTo>
                  <a:pt x="4851001" y="55057"/>
                  <a:pt x="4852546" y="57714"/>
                  <a:pt x="4853845" y="60968"/>
                </a:cubicBezTo>
                <a:cubicBezTo>
                  <a:pt x="4856446" y="55762"/>
                  <a:pt x="4859995" y="51776"/>
                  <a:pt x="4864490" y="49011"/>
                </a:cubicBezTo>
                <a:cubicBezTo>
                  <a:pt x="4868988" y="46245"/>
                  <a:pt x="4874325" y="44862"/>
                  <a:pt x="4880502" y="44862"/>
                </a:cubicBezTo>
                <a:cubicBezTo>
                  <a:pt x="4890146" y="44862"/>
                  <a:pt x="4897378" y="47736"/>
                  <a:pt x="4902199" y="53486"/>
                </a:cubicBezTo>
                <a:cubicBezTo>
                  <a:pt x="4907022" y="59235"/>
                  <a:pt x="4909434" y="66827"/>
                  <a:pt x="4909434" y="76264"/>
                </a:cubicBezTo>
                <a:lnTo>
                  <a:pt x="4909434" y="122958"/>
                </a:lnTo>
                <a:lnTo>
                  <a:pt x="4898382" y="122958"/>
                </a:lnTo>
                <a:lnTo>
                  <a:pt x="4898382" y="80778"/>
                </a:lnTo>
                <a:cubicBezTo>
                  <a:pt x="4898382" y="72743"/>
                  <a:pt x="4896892" y="66283"/>
                  <a:pt x="4893913" y="61397"/>
                </a:cubicBezTo>
                <a:cubicBezTo>
                  <a:pt x="4890933" y="56511"/>
                  <a:pt x="4885867" y="54068"/>
                  <a:pt x="4878714" y="54068"/>
                </a:cubicBezTo>
                <a:cubicBezTo>
                  <a:pt x="4874705" y="54068"/>
                  <a:pt x="4871318" y="54883"/>
                  <a:pt x="4868555" y="56511"/>
                </a:cubicBezTo>
                <a:cubicBezTo>
                  <a:pt x="4865792" y="58140"/>
                  <a:pt x="4863571" y="60285"/>
                  <a:pt x="4861891" y="62945"/>
                </a:cubicBezTo>
                <a:cubicBezTo>
                  <a:pt x="4860211" y="65604"/>
                  <a:pt x="4858992" y="68616"/>
                  <a:pt x="4858233" y="71983"/>
                </a:cubicBezTo>
                <a:cubicBezTo>
                  <a:pt x="4857475" y="75349"/>
                  <a:pt x="4857097" y="78824"/>
                  <a:pt x="4857097" y="82407"/>
                </a:cubicBezTo>
                <a:lnTo>
                  <a:pt x="4857097" y="122958"/>
                </a:lnTo>
                <a:lnTo>
                  <a:pt x="4846043" y="122958"/>
                </a:lnTo>
                <a:lnTo>
                  <a:pt x="4846043" y="78498"/>
                </a:lnTo>
                <a:cubicBezTo>
                  <a:pt x="4846043" y="74806"/>
                  <a:pt x="4845771" y="71441"/>
                  <a:pt x="4845229" y="68401"/>
                </a:cubicBezTo>
                <a:cubicBezTo>
                  <a:pt x="4844688" y="65361"/>
                  <a:pt x="4843740" y="62782"/>
                  <a:pt x="4842384" y="60666"/>
                </a:cubicBezTo>
                <a:cubicBezTo>
                  <a:pt x="4841030" y="58548"/>
                  <a:pt x="4839161" y="56919"/>
                  <a:pt x="4836777" y="55780"/>
                </a:cubicBezTo>
                <a:cubicBezTo>
                  <a:pt x="4834394" y="54639"/>
                  <a:pt x="4831361" y="54068"/>
                  <a:pt x="4827677" y="54068"/>
                </a:cubicBezTo>
                <a:cubicBezTo>
                  <a:pt x="4825076" y="54068"/>
                  <a:pt x="4822448" y="54666"/>
                  <a:pt x="4819792" y="55862"/>
                </a:cubicBezTo>
                <a:cubicBezTo>
                  <a:pt x="4817138" y="57055"/>
                  <a:pt x="4814755" y="58874"/>
                  <a:pt x="4812642" y="61318"/>
                </a:cubicBezTo>
                <a:cubicBezTo>
                  <a:pt x="4810529" y="63760"/>
                  <a:pt x="4808821" y="66854"/>
                  <a:pt x="4807520" y="70599"/>
                </a:cubicBezTo>
                <a:cubicBezTo>
                  <a:pt x="4806220" y="74344"/>
                  <a:pt x="4805571" y="78769"/>
                  <a:pt x="4805571" y="83873"/>
                </a:cubicBezTo>
                <a:lnTo>
                  <a:pt x="4805571" y="122958"/>
                </a:lnTo>
                <a:lnTo>
                  <a:pt x="4794516" y="122958"/>
                </a:lnTo>
                <a:lnTo>
                  <a:pt x="4794516" y="63573"/>
                </a:lnTo>
                <a:cubicBezTo>
                  <a:pt x="4794516" y="61512"/>
                  <a:pt x="4794462" y="58855"/>
                  <a:pt x="4794353" y="55601"/>
                </a:cubicBezTo>
                <a:cubicBezTo>
                  <a:pt x="4794245" y="52347"/>
                  <a:pt x="4794083" y="49418"/>
                  <a:pt x="4793867" y="46814"/>
                </a:cubicBezTo>
                <a:lnTo>
                  <a:pt x="4804432" y="46814"/>
                </a:lnTo>
                <a:cubicBezTo>
                  <a:pt x="4804649" y="48876"/>
                  <a:pt x="4804811" y="51154"/>
                  <a:pt x="4804918" y="53649"/>
                </a:cubicBezTo>
                <a:cubicBezTo>
                  <a:pt x="4805027" y="56143"/>
                  <a:pt x="4805082" y="58203"/>
                  <a:pt x="4805082" y="59830"/>
                </a:cubicBezTo>
                <a:lnTo>
                  <a:pt x="4805407" y="59830"/>
                </a:lnTo>
                <a:close/>
                <a:moveTo>
                  <a:pt x="4982742" y="138346"/>
                </a:moveTo>
                <a:cubicBezTo>
                  <a:pt x="4985776" y="142248"/>
                  <a:pt x="4989921" y="145553"/>
                  <a:pt x="4995175" y="148261"/>
                </a:cubicBezTo>
                <a:cubicBezTo>
                  <a:pt x="5000432" y="150970"/>
                  <a:pt x="5005986" y="152324"/>
                  <a:pt x="5011837" y="152324"/>
                </a:cubicBezTo>
                <a:cubicBezTo>
                  <a:pt x="5017254" y="152324"/>
                  <a:pt x="5021859" y="151536"/>
                  <a:pt x="5025652" y="149960"/>
                </a:cubicBezTo>
                <a:cubicBezTo>
                  <a:pt x="5029445" y="148385"/>
                  <a:pt x="5032507" y="146238"/>
                  <a:pt x="5034836" y="143519"/>
                </a:cubicBezTo>
                <a:cubicBezTo>
                  <a:pt x="5037166" y="140803"/>
                  <a:pt x="5038872" y="137623"/>
                  <a:pt x="5039955" y="133980"/>
                </a:cubicBezTo>
                <a:cubicBezTo>
                  <a:pt x="5041040" y="130340"/>
                  <a:pt x="5041582" y="126454"/>
                  <a:pt x="5041582" y="122324"/>
                </a:cubicBezTo>
                <a:lnTo>
                  <a:pt x="5041582" y="107990"/>
                </a:lnTo>
                <a:lnTo>
                  <a:pt x="5041258" y="107990"/>
                </a:lnTo>
                <a:cubicBezTo>
                  <a:pt x="5038331" y="112762"/>
                  <a:pt x="5034186" y="116450"/>
                  <a:pt x="5028822" y="119055"/>
                </a:cubicBezTo>
                <a:cubicBezTo>
                  <a:pt x="5023458" y="121657"/>
                  <a:pt x="5018013" y="122958"/>
                  <a:pt x="5012487" y="122958"/>
                </a:cubicBezTo>
                <a:cubicBezTo>
                  <a:pt x="5006526" y="122958"/>
                  <a:pt x="5001135" y="121982"/>
                  <a:pt x="4996314" y="120029"/>
                </a:cubicBezTo>
                <a:cubicBezTo>
                  <a:pt x="4991492" y="118077"/>
                  <a:pt x="4987374" y="115392"/>
                  <a:pt x="4983960" y="111976"/>
                </a:cubicBezTo>
                <a:cubicBezTo>
                  <a:pt x="4980547" y="108560"/>
                  <a:pt x="4977893" y="104466"/>
                  <a:pt x="4975996" y="99694"/>
                </a:cubicBezTo>
                <a:cubicBezTo>
                  <a:pt x="4974099" y="94921"/>
                  <a:pt x="4973151" y="89768"/>
                  <a:pt x="4973151" y="84235"/>
                </a:cubicBezTo>
                <a:cubicBezTo>
                  <a:pt x="4973151" y="78812"/>
                  <a:pt x="4974099" y="73714"/>
                  <a:pt x="4975996" y="68942"/>
                </a:cubicBezTo>
                <a:cubicBezTo>
                  <a:pt x="4977893" y="64169"/>
                  <a:pt x="4980547" y="59993"/>
                  <a:pt x="4983960" y="56415"/>
                </a:cubicBezTo>
                <a:cubicBezTo>
                  <a:pt x="4987374" y="52835"/>
                  <a:pt x="4991492" y="50015"/>
                  <a:pt x="4996314" y="47955"/>
                </a:cubicBezTo>
                <a:cubicBezTo>
                  <a:pt x="5001135" y="45893"/>
                  <a:pt x="5006526" y="44862"/>
                  <a:pt x="5012487" y="44862"/>
                </a:cubicBezTo>
                <a:cubicBezTo>
                  <a:pt x="5018013" y="44862"/>
                  <a:pt x="5023431" y="46164"/>
                  <a:pt x="5028740" y="48768"/>
                </a:cubicBezTo>
                <a:cubicBezTo>
                  <a:pt x="5034051" y="51371"/>
                  <a:pt x="5038223" y="55113"/>
                  <a:pt x="5041258" y="59994"/>
                </a:cubicBezTo>
                <a:lnTo>
                  <a:pt x="5041582" y="59994"/>
                </a:lnTo>
                <a:lnTo>
                  <a:pt x="5041582" y="46826"/>
                </a:lnTo>
                <a:lnTo>
                  <a:pt x="5052634" y="46826"/>
                </a:lnTo>
                <a:lnTo>
                  <a:pt x="5052634" y="122324"/>
                </a:lnTo>
                <a:cubicBezTo>
                  <a:pt x="5052634" y="126444"/>
                  <a:pt x="5052065" y="130835"/>
                  <a:pt x="5050928" y="135496"/>
                </a:cubicBezTo>
                <a:cubicBezTo>
                  <a:pt x="5049790" y="140159"/>
                  <a:pt x="5047677" y="144441"/>
                  <a:pt x="5044588" y="148343"/>
                </a:cubicBezTo>
                <a:cubicBezTo>
                  <a:pt x="5041500" y="152247"/>
                  <a:pt x="5037301" y="155500"/>
                  <a:pt x="5031992" y="158103"/>
                </a:cubicBezTo>
                <a:cubicBezTo>
                  <a:pt x="5026682" y="160705"/>
                  <a:pt x="5019801" y="162007"/>
                  <a:pt x="5011349" y="162007"/>
                </a:cubicBezTo>
                <a:cubicBezTo>
                  <a:pt x="5004305" y="162007"/>
                  <a:pt x="4997586" y="160662"/>
                  <a:pt x="4991192" y="157971"/>
                </a:cubicBezTo>
                <a:cubicBezTo>
                  <a:pt x="4984800" y="155283"/>
                  <a:pt x="4979328" y="151558"/>
                  <a:pt x="4974776" y="146798"/>
                </a:cubicBezTo>
                <a:lnTo>
                  <a:pt x="4982742" y="138346"/>
                </a:lnTo>
                <a:moveTo>
                  <a:pt x="4984855" y="83913"/>
                </a:moveTo>
                <a:cubicBezTo>
                  <a:pt x="4984855" y="87936"/>
                  <a:pt x="4985505" y="91741"/>
                  <a:pt x="4986805" y="95329"/>
                </a:cubicBezTo>
                <a:cubicBezTo>
                  <a:pt x="4988104" y="98915"/>
                  <a:pt x="4989974" y="102068"/>
                  <a:pt x="4992412" y="104786"/>
                </a:cubicBezTo>
                <a:cubicBezTo>
                  <a:pt x="4994851" y="107504"/>
                  <a:pt x="4997858" y="109652"/>
                  <a:pt x="5001433" y="111230"/>
                </a:cubicBezTo>
                <a:cubicBezTo>
                  <a:pt x="5005009" y="112805"/>
                  <a:pt x="5009073" y="113593"/>
                  <a:pt x="5013623" y="113593"/>
                </a:cubicBezTo>
                <a:cubicBezTo>
                  <a:pt x="5017849" y="113593"/>
                  <a:pt x="5021751" y="112886"/>
                  <a:pt x="5025327" y="111473"/>
                </a:cubicBezTo>
                <a:cubicBezTo>
                  <a:pt x="5028904" y="110059"/>
                  <a:pt x="5031992" y="108047"/>
                  <a:pt x="5034591" y="105438"/>
                </a:cubicBezTo>
                <a:cubicBezTo>
                  <a:pt x="5037192" y="102829"/>
                  <a:pt x="5039224" y="99704"/>
                  <a:pt x="5040687" y="96063"/>
                </a:cubicBezTo>
                <a:cubicBezTo>
                  <a:pt x="5042150" y="92421"/>
                  <a:pt x="5042882" y="88370"/>
                  <a:pt x="5042882" y="83913"/>
                </a:cubicBezTo>
                <a:cubicBezTo>
                  <a:pt x="5042882" y="79890"/>
                  <a:pt x="5042150" y="76084"/>
                  <a:pt x="5040687" y="72496"/>
                </a:cubicBezTo>
                <a:cubicBezTo>
                  <a:pt x="5039224" y="68908"/>
                  <a:pt x="5037192" y="65756"/>
                  <a:pt x="5034591" y="63039"/>
                </a:cubicBezTo>
                <a:cubicBezTo>
                  <a:pt x="5031992" y="60321"/>
                  <a:pt x="5028904" y="58147"/>
                  <a:pt x="5025327" y="56516"/>
                </a:cubicBezTo>
                <a:cubicBezTo>
                  <a:pt x="5021751" y="54884"/>
                  <a:pt x="5017849" y="54068"/>
                  <a:pt x="5013623" y="54068"/>
                </a:cubicBezTo>
                <a:cubicBezTo>
                  <a:pt x="5009073" y="54068"/>
                  <a:pt x="5005009" y="54884"/>
                  <a:pt x="5001433" y="56516"/>
                </a:cubicBezTo>
                <a:cubicBezTo>
                  <a:pt x="4997858" y="58147"/>
                  <a:pt x="4994851" y="60321"/>
                  <a:pt x="4992412" y="63039"/>
                </a:cubicBezTo>
                <a:cubicBezTo>
                  <a:pt x="4989974" y="65756"/>
                  <a:pt x="4988104" y="68908"/>
                  <a:pt x="4986805" y="72496"/>
                </a:cubicBezTo>
                <a:cubicBezTo>
                  <a:pt x="4985505" y="76084"/>
                  <a:pt x="4984855" y="79890"/>
                  <a:pt x="4984855" y="83913"/>
                </a:cubicBezTo>
                <a:close/>
                <a:moveTo>
                  <a:pt x="5156985" y="84863"/>
                </a:moveTo>
                <a:cubicBezTo>
                  <a:pt x="5156985" y="90608"/>
                  <a:pt x="5155982" y="95920"/>
                  <a:pt x="5153977" y="100798"/>
                </a:cubicBezTo>
                <a:cubicBezTo>
                  <a:pt x="5151973" y="105676"/>
                  <a:pt x="5149182" y="109904"/>
                  <a:pt x="5145606" y="113482"/>
                </a:cubicBezTo>
                <a:cubicBezTo>
                  <a:pt x="5142031" y="117058"/>
                  <a:pt x="5137751" y="119849"/>
                  <a:pt x="5132766" y="121855"/>
                </a:cubicBezTo>
                <a:cubicBezTo>
                  <a:pt x="5127782" y="123860"/>
                  <a:pt x="5122310" y="124863"/>
                  <a:pt x="5116349" y="124863"/>
                </a:cubicBezTo>
                <a:cubicBezTo>
                  <a:pt x="5110498" y="124863"/>
                  <a:pt x="5105079" y="123860"/>
                  <a:pt x="5100094" y="121855"/>
                </a:cubicBezTo>
                <a:cubicBezTo>
                  <a:pt x="5095111" y="119849"/>
                  <a:pt x="5090831" y="117058"/>
                  <a:pt x="5087254" y="113482"/>
                </a:cubicBezTo>
                <a:cubicBezTo>
                  <a:pt x="5083679" y="109904"/>
                  <a:pt x="5080889" y="105676"/>
                  <a:pt x="5078884" y="100798"/>
                </a:cubicBezTo>
                <a:cubicBezTo>
                  <a:pt x="5076879" y="95920"/>
                  <a:pt x="5075877" y="90608"/>
                  <a:pt x="5075877" y="84863"/>
                </a:cubicBezTo>
                <a:cubicBezTo>
                  <a:pt x="5075877" y="79117"/>
                  <a:pt x="5076879" y="73805"/>
                  <a:pt x="5078884" y="68927"/>
                </a:cubicBezTo>
                <a:cubicBezTo>
                  <a:pt x="5080889" y="64050"/>
                  <a:pt x="5083679" y="59822"/>
                  <a:pt x="5087254" y="56246"/>
                </a:cubicBezTo>
                <a:cubicBezTo>
                  <a:pt x="5090831" y="52668"/>
                  <a:pt x="5095111" y="49876"/>
                  <a:pt x="5100094" y="47870"/>
                </a:cubicBezTo>
                <a:cubicBezTo>
                  <a:pt x="5105079" y="45865"/>
                  <a:pt x="5110498" y="44862"/>
                  <a:pt x="5116349" y="44862"/>
                </a:cubicBezTo>
                <a:cubicBezTo>
                  <a:pt x="5122310" y="44862"/>
                  <a:pt x="5127782" y="45865"/>
                  <a:pt x="5132766" y="47870"/>
                </a:cubicBezTo>
                <a:cubicBezTo>
                  <a:pt x="5137751" y="49876"/>
                  <a:pt x="5142031" y="52668"/>
                  <a:pt x="5145606" y="56246"/>
                </a:cubicBezTo>
                <a:cubicBezTo>
                  <a:pt x="5149182" y="59822"/>
                  <a:pt x="5151973" y="64050"/>
                  <a:pt x="5153977" y="68927"/>
                </a:cubicBezTo>
                <a:cubicBezTo>
                  <a:pt x="5155982" y="73805"/>
                  <a:pt x="5156985" y="79117"/>
                  <a:pt x="5156985" y="84863"/>
                </a:cubicBezTo>
                <a:moveTo>
                  <a:pt x="5145283" y="84865"/>
                </a:moveTo>
                <a:cubicBezTo>
                  <a:pt x="5145283" y="80629"/>
                  <a:pt x="5144606" y="76637"/>
                  <a:pt x="5143252" y="72891"/>
                </a:cubicBezTo>
                <a:cubicBezTo>
                  <a:pt x="5141898" y="69142"/>
                  <a:pt x="5139974" y="65883"/>
                  <a:pt x="5137481" y="63114"/>
                </a:cubicBezTo>
                <a:cubicBezTo>
                  <a:pt x="5134989" y="60342"/>
                  <a:pt x="5131955" y="58143"/>
                  <a:pt x="5128378" y="56514"/>
                </a:cubicBezTo>
                <a:cubicBezTo>
                  <a:pt x="5124804" y="54884"/>
                  <a:pt x="5120795" y="54068"/>
                  <a:pt x="5116352" y="54068"/>
                </a:cubicBezTo>
                <a:cubicBezTo>
                  <a:pt x="5111909" y="54068"/>
                  <a:pt x="5107927" y="54884"/>
                  <a:pt x="5104405" y="56514"/>
                </a:cubicBezTo>
                <a:cubicBezTo>
                  <a:pt x="5100883" y="58143"/>
                  <a:pt x="5097875" y="60342"/>
                  <a:pt x="5095382" y="63114"/>
                </a:cubicBezTo>
                <a:cubicBezTo>
                  <a:pt x="5092890" y="65883"/>
                  <a:pt x="5090967" y="69142"/>
                  <a:pt x="5089613" y="72891"/>
                </a:cubicBezTo>
                <a:cubicBezTo>
                  <a:pt x="5088259" y="76637"/>
                  <a:pt x="5087582" y="80629"/>
                  <a:pt x="5087582" y="84865"/>
                </a:cubicBezTo>
                <a:cubicBezTo>
                  <a:pt x="5087582" y="89101"/>
                  <a:pt x="5088259" y="93094"/>
                  <a:pt x="5089613" y="96842"/>
                </a:cubicBezTo>
                <a:cubicBezTo>
                  <a:pt x="5090967" y="100589"/>
                  <a:pt x="5092890" y="103848"/>
                  <a:pt x="5095382" y="106619"/>
                </a:cubicBezTo>
                <a:cubicBezTo>
                  <a:pt x="5097875" y="109388"/>
                  <a:pt x="5100883" y="111561"/>
                  <a:pt x="5104405" y="113137"/>
                </a:cubicBezTo>
                <a:cubicBezTo>
                  <a:pt x="5107927" y="114711"/>
                  <a:pt x="5111909" y="115498"/>
                  <a:pt x="5116352" y="115498"/>
                </a:cubicBezTo>
                <a:cubicBezTo>
                  <a:pt x="5120795" y="115498"/>
                  <a:pt x="5124804" y="114711"/>
                  <a:pt x="5128378" y="113137"/>
                </a:cubicBezTo>
                <a:cubicBezTo>
                  <a:pt x="5131955" y="111561"/>
                  <a:pt x="5134989" y="109388"/>
                  <a:pt x="5137481" y="106619"/>
                </a:cubicBezTo>
                <a:cubicBezTo>
                  <a:pt x="5139974" y="103848"/>
                  <a:pt x="5141898" y="100589"/>
                  <a:pt x="5143252" y="96842"/>
                </a:cubicBezTo>
                <a:cubicBezTo>
                  <a:pt x="5144606" y="93094"/>
                  <a:pt x="5145283" y="89101"/>
                  <a:pt x="5145283" y="84865"/>
                </a:cubicBezTo>
                <a:close/>
                <a:moveTo>
                  <a:pt x="5190633" y="46826"/>
                </a:moveTo>
                <a:cubicBezTo>
                  <a:pt x="5190849" y="48885"/>
                  <a:pt x="5191011" y="51161"/>
                  <a:pt x="5191119" y="53654"/>
                </a:cubicBezTo>
                <a:cubicBezTo>
                  <a:pt x="5191228" y="56146"/>
                  <a:pt x="5191283" y="58205"/>
                  <a:pt x="5191283" y="59830"/>
                </a:cubicBezTo>
                <a:lnTo>
                  <a:pt x="5191608" y="59830"/>
                </a:lnTo>
                <a:cubicBezTo>
                  <a:pt x="5193775" y="55382"/>
                  <a:pt x="5197297" y="51776"/>
                  <a:pt x="5202173" y="49011"/>
                </a:cubicBezTo>
                <a:cubicBezTo>
                  <a:pt x="5207049" y="46245"/>
                  <a:pt x="5212196" y="44862"/>
                  <a:pt x="5217615" y="44862"/>
                </a:cubicBezTo>
                <a:cubicBezTo>
                  <a:pt x="5227258" y="44862"/>
                  <a:pt x="5234490" y="47736"/>
                  <a:pt x="5239312" y="53486"/>
                </a:cubicBezTo>
                <a:cubicBezTo>
                  <a:pt x="5244135" y="59235"/>
                  <a:pt x="5246546" y="66827"/>
                  <a:pt x="5246546" y="76264"/>
                </a:cubicBezTo>
                <a:lnTo>
                  <a:pt x="5246546" y="122958"/>
                </a:lnTo>
                <a:lnTo>
                  <a:pt x="5235495" y="122958"/>
                </a:lnTo>
                <a:lnTo>
                  <a:pt x="5235495" y="80778"/>
                </a:lnTo>
                <a:cubicBezTo>
                  <a:pt x="5235495" y="76760"/>
                  <a:pt x="5235170" y="73123"/>
                  <a:pt x="5234520" y="69867"/>
                </a:cubicBezTo>
                <a:cubicBezTo>
                  <a:pt x="5233870" y="66610"/>
                  <a:pt x="5232759" y="63814"/>
                  <a:pt x="5231187" y="61479"/>
                </a:cubicBezTo>
                <a:cubicBezTo>
                  <a:pt x="5229616" y="59145"/>
                  <a:pt x="5227503" y="57326"/>
                  <a:pt x="5224847" y="56023"/>
                </a:cubicBezTo>
                <a:cubicBezTo>
                  <a:pt x="5222193" y="54720"/>
                  <a:pt x="5218862" y="54068"/>
                  <a:pt x="5214852" y="54068"/>
                </a:cubicBezTo>
                <a:cubicBezTo>
                  <a:pt x="5211927" y="54068"/>
                  <a:pt x="5209082" y="54666"/>
                  <a:pt x="5206318" y="55862"/>
                </a:cubicBezTo>
                <a:cubicBezTo>
                  <a:pt x="5203555" y="57055"/>
                  <a:pt x="5201089" y="58874"/>
                  <a:pt x="5198922" y="61318"/>
                </a:cubicBezTo>
                <a:cubicBezTo>
                  <a:pt x="5196756" y="63760"/>
                  <a:pt x="5195022" y="66854"/>
                  <a:pt x="5193721" y="70599"/>
                </a:cubicBezTo>
                <a:cubicBezTo>
                  <a:pt x="5192421" y="74344"/>
                  <a:pt x="5191771" y="78769"/>
                  <a:pt x="5191771" y="83873"/>
                </a:cubicBezTo>
                <a:lnTo>
                  <a:pt x="5191771" y="122958"/>
                </a:lnTo>
                <a:lnTo>
                  <a:pt x="5180717" y="122958"/>
                </a:lnTo>
                <a:lnTo>
                  <a:pt x="5180717" y="63573"/>
                </a:lnTo>
                <a:cubicBezTo>
                  <a:pt x="5180717" y="61511"/>
                  <a:pt x="5180662" y="58854"/>
                  <a:pt x="5180553" y="55604"/>
                </a:cubicBezTo>
                <a:cubicBezTo>
                  <a:pt x="5180446" y="52353"/>
                  <a:pt x="5180284" y="49427"/>
                  <a:pt x="5180067" y="46826"/>
                </a:cubicBezTo>
                <a:lnTo>
                  <a:pt x="5190633" y="46826"/>
                </a:lnTo>
                <a:close/>
                <a:moveTo>
                  <a:pt x="5285070" y="46826"/>
                </a:moveTo>
                <a:cubicBezTo>
                  <a:pt x="5285287" y="48885"/>
                  <a:pt x="5285449" y="51161"/>
                  <a:pt x="5285556" y="53654"/>
                </a:cubicBezTo>
                <a:cubicBezTo>
                  <a:pt x="5285666" y="56146"/>
                  <a:pt x="5285720" y="58205"/>
                  <a:pt x="5285720" y="59830"/>
                </a:cubicBezTo>
                <a:lnTo>
                  <a:pt x="5286045" y="59830"/>
                </a:lnTo>
                <a:cubicBezTo>
                  <a:pt x="5288213" y="55382"/>
                  <a:pt x="5291735" y="51776"/>
                  <a:pt x="5296611" y="49011"/>
                </a:cubicBezTo>
                <a:cubicBezTo>
                  <a:pt x="5301487" y="46245"/>
                  <a:pt x="5306634" y="44862"/>
                  <a:pt x="5312052" y="44862"/>
                </a:cubicBezTo>
                <a:cubicBezTo>
                  <a:pt x="5321695" y="44862"/>
                  <a:pt x="5328928" y="47736"/>
                  <a:pt x="5333749" y="53486"/>
                </a:cubicBezTo>
                <a:cubicBezTo>
                  <a:pt x="5338572" y="59235"/>
                  <a:pt x="5340984" y="66827"/>
                  <a:pt x="5340984" y="76264"/>
                </a:cubicBezTo>
                <a:lnTo>
                  <a:pt x="5340984" y="122958"/>
                </a:lnTo>
                <a:lnTo>
                  <a:pt x="5329932" y="122958"/>
                </a:lnTo>
                <a:lnTo>
                  <a:pt x="5329932" y="80778"/>
                </a:lnTo>
                <a:cubicBezTo>
                  <a:pt x="5329932" y="76760"/>
                  <a:pt x="5329607" y="73123"/>
                  <a:pt x="5328957" y="69867"/>
                </a:cubicBezTo>
                <a:cubicBezTo>
                  <a:pt x="5328308" y="66610"/>
                  <a:pt x="5327197" y="63814"/>
                  <a:pt x="5325624" y="61479"/>
                </a:cubicBezTo>
                <a:cubicBezTo>
                  <a:pt x="5324053" y="59145"/>
                  <a:pt x="5321940" y="57326"/>
                  <a:pt x="5319285" y="56023"/>
                </a:cubicBezTo>
                <a:cubicBezTo>
                  <a:pt x="5316631" y="54720"/>
                  <a:pt x="5313299" y="54068"/>
                  <a:pt x="5309289" y="54068"/>
                </a:cubicBezTo>
                <a:cubicBezTo>
                  <a:pt x="5306364" y="54068"/>
                  <a:pt x="5303520" y="54666"/>
                  <a:pt x="5300755" y="55862"/>
                </a:cubicBezTo>
                <a:cubicBezTo>
                  <a:pt x="5297992" y="57055"/>
                  <a:pt x="5295527" y="58874"/>
                  <a:pt x="5293359" y="61318"/>
                </a:cubicBezTo>
                <a:cubicBezTo>
                  <a:pt x="5291193" y="63760"/>
                  <a:pt x="5289459" y="66854"/>
                  <a:pt x="5288158" y="70599"/>
                </a:cubicBezTo>
                <a:cubicBezTo>
                  <a:pt x="5286859" y="74344"/>
                  <a:pt x="5286209" y="78769"/>
                  <a:pt x="5286209" y="83873"/>
                </a:cubicBezTo>
                <a:lnTo>
                  <a:pt x="5286209" y="122958"/>
                </a:lnTo>
                <a:lnTo>
                  <a:pt x="5275154" y="122958"/>
                </a:lnTo>
                <a:lnTo>
                  <a:pt x="5275154" y="63573"/>
                </a:lnTo>
                <a:cubicBezTo>
                  <a:pt x="5275154" y="61511"/>
                  <a:pt x="5275100" y="58854"/>
                  <a:pt x="5274991" y="55604"/>
                </a:cubicBezTo>
                <a:cubicBezTo>
                  <a:pt x="5274883" y="52353"/>
                  <a:pt x="5274721" y="49427"/>
                  <a:pt x="5274505" y="46826"/>
                </a:cubicBezTo>
                <a:lnTo>
                  <a:pt x="5285070" y="46826"/>
                </a:lnTo>
                <a:close/>
                <a:moveTo>
                  <a:pt x="5417541" y="73841"/>
                </a:moveTo>
                <a:cubicBezTo>
                  <a:pt x="5417541" y="67195"/>
                  <a:pt x="5415808" y="62239"/>
                  <a:pt x="5412340" y="58972"/>
                </a:cubicBezTo>
                <a:cubicBezTo>
                  <a:pt x="5408873" y="55703"/>
                  <a:pt x="5403834" y="54068"/>
                  <a:pt x="5397224" y="54068"/>
                </a:cubicBezTo>
                <a:cubicBezTo>
                  <a:pt x="5392673" y="54068"/>
                  <a:pt x="5388447" y="54881"/>
                  <a:pt x="5384545" y="56506"/>
                </a:cubicBezTo>
                <a:cubicBezTo>
                  <a:pt x="5380644" y="58132"/>
                  <a:pt x="5377340" y="60299"/>
                  <a:pt x="5374631" y="63010"/>
                </a:cubicBezTo>
                <a:lnTo>
                  <a:pt x="5368453" y="55695"/>
                </a:lnTo>
                <a:cubicBezTo>
                  <a:pt x="5371597" y="52565"/>
                  <a:pt x="5375742" y="49978"/>
                  <a:pt x="5380889" y="47932"/>
                </a:cubicBezTo>
                <a:cubicBezTo>
                  <a:pt x="5386036" y="45885"/>
                  <a:pt x="5391861" y="44862"/>
                  <a:pt x="5398362" y="44862"/>
                </a:cubicBezTo>
                <a:cubicBezTo>
                  <a:pt x="5402481" y="44862"/>
                  <a:pt x="5406328" y="45431"/>
                  <a:pt x="5409902" y="46571"/>
                </a:cubicBezTo>
                <a:cubicBezTo>
                  <a:pt x="5413479" y="47710"/>
                  <a:pt x="5416621" y="49419"/>
                  <a:pt x="5419330" y="51697"/>
                </a:cubicBezTo>
                <a:cubicBezTo>
                  <a:pt x="5422040" y="53974"/>
                  <a:pt x="5424153" y="56848"/>
                  <a:pt x="5425669" y="60318"/>
                </a:cubicBezTo>
                <a:cubicBezTo>
                  <a:pt x="5427187" y="63789"/>
                  <a:pt x="5427946" y="67857"/>
                  <a:pt x="5427946" y="72521"/>
                </a:cubicBezTo>
                <a:lnTo>
                  <a:pt x="5427946" y="105875"/>
                </a:lnTo>
                <a:cubicBezTo>
                  <a:pt x="5427946" y="108803"/>
                  <a:pt x="5428054" y="111841"/>
                  <a:pt x="5428271" y="114987"/>
                </a:cubicBezTo>
                <a:cubicBezTo>
                  <a:pt x="5428487" y="118132"/>
                  <a:pt x="5428812" y="120789"/>
                  <a:pt x="5429245" y="122958"/>
                </a:cubicBezTo>
                <a:lnTo>
                  <a:pt x="5419332" y="122958"/>
                </a:lnTo>
                <a:cubicBezTo>
                  <a:pt x="5419006" y="121108"/>
                  <a:pt x="5418735" y="119095"/>
                  <a:pt x="5418519" y="116919"/>
                </a:cubicBezTo>
                <a:cubicBezTo>
                  <a:pt x="5418302" y="114743"/>
                  <a:pt x="5418194" y="112622"/>
                  <a:pt x="5418194" y="110555"/>
                </a:cubicBezTo>
                <a:lnTo>
                  <a:pt x="5417866" y="110555"/>
                </a:lnTo>
                <a:cubicBezTo>
                  <a:pt x="5414399" y="115649"/>
                  <a:pt x="5410470" y="119308"/>
                  <a:pt x="5406080" y="121530"/>
                </a:cubicBezTo>
                <a:cubicBezTo>
                  <a:pt x="5401692" y="123752"/>
                  <a:pt x="5396410" y="124863"/>
                  <a:pt x="5390234" y="124863"/>
                </a:cubicBezTo>
                <a:cubicBezTo>
                  <a:pt x="5387308" y="124863"/>
                  <a:pt x="5384300" y="124457"/>
                  <a:pt x="5381211" y="123645"/>
                </a:cubicBezTo>
                <a:cubicBezTo>
                  <a:pt x="5378124" y="122834"/>
                  <a:pt x="5375308" y="121508"/>
                  <a:pt x="5372761" y="119667"/>
                </a:cubicBezTo>
                <a:cubicBezTo>
                  <a:pt x="5370215" y="117825"/>
                  <a:pt x="5368102" y="115443"/>
                  <a:pt x="5366422" y="112519"/>
                </a:cubicBezTo>
                <a:cubicBezTo>
                  <a:pt x="5364742" y="109594"/>
                  <a:pt x="5363902" y="106020"/>
                  <a:pt x="5363902" y="101795"/>
                </a:cubicBezTo>
                <a:cubicBezTo>
                  <a:pt x="5363902" y="95947"/>
                  <a:pt x="5365392" y="91317"/>
                  <a:pt x="5368371" y="87906"/>
                </a:cubicBezTo>
                <a:cubicBezTo>
                  <a:pt x="5371351" y="84495"/>
                  <a:pt x="5375333" y="81950"/>
                  <a:pt x="5380319" y="80272"/>
                </a:cubicBezTo>
                <a:cubicBezTo>
                  <a:pt x="5385304" y="78592"/>
                  <a:pt x="5391020" y="77509"/>
                  <a:pt x="5397467" y="77023"/>
                </a:cubicBezTo>
                <a:cubicBezTo>
                  <a:pt x="5403915" y="76535"/>
                  <a:pt x="5410607" y="76291"/>
                  <a:pt x="5417541" y="76291"/>
                </a:cubicBezTo>
                <a:lnTo>
                  <a:pt x="5417541" y="73841"/>
                </a:lnTo>
                <a:moveTo>
                  <a:pt x="5414290" y="85021"/>
                </a:moveTo>
                <a:cubicBezTo>
                  <a:pt x="5409740" y="85021"/>
                  <a:pt x="5405161" y="85211"/>
                  <a:pt x="5400555" y="85589"/>
                </a:cubicBezTo>
                <a:cubicBezTo>
                  <a:pt x="5395950" y="85966"/>
                  <a:pt x="5391778" y="86723"/>
                  <a:pt x="5388039" y="87859"/>
                </a:cubicBezTo>
                <a:cubicBezTo>
                  <a:pt x="5384303" y="88993"/>
                  <a:pt x="5381242" y="90641"/>
                  <a:pt x="5378858" y="92802"/>
                </a:cubicBezTo>
                <a:cubicBezTo>
                  <a:pt x="5376473" y="94963"/>
                  <a:pt x="5375281" y="97826"/>
                  <a:pt x="5375281" y="101391"/>
                </a:cubicBezTo>
                <a:cubicBezTo>
                  <a:pt x="5375281" y="104092"/>
                  <a:pt x="5375795" y="106362"/>
                  <a:pt x="5376824" y="108199"/>
                </a:cubicBezTo>
                <a:cubicBezTo>
                  <a:pt x="5377854" y="110036"/>
                  <a:pt x="5379236" y="111521"/>
                  <a:pt x="5380968" y="112656"/>
                </a:cubicBezTo>
                <a:cubicBezTo>
                  <a:pt x="5382703" y="113790"/>
                  <a:pt x="5384627" y="114600"/>
                  <a:pt x="5386740" y="115086"/>
                </a:cubicBezTo>
                <a:cubicBezTo>
                  <a:pt x="5388853" y="115572"/>
                  <a:pt x="5390993" y="115815"/>
                  <a:pt x="5393161" y="115815"/>
                </a:cubicBezTo>
                <a:cubicBezTo>
                  <a:pt x="5397062" y="115815"/>
                  <a:pt x="5400529" y="115140"/>
                  <a:pt x="5403563" y="113789"/>
                </a:cubicBezTo>
                <a:cubicBezTo>
                  <a:pt x="5406597" y="112438"/>
                  <a:pt x="5409143" y="110601"/>
                  <a:pt x="5411202" y="108278"/>
                </a:cubicBezTo>
                <a:cubicBezTo>
                  <a:pt x="5413261" y="105955"/>
                  <a:pt x="5414831" y="103281"/>
                  <a:pt x="5415914" y="100257"/>
                </a:cubicBezTo>
                <a:cubicBezTo>
                  <a:pt x="5416999" y="97231"/>
                  <a:pt x="5417541" y="94043"/>
                  <a:pt x="5417541" y="90694"/>
                </a:cubicBezTo>
                <a:lnTo>
                  <a:pt x="5417541" y="85021"/>
                </a:lnTo>
                <a:lnTo>
                  <a:pt x="5414290" y="85021"/>
                </a:lnTo>
                <a:close/>
                <a:moveTo>
                  <a:pt x="5551802" y="64148"/>
                </a:moveTo>
                <a:cubicBezTo>
                  <a:pt x="5549960" y="61221"/>
                  <a:pt x="5547278" y="58810"/>
                  <a:pt x="5543756" y="56913"/>
                </a:cubicBezTo>
                <a:cubicBezTo>
                  <a:pt x="5540235" y="55017"/>
                  <a:pt x="5536415" y="54068"/>
                  <a:pt x="5532298" y="54068"/>
                </a:cubicBezTo>
                <a:cubicBezTo>
                  <a:pt x="5527855" y="54068"/>
                  <a:pt x="5523845" y="54856"/>
                  <a:pt x="5520269" y="56432"/>
                </a:cubicBezTo>
                <a:cubicBezTo>
                  <a:pt x="5516692" y="58006"/>
                  <a:pt x="5513631" y="60179"/>
                  <a:pt x="5511085" y="62950"/>
                </a:cubicBezTo>
                <a:cubicBezTo>
                  <a:pt x="5508538" y="65720"/>
                  <a:pt x="5506588" y="68979"/>
                  <a:pt x="5505234" y="72727"/>
                </a:cubicBezTo>
                <a:cubicBezTo>
                  <a:pt x="5503880" y="76474"/>
                  <a:pt x="5503203" y="80520"/>
                  <a:pt x="5503203" y="84865"/>
                </a:cubicBezTo>
                <a:cubicBezTo>
                  <a:pt x="5503203" y="89210"/>
                  <a:pt x="5503880" y="93230"/>
                  <a:pt x="5505234" y="96924"/>
                </a:cubicBezTo>
                <a:cubicBezTo>
                  <a:pt x="5506588" y="100616"/>
                  <a:pt x="5508511" y="103848"/>
                  <a:pt x="5511003" y="106619"/>
                </a:cubicBezTo>
                <a:cubicBezTo>
                  <a:pt x="5513496" y="109388"/>
                  <a:pt x="5516530" y="111561"/>
                  <a:pt x="5520105" y="113137"/>
                </a:cubicBezTo>
                <a:cubicBezTo>
                  <a:pt x="5523682" y="114711"/>
                  <a:pt x="5527691" y="115498"/>
                  <a:pt x="5532134" y="115498"/>
                </a:cubicBezTo>
                <a:cubicBezTo>
                  <a:pt x="5537010" y="115498"/>
                  <a:pt x="5541127" y="114577"/>
                  <a:pt x="5544486" y="112735"/>
                </a:cubicBezTo>
                <a:cubicBezTo>
                  <a:pt x="5547845" y="110893"/>
                  <a:pt x="5550609" y="108510"/>
                  <a:pt x="5552777" y="105585"/>
                </a:cubicBezTo>
                <a:lnTo>
                  <a:pt x="5561066" y="111760"/>
                </a:lnTo>
                <a:cubicBezTo>
                  <a:pt x="5557815" y="115758"/>
                  <a:pt x="5553833" y="118942"/>
                  <a:pt x="5549119" y="121312"/>
                </a:cubicBezTo>
                <a:cubicBezTo>
                  <a:pt x="5544406" y="123679"/>
                  <a:pt x="5538745" y="124863"/>
                  <a:pt x="5532134" y="124863"/>
                </a:cubicBezTo>
                <a:cubicBezTo>
                  <a:pt x="5525957" y="124863"/>
                  <a:pt x="5520376" y="123860"/>
                  <a:pt x="5515390" y="121855"/>
                </a:cubicBezTo>
                <a:cubicBezTo>
                  <a:pt x="5510407" y="119849"/>
                  <a:pt x="5506154" y="117058"/>
                  <a:pt x="5502632" y="113482"/>
                </a:cubicBezTo>
                <a:cubicBezTo>
                  <a:pt x="5499112" y="109904"/>
                  <a:pt x="5496376" y="105676"/>
                  <a:pt x="5494425" y="100798"/>
                </a:cubicBezTo>
                <a:cubicBezTo>
                  <a:pt x="5492474" y="95920"/>
                  <a:pt x="5491499" y="90608"/>
                  <a:pt x="5491499" y="84863"/>
                </a:cubicBezTo>
                <a:cubicBezTo>
                  <a:pt x="5491499" y="79117"/>
                  <a:pt x="5492474" y="73805"/>
                  <a:pt x="5494425" y="68927"/>
                </a:cubicBezTo>
                <a:cubicBezTo>
                  <a:pt x="5496376" y="64050"/>
                  <a:pt x="5499112" y="59822"/>
                  <a:pt x="5502632" y="56246"/>
                </a:cubicBezTo>
                <a:cubicBezTo>
                  <a:pt x="5506154" y="52668"/>
                  <a:pt x="5510407" y="49876"/>
                  <a:pt x="5515390" y="47870"/>
                </a:cubicBezTo>
                <a:cubicBezTo>
                  <a:pt x="5520376" y="45865"/>
                  <a:pt x="5525957" y="44862"/>
                  <a:pt x="5532134" y="44862"/>
                </a:cubicBezTo>
                <a:cubicBezTo>
                  <a:pt x="5537227" y="44862"/>
                  <a:pt x="5542401" y="45966"/>
                  <a:pt x="5547655" y="48173"/>
                </a:cubicBezTo>
                <a:cubicBezTo>
                  <a:pt x="5552912" y="50380"/>
                  <a:pt x="5557165" y="53646"/>
                  <a:pt x="5560416" y="57970"/>
                </a:cubicBezTo>
                <a:lnTo>
                  <a:pt x="5551802" y="64148"/>
                </a:lnTo>
                <a:close/>
                <a:moveTo>
                  <a:pt x="5626247" y="73841"/>
                </a:moveTo>
                <a:cubicBezTo>
                  <a:pt x="5626247" y="67195"/>
                  <a:pt x="5624513" y="62239"/>
                  <a:pt x="5621046" y="58972"/>
                </a:cubicBezTo>
                <a:cubicBezTo>
                  <a:pt x="5617578" y="55703"/>
                  <a:pt x="5612539" y="54068"/>
                  <a:pt x="5605929" y="54068"/>
                </a:cubicBezTo>
                <a:cubicBezTo>
                  <a:pt x="5601378" y="54068"/>
                  <a:pt x="5597152" y="54881"/>
                  <a:pt x="5593250" y="56506"/>
                </a:cubicBezTo>
                <a:cubicBezTo>
                  <a:pt x="5589350" y="58132"/>
                  <a:pt x="5586045" y="60299"/>
                  <a:pt x="5583337" y="63010"/>
                </a:cubicBezTo>
                <a:lnTo>
                  <a:pt x="5577159" y="55695"/>
                </a:lnTo>
                <a:cubicBezTo>
                  <a:pt x="5580302" y="52565"/>
                  <a:pt x="5584447" y="49978"/>
                  <a:pt x="5589594" y="47932"/>
                </a:cubicBezTo>
                <a:cubicBezTo>
                  <a:pt x="5594741" y="45885"/>
                  <a:pt x="5600566" y="44862"/>
                  <a:pt x="5607067" y="44862"/>
                </a:cubicBezTo>
                <a:cubicBezTo>
                  <a:pt x="5611186" y="44862"/>
                  <a:pt x="5615033" y="45431"/>
                  <a:pt x="5618608" y="46571"/>
                </a:cubicBezTo>
                <a:cubicBezTo>
                  <a:pt x="5622184" y="47710"/>
                  <a:pt x="5625326" y="49419"/>
                  <a:pt x="5628035" y="51697"/>
                </a:cubicBezTo>
                <a:cubicBezTo>
                  <a:pt x="5630745" y="53974"/>
                  <a:pt x="5632858" y="56848"/>
                  <a:pt x="5634374" y="60318"/>
                </a:cubicBezTo>
                <a:cubicBezTo>
                  <a:pt x="5635892" y="63789"/>
                  <a:pt x="5636651" y="67857"/>
                  <a:pt x="5636651" y="72521"/>
                </a:cubicBezTo>
                <a:lnTo>
                  <a:pt x="5636651" y="105875"/>
                </a:lnTo>
                <a:cubicBezTo>
                  <a:pt x="5636651" y="108803"/>
                  <a:pt x="5636759" y="111841"/>
                  <a:pt x="5636976" y="114987"/>
                </a:cubicBezTo>
                <a:cubicBezTo>
                  <a:pt x="5637193" y="118132"/>
                  <a:pt x="5637518" y="120789"/>
                  <a:pt x="5637951" y="122958"/>
                </a:cubicBezTo>
                <a:lnTo>
                  <a:pt x="5628037" y="122958"/>
                </a:lnTo>
                <a:cubicBezTo>
                  <a:pt x="5627712" y="121108"/>
                  <a:pt x="5627440" y="119095"/>
                  <a:pt x="5627224" y="116919"/>
                </a:cubicBezTo>
                <a:cubicBezTo>
                  <a:pt x="5627007" y="114743"/>
                  <a:pt x="5626899" y="112622"/>
                  <a:pt x="5626899" y="110555"/>
                </a:cubicBezTo>
                <a:lnTo>
                  <a:pt x="5626572" y="110555"/>
                </a:lnTo>
                <a:cubicBezTo>
                  <a:pt x="5623104" y="115649"/>
                  <a:pt x="5619176" y="119308"/>
                  <a:pt x="5614786" y="121530"/>
                </a:cubicBezTo>
                <a:cubicBezTo>
                  <a:pt x="5610397" y="123752"/>
                  <a:pt x="5605115" y="124863"/>
                  <a:pt x="5598940" y="124863"/>
                </a:cubicBezTo>
                <a:cubicBezTo>
                  <a:pt x="5596013" y="124863"/>
                  <a:pt x="5593005" y="124457"/>
                  <a:pt x="5589917" y="123645"/>
                </a:cubicBezTo>
                <a:cubicBezTo>
                  <a:pt x="5586830" y="122834"/>
                  <a:pt x="5584013" y="121508"/>
                  <a:pt x="5581467" y="119667"/>
                </a:cubicBezTo>
                <a:cubicBezTo>
                  <a:pt x="5578920" y="117825"/>
                  <a:pt x="5576807" y="115443"/>
                  <a:pt x="5575127" y="112519"/>
                </a:cubicBezTo>
                <a:cubicBezTo>
                  <a:pt x="5573447" y="109594"/>
                  <a:pt x="5572607" y="106020"/>
                  <a:pt x="5572607" y="101795"/>
                </a:cubicBezTo>
                <a:cubicBezTo>
                  <a:pt x="5572607" y="95947"/>
                  <a:pt x="5574097" y="91317"/>
                  <a:pt x="5577077" y="87906"/>
                </a:cubicBezTo>
                <a:cubicBezTo>
                  <a:pt x="5580056" y="84495"/>
                  <a:pt x="5584039" y="81950"/>
                  <a:pt x="5589024" y="80272"/>
                </a:cubicBezTo>
                <a:cubicBezTo>
                  <a:pt x="5594009" y="78592"/>
                  <a:pt x="5599725" y="77509"/>
                  <a:pt x="5606172" y="77023"/>
                </a:cubicBezTo>
                <a:cubicBezTo>
                  <a:pt x="5612620" y="76535"/>
                  <a:pt x="5619312" y="76291"/>
                  <a:pt x="5626247" y="76291"/>
                </a:cubicBezTo>
                <a:lnTo>
                  <a:pt x="5626247" y="73841"/>
                </a:lnTo>
                <a:moveTo>
                  <a:pt x="5622995" y="85021"/>
                </a:moveTo>
                <a:cubicBezTo>
                  <a:pt x="5618445" y="85021"/>
                  <a:pt x="5613866" y="85211"/>
                  <a:pt x="5609260" y="85589"/>
                </a:cubicBezTo>
                <a:cubicBezTo>
                  <a:pt x="5604655" y="85966"/>
                  <a:pt x="5600483" y="86723"/>
                  <a:pt x="5596745" y="87859"/>
                </a:cubicBezTo>
                <a:cubicBezTo>
                  <a:pt x="5593008" y="88993"/>
                  <a:pt x="5589947" y="90641"/>
                  <a:pt x="5587563" y="92802"/>
                </a:cubicBezTo>
                <a:cubicBezTo>
                  <a:pt x="5585179" y="94963"/>
                  <a:pt x="5583986" y="97826"/>
                  <a:pt x="5583986" y="101391"/>
                </a:cubicBezTo>
                <a:cubicBezTo>
                  <a:pt x="5583986" y="104092"/>
                  <a:pt x="5584501" y="106362"/>
                  <a:pt x="5585529" y="108199"/>
                </a:cubicBezTo>
                <a:cubicBezTo>
                  <a:pt x="5586559" y="110036"/>
                  <a:pt x="5587941" y="111521"/>
                  <a:pt x="5589674" y="112656"/>
                </a:cubicBezTo>
                <a:cubicBezTo>
                  <a:pt x="5591408" y="113790"/>
                  <a:pt x="5593332" y="114600"/>
                  <a:pt x="5595445" y="115086"/>
                </a:cubicBezTo>
                <a:cubicBezTo>
                  <a:pt x="5597558" y="115572"/>
                  <a:pt x="5599699" y="115815"/>
                  <a:pt x="5601866" y="115815"/>
                </a:cubicBezTo>
                <a:cubicBezTo>
                  <a:pt x="5605767" y="115815"/>
                  <a:pt x="5609234" y="115140"/>
                  <a:pt x="5612268" y="113789"/>
                </a:cubicBezTo>
                <a:cubicBezTo>
                  <a:pt x="5615302" y="112438"/>
                  <a:pt x="5617849" y="110601"/>
                  <a:pt x="5619907" y="108278"/>
                </a:cubicBezTo>
                <a:cubicBezTo>
                  <a:pt x="5621966" y="105955"/>
                  <a:pt x="5623537" y="103281"/>
                  <a:pt x="5624620" y="100257"/>
                </a:cubicBezTo>
                <a:cubicBezTo>
                  <a:pt x="5625704" y="97231"/>
                  <a:pt x="5626247" y="94043"/>
                  <a:pt x="5626247" y="90694"/>
                </a:cubicBezTo>
                <a:lnTo>
                  <a:pt x="5626247" y="85021"/>
                </a:lnTo>
                <a:lnTo>
                  <a:pt x="5622995" y="85021"/>
                </a:lnTo>
                <a:close/>
                <a:moveTo>
                  <a:pt x="5705569" y="64798"/>
                </a:moveTo>
                <a:cubicBezTo>
                  <a:pt x="5703944" y="61654"/>
                  <a:pt x="5701478" y="59081"/>
                  <a:pt x="5698173" y="57077"/>
                </a:cubicBezTo>
                <a:cubicBezTo>
                  <a:pt x="5694868" y="55071"/>
                  <a:pt x="5691102" y="54068"/>
                  <a:pt x="5686876" y="54068"/>
                </a:cubicBezTo>
                <a:cubicBezTo>
                  <a:pt x="5684926" y="54068"/>
                  <a:pt x="5682976" y="54286"/>
                  <a:pt x="5681025" y="54721"/>
                </a:cubicBezTo>
                <a:cubicBezTo>
                  <a:pt x="5679074" y="55154"/>
                  <a:pt x="5677339" y="55859"/>
                  <a:pt x="5675821" y="56836"/>
                </a:cubicBezTo>
                <a:cubicBezTo>
                  <a:pt x="5674305" y="57812"/>
                  <a:pt x="5673087" y="59059"/>
                  <a:pt x="5672166" y="60579"/>
                </a:cubicBezTo>
                <a:cubicBezTo>
                  <a:pt x="5671245" y="62097"/>
                  <a:pt x="5670784" y="63887"/>
                  <a:pt x="5670784" y="65949"/>
                </a:cubicBezTo>
                <a:cubicBezTo>
                  <a:pt x="5670784" y="69530"/>
                  <a:pt x="5672247" y="72270"/>
                  <a:pt x="5675172" y="74168"/>
                </a:cubicBezTo>
                <a:cubicBezTo>
                  <a:pt x="5678098" y="76066"/>
                  <a:pt x="5682704" y="77667"/>
                  <a:pt x="5688989" y="78970"/>
                </a:cubicBezTo>
                <a:cubicBezTo>
                  <a:pt x="5697984" y="80813"/>
                  <a:pt x="5704621" y="83498"/>
                  <a:pt x="5708900" y="87025"/>
                </a:cubicBezTo>
                <a:cubicBezTo>
                  <a:pt x="5713181" y="90550"/>
                  <a:pt x="5715321" y="95297"/>
                  <a:pt x="5715321" y="101264"/>
                </a:cubicBezTo>
                <a:cubicBezTo>
                  <a:pt x="5715321" y="105604"/>
                  <a:pt x="5714481" y="109267"/>
                  <a:pt x="5712801" y="112251"/>
                </a:cubicBezTo>
                <a:cubicBezTo>
                  <a:pt x="5711121" y="115234"/>
                  <a:pt x="5708926" y="117676"/>
                  <a:pt x="5706216" y="119575"/>
                </a:cubicBezTo>
                <a:cubicBezTo>
                  <a:pt x="5703508" y="121474"/>
                  <a:pt x="5700447" y="122829"/>
                  <a:pt x="5697035" y="123643"/>
                </a:cubicBezTo>
                <a:cubicBezTo>
                  <a:pt x="5693622" y="124457"/>
                  <a:pt x="5690182" y="124863"/>
                  <a:pt x="5686715" y="124863"/>
                </a:cubicBezTo>
                <a:cubicBezTo>
                  <a:pt x="5680970" y="124863"/>
                  <a:pt x="5675389" y="123679"/>
                  <a:pt x="5669971" y="121312"/>
                </a:cubicBezTo>
                <a:cubicBezTo>
                  <a:pt x="5664554" y="118942"/>
                  <a:pt x="5660111" y="115217"/>
                  <a:pt x="5656642" y="110136"/>
                </a:cubicBezTo>
                <a:lnTo>
                  <a:pt x="5665420" y="103633"/>
                </a:lnTo>
                <a:cubicBezTo>
                  <a:pt x="5667371" y="106993"/>
                  <a:pt x="5670242" y="109810"/>
                  <a:pt x="5674033" y="112085"/>
                </a:cubicBezTo>
                <a:cubicBezTo>
                  <a:pt x="5677826" y="114360"/>
                  <a:pt x="5681999" y="115498"/>
                  <a:pt x="5686551" y="115498"/>
                </a:cubicBezTo>
                <a:cubicBezTo>
                  <a:pt x="5688935" y="115498"/>
                  <a:pt x="5691210" y="115281"/>
                  <a:pt x="5693376" y="114848"/>
                </a:cubicBezTo>
                <a:cubicBezTo>
                  <a:pt x="5695544" y="114413"/>
                  <a:pt x="5697441" y="113654"/>
                  <a:pt x="5699066" y="112569"/>
                </a:cubicBezTo>
                <a:cubicBezTo>
                  <a:pt x="5700691" y="111484"/>
                  <a:pt x="5701992" y="110101"/>
                  <a:pt x="5702967" y="108420"/>
                </a:cubicBezTo>
                <a:cubicBezTo>
                  <a:pt x="5703943" y="106736"/>
                  <a:pt x="5704431" y="104647"/>
                  <a:pt x="5704431" y="102152"/>
                </a:cubicBezTo>
                <a:cubicBezTo>
                  <a:pt x="5704431" y="98137"/>
                  <a:pt x="5702507" y="95126"/>
                  <a:pt x="5698659" y="93119"/>
                </a:cubicBezTo>
                <a:cubicBezTo>
                  <a:pt x="5694813" y="91112"/>
                  <a:pt x="5689260" y="89240"/>
                  <a:pt x="5682000" y="87504"/>
                </a:cubicBezTo>
                <a:cubicBezTo>
                  <a:pt x="5679725" y="86962"/>
                  <a:pt x="5677313" y="86284"/>
                  <a:pt x="5674765" y="85470"/>
                </a:cubicBezTo>
                <a:cubicBezTo>
                  <a:pt x="5672219" y="84657"/>
                  <a:pt x="5669862" y="83464"/>
                  <a:pt x="5667694" y="81891"/>
                </a:cubicBezTo>
                <a:cubicBezTo>
                  <a:pt x="5665528" y="80317"/>
                  <a:pt x="5663740" y="78336"/>
                  <a:pt x="5662332" y="75949"/>
                </a:cubicBezTo>
                <a:cubicBezTo>
                  <a:pt x="5660923" y="73561"/>
                  <a:pt x="5660219" y="70577"/>
                  <a:pt x="5660219" y="66998"/>
                </a:cubicBezTo>
                <a:cubicBezTo>
                  <a:pt x="5660219" y="63091"/>
                  <a:pt x="5660977" y="59754"/>
                  <a:pt x="5662493" y="56988"/>
                </a:cubicBezTo>
                <a:cubicBezTo>
                  <a:pt x="5664011" y="54220"/>
                  <a:pt x="5666043" y="51941"/>
                  <a:pt x="5668589" y="50152"/>
                </a:cubicBezTo>
                <a:cubicBezTo>
                  <a:pt x="5671136" y="48361"/>
                  <a:pt x="5674034" y="47032"/>
                  <a:pt x="5677285" y="46164"/>
                </a:cubicBezTo>
                <a:cubicBezTo>
                  <a:pt x="5680537" y="45296"/>
                  <a:pt x="5683897" y="44862"/>
                  <a:pt x="5687364" y="44862"/>
                </a:cubicBezTo>
                <a:cubicBezTo>
                  <a:pt x="5692674" y="44862"/>
                  <a:pt x="5697820" y="46047"/>
                  <a:pt x="5702804" y="48416"/>
                </a:cubicBezTo>
                <a:cubicBezTo>
                  <a:pt x="5707789" y="50784"/>
                  <a:pt x="5711528" y="54131"/>
                  <a:pt x="5714022" y="58458"/>
                </a:cubicBezTo>
                <a:lnTo>
                  <a:pt x="5705569" y="64798"/>
                </a:lnTo>
                <a:close/>
                <a:moveTo>
                  <a:pt x="5748967" y="59341"/>
                </a:moveTo>
                <a:cubicBezTo>
                  <a:pt x="5751025" y="54895"/>
                  <a:pt x="5754438" y="51371"/>
                  <a:pt x="5759205" y="48768"/>
                </a:cubicBezTo>
                <a:cubicBezTo>
                  <a:pt x="5763974" y="46164"/>
                  <a:pt x="5769067" y="44862"/>
                  <a:pt x="5774486" y="44862"/>
                </a:cubicBezTo>
                <a:cubicBezTo>
                  <a:pt x="5784129" y="44862"/>
                  <a:pt x="5791361" y="47736"/>
                  <a:pt x="5796182" y="53486"/>
                </a:cubicBezTo>
                <a:cubicBezTo>
                  <a:pt x="5801006" y="59235"/>
                  <a:pt x="5803417" y="66827"/>
                  <a:pt x="5803417" y="76264"/>
                </a:cubicBezTo>
                <a:lnTo>
                  <a:pt x="5803417" y="122958"/>
                </a:lnTo>
                <a:lnTo>
                  <a:pt x="5792365" y="122958"/>
                </a:lnTo>
                <a:lnTo>
                  <a:pt x="5792365" y="80778"/>
                </a:lnTo>
                <a:cubicBezTo>
                  <a:pt x="5792365" y="76760"/>
                  <a:pt x="5792041" y="73123"/>
                  <a:pt x="5791391" y="69867"/>
                </a:cubicBezTo>
                <a:cubicBezTo>
                  <a:pt x="5790741" y="66610"/>
                  <a:pt x="5789630" y="63814"/>
                  <a:pt x="5788057" y="61479"/>
                </a:cubicBezTo>
                <a:cubicBezTo>
                  <a:pt x="5786487" y="59145"/>
                  <a:pt x="5784373" y="57326"/>
                  <a:pt x="5781718" y="56023"/>
                </a:cubicBezTo>
                <a:cubicBezTo>
                  <a:pt x="5779064" y="54720"/>
                  <a:pt x="5775732" y="54068"/>
                  <a:pt x="5771723" y="54068"/>
                </a:cubicBezTo>
                <a:cubicBezTo>
                  <a:pt x="5768798" y="54068"/>
                  <a:pt x="5765953" y="54666"/>
                  <a:pt x="5763188" y="55862"/>
                </a:cubicBezTo>
                <a:cubicBezTo>
                  <a:pt x="5760425" y="57055"/>
                  <a:pt x="5757960" y="58874"/>
                  <a:pt x="5755792" y="61318"/>
                </a:cubicBezTo>
                <a:cubicBezTo>
                  <a:pt x="5753626" y="63760"/>
                  <a:pt x="5751893" y="66854"/>
                  <a:pt x="5750591" y="70599"/>
                </a:cubicBezTo>
                <a:cubicBezTo>
                  <a:pt x="5749292" y="74344"/>
                  <a:pt x="5748642" y="78769"/>
                  <a:pt x="5748642" y="83873"/>
                </a:cubicBezTo>
                <a:lnTo>
                  <a:pt x="5748642" y="122958"/>
                </a:lnTo>
                <a:lnTo>
                  <a:pt x="5737588" y="122958"/>
                </a:lnTo>
                <a:lnTo>
                  <a:pt x="5737588" y="0"/>
                </a:lnTo>
                <a:lnTo>
                  <a:pt x="5748642" y="0"/>
                </a:lnTo>
                <a:lnTo>
                  <a:pt x="5748642" y="59341"/>
                </a:lnTo>
                <a:lnTo>
                  <a:pt x="5748967" y="59341"/>
                </a:lnTo>
                <a:close/>
                <a:moveTo>
                  <a:pt x="5890055" y="79148"/>
                </a:moveTo>
                <a:cubicBezTo>
                  <a:pt x="5889729" y="71936"/>
                  <a:pt x="5887426" y="65953"/>
                  <a:pt x="5883145" y="61199"/>
                </a:cubicBezTo>
                <a:cubicBezTo>
                  <a:pt x="5878866" y="56445"/>
                  <a:pt x="5872771" y="54068"/>
                  <a:pt x="5864861" y="54068"/>
                </a:cubicBezTo>
                <a:cubicBezTo>
                  <a:pt x="5861177" y="54068"/>
                  <a:pt x="5857764" y="54751"/>
                  <a:pt x="5854620" y="56117"/>
                </a:cubicBezTo>
                <a:cubicBezTo>
                  <a:pt x="5851479" y="57483"/>
                  <a:pt x="5848716" y="59340"/>
                  <a:pt x="5846332" y="61690"/>
                </a:cubicBezTo>
                <a:cubicBezTo>
                  <a:pt x="5843947" y="64040"/>
                  <a:pt x="5842051" y="66717"/>
                  <a:pt x="5840642" y="69723"/>
                </a:cubicBezTo>
                <a:cubicBezTo>
                  <a:pt x="5839233" y="72728"/>
                  <a:pt x="5838421" y="75869"/>
                  <a:pt x="5838204" y="79148"/>
                </a:cubicBezTo>
                <a:lnTo>
                  <a:pt x="5890055" y="79148"/>
                </a:lnTo>
                <a:moveTo>
                  <a:pt x="5901271" y="82665"/>
                </a:moveTo>
                <a:cubicBezTo>
                  <a:pt x="5901271" y="83426"/>
                  <a:pt x="5901271" y="84241"/>
                  <a:pt x="5901271" y="85111"/>
                </a:cubicBezTo>
                <a:cubicBezTo>
                  <a:pt x="5901271" y="85979"/>
                  <a:pt x="5901216" y="86901"/>
                  <a:pt x="5901107" y="87878"/>
                </a:cubicBezTo>
                <a:lnTo>
                  <a:pt x="5838040" y="87878"/>
                </a:lnTo>
                <a:cubicBezTo>
                  <a:pt x="5838149" y="91670"/>
                  <a:pt x="5838908" y="95245"/>
                  <a:pt x="5840315" y="98603"/>
                </a:cubicBezTo>
                <a:cubicBezTo>
                  <a:pt x="5841723" y="101959"/>
                  <a:pt x="5843674" y="104884"/>
                  <a:pt x="5846165" y="107375"/>
                </a:cubicBezTo>
                <a:cubicBezTo>
                  <a:pt x="5848659" y="109865"/>
                  <a:pt x="5851585" y="111842"/>
                  <a:pt x="5854943" y="113306"/>
                </a:cubicBezTo>
                <a:cubicBezTo>
                  <a:pt x="5858303" y="114767"/>
                  <a:pt x="5861934" y="115498"/>
                  <a:pt x="5865836" y="115498"/>
                </a:cubicBezTo>
                <a:cubicBezTo>
                  <a:pt x="5871578" y="115498"/>
                  <a:pt x="5876535" y="114171"/>
                  <a:pt x="5880707" y="111517"/>
                </a:cubicBezTo>
                <a:cubicBezTo>
                  <a:pt x="5884879" y="108862"/>
                  <a:pt x="5888049" y="105800"/>
                  <a:pt x="5890216" y="102333"/>
                </a:cubicBezTo>
                <a:lnTo>
                  <a:pt x="5898505" y="108834"/>
                </a:lnTo>
                <a:cubicBezTo>
                  <a:pt x="5893955" y="114568"/>
                  <a:pt x="5888943" y="118674"/>
                  <a:pt x="5883470" y="121150"/>
                </a:cubicBezTo>
                <a:cubicBezTo>
                  <a:pt x="5877999" y="123626"/>
                  <a:pt x="5872121" y="124863"/>
                  <a:pt x="5865836" y="124863"/>
                </a:cubicBezTo>
                <a:cubicBezTo>
                  <a:pt x="5860201" y="124863"/>
                  <a:pt x="5854972" y="123860"/>
                  <a:pt x="5850149" y="121855"/>
                </a:cubicBezTo>
                <a:cubicBezTo>
                  <a:pt x="5845327" y="119849"/>
                  <a:pt x="5841183" y="117058"/>
                  <a:pt x="5837715" y="113482"/>
                </a:cubicBezTo>
                <a:cubicBezTo>
                  <a:pt x="5834248" y="109904"/>
                  <a:pt x="5831512" y="105676"/>
                  <a:pt x="5829506" y="100798"/>
                </a:cubicBezTo>
                <a:cubicBezTo>
                  <a:pt x="5827502" y="95920"/>
                  <a:pt x="5826500" y="90608"/>
                  <a:pt x="5826500" y="84863"/>
                </a:cubicBezTo>
                <a:cubicBezTo>
                  <a:pt x="5826500" y="79117"/>
                  <a:pt x="5827475" y="73805"/>
                  <a:pt x="5829424" y="68927"/>
                </a:cubicBezTo>
                <a:cubicBezTo>
                  <a:pt x="5831375" y="64050"/>
                  <a:pt x="5834084" y="59822"/>
                  <a:pt x="5837552" y="56246"/>
                </a:cubicBezTo>
                <a:cubicBezTo>
                  <a:pt x="5841021" y="52668"/>
                  <a:pt x="5845085" y="49876"/>
                  <a:pt x="5849744" y="47870"/>
                </a:cubicBezTo>
                <a:cubicBezTo>
                  <a:pt x="5854404" y="45865"/>
                  <a:pt x="5859443" y="44862"/>
                  <a:pt x="5864861" y="44862"/>
                </a:cubicBezTo>
                <a:cubicBezTo>
                  <a:pt x="5870820" y="44862"/>
                  <a:pt x="5876075" y="45867"/>
                  <a:pt x="5880625" y="47878"/>
                </a:cubicBezTo>
                <a:cubicBezTo>
                  <a:pt x="5885177" y="49887"/>
                  <a:pt x="5888970" y="52603"/>
                  <a:pt x="5892004" y="56025"/>
                </a:cubicBezTo>
                <a:cubicBezTo>
                  <a:pt x="5895039" y="59446"/>
                  <a:pt x="5897341" y="63438"/>
                  <a:pt x="5898912" y="68000"/>
                </a:cubicBezTo>
                <a:cubicBezTo>
                  <a:pt x="5900484" y="72562"/>
                  <a:pt x="5901271" y="77450"/>
                  <a:pt x="5901271" y="82665"/>
                </a:cubicBezTo>
                <a:close/>
                <a:moveTo>
                  <a:pt x="5926462" y="46925"/>
                </a:moveTo>
                <a:lnTo>
                  <a:pt x="5944830" y="108663"/>
                </a:lnTo>
                <a:lnTo>
                  <a:pt x="5945155" y="108663"/>
                </a:lnTo>
                <a:lnTo>
                  <a:pt x="5965634" y="46925"/>
                </a:lnTo>
                <a:lnTo>
                  <a:pt x="5976364" y="46925"/>
                </a:lnTo>
                <a:lnTo>
                  <a:pt x="5997167" y="108663"/>
                </a:lnTo>
                <a:lnTo>
                  <a:pt x="5997492" y="108663"/>
                </a:lnTo>
                <a:lnTo>
                  <a:pt x="6015697" y="46925"/>
                </a:lnTo>
                <a:lnTo>
                  <a:pt x="6027401" y="46925"/>
                </a:lnTo>
                <a:lnTo>
                  <a:pt x="6003346" y="122958"/>
                </a:lnTo>
                <a:lnTo>
                  <a:pt x="5991317" y="122958"/>
                </a:lnTo>
                <a:lnTo>
                  <a:pt x="5970999" y="61385"/>
                </a:lnTo>
                <a:lnTo>
                  <a:pt x="5970674" y="61385"/>
                </a:lnTo>
                <a:lnTo>
                  <a:pt x="5950681" y="122958"/>
                </a:lnTo>
                <a:lnTo>
                  <a:pt x="5938652" y="122958"/>
                </a:lnTo>
                <a:lnTo>
                  <a:pt x="5914597" y="46925"/>
                </a:lnTo>
                <a:lnTo>
                  <a:pt x="5926462" y="46925"/>
                </a:lnTo>
                <a:close/>
                <a:moveTo>
                  <a:pt x="6064136" y="91748"/>
                </a:moveTo>
                <a:lnTo>
                  <a:pt x="6052434" y="91748"/>
                </a:lnTo>
                <a:lnTo>
                  <a:pt x="6052434" y="7877"/>
                </a:lnTo>
                <a:lnTo>
                  <a:pt x="6064136" y="7877"/>
                </a:lnTo>
                <a:lnTo>
                  <a:pt x="6064136" y="91748"/>
                </a:lnTo>
                <a:moveTo>
                  <a:pt x="6067063" y="115101"/>
                </a:moveTo>
                <a:cubicBezTo>
                  <a:pt x="6067063" y="117385"/>
                  <a:pt x="6066250" y="119424"/>
                  <a:pt x="6064625" y="121220"/>
                </a:cubicBezTo>
                <a:cubicBezTo>
                  <a:pt x="6062999" y="123014"/>
                  <a:pt x="6060886" y="123911"/>
                  <a:pt x="6058285" y="123911"/>
                </a:cubicBezTo>
                <a:cubicBezTo>
                  <a:pt x="6055684" y="123911"/>
                  <a:pt x="6053571" y="123014"/>
                  <a:pt x="6051946" y="121220"/>
                </a:cubicBezTo>
                <a:cubicBezTo>
                  <a:pt x="6050320" y="119424"/>
                  <a:pt x="6049508" y="117385"/>
                  <a:pt x="6049508" y="115101"/>
                </a:cubicBezTo>
                <a:cubicBezTo>
                  <a:pt x="6049508" y="112818"/>
                  <a:pt x="6050320" y="110779"/>
                  <a:pt x="6051946" y="108985"/>
                </a:cubicBezTo>
                <a:cubicBezTo>
                  <a:pt x="6053571" y="107189"/>
                  <a:pt x="6055684" y="106292"/>
                  <a:pt x="6058285" y="106292"/>
                </a:cubicBezTo>
                <a:cubicBezTo>
                  <a:pt x="6060886" y="106292"/>
                  <a:pt x="6062999" y="107189"/>
                  <a:pt x="6064625" y="108985"/>
                </a:cubicBezTo>
                <a:cubicBezTo>
                  <a:pt x="6066250" y="110779"/>
                  <a:pt x="6067063" y="112818"/>
                  <a:pt x="6067063" y="1151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6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c7c58e34ee4916"/>
          <a:stretch xmlns:a="http://schemas.openxmlformats.org/drawingml/2006/main"/>
        </p:blipFill>
        <p:spPr>
          <a:xfrm xmlns:a="http://schemas.openxmlformats.org/drawingml/2006/main">
            <a:off x="5555521" y="1033484"/>
            <a:ext cx="222540" cy="222540"/>
          </a:xfrm>
          <a:prstGeom xmlns:a="http://schemas.openxmlformats.org/drawingml/2006/main" prst="rect">
            <a:avLst/>
          </a:prstGeom>
        </p:spPr>
      </p:pic>
      <p:sp>
        <p:nvSpPr>
          <p:cNvPr id="7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D61AED-6B50-4673-967E-D4502018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8346" y="1033009"/>
            <a:ext cx="3310828" cy="223496"/>
          </a:xfrm>
          <a:custGeom xmlns:a="http://schemas.openxmlformats.org/drawingml/2006/main">
            <a:pathLst>
              <a:path w="3310828" h="223496">
                <a:moveTo>
                  <a:pt x="0" y="0"/>
                </a:moveTo>
                <a:lnTo>
                  <a:pt x="3310828" y="0"/>
                </a:lnTo>
                <a:lnTo>
                  <a:pt x="3310828" y="223496"/>
                </a:lnTo>
                <a:lnTo>
                  <a:pt x="0" y="2234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FD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DAF464-8F02-4B65-9060-89B0F5DF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4516" y="1033009"/>
            <a:ext cx="1508557" cy="223496"/>
          </a:xfrm>
          <a:custGeom xmlns:a="http://schemas.openxmlformats.org/drawingml/2006/main">
            <a:pathLst>
              <a:path w="1508557" h="223496">
                <a:moveTo>
                  <a:pt x="0" y="0"/>
                </a:moveTo>
                <a:lnTo>
                  <a:pt x="1508557" y="0"/>
                </a:lnTo>
                <a:lnTo>
                  <a:pt x="1508557" y="223496"/>
                </a:lnTo>
                <a:lnTo>
                  <a:pt x="0" y="2234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FD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8" name="Text :Whatdidthepeanutsaywhenitwaschasingsomeone?I'mgonnacashew!">
            <a:extLst xmlns:a="http://schemas.openxmlformats.org/drawingml/2006/main">
              <a:ext uri="{FF2B5EF4-FFF2-40B4-BE49-F238E27FC236}">
                <a16:creationId xmlns:a16="http://schemas.microsoft.com/office/drawing/2014/main" id="{DAF4FE46-A5B3-4688-8BE2-A088991F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4798" y="1074056"/>
            <a:ext cx="5620396" cy="162007"/>
          </a:xfrm>
          <a:custGeom xmlns:a="http://schemas.openxmlformats.org/drawingml/2006/main">
            <a:pathLst>
              <a:path w="5620396" h="162007">
                <a:moveTo>
                  <a:pt x="31861" y="56365"/>
                </a:moveTo>
                <a:cubicBezTo>
                  <a:pt x="31861" y="58538"/>
                  <a:pt x="31427" y="60575"/>
                  <a:pt x="30559" y="62476"/>
                </a:cubicBezTo>
                <a:cubicBezTo>
                  <a:pt x="29692" y="64376"/>
                  <a:pt x="28555" y="66032"/>
                  <a:pt x="27146" y="67444"/>
                </a:cubicBezTo>
                <a:cubicBezTo>
                  <a:pt x="25737" y="68856"/>
                  <a:pt x="24057" y="69970"/>
                  <a:pt x="22106" y="70785"/>
                </a:cubicBezTo>
                <a:cubicBezTo>
                  <a:pt x="20157" y="71598"/>
                  <a:pt x="18153" y="72005"/>
                  <a:pt x="16094" y="72005"/>
                </a:cubicBezTo>
                <a:cubicBezTo>
                  <a:pt x="13926" y="72005"/>
                  <a:pt x="11867" y="71625"/>
                  <a:pt x="9916" y="70864"/>
                </a:cubicBezTo>
                <a:cubicBezTo>
                  <a:pt x="7965" y="70104"/>
                  <a:pt x="6258" y="69018"/>
                  <a:pt x="4794" y="67608"/>
                </a:cubicBezTo>
                <a:cubicBezTo>
                  <a:pt x="3333" y="66196"/>
                  <a:pt x="2168" y="64566"/>
                  <a:pt x="1300" y="62719"/>
                </a:cubicBezTo>
                <a:cubicBezTo>
                  <a:pt x="433" y="60872"/>
                  <a:pt x="0" y="58863"/>
                  <a:pt x="0" y="56692"/>
                </a:cubicBezTo>
                <a:cubicBezTo>
                  <a:pt x="0" y="54520"/>
                  <a:pt x="433" y="52484"/>
                  <a:pt x="1300" y="50584"/>
                </a:cubicBezTo>
                <a:cubicBezTo>
                  <a:pt x="2168" y="48682"/>
                  <a:pt x="3333" y="47025"/>
                  <a:pt x="4794" y="45613"/>
                </a:cubicBezTo>
                <a:cubicBezTo>
                  <a:pt x="6258" y="44201"/>
                  <a:pt x="7965" y="43089"/>
                  <a:pt x="9916" y="42275"/>
                </a:cubicBezTo>
                <a:cubicBezTo>
                  <a:pt x="11867" y="41460"/>
                  <a:pt x="13926" y="41052"/>
                  <a:pt x="16094" y="41052"/>
                </a:cubicBezTo>
                <a:cubicBezTo>
                  <a:pt x="18153" y="41052"/>
                  <a:pt x="20157" y="41460"/>
                  <a:pt x="22106" y="42275"/>
                </a:cubicBezTo>
                <a:cubicBezTo>
                  <a:pt x="24057" y="43089"/>
                  <a:pt x="25737" y="44174"/>
                  <a:pt x="27146" y="45532"/>
                </a:cubicBezTo>
                <a:cubicBezTo>
                  <a:pt x="28555" y="46889"/>
                  <a:pt x="29692" y="48519"/>
                  <a:pt x="30559" y="50420"/>
                </a:cubicBezTo>
                <a:cubicBezTo>
                  <a:pt x="31427" y="52320"/>
                  <a:pt x="31861" y="54302"/>
                  <a:pt x="31861" y="56365"/>
                </a:cubicBezTo>
                <a:moveTo>
                  <a:pt x="31861" y="108434"/>
                </a:moveTo>
                <a:cubicBezTo>
                  <a:pt x="31861" y="110607"/>
                  <a:pt x="31427" y="112644"/>
                  <a:pt x="30559" y="114546"/>
                </a:cubicBezTo>
                <a:cubicBezTo>
                  <a:pt x="29692" y="116445"/>
                  <a:pt x="28555" y="118074"/>
                  <a:pt x="27146" y="119432"/>
                </a:cubicBezTo>
                <a:cubicBezTo>
                  <a:pt x="25737" y="120789"/>
                  <a:pt x="24057" y="121875"/>
                  <a:pt x="22106" y="122691"/>
                </a:cubicBezTo>
                <a:cubicBezTo>
                  <a:pt x="20157" y="123504"/>
                  <a:pt x="18153" y="123911"/>
                  <a:pt x="16094" y="123911"/>
                </a:cubicBezTo>
                <a:cubicBezTo>
                  <a:pt x="13926" y="123911"/>
                  <a:pt x="11867" y="123531"/>
                  <a:pt x="9916" y="122770"/>
                </a:cubicBezTo>
                <a:cubicBezTo>
                  <a:pt x="7965" y="122009"/>
                  <a:pt x="6258" y="120924"/>
                  <a:pt x="4794" y="119513"/>
                </a:cubicBezTo>
                <a:cubicBezTo>
                  <a:pt x="3333" y="118101"/>
                  <a:pt x="2168" y="116472"/>
                  <a:pt x="1300" y="114625"/>
                </a:cubicBezTo>
                <a:cubicBezTo>
                  <a:pt x="433" y="112778"/>
                  <a:pt x="0" y="110769"/>
                  <a:pt x="0" y="108598"/>
                </a:cubicBezTo>
                <a:cubicBezTo>
                  <a:pt x="0" y="106425"/>
                  <a:pt x="433" y="104389"/>
                  <a:pt x="1300" y="102489"/>
                </a:cubicBezTo>
                <a:cubicBezTo>
                  <a:pt x="2168" y="100588"/>
                  <a:pt x="3333" y="98931"/>
                  <a:pt x="4794" y="97519"/>
                </a:cubicBezTo>
                <a:cubicBezTo>
                  <a:pt x="6258" y="96107"/>
                  <a:pt x="7965" y="94994"/>
                  <a:pt x="9916" y="94181"/>
                </a:cubicBezTo>
                <a:cubicBezTo>
                  <a:pt x="11867" y="93366"/>
                  <a:pt x="13926" y="92958"/>
                  <a:pt x="16094" y="92958"/>
                </a:cubicBezTo>
                <a:cubicBezTo>
                  <a:pt x="18153" y="92958"/>
                  <a:pt x="20157" y="93366"/>
                  <a:pt x="22106" y="94181"/>
                </a:cubicBezTo>
                <a:cubicBezTo>
                  <a:pt x="24057" y="94994"/>
                  <a:pt x="25737" y="96080"/>
                  <a:pt x="27146" y="97437"/>
                </a:cubicBezTo>
                <a:cubicBezTo>
                  <a:pt x="28555" y="98795"/>
                  <a:pt x="29692" y="100424"/>
                  <a:pt x="30559" y="102326"/>
                </a:cubicBezTo>
                <a:cubicBezTo>
                  <a:pt x="31427" y="104226"/>
                  <a:pt x="31861" y="106262"/>
                  <a:pt x="31861" y="108434"/>
                </a:cubicBezTo>
                <a:close/>
                <a:moveTo>
                  <a:pt x="126622" y="106867"/>
                </a:moveTo>
                <a:lnTo>
                  <a:pt x="126947" y="106867"/>
                </a:lnTo>
                <a:lnTo>
                  <a:pt x="155717" y="7877"/>
                </a:lnTo>
                <a:lnTo>
                  <a:pt x="169695" y="7877"/>
                </a:lnTo>
                <a:lnTo>
                  <a:pt x="198466" y="106867"/>
                </a:lnTo>
                <a:lnTo>
                  <a:pt x="198791" y="106867"/>
                </a:lnTo>
                <a:lnTo>
                  <a:pt x="226911" y="7877"/>
                </a:lnTo>
                <a:lnTo>
                  <a:pt x="239263" y="7877"/>
                </a:lnTo>
                <a:lnTo>
                  <a:pt x="205291" y="122958"/>
                </a:lnTo>
                <a:lnTo>
                  <a:pt x="191638" y="122958"/>
                </a:lnTo>
                <a:lnTo>
                  <a:pt x="162706" y="24132"/>
                </a:lnTo>
                <a:lnTo>
                  <a:pt x="162381" y="24132"/>
                </a:lnTo>
                <a:lnTo>
                  <a:pt x="133450" y="122958"/>
                </a:lnTo>
                <a:lnTo>
                  <a:pt x="119796" y="122958"/>
                </a:lnTo>
                <a:lnTo>
                  <a:pt x="85825" y="7877"/>
                </a:lnTo>
                <a:lnTo>
                  <a:pt x="98176" y="7877"/>
                </a:lnTo>
                <a:lnTo>
                  <a:pt x="126622" y="106867"/>
                </a:lnTo>
                <a:close/>
                <a:moveTo>
                  <a:pt x="267872" y="59341"/>
                </a:moveTo>
                <a:cubicBezTo>
                  <a:pt x="269930" y="54895"/>
                  <a:pt x="273343" y="51371"/>
                  <a:pt x="278110" y="48768"/>
                </a:cubicBezTo>
                <a:cubicBezTo>
                  <a:pt x="282879" y="46164"/>
                  <a:pt x="287972" y="44862"/>
                  <a:pt x="293391" y="44862"/>
                </a:cubicBezTo>
                <a:cubicBezTo>
                  <a:pt x="303034" y="44862"/>
                  <a:pt x="310266" y="47736"/>
                  <a:pt x="315087" y="53486"/>
                </a:cubicBezTo>
                <a:cubicBezTo>
                  <a:pt x="319911" y="59235"/>
                  <a:pt x="322322" y="66827"/>
                  <a:pt x="322322" y="76264"/>
                </a:cubicBezTo>
                <a:lnTo>
                  <a:pt x="322322" y="122958"/>
                </a:lnTo>
                <a:lnTo>
                  <a:pt x="311270" y="122958"/>
                </a:lnTo>
                <a:lnTo>
                  <a:pt x="311270" y="80778"/>
                </a:lnTo>
                <a:cubicBezTo>
                  <a:pt x="311270" y="76760"/>
                  <a:pt x="310945" y="73123"/>
                  <a:pt x="310296" y="69867"/>
                </a:cubicBezTo>
                <a:cubicBezTo>
                  <a:pt x="309646" y="66610"/>
                  <a:pt x="308535" y="63814"/>
                  <a:pt x="306962" y="61479"/>
                </a:cubicBezTo>
                <a:cubicBezTo>
                  <a:pt x="305391" y="59145"/>
                  <a:pt x="303278" y="57326"/>
                  <a:pt x="300623" y="56023"/>
                </a:cubicBezTo>
                <a:cubicBezTo>
                  <a:pt x="297969" y="54720"/>
                  <a:pt x="294637" y="54068"/>
                  <a:pt x="290628" y="54068"/>
                </a:cubicBezTo>
                <a:cubicBezTo>
                  <a:pt x="287703" y="54068"/>
                  <a:pt x="284858" y="54666"/>
                  <a:pt x="282093" y="55862"/>
                </a:cubicBezTo>
                <a:cubicBezTo>
                  <a:pt x="279330" y="57055"/>
                  <a:pt x="276865" y="58874"/>
                  <a:pt x="274697" y="61318"/>
                </a:cubicBezTo>
                <a:cubicBezTo>
                  <a:pt x="272531" y="63760"/>
                  <a:pt x="270798" y="66854"/>
                  <a:pt x="269496" y="70599"/>
                </a:cubicBezTo>
                <a:cubicBezTo>
                  <a:pt x="268197" y="74344"/>
                  <a:pt x="267547" y="78769"/>
                  <a:pt x="267547" y="83873"/>
                </a:cubicBezTo>
                <a:lnTo>
                  <a:pt x="267547" y="122958"/>
                </a:lnTo>
                <a:lnTo>
                  <a:pt x="256493" y="122958"/>
                </a:lnTo>
                <a:lnTo>
                  <a:pt x="256493" y="0"/>
                </a:lnTo>
                <a:lnTo>
                  <a:pt x="267547" y="0"/>
                </a:lnTo>
                <a:lnTo>
                  <a:pt x="267547" y="59341"/>
                </a:lnTo>
                <a:lnTo>
                  <a:pt x="267872" y="59341"/>
                </a:lnTo>
                <a:close/>
                <a:moveTo>
                  <a:pt x="398880" y="73841"/>
                </a:moveTo>
                <a:cubicBezTo>
                  <a:pt x="398880" y="67195"/>
                  <a:pt x="397146" y="62239"/>
                  <a:pt x="393679" y="58972"/>
                </a:cubicBezTo>
                <a:cubicBezTo>
                  <a:pt x="390212" y="55703"/>
                  <a:pt x="385173" y="54068"/>
                  <a:pt x="378562" y="54068"/>
                </a:cubicBezTo>
                <a:cubicBezTo>
                  <a:pt x="374012" y="54068"/>
                  <a:pt x="369785" y="54881"/>
                  <a:pt x="365883" y="56506"/>
                </a:cubicBezTo>
                <a:cubicBezTo>
                  <a:pt x="361983" y="58132"/>
                  <a:pt x="358678" y="60299"/>
                  <a:pt x="355970" y="63010"/>
                </a:cubicBezTo>
                <a:lnTo>
                  <a:pt x="349792" y="55695"/>
                </a:lnTo>
                <a:cubicBezTo>
                  <a:pt x="352935" y="52565"/>
                  <a:pt x="357080" y="49978"/>
                  <a:pt x="362227" y="47932"/>
                </a:cubicBezTo>
                <a:cubicBezTo>
                  <a:pt x="367375" y="45885"/>
                  <a:pt x="373199" y="44862"/>
                  <a:pt x="379700" y="44862"/>
                </a:cubicBezTo>
                <a:cubicBezTo>
                  <a:pt x="383819" y="44862"/>
                  <a:pt x="387666" y="45431"/>
                  <a:pt x="391241" y="46571"/>
                </a:cubicBezTo>
                <a:cubicBezTo>
                  <a:pt x="394817" y="47710"/>
                  <a:pt x="397960" y="49419"/>
                  <a:pt x="400668" y="51697"/>
                </a:cubicBezTo>
                <a:cubicBezTo>
                  <a:pt x="403378" y="53974"/>
                  <a:pt x="405491" y="56848"/>
                  <a:pt x="407008" y="60318"/>
                </a:cubicBezTo>
                <a:cubicBezTo>
                  <a:pt x="408525" y="63789"/>
                  <a:pt x="409284" y="67857"/>
                  <a:pt x="409284" y="72521"/>
                </a:cubicBezTo>
                <a:lnTo>
                  <a:pt x="409284" y="105875"/>
                </a:lnTo>
                <a:cubicBezTo>
                  <a:pt x="409284" y="108803"/>
                  <a:pt x="409393" y="111841"/>
                  <a:pt x="409609" y="114987"/>
                </a:cubicBezTo>
                <a:cubicBezTo>
                  <a:pt x="409826" y="118132"/>
                  <a:pt x="410151" y="120789"/>
                  <a:pt x="410584" y="122958"/>
                </a:cubicBezTo>
                <a:lnTo>
                  <a:pt x="400671" y="122958"/>
                </a:lnTo>
                <a:cubicBezTo>
                  <a:pt x="400345" y="121108"/>
                  <a:pt x="400074" y="119095"/>
                  <a:pt x="399857" y="116919"/>
                </a:cubicBezTo>
                <a:cubicBezTo>
                  <a:pt x="399640" y="114743"/>
                  <a:pt x="399532" y="112622"/>
                  <a:pt x="399532" y="110555"/>
                </a:cubicBezTo>
                <a:lnTo>
                  <a:pt x="399205" y="110555"/>
                </a:lnTo>
                <a:cubicBezTo>
                  <a:pt x="395737" y="115649"/>
                  <a:pt x="391809" y="119308"/>
                  <a:pt x="387419" y="121530"/>
                </a:cubicBezTo>
                <a:cubicBezTo>
                  <a:pt x="383031" y="123752"/>
                  <a:pt x="377749" y="124863"/>
                  <a:pt x="371573" y="124863"/>
                </a:cubicBezTo>
                <a:cubicBezTo>
                  <a:pt x="368646" y="124863"/>
                  <a:pt x="365639" y="124457"/>
                  <a:pt x="362550" y="123645"/>
                </a:cubicBezTo>
                <a:cubicBezTo>
                  <a:pt x="359463" y="122834"/>
                  <a:pt x="356646" y="121508"/>
                  <a:pt x="354100" y="119667"/>
                </a:cubicBezTo>
                <a:cubicBezTo>
                  <a:pt x="351554" y="117825"/>
                  <a:pt x="349440" y="115443"/>
                  <a:pt x="347760" y="112519"/>
                </a:cubicBezTo>
                <a:cubicBezTo>
                  <a:pt x="346081" y="109594"/>
                  <a:pt x="345241" y="106020"/>
                  <a:pt x="345241" y="101795"/>
                </a:cubicBezTo>
                <a:cubicBezTo>
                  <a:pt x="345241" y="95947"/>
                  <a:pt x="346730" y="91317"/>
                  <a:pt x="349710" y="87906"/>
                </a:cubicBezTo>
                <a:cubicBezTo>
                  <a:pt x="352689" y="84495"/>
                  <a:pt x="356672" y="81950"/>
                  <a:pt x="361657" y="80272"/>
                </a:cubicBezTo>
                <a:cubicBezTo>
                  <a:pt x="366642" y="78592"/>
                  <a:pt x="372358" y="77509"/>
                  <a:pt x="378805" y="77023"/>
                </a:cubicBezTo>
                <a:cubicBezTo>
                  <a:pt x="385254" y="76535"/>
                  <a:pt x="391945" y="76291"/>
                  <a:pt x="398880" y="76291"/>
                </a:cubicBezTo>
                <a:lnTo>
                  <a:pt x="398880" y="73841"/>
                </a:lnTo>
                <a:moveTo>
                  <a:pt x="395628" y="85021"/>
                </a:moveTo>
                <a:cubicBezTo>
                  <a:pt x="391078" y="85021"/>
                  <a:pt x="386500" y="85211"/>
                  <a:pt x="381893" y="85589"/>
                </a:cubicBezTo>
                <a:cubicBezTo>
                  <a:pt x="377288" y="85966"/>
                  <a:pt x="373116" y="86723"/>
                  <a:pt x="369378" y="87859"/>
                </a:cubicBezTo>
                <a:cubicBezTo>
                  <a:pt x="365641" y="88993"/>
                  <a:pt x="362580" y="90641"/>
                  <a:pt x="360196" y="92802"/>
                </a:cubicBezTo>
                <a:cubicBezTo>
                  <a:pt x="357812" y="94963"/>
                  <a:pt x="356620" y="97826"/>
                  <a:pt x="356620" y="101391"/>
                </a:cubicBezTo>
                <a:cubicBezTo>
                  <a:pt x="356620" y="104092"/>
                  <a:pt x="357134" y="106362"/>
                  <a:pt x="358162" y="108199"/>
                </a:cubicBezTo>
                <a:cubicBezTo>
                  <a:pt x="359193" y="110036"/>
                  <a:pt x="360574" y="111521"/>
                  <a:pt x="362307" y="112656"/>
                </a:cubicBezTo>
                <a:cubicBezTo>
                  <a:pt x="364041" y="113790"/>
                  <a:pt x="365965" y="114600"/>
                  <a:pt x="368078" y="115086"/>
                </a:cubicBezTo>
                <a:cubicBezTo>
                  <a:pt x="370191" y="115572"/>
                  <a:pt x="372332" y="115815"/>
                  <a:pt x="374500" y="115815"/>
                </a:cubicBezTo>
                <a:cubicBezTo>
                  <a:pt x="378400" y="115815"/>
                  <a:pt x="381867" y="115140"/>
                  <a:pt x="384901" y="113789"/>
                </a:cubicBezTo>
                <a:cubicBezTo>
                  <a:pt x="387936" y="112438"/>
                  <a:pt x="390482" y="110601"/>
                  <a:pt x="392540" y="108278"/>
                </a:cubicBezTo>
                <a:cubicBezTo>
                  <a:pt x="394599" y="105955"/>
                  <a:pt x="396170" y="103281"/>
                  <a:pt x="397253" y="100257"/>
                </a:cubicBezTo>
                <a:cubicBezTo>
                  <a:pt x="398338" y="97231"/>
                  <a:pt x="398880" y="94043"/>
                  <a:pt x="398880" y="90694"/>
                </a:cubicBezTo>
                <a:lnTo>
                  <a:pt x="398880" y="85021"/>
                </a:lnTo>
                <a:lnTo>
                  <a:pt x="395628" y="85021"/>
                </a:lnTo>
                <a:close/>
                <a:moveTo>
                  <a:pt x="470398" y="56132"/>
                </a:moveTo>
                <a:lnTo>
                  <a:pt x="448945" y="56132"/>
                </a:lnTo>
                <a:lnTo>
                  <a:pt x="448945" y="100552"/>
                </a:lnTo>
                <a:cubicBezTo>
                  <a:pt x="448945" y="103373"/>
                  <a:pt x="449215" y="105705"/>
                  <a:pt x="449756" y="107549"/>
                </a:cubicBezTo>
                <a:cubicBezTo>
                  <a:pt x="450298" y="109393"/>
                  <a:pt x="451083" y="110830"/>
                  <a:pt x="452112" y="111862"/>
                </a:cubicBezTo>
                <a:cubicBezTo>
                  <a:pt x="453142" y="112892"/>
                  <a:pt x="454361" y="113597"/>
                  <a:pt x="455770" y="113978"/>
                </a:cubicBezTo>
                <a:cubicBezTo>
                  <a:pt x="457179" y="114356"/>
                  <a:pt x="458696" y="114546"/>
                  <a:pt x="460321" y="114546"/>
                </a:cubicBezTo>
                <a:cubicBezTo>
                  <a:pt x="461839" y="114546"/>
                  <a:pt x="463437" y="114325"/>
                  <a:pt x="465116" y="113883"/>
                </a:cubicBezTo>
                <a:cubicBezTo>
                  <a:pt x="466796" y="113440"/>
                  <a:pt x="468394" y="112831"/>
                  <a:pt x="469912" y="112055"/>
                </a:cubicBezTo>
                <a:lnTo>
                  <a:pt x="470398" y="121637"/>
                </a:lnTo>
                <a:cubicBezTo>
                  <a:pt x="468449" y="122395"/>
                  <a:pt x="466418" y="122964"/>
                  <a:pt x="464305" y="123343"/>
                </a:cubicBezTo>
                <a:cubicBezTo>
                  <a:pt x="462191" y="123722"/>
                  <a:pt x="459888" y="123911"/>
                  <a:pt x="457395" y="123911"/>
                </a:cubicBezTo>
                <a:cubicBezTo>
                  <a:pt x="455336" y="123911"/>
                  <a:pt x="453169" y="123640"/>
                  <a:pt x="450894" y="123097"/>
                </a:cubicBezTo>
                <a:cubicBezTo>
                  <a:pt x="448619" y="122557"/>
                  <a:pt x="446506" y="121528"/>
                  <a:pt x="444555" y="120012"/>
                </a:cubicBezTo>
                <a:cubicBezTo>
                  <a:pt x="442605" y="118494"/>
                  <a:pt x="441007" y="116435"/>
                  <a:pt x="439761" y="113834"/>
                </a:cubicBezTo>
                <a:cubicBezTo>
                  <a:pt x="438514" y="111233"/>
                  <a:pt x="437890" y="107819"/>
                  <a:pt x="437890" y="103593"/>
                </a:cubicBezTo>
                <a:lnTo>
                  <a:pt x="437890" y="56132"/>
                </a:lnTo>
                <a:lnTo>
                  <a:pt x="422124" y="56132"/>
                </a:lnTo>
                <a:lnTo>
                  <a:pt x="422124" y="46925"/>
                </a:lnTo>
                <a:lnTo>
                  <a:pt x="437890" y="46925"/>
                </a:lnTo>
                <a:lnTo>
                  <a:pt x="437890" y="25469"/>
                </a:lnTo>
                <a:lnTo>
                  <a:pt x="448945" y="25469"/>
                </a:lnTo>
                <a:lnTo>
                  <a:pt x="448945" y="46925"/>
                </a:lnTo>
                <a:lnTo>
                  <a:pt x="470398" y="46925"/>
                </a:lnTo>
                <a:lnTo>
                  <a:pt x="470398" y="56132"/>
                </a:lnTo>
                <a:close/>
                <a:moveTo>
                  <a:pt x="590844" y="110118"/>
                </a:moveTo>
                <a:cubicBezTo>
                  <a:pt x="587593" y="114995"/>
                  <a:pt x="583367" y="118671"/>
                  <a:pt x="578165" y="121148"/>
                </a:cubicBezTo>
                <a:cubicBezTo>
                  <a:pt x="572964" y="123625"/>
                  <a:pt x="567600" y="124863"/>
                  <a:pt x="562074" y="124863"/>
                </a:cubicBezTo>
                <a:cubicBezTo>
                  <a:pt x="556113" y="124863"/>
                  <a:pt x="550722" y="123834"/>
                  <a:pt x="545900" y="121775"/>
                </a:cubicBezTo>
                <a:cubicBezTo>
                  <a:pt x="541079" y="119715"/>
                  <a:pt x="536961" y="116897"/>
                  <a:pt x="533547" y="113320"/>
                </a:cubicBezTo>
                <a:cubicBezTo>
                  <a:pt x="530134" y="109742"/>
                  <a:pt x="527479" y="105514"/>
                  <a:pt x="525583" y="100637"/>
                </a:cubicBezTo>
                <a:cubicBezTo>
                  <a:pt x="523686" y="95757"/>
                  <a:pt x="522738" y="90499"/>
                  <a:pt x="522738" y="84863"/>
                </a:cubicBezTo>
                <a:cubicBezTo>
                  <a:pt x="522738" y="79226"/>
                  <a:pt x="523686" y="73969"/>
                  <a:pt x="525583" y="69091"/>
                </a:cubicBezTo>
                <a:cubicBezTo>
                  <a:pt x="527479" y="64212"/>
                  <a:pt x="530134" y="59984"/>
                  <a:pt x="533547" y="56407"/>
                </a:cubicBezTo>
                <a:cubicBezTo>
                  <a:pt x="536961" y="52829"/>
                  <a:pt x="541079" y="50011"/>
                  <a:pt x="545900" y="47952"/>
                </a:cubicBezTo>
                <a:cubicBezTo>
                  <a:pt x="550722" y="45892"/>
                  <a:pt x="556113" y="44862"/>
                  <a:pt x="562074" y="44862"/>
                </a:cubicBezTo>
                <a:cubicBezTo>
                  <a:pt x="567600" y="44862"/>
                  <a:pt x="572964" y="46136"/>
                  <a:pt x="578165" y="48684"/>
                </a:cubicBezTo>
                <a:cubicBezTo>
                  <a:pt x="583367" y="51230"/>
                  <a:pt x="587593" y="54997"/>
                  <a:pt x="590844" y="59984"/>
                </a:cubicBezTo>
                <a:lnTo>
                  <a:pt x="591169" y="59984"/>
                </a:lnTo>
                <a:lnTo>
                  <a:pt x="591169" y="5"/>
                </a:lnTo>
                <a:lnTo>
                  <a:pt x="602221" y="5"/>
                </a:lnTo>
                <a:lnTo>
                  <a:pt x="602221" y="122958"/>
                </a:lnTo>
                <a:lnTo>
                  <a:pt x="591169" y="122958"/>
                </a:lnTo>
                <a:lnTo>
                  <a:pt x="591169" y="110118"/>
                </a:lnTo>
                <a:lnTo>
                  <a:pt x="590844" y="110118"/>
                </a:lnTo>
                <a:moveTo>
                  <a:pt x="534442" y="84865"/>
                </a:moveTo>
                <a:cubicBezTo>
                  <a:pt x="534442" y="89101"/>
                  <a:pt x="535092" y="93094"/>
                  <a:pt x="536391" y="96842"/>
                </a:cubicBezTo>
                <a:cubicBezTo>
                  <a:pt x="537691" y="100589"/>
                  <a:pt x="539560" y="103848"/>
                  <a:pt x="541999" y="106619"/>
                </a:cubicBezTo>
                <a:cubicBezTo>
                  <a:pt x="544438" y="109388"/>
                  <a:pt x="547445" y="111561"/>
                  <a:pt x="551020" y="113137"/>
                </a:cubicBezTo>
                <a:cubicBezTo>
                  <a:pt x="554596" y="114711"/>
                  <a:pt x="558659" y="115498"/>
                  <a:pt x="563210" y="115498"/>
                </a:cubicBezTo>
                <a:cubicBezTo>
                  <a:pt x="567436" y="115498"/>
                  <a:pt x="571337" y="114711"/>
                  <a:pt x="574914" y="113137"/>
                </a:cubicBezTo>
                <a:cubicBezTo>
                  <a:pt x="578490" y="111561"/>
                  <a:pt x="581578" y="109416"/>
                  <a:pt x="584177" y="106701"/>
                </a:cubicBezTo>
                <a:cubicBezTo>
                  <a:pt x="586778" y="103984"/>
                  <a:pt x="588810" y="100752"/>
                  <a:pt x="590274" y="97006"/>
                </a:cubicBezTo>
                <a:cubicBezTo>
                  <a:pt x="591737" y="93257"/>
                  <a:pt x="592469" y="89210"/>
                  <a:pt x="592469" y="84865"/>
                </a:cubicBezTo>
                <a:cubicBezTo>
                  <a:pt x="592469" y="80520"/>
                  <a:pt x="591737" y="76474"/>
                  <a:pt x="590274" y="72727"/>
                </a:cubicBezTo>
                <a:cubicBezTo>
                  <a:pt x="588810" y="68979"/>
                  <a:pt x="586778" y="65720"/>
                  <a:pt x="584177" y="62950"/>
                </a:cubicBezTo>
                <a:cubicBezTo>
                  <a:pt x="581578" y="60179"/>
                  <a:pt x="578490" y="58006"/>
                  <a:pt x="574914" y="56432"/>
                </a:cubicBezTo>
                <a:cubicBezTo>
                  <a:pt x="571337" y="54856"/>
                  <a:pt x="567436" y="54068"/>
                  <a:pt x="563210" y="54068"/>
                </a:cubicBezTo>
                <a:cubicBezTo>
                  <a:pt x="558659" y="54068"/>
                  <a:pt x="554596" y="54884"/>
                  <a:pt x="551020" y="56514"/>
                </a:cubicBezTo>
                <a:cubicBezTo>
                  <a:pt x="547445" y="58143"/>
                  <a:pt x="544438" y="60342"/>
                  <a:pt x="541999" y="63114"/>
                </a:cubicBezTo>
                <a:cubicBezTo>
                  <a:pt x="539560" y="65883"/>
                  <a:pt x="537691" y="69142"/>
                  <a:pt x="536391" y="72891"/>
                </a:cubicBezTo>
                <a:cubicBezTo>
                  <a:pt x="535092" y="76637"/>
                  <a:pt x="534442" y="80629"/>
                  <a:pt x="534442" y="84865"/>
                </a:cubicBezTo>
                <a:close/>
                <a:moveTo>
                  <a:pt x="643019" y="122958"/>
                </a:moveTo>
                <a:lnTo>
                  <a:pt x="631967" y="122958"/>
                </a:lnTo>
                <a:lnTo>
                  <a:pt x="631967" y="46888"/>
                </a:lnTo>
                <a:lnTo>
                  <a:pt x="643019" y="46888"/>
                </a:lnTo>
                <a:lnTo>
                  <a:pt x="643019" y="122958"/>
                </a:lnTo>
                <a:moveTo>
                  <a:pt x="645296" y="17560"/>
                </a:moveTo>
                <a:cubicBezTo>
                  <a:pt x="645296" y="19828"/>
                  <a:pt x="644483" y="21692"/>
                  <a:pt x="642858" y="23150"/>
                </a:cubicBezTo>
                <a:cubicBezTo>
                  <a:pt x="641232" y="24609"/>
                  <a:pt x="639444" y="25338"/>
                  <a:pt x="637493" y="25338"/>
                </a:cubicBezTo>
                <a:cubicBezTo>
                  <a:pt x="635542" y="25338"/>
                  <a:pt x="633754" y="24609"/>
                  <a:pt x="632128" y="23150"/>
                </a:cubicBezTo>
                <a:cubicBezTo>
                  <a:pt x="630503" y="21692"/>
                  <a:pt x="629690" y="19828"/>
                  <a:pt x="629690" y="17560"/>
                </a:cubicBezTo>
                <a:cubicBezTo>
                  <a:pt x="629690" y="15291"/>
                  <a:pt x="630503" y="13428"/>
                  <a:pt x="632128" y="11969"/>
                </a:cubicBezTo>
                <a:cubicBezTo>
                  <a:pt x="633754" y="10511"/>
                  <a:pt x="635542" y="9782"/>
                  <a:pt x="637493" y="9782"/>
                </a:cubicBezTo>
                <a:cubicBezTo>
                  <a:pt x="639444" y="9782"/>
                  <a:pt x="641232" y="10511"/>
                  <a:pt x="642858" y="11969"/>
                </a:cubicBezTo>
                <a:cubicBezTo>
                  <a:pt x="644483" y="13428"/>
                  <a:pt x="645296" y="15291"/>
                  <a:pt x="645296" y="17560"/>
                </a:cubicBezTo>
                <a:close/>
                <a:moveTo>
                  <a:pt x="735019" y="110118"/>
                </a:moveTo>
                <a:cubicBezTo>
                  <a:pt x="731769" y="114995"/>
                  <a:pt x="727542" y="118671"/>
                  <a:pt x="722341" y="121148"/>
                </a:cubicBezTo>
                <a:cubicBezTo>
                  <a:pt x="717139" y="123625"/>
                  <a:pt x="711775" y="124863"/>
                  <a:pt x="706249" y="124863"/>
                </a:cubicBezTo>
                <a:cubicBezTo>
                  <a:pt x="700288" y="124863"/>
                  <a:pt x="694897" y="123834"/>
                  <a:pt x="690076" y="121775"/>
                </a:cubicBezTo>
                <a:cubicBezTo>
                  <a:pt x="685254" y="119715"/>
                  <a:pt x="681136" y="116897"/>
                  <a:pt x="677722" y="113320"/>
                </a:cubicBezTo>
                <a:cubicBezTo>
                  <a:pt x="674309" y="109742"/>
                  <a:pt x="671654" y="105514"/>
                  <a:pt x="669758" y="100637"/>
                </a:cubicBezTo>
                <a:cubicBezTo>
                  <a:pt x="667861" y="95757"/>
                  <a:pt x="666913" y="90499"/>
                  <a:pt x="666913" y="84863"/>
                </a:cubicBezTo>
                <a:cubicBezTo>
                  <a:pt x="666913" y="79226"/>
                  <a:pt x="667861" y="73969"/>
                  <a:pt x="669758" y="69091"/>
                </a:cubicBezTo>
                <a:cubicBezTo>
                  <a:pt x="671654" y="64212"/>
                  <a:pt x="674309" y="59984"/>
                  <a:pt x="677722" y="56407"/>
                </a:cubicBezTo>
                <a:cubicBezTo>
                  <a:pt x="681136" y="52829"/>
                  <a:pt x="685254" y="50011"/>
                  <a:pt x="690076" y="47952"/>
                </a:cubicBezTo>
                <a:cubicBezTo>
                  <a:pt x="694897" y="45892"/>
                  <a:pt x="700288" y="44862"/>
                  <a:pt x="706249" y="44862"/>
                </a:cubicBezTo>
                <a:cubicBezTo>
                  <a:pt x="711775" y="44862"/>
                  <a:pt x="717139" y="46136"/>
                  <a:pt x="722341" y="48684"/>
                </a:cubicBezTo>
                <a:cubicBezTo>
                  <a:pt x="727542" y="51230"/>
                  <a:pt x="731769" y="54997"/>
                  <a:pt x="735019" y="59984"/>
                </a:cubicBezTo>
                <a:lnTo>
                  <a:pt x="735344" y="59984"/>
                </a:lnTo>
                <a:lnTo>
                  <a:pt x="735344" y="5"/>
                </a:lnTo>
                <a:lnTo>
                  <a:pt x="746396" y="5"/>
                </a:lnTo>
                <a:lnTo>
                  <a:pt x="746396" y="122958"/>
                </a:lnTo>
                <a:lnTo>
                  <a:pt x="735344" y="122958"/>
                </a:lnTo>
                <a:lnTo>
                  <a:pt x="735344" y="110118"/>
                </a:lnTo>
                <a:lnTo>
                  <a:pt x="735019" y="110118"/>
                </a:lnTo>
                <a:moveTo>
                  <a:pt x="678617" y="84865"/>
                </a:moveTo>
                <a:cubicBezTo>
                  <a:pt x="678617" y="89101"/>
                  <a:pt x="679267" y="93094"/>
                  <a:pt x="680567" y="96842"/>
                </a:cubicBezTo>
                <a:cubicBezTo>
                  <a:pt x="681866" y="100589"/>
                  <a:pt x="683735" y="103848"/>
                  <a:pt x="686174" y="106619"/>
                </a:cubicBezTo>
                <a:cubicBezTo>
                  <a:pt x="688613" y="109388"/>
                  <a:pt x="691620" y="111561"/>
                  <a:pt x="695195" y="113137"/>
                </a:cubicBezTo>
                <a:cubicBezTo>
                  <a:pt x="698771" y="114711"/>
                  <a:pt x="702835" y="115498"/>
                  <a:pt x="707385" y="115498"/>
                </a:cubicBezTo>
                <a:cubicBezTo>
                  <a:pt x="711611" y="115498"/>
                  <a:pt x="715513" y="114711"/>
                  <a:pt x="719089" y="113137"/>
                </a:cubicBezTo>
                <a:cubicBezTo>
                  <a:pt x="722665" y="111561"/>
                  <a:pt x="725753" y="109416"/>
                  <a:pt x="728353" y="106701"/>
                </a:cubicBezTo>
                <a:cubicBezTo>
                  <a:pt x="730953" y="103984"/>
                  <a:pt x="732986" y="100752"/>
                  <a:pt x="734449" y="97006"/>
                </a:cubicBezTo>
                <a:cubicBezTo>
                  <a:pt x="735912" y="93257"/>
                  <a:pt x="736644" y="89210"/>
                  <a:pt x="736644" y="84865"/>
                </a:cubicBezTo>
                <a:cubicBezTo>
                  <a:pt x="736644" y="80520"/>
                  <a:pt x="735912" y="76474"/>
                  <a:pt x="734449" y="72727"/>
                </a:cubicBezTo>
                <a:cubicBezTo>
                  <a:pt x="732986" y="68979"/>
                  <a:pt x="730953" y="65720"/>
                  <a:pt x="728353" y="62950"/>
                </a:cubicBezTo>
                <a:cubicBezTo>
                  <a:pt x="725753" y="60179"/>
                  <a:pt x="722665" y="58006"/>
                  <a:pt x="719089" y="56432"/>
                </a:cubicBezTo>
                <a:cubicBezTo>
                  <a:pt x="715513" y="54856"/>
                  <a:pt x="711611" y="54068"/>
                  <a:pt x="707385" y="54068"/>
                </a:cubicBezTo>
                <a:cubicBezTo>
                  <a:pt x="702835" y="54068"/>
                  <a:pt x="698771" y="54884"/>
                  <a:pt x="695195" y="56514"/>
                </a:cubicBezTo>
                <a:cubicBezTo>
                  <a:pt x="691620" y="58143"/>
                  <a:pt x="688613" y="60342"/>
                  <a:pt x="686174" y="63114"/>
                </a:cubicBezTo>
                <a:cubicBezTo>
                  <a:pt x="683735" y="65883"/>
                  <a:pt x="681866" y="69142"/>
                  <a:pt x="680567" y="72891"/>
                </a:cubicBezTo>
                <a:cubicBezTo>
                  <a:pt x="679267" y="76637"/>
                  <a:pt x="678617" y="80629"/>
                  <a:pt x="678617" y="84865"/>
                </a:cubicBezTo>
                <a:close/>
                <a:moveTo>
                  <a:pt x="850910" y="56132"/>
                </a:moveTo>
                <a:lnTo>
                  <a:pt x="829457" y="56132"/>
                </a:lnTo>
                <a:lnTo>
                  <a:pt x="829457" y="100552"/>
                </a:lnTo>
                <a:cubicBezTo>
                  <a:pt x="829457" y="103373"/>
                  <a:pt x="829727" y="105705"/>
                  <a:pt x="830268" y="107549"/>
                </a:cubicBezTo>
                <a:cubicBezTo>
                  <a:pt x="830810" y="109393"/>
                  <a:pt x="831595" y="110830"/>
                  <a:pt x="832624" y="111862"/>
                </a:cubicBezTo>
                <a:cubicBezTo>
                  <a:pt x="833654" y="112892"/>
                  <a:pt x="834873" y="113597"/>
                  <a:pt x="836282" y="113978"/>
                </a:cubicBezTo>
                <a:cubicBezTo>
                  <a:pt x="837691" y="114356"/>
                  <a:pt x="839208" y="114546"/>
                  <a:pt x="840833" y="114546"/>
                </a:cubicBezTo>
                <a:cubicBezTo>
                  <a:pt x="842351" y="114546"/>
                  <a:pt x="843949" y="114325"/>
                  <a:pt x="845627" y="113883"/>
                </a:cubicBezTo>
                <a:cubicBezTo>
                  <a:pt x="847307" y="113440"/>
                  <a:pt x="848906" y="112831"/>
                  <a:pt x="850424" y="112055"/>
                </a:cubicBezTo>
                <a:lnTo>
                  <a:pt x="850910" y="121637"/>
                </a:lnTo>
                <a:cubicBezTo>
                  <a:pt x="848961" y="122395"/>
                  <a:pt x="846930" y="122964"/>
                  <a:pt x="844816" y="123343"/>
                </a:cubicBezTo>
                <a:cubicBezTo>
                  <a:pt x="842703" y="123722"/>
                  <a:pt x="840400" y="123911"/>
                  <a:pt x="837907" y="123911"/>
                </a:cubicBezTo>
                <a:cubicBezTo>
                  <a:pt x="835848" y="123911"/>
                  <a:pt x="833681" y="123640"/>
                  <a:pt x="831406" y="123097"/>
                </a:cubicBezTo>
                <a:cubicBezTo>
                  <a:pt x="829131" y="122557"/>
                  <a:pt x="827018" y="121528"/>
                  <a:pt x="825067" y="120012"/>
                </a:cubicBezTo>
                <a:cubicBezTo>
                  <a:pt x="823117" y="118494"/>
                  <a:pt x="821519" y="116435"/>
                  <a:pt x="820272" y="113834"/>
                </a:cubicBezTo>
                <a:cubicBezTo>
                  <a:pt x="819026" y="111233"/>
                  <a:pt x="818402" y="107819"/>
                  <a:pt x="818402" y="103593"/>
                </a:cubicBezTo>
                <a:lnTo>
                  <a:pt x="818402" y="56132"/>
                </a:lnTo>
                <a:lnTo>
                  <a:pt x="802636" y="56132"/>
                </a:lnTo>
                <a:lnTo>
                  <a:pt x="802636" y="46925"/>
                </a:lnTo>
                <a:lnTo>
                  <a:pt x="818402" y="46925"/>
                </a:lnTo>
                <a:lnTo>
                  <a:pt x="818402" y="25469"/>
                </a:lnTo>
                <a:lnTo>
                  <a:pt x="829457" y="25469"/>
                </a:lnTo>
                <a:lnTo>
                  <a:pt x="829457" y="46925"/>
                </a:lnTo>
                <a:lnTo>
                  <a:pt x="850910" y="46925"/>
                </a:lnTo>
                <a:lnTo>
                  <a:pt x="850910" y="56132"/>
                </a:lnTo>
                <a:close/>
                <a:moveTo>
                  <a:pt x="879844" y="59341"/>
                </a:moveTo>
                <a:cubicBezTo>
                  <a:pt x="881903" y="54895"/>
                  <a:pt x="885315" y="51371"/>
                  <a:pt x="890082" y="48768"/>
                </a:cubicBezTo>
                <a:cubicBezTo>
                  <a:pt x="894851" y="46164"/>
                  <a:pt x="899944" y="44862"/>
                  <a:pt x="905363" y="44862"/>
                </a:cubicBezTo>
                <a:cubicBezTo>
                  <a:pt x="915006" y="44862"/>
                  <a:pt x="922238" y="47736"/>
                  <a:pt x="927060" y="53486"/>
                </a:cubicBezTo>
                <a:cubicBezTo>
                  <a:pt x="931883" y="59235"/>
                  <a:pt x="934294" y="66827"/>
                  <a:pt x="934294" y="76264"/>
                </a:cubicBezTo>
                <a:lnTo>
                  <a:pt x="934294" y="122958"/>
                </a:lnTo>
                <a:lnTo>
                  <a:pt x="923243" y="122958"/>
                </a:lnTo>
                <a:lnTo>
                  <a:pt x="923243" y="80778"/>
                </a:lnTo>
                <a:cubicBezTo>
                  <a:pt x="923243" y="76760"/>
                  <a:pt x="922918" y="73123"/>
                  <a:pt x="922268" y="69867"/>
                </a:cubicBezTo>
                <a:cubicBezTo>
                  <a:pt x="921618" y="66610"/>
                  <a:pt x="920507" y="63814"/>
                  <a:pt x="918934" y="61479"/>
                </a:cubicBezTo>
                <a:cubicBezTo>
                  <a:pt x="917364" y="59145"/>
                  <a:pt x="915251" y="57326"/>
                  <a:pt x="912595" y="56023"/>
                </a:cubicBezTo>
                <a:cubicBezTo>
                  <a:pt x="909941" y="54720"/>
                  <a:pt x="906610" y="54068"/>
                  <a:pt x="902600" y="54068"/>
                </a:cubicBezTo>
                <a:cubicBezTo>
                  <a:pt x="899675" y="54068"/>
                  <a:pt x="896830" y="54666"/>
                  <a:pt x="894065" y="55862"/>
                </a:cubicBezTo>
                <a:cubicBezTo>
                  <a:pt x="891303" y="57055"/>
                  <a:pt x="888837" y="58874"/>
                  <a:pt x="886670" y="61318"/>
                </a:cubicBezTo>
                <a:cubicBezTo>
                  <a:pt x="884503" y="63760"/>
                  <a:pt x="882770" y="66854"/>
                  <a:pt x="881469" y="70599"/>
                </a:cubicBezTo>
                <a:cubicBezTo>
                  <a:pt x="880169" y="74344"/>
                  <a:pt x="879519" y="78769"/>
                  <a:pt x="879519" y="83873"/>
                </a:cubicBezTo>
                <a:lnTo>
                  <a:pt x="879519" y="122958"/>
                </a:lnTo>
                <a:lnTo>
                  <a:pt x="868465" y="122958"/>
                </a:lnTo>
                <a:lnTo>
                  <a:pt x="868465" y="0"/>
                </a:lnTo>
                <a:lnTo>
                  <a:pt x="879519" y="0"/>
                </a:lnTo>
                <a:lnTo>
                  <a:pt x="879519" y="59341"/>
                </a:lnTo>
                <a:lnTo>
                  <a:pt x="879844" y="59341"/>
                </a:lnTo>
                <a:close/>
                <a:moveTo>
                  <a:pt x="1020932" y="79148"/>
                </a:moveTo>
                <a:cubicBezTo>
                  <a:pt x="1020606" y="71936"/>
                  <a:pt x="1018303" y="65953"/>
                  <a:pt x="1014022" y="61199"/>
                </a:cubicBezTo>
                <a:cubicBezTo>
                  <a:pt x="1009743" y="56445"/>
                  <a:pt x="1003648" y="54068"/>
                  <a:pt x="995738" y="54068"/>
                </a:cubicBezTo>
                <a:cubicBezTo>
                  <a:pt x="992054" y="54068"/>
                  <a:pt x="988640" y="54751"/>
                  <a:pt x="985497" y="56117"/>
                </a:cubicBezTo>
                <a:cubicBezTo>
                  <a:pt x="982355" y="57483"/>
                  <a:pt x="979592" y="59340"/>
                  <a:pt x="977208" y="61690"/>
                </a:cubicBezTo>
                <a:cubicBezTo>
                  <a:pt x="974824" y="64040"/>
                  <a:pt x="972927" y="66717"/>
                  <a:pt x="971519" y="69723"/>
                </a:cubicBezTo>
                <a:cubicBezTo>
                  <a:pt x="970110" y="72728"/>
                  <a:pt x="969297" y="75869"/>
                  <a:pt x="969081" y="79148"/>
                </a:cubicBezTo>
                <a:lnTo>
                  <a:pt x="1020932" y="79148"/>
                </a:lnTo>
                <a:moveTo>
                  <a:pt x="1032147" y="82665"/>
                </a:moveTo>
                <a:cubicBezTo>
                  <a:pt x="1032147" y="83426"/>
                  <a:pt x="1032147" y="84241"/>
                  <a:pt x="1032147" y="85111"/>
                </a:cubicBezTo>
                <a:cubicBezTo>
                  <a:pt x="1032147" y="85979"/>
                  <a:pt x="1032093" y="86901"/>
                  <a:pt x="1031983" y="87878"/>
                </a:cubicBezTo>
                <a:lnTo>
                  <a:pt x="968917" y="87878"/>
                </a:lnTo>
                <a:cubicBezTo>
                  <a:pt x="969026" y="91670"/>
                  <a:pt x="969784" y="95245"/>
                  <a:pt x="971191" y="98603"/>
                </a:cubicBezTo>
                <a:cubicBezTo>
                  <a:pt x="972600" y="101959"/>
                  <a:pt x="974550" y="104884"/>
                  <a:pt x="977042" y="107375"/>
                </a:cubicBezTo>
                <a:cubicBezTo>
                  <a:pt x="979535" y="109865"/>
                  <a:pt x="982461" y="111842"/>
                  <a:pt x="985819" y="113306"/>
                </a:cubicBezTo>
                <a:cubicBezTo>
                  <a:pt x="989179" y="114767"/>
                  <a:pt x="992810" y="115498"/>
                  <a:pt x="996712" y="115498"/>
                </a:cubicBezTo>
                <a:cubicBezTo>
                  <a:pt x="1002455" y="115498"/>
                  <a:pt x="1007412" y="114171"/>
                  <a:pt x="1011584" y="111517"/>
                </a:cubicBezTo>
                <a:cubicBezTo>
                  <a:pt x="1015755" y="108862"/>
                  <a:pt x="1018925" y="105800"/>
                  <a:pt x="1021093" y="102333"/>
                </a:cubicBezTo>
                <a:lnTo>
                  <a:pt x="1029382" y="108834"/>
                </a:lnTo>
                <a:cubicBezTo>
                  <a:pt x="1024831" y="114568"/>
                  <a:pt x="1019820" y="118674"/>
                  <a:pt x="1014347" y="121150"/>
                </a:cubicBezTo>
                <a:cubicBezTo>
                  <a:pt x="1008875" y="123626"/>
                  <a:pt x="1002997" y="124863"/>
                  <a:pt x="996712" y="124863"/>
                </a:cubicBezTo>
                <a:cubicBezTo>
                  <a:pt x="991077" y="124863"/>
                  <a:pt x="985848" y="123860"/>
                  <a:pt x="981025" y="121855"/>
                </a:cubicBezTo>
                <a:cubicBezTo>
                  <a:pt x="976204" y="119849"/>
                  <a:pt x="972059" y="117058"/>
                  <a:pt x="968592" y="113482"/>
                </a:cubicBezTo>
                <a:cubicBezTo>
                  <a:pt x="965125" y="109904"/>
                  <a:pt x="962388" y="105676"/>
                  <a:pt x="960382" y="100798"/>
                </a:cubicBezTo>
                <a:cubicBezTo>
                  <a:pt x="958378" y="95920"/>
                  <a:pt x="957376" y="90608"/>
                  <a:pt x="957376" y="84863"/>
                </a:cubicBezTo>
                <a:cubicBezTo>
                  <a:pt x="957376" y="79117"/>
                  <a:pt x="958351" y="73805"/>
                  <a:pt x="960301" y="68927"/>
                </a:cubicBezTo>
                <a:cubicBezTo>
                  <a:pt x="962252" y="64050"/>
                  <a:pt x="964961" y="59822"/>
                  <a:pt x="968428" y="56246"/>
                </a:cubicBezTo>
                <a:cubicBezTo>
                  <a:pt x="971897" y="52668"/>
                  <a:pt x="975961" y="49876"/>
                  <a:pt x="980621" y="47870"/>
                </a:cubicBezTo>
                <a:cubicBezTo>
                  <a:pt x="985280" y="45865"/>
                  <a:pt x="990319" y="44862"/>
                  <a:pt x="995738" y="44862"/>
                </a:cubicBezTo>
                <a:cubicBezTo>
                  <a:pt x="1001697" y="44862"/>
                  <a:pt x="1006952" y="45867"/>
                  <a:pt x="1011502" y="47878"/>
                </a:cubicBezTo>
                <a:cubicBezTo>
                  <a:pt x="1016054" y="49887"/>
                  <a:pt x="1019847" y="52603"/>
                  <a:pt x="1022881" y="56025"/>
                </a:cubicBezTo>
                <a:cubicBezTo>
                  <a:pt x="1025915" y="59446"/>
                  <a:pt x="1028218" y="63438"/>
                  <a:pt x="1029788" y="68000"/>
                </a:cubicBezTo>
                <a:cubicBezTo>
                  <a:pt x="1031361" y="72562"/>
                  <a:pt x="1032147" y="77450"/>
                  <a:pt x="1032147" y="82665"/>
                </a:cubicBezTo>
                <a:close/>
                <a:moveTo>
                  <a:pt x="1107566" y="161917"/>
                </a:moveTo>
                <a:lnTo>
                  <a:pt x="1096512" y="161917"/>
                </a:lnTo>
                <a:lnTo>
                  <a:pt x="1096512" y="46816"/>
                </a:lnTo>
                <a:lnTo>
                  <a:pt x="1107566" y="46816"/>
                </a:lnTo>
                <a:lnTo>
                  <a:pt x="1107566" y="59984"/>
                </a:lnTo>
                <a:lnTo>
                  <a:pt x="1108053" y="59984"/>
                </a:lnTo>
                <a:cubicBezTo>
                  <a:pt x="1111196" y="54997"/>
                  <a:pt x="1115395" y="51230"/>
                  <a:pt x="1120650" y="48684"/>
                </a:cubicBezTo>
                <a:cubicBezTo>
                  <a:pt x="1125906" y="46136"/>
                  <a:pt x="1131242" y="44862"/>
                  <a:pt x="1136659" y="44862"/>
                </a:cubicBezTo>
                <a:cubicBezTo>
                  <a:pt x="1142620" y="44862"/>
                  <a:pt x="1148011" y="45892"/>
                  <a:pt x="1152833" y="47952"/>
                </a:cubicBezTo>
                <a:cubicBezTo>
                  <a:pt x="1157654" y="50011"/>
                  <a:pt x="1161771" y="52829"/>
                  <a:pt x="1165184" y="56407"/>
                </a:cubicBezTo>
                <a:cubicBezTo>
                  <a:pt x="1168598" y="59984"/>
                  <a:pt x="1171254" y="64212"/>
                  <a:pt x="1173150" y="69091"/>
                </a:cubicBezTo>
                <a:cubicBezTo>
                  <a:pt x="1175047" y="73969"/>
                  <a:pt x="1175995" y="79226"/>
                  <a:pt x="1175995" y="84863"/>
                </a:cubicBezTo>
                <a:cubicBezTo>
                  <a:pt x="1175995" y="90499"/>
                  <a:pt x="1175047" y="95757"/>
                  <a:pt x="1173150" y="100637"/>
                </a:cubicBezTo>
                <a:cubicBezTo>
                  <a:pt x="1171254" y="105514"/>
                  <a:pt x="1168598" y="109742"/>
                  <a:pt x="1165184" y="113320"/>
                </a:cubicBezTo>
                <a:cubicBezTo>
                  <a:pt x="1161771" y="116897"/>
                  <a:pt x="1157654" y="119715"/>
                  <a:pt x="1152833" y="121775"/>
                </a:cubicBezTo>
                <a:cubicBezTo>
                  <a:pt x="1148011" y="123834"/>
                  <a:pt x="1142620" y="124863"/>
                  <a:pt x="1136659" y="124863"/>
                </a:cubicBezTo>
                <a:cubicBezTo>
                  <a:pt x="1131242" y="124863"/>
                  <a:pt x="1125906" y="123590"/>
                  <a:pt x="1120650" y="121044"/>
                </a:cubicBezTo>
                <a:cubicBezTo>
                  <a:pt x="1115395" y="118496"/>
                  <a:pt x="1111196" y="114837"/>
                  <a:pt x="1108053" y="110066"/>
                </a:cubicBezTo>
                <a:lnTo>
                  <a:pt x="1107566" y="110066"/>
                </a:lnTo>
                <a:lnTo>
                  <a:pt x="1107566" y="161917"/>
                </a:lnTo>
                <a:moveTo>
                  <a:pt x="1164294" y="84865"/>
                </a:moveTo>
                <a:cubicBezTo>
                  <a:pt x="1164294" y="80629"/>
                  <a:pt x="1163643" y="76637"/>
                  <a:pt x="1162342" y="72891"/>
                </a:cubicBezTo>
                <a:cubicBezTo>
                  <a:pt x="1161042" y="69142"/>
                  <a:pt x="1159173" y="65883"/>
                  <a:pt x="1156734" y="63114"/>
                </a:cubicBezTo>
                <a:cubicBezTo>
                  <a:pt x="1154297" y="60342"/>
                  <a:pt x="1151290" y="58143"/>
                  <a:pt x="1147713" y="56514"/>
                </a:cubicBezTo>
                <a:cubicBezTo>
                  <a:pt x="1144137" y="54884"/>
                  <a:pt x="1140074" y="54068"/>
                  <a:pt x="1135523" y="54068"/>
                </a:cubicBezTo>
                <a:cubicBezTo>
                  <a:pt x="1131297" y="54068"/>
                  <a:pt x="1127396" y="54856"/>
                  <a:pt x="1123819" y="56432"/>
                </a:cubicBezTo>
                <a:cubicBezTo>
                  <a:pt x="1120244" y="58006"/>
                  <a:pt x="1117157" y="60179"/>
                  <a:pt x="1114556" y="62950"/>
                </a:cubicBezTo>
                <a:cubicBezTo>
                  <a:pt x="1111955" y="65720"/>
                  <a:pt x="1109923" y="68979"/>
                  <a:pt x="1108459" y="72727"/>
                </a:cubicBezTo>
                <a:cubicBezTo>
                  <a:pt x="1106996" y="76474"/>
                  <a:pt x="1106264" y="80520"/>
                  <a:pt x="1106264" y="84865"/>
                </a:cubicBezTo>
                <a:cubicBezTo>
                  <a:pt x="1106264" y="89210"/>
                  <a:pt x="1106996" y="93257"/>
                  <a:pt x="1108459" y="97006"/>
                </a:cubicBezTo>
                <a:cubicBezTo>
                  <a:pt x="1109923" y="100752"/>
                  <a:pt x="1111955" y="103984"/>
                  <a:pt x="1114556" y="106701"/>
                </a:cubicBezTo>
                <a:cubicBezTo>
                  <a:pt x="1117157" y="109416"/>
                  <a:pt x="1120244" y="111561"/>
                  <a:pt x="1123819" y="113137"/>
                </a:cubicBezTo>
                <a:cubicBezTo>
                  <a:pt x="1127396" y="114711"/>
                  <a:pt x="1131297" y="115498"/>
                  <a:pt x="1135523" y="115498"/>
                </a:cubicBezTo>
                <a:cubicBezTo>
                  <a:pt x="1140074" y="115498"/>
                  <a:pt x="1144137" y="114711"/>
                  <a:pt x="1147713" y="113137"/>
                </a:cubicBezTo>
                <a:cubicBezTo>
                  <a:pt x="1151290" y="111561"/>
                  <a:pt x="1154297" y="109388"/>
                  <a:pt x="1156734" y="106619"/>
                </a:cubicBezTo>
                <a:cubicBezTo>
                  <a:pt x="1159173" y="103848"/>
                  <a:pt x="1161042" y="100589"/>
                  <a:pt x="1162342" y="96842"/>
                </a:cubicBezTo>
                <a:cubicBezTo>
                  <a:pt x="1163643" y="93094"/>
                  <a:pt x="1164294" y="89101"/>
                  <a:pt x="1164294" y="84865"/>
                </a:cubicBezTo>
                <a:close/>
                <a:moveTo>
                  <a:pt x="1257756" y="79148"/>
                </a:moveTo>
                <a:cubicBezTo>
                  <a:pt x="1257430" y="71936"/>
                  <a:pt x="1255127" y="65953"/>
                  <a:pt x="1250846" y="61199"/>
                </a:cubicBezTo>
                <a:cubicBezTo>
                  <a:pt x="1246567" y="56445"/>
                  <a:pt x="1240472" y="54068"/>
                  <a:pt x="1232562" y="54068"/>
                </a:cubicBezTo>
                <a:cubicBezTo>
                  <a:pt x="1228878" y="54068"/>
                  <a:pt x="1225464" y="54751"/>
                  <a:pt x="1222321" y="56117"/>
                </a:cubicBezTo>
                <a:cubicBezTo>
                  <a:pt x="1219180" y="57483"/>
                  <a:pt x="1216417" y="59340"/>
                  <a:pt x="1214032" y="61690"/>
                </a:cubicBezTo>
                <a:cubicBezTo>
                  <a:pt x="1211648" y="64040"/>
                  <a:pt x="1209751" y="66717"/>
                  <a:pt x="1208343" y="69723"/>
                </a:cubicBezTo>
                <a:cubicBezTo>
                  <a:pt x="1206934" y="72728"/>
                  <a:pt x="1206121" y="75869"/>
                  <a:pt x="1205905" y="79148"/>
                </a:cubicBezTo>
                <a:lnTo>
                  <a:pt x="1257756" y="79148"/>
                </a:lnTo>
                <a:moveTo>
                  <a:pt x="1268971" y="82665"/>
                </a:moveTo>
                <a:cubicBezTo>
                  <a:pt x="1268971" y="83426"/>
                  <a:pt x="1268971" y="84241"/>
                  <a:pt x="1268971" y="85111"/>
                </a:cubicBezTo>
                <a:cubicBezTo>
                  <a:pt x="1268971" y="85979"/>
                  <a:pt x="1268917" y="86901"/>
                  <a:pt x="1268808" y="87878"/>
                </a:cubicBezTo>
                <a:lnTo>
                  <a:pt x="1205741" y="87878"/>
                </a:lnTo>
                <a:cubicBezTo>
                  <a:pt x="1205850" y="91670"/>
                  <a:pt x="1206608" y="95245"/>
                  <a:pt x="1208015" y="98603"/>
                </a:cubicBezTo>
                <a:cubicBezTo>
                  <a:pt x="1209424" y="101959"/>
                  <a:pt x="1211374" y="104884"/>
                  <a:pt x="1213866" y="107375"/>
                </a:cubicBezTo>
                <a:cubicBezTo>
                  <a:pt x="1216360" y="109865"/>
                  <a:pt x="1219285" y="111842"/>
                  <a:pt x="1222644" y="113306"/>
                </a:cubicBezTo>
                <a:cubicBezTo>
                  <a:pt x="1226003" y="114767"/>
                  <a:pt x="1229634" y="115498"/>
                  <a:pt x="1233537" y="115498"/>
                </a:cubicBezTo>
                <a:cubicBezTo>
                  <a:pt x="1239279" y="115498"/>
                  <a:pt x="1244236" y="114171"/>
                  <a:pt x="1248408" y="111517"/>
                </a:cubicBezTo>
                <a:cubicBezTo>
                  <a:pt x="1252580" y="108862"/>
                  <a:pt x="1255749" y="105800"/>
                  <a:pt x="1257917" y="102333"/>
                </a:cubicBezTo>
                <a:lnTo>
                  <a:pt x="1266206" y="108834"/>
                </a:lnTo>
                <a:cubicBezTo>
                  <a:pt x="1261656" y="114568"/>
                  <a:pt x="1256644" y="118674"/>
                  <a:pt x="1251171" y="121150"/>
                </a:cubicBezTo>
                <a:cubicBezTo>
                  <a:pt x="1245700" y="123626"/>
                  <a:pt x="1239821" y="124863"/>
                  <a:pt x="1233537" y="124863"/>
                </a:cubicBezTo>
                <a:cubicBezTo>
                  <a:pt x="1227902" y="124863"/>
                  <a:pt x="1222673" y="123860"/>
                  <a:pt x="1217849" y="121855"/>
                </a:cubicBezTo>
                <a:cubicBezTo>
                  <a:pt x="1213028" y="119849"/>
                  <a:pt x="1208883" y="117058"/>
                  <a:pt x="1205416" y="113482"/>
                </a:cubicBezTo>
                <a:cubicBezTo>
                  <a:pt x="1201949" y="109904"/>
                  <a:pt x="1199212" y="105676"/>
                  <a:pt x="1197207" y="100798"/>
                </a:cubicBezTo>
                <a:cubicBezTo>
                  <a:pt x="1195203" y="95920"/>
                  <a:pt x="1194201" y="90608"/>
                  <a:pt x="1194201" y="84863"/>
                </a:cubicBezTo>
                <a:cubicBezTo>
                  <a:pt x="1194201" y="79117"/>
                  <a:pt x="1195175" y="73805"/>
                  <a:pt x="1197125" y="68927"/>
                </a:cubicBezTo>
                <a:cubicBezTo>
                  <a:pt x="1199076" y="64050"/>
                  <a:pt x="1201785" y="59822"/>
                  <a:pt x="1205252" y="56246"/>
                </a:cubicBezTo>
                <a:cubicBezTo>
                  <a:pt x="1208721" y="52668"/>
                  <a:pt x="1212786" y="49876"/>
                  <a:pt x="1217445" y="47870"/>
                </a:cubicBezTo>
                <a:cubicBezTo>
                  <a:pt x="1222105" y="45865"/>
                  <a:pt x="1227143" y="44862"/>
                  <a:pt x="1232562" y="44862"/>
                </a:cubicBezTo>
                <a:cubicBezTo>
                  <a:pt x="1238521" y="44862"/>
                  <a:pt x="1243776" y="45867"/>
                  <a:pt x="1248326" y="47878"/>
                </a:cubicBezTo>
                <a:cubicBezTo>
                  <a:pt x="1252878" y="49887"/>
                  <a:pt x="1256671" y="52603"/>
                  <a:pt x="1259705" y="56025"/>
                </a:cubicBezTo>
                <a:cubicBezTo>
                  <a:pt x="1262739" y="59446"/>
                  <a:pt x="1265042" y="63438"/>
                  <a:pt x="1266613" y="68000"/>
                </a:cubicBezTo>
                <a:cubicBezTo>
                  <a:pt x="1268185" y="72562"/>
                  <a:pt x="1268971" y="77450"/>
                  <a:pt x="1268971" y="82665"/>
                </a:cubicBezTo>
                <a:close/>
                <a:moveTo>
                  <a:pt x="1339675" y="73841"/>
                </a:moveTo>
                <a:cubicBezTo>
                  <a:pt x="1339675" y="67195"/>
                  <a:pt x="1337942" y="62239"/>
                  <a:pt x="1334474" y="58972"/>
                </a:cubicBezTo>
                <a:cubicBezTo>
                  <a:pt x="1331007" y="55703"/>
                  <a:pt x="1325968" y="54068"/>
                  <a:pt x="1319358" y="54068"/>
                </a:cubicBezTo>
                <a:cubicBezTo>
                  <a:pt x="1314807" y="54068"/>
                  <a:pt x="1310581" y="54881"/>
                  <a:pt x="1306679" y="56506"/>
                </a:cubicBezTo>
                <a:cubicBezTo>
                  <a:pt x="1302778" y="58132"/>
                  <a:pt x="1299474" y="60299"/>
                  <a:pt x="1296766" y="63010"/>
                </a:cubicBezTo>
                <a:lnTo>
                  <a:pt x="1290587" y="55695"/>
                </a:lnTo>
                <a:cubicBezTo>
                  <a:pt x="1293731" y="52565"/>
                  <a:pt x="1297876" y="49978"/>
                  <a:pt x="1303023" y="47932"/>
                </a:cubicBezTo>
                <a:cubicBezTo>
                  <a:pt x="1308170" y="45885"/>
                  <a:pt x="1313995" y="44862"/>
                  <a:pt x="1320496" y="44862"/>
                </a:cubicBezTo>
                <a:cubicBezTo>
                  <a:pt x="1324615" y="44862"/>
                  <a:pt x="1328462" y="45431"/>
                  <a:pt x="1332036" y="46571"/>
                </a:cubicBezTo>
                <a:cubicBezTo>
                  <a:pt x="1335613" y="47710"/>
                  <a:pt x="1338755" y="49419"/>
                  <a:pt x="1341464" y="51697"/>
                </a:cubicBezTo>
                <a:cubicBezTo>
                  <a:pt x="1344174" y="53974"/>
                  <a:pt x="1346287" y="56848"/>
                  <a:pt x="1347803" y="60318"/>
                </a:cubicBezTo>
                <a:cubicBezTo>
                  <a:pt x="1349321" y="63789"/>
                  <a:pt x="1350080" y="67857"/>
                  <a:pt x="1350080" y="72521"/>
                </a:cubicBezTo>
                <a:lnTo>
                  <a:pt x="1350080" y="105875"/>
                </a:lnTo>
                <a:cubicBezTo>
                  <a:pt x="1350080" y="108803"/>
                  <a:pt x="1350188" y="111841"/>
                  <a:pt x="1350405" y="114987"/>
                </a:cubicBezTo>
                <a:cubicBezTo>
                  <a:pt x="1350621" y="118132"/>
                  <a:pt x="1350946" y="120789"/>
                  <a:pt x="1351380" y="122958"/>
                </a:cubicBezTo>
                <a:lnTo>
                  <a:pt x="1341466" y="122958"/>
                </a:lnTo>
                <a:cubicBezTo>
                  <a:pt x="1341140" y="121108"/>
                  <a:pt x="1340869" y="119095"/>
                  <a:pt x="1340653" y="116919"/>
                </a:cubicBezTo>
                <a:cubicBezTo>
                  <a:pt x="1340436" y="114743"/>
                  <a:pt x="1340328" y="112622"/>
                  <a:pt x="1340328" y="110555"/>
                </a:cubicBezTo>
                <a:lnTo>
                  <a:pt x="1340000" y="110555"/>
                </a:lnTo>
                <a:cubicBezTo>
                  <a:pt x="1336533" y="115649"/>
                  <a:pt x="1332604" y="119308"/>
                  <a:pt x="1328214" y="121530"/>
                </a:cubicBezTo>
                <a:cubicBezTo>
                  <a:pt x="1323826" y="123752"/>
                  <a:pt x="1318544" y="124863"/>
                  <a:pt x="1312368" y="124863"/>
                </a:cubicBezTo>
                <a:cubicBezTo>
                  <a:pt x="1309442" y="124863"/>
                  <a:pt x="1306434" y="124457"/>
                  <a:pt x="1303345" y="123645"/>
                </a:cubicBezTo>
                <a:cubicBezTo>
                  <a:pt x="1300258" y="122834"/>
                  <a:pt x="1297442" y="121508"/>
                  <a:pt x="1294895" y="119667"/>
                </a:cubicBezTo>
                <a:cubicBezTo>
                  <a:pt x="1292349" y="117825"/>
                  <a:pt x="1290236" y="115443"/>
                  <a:pt x="1288556" y="112519"/>
                </a:cubicBezTo>
                <a:cubicBezTo>
                  <a:pt x="1286876" y="109594"/>
                  <a:pt x="1286036" y="106020"/>
                  <a:pt x="1286036" y="101795"/>
                </a:cubicBezTo>
                <a:cubicBezTo>
                  <a:pt x="1286036" y="95947"/>
                  <a:pt x="1287526" y="91317"/>
                  <a:pt x="1290505" y="87906"/>
                </a:cubicBezTo>
                <a:cubicBezTo>
                  <a:pt x="1293485" y="84495"/>
                  <a:pt x="1297467" y="81950"/>
                  <a:pt x="1302453" y="80272"/>
                </a:cubicBezTo>
                <a:cubicBezTo>
                  <a:pt x="1307438" y="78592"/>
                  <a:pt x="1313154" y="77509"/>
                  <a:pt x="1319601" y="77023"/>
                </a:cubicBezTo>
                <a:cubicBezTo>
                  <a:pt x="1326049" y="76535"/>
                  <a:pt x="1332741" y="76291"/>
                  <a:pt x="1339675" y="76291"/>
                </a:cubicBezTo>
                <a:lnTo>
                  <a:pt x="1339675" y="73841"/>
                </a:lnTo>
                <a:moveTo>
                  <a:pt x="1336424" y="85021"/>
                </a:moveTo>
                <a:cubicBezTo>
                  <a:pt x="1331874" y="85021"/>
                  <a:pt x="1327295" y="85211"/>
                  <a:pt x="1322689" y="85589"/>
                </a:cubicBezTo>
                <a:cubicBezTo>
                  <a:pt x="1318084" y="85966"/>
                  <a:pt x="1313912" y="86723"/>
                  <a:pt x="1310173" y="87859"/>
                </a:cubicBezTo>
                <a:cubicBezTo>
                  <a:pt x="1306437" y="88993"/>
                  <a:pt x="1303376" y="90641"/>
                  <a:pt x="1300992" y="92802"/>
                </a:cubicBezTo>
                <a:cubicBezTo>
                  <a:pt x="1298607" y="94963"/>
                  <a:pt x="1297415" y="97826"/>
                  <a:pt x="1297415" y="101391"/>
                </a:cubicBezTo>
                <a:cubicBezTo>
                  <a:pt x="1297415" y="104092"/>
                  <a:pt x="1297930" y="106362"/>
                  <a:pt x="1298958" y="108199"/>
                </a:cubicBezTo>
                <a:cubicBezTo>
                  <a:pt x="1299988" y="110036"/>
                  <a:pt x="1301370" y="111521"/>
                  <a:pt x="1303102" y="112656"/>
                </a:cubicBezTo>
                <a:cubicBezTo>
                  <a:pt x="1304837" y="113790"/>
                  <a:pt x="1306761" y="114600"/>
                  <a:pt x="1308874" y="115086"/>
                </a:cubicBezTo>
                <a:cubicBezTo>
                  <a:pt x="1310987" y="115572"/>
                  <a:pt x="1313127" y="115815"/>
                  <a:pt x="1315295" y="115815"/>
                </a:cubicBezTo>
                <a:cubicBezTo>
                  <a:pt x="1319196" y="115815"/>
                  <a:pt x="1322663" y="115140"/>
                  <a:pt x="1325697" y="113789"/>
                </a:cubicBezTo>
                <a:cubicBezTo>
                  <a:pt x="1328731" y="112438"/>
                  <a:pt x="1331278" y="110601"/>
                  <a:pt x="1333336" y="108278"/>
                </a:cubicBezTo>
                <a:cubicBezTo>
                  <a:pt x="1335395" y="105955"/>
                  <a:pt x="1336965" y="103281"/>
                  <a:pt x="1338048" y="100257"/>
                </a:cubicBezTo>
                <a:cubicBezTo>
                  <a:pt x="1339133" y="97231"/>
                  <a:pt x="1339675" y="94043"/>
                  <a:pt x="1339675" y="90694"/>
                </a:cubicBezTo>
                <a:lnTo>
                  <a:pt x="1339675" y="85021"/>
                </a:lnTo>
                <a:lnTo>
                  <a:pt x="1336424" y="85021"/>
                </a:lnTo>
                <a:close/>
                <a:moveTo>
                  <a:pt x="1388439" y="46826"/>
                </a:moveTo>
                <a:cubicBezTo>
                  <a:pt x="1388656" y="48885"/>
                  <a:pt x="1388818" y="51161"/>
                  <a:pt x="1388925" y="53654"/>
                </a:cubicBezTo>
                <a:cubicBezTo>
                  <a:pt x="1389035" y="56146"/>
                  <a:pt x="1389089" y="58205"/>
                  <a:pt x="1389089" y="59830"/>
                </a:cubicBezTo>
                <a:lnTo>
                  <a:pt x="1389414" y="59830"/>
                </a:lnTo>
                <a:cubicBezTo>
                  <a:pt x="1391582" y="55382"/>
                  <a:pt x="1395104" y="51776"/>
                  <a:pt x="1399980" y="49011"/>
                </a:cubicBezTo>
                <a:cubicBezTo>
                  <a:pt x="1404856" y="46245"/>
                  <a:pt x="1410003" y="44862"/>
                  <a:pt x="1415421" y="44862"/>
                </a:cubicBezTo>
                <a:cubicBezTo>
                  <a:pt x="1425064" y="44862"/>
                  <a:pt x="1432297" y="47736"/>
                  <a:pt x="1437118" y="53486"/>
                </a:cubicBezTo>
                <a:cubicBezTo>
                  <a:pt x="1441941" y="59235"/>
                  <a:pt x="1444353" y="66827"/>
                  <a:pt x="1444353" y="76264"/>
                </a:cubicBezTo>
                <a:lnTo>
                  <a:pt x="1444353" y="122958"/>
                </a:lnTo>
                <a:lnTo>
                  <a:pt x="1433301" y="122958"/>
                </a:lnTo>
                <a:lnTo>
                  <a:pt x="1433301" y="80778"/>
                </a:lnTo>
                <a:cubicBezTo>
                  <a:pt x="1433301" y="76760"/>
                  <a:pt x="1432976" y="73123"/>
                  <a:pt x="1432326" y="69867"/>
                </a:cubicBezTo>
                <a:cubicBezTo>
                  <a:pt x="1431677" y="66610"/>
                  <a:pt x="1430566" y="63814"/>
                  <a:pt x="1428993" y="61479"/>
                </a:cubicBezTo>
                <a:cubicBezTo>
                  <a:pt x="1427422" y="59145"/>
                  <a:pt x="1425309" y="57326"/>
                  <a:pt x="1422654" y="56023"/>
                </a:cubicBezTo>
                <a:cubicBezTo>
                  <a:pt x="1420000" y="54720"/>
                  <a:pt x="1416668" y="54068"/>
                  <a:pt x="1412658" y="54068"/>
                </a:cubicBezTo>
                <a:cubicBezTo>
                  <a:pt x="1409733" y="54068"/>
                  <a:pt x="1406889" y="54666"/>
                  <a:pt x="1404124" y="55862"/>
                </a:cubicBezTo>
                <a:cubicBezTo>
                  <a:pt x="1401361" y="57055"/>
                  <a:pt x="1398896" y="58874"/>
                  <a:pt x="1396728" y="61318"/>
                </a:cubicBezTo>
                <a:cubicBezTo>
                  <a:pt x="1394562" y="63760"/>
                  <a:pt x="1392828" y="66854"/>
                  <a:pt x="1391527" y="70599"/>
                </a:cubicBezTo>
                <a:cubicBezTo>
                  <a:pt x="1390228" y="74344"/>
                  <a:pt x="1389578" y="78769"/>
                  <a:pt x="1389578" y="83873"/>
                </a:cubicBezTo>
                <a:lnTo>
                  <a:pt x="1389578" y="122958"/>
                </a:lnTo>
                <a:lnTo>
                  <a:pt x="1378523" y="122958"/>
                </a:lnTo>
                <a:lnTo>
                  <a:pt x="1378523" y="63573"/>
                </a:lnTo>
                <a:cubicBezTo>
                  <a:pt x="1378523" y="61511"/>
                  <a:pt x="1378469" y="58854"/>
                  <a:pt x="1378360" y="55604"/>
                </a:cubicBezTo>
                <a:cubicBezTo>
                  <a:pt x="1378252" y="52353"/>
                  <a:pt x="1378090" y="49427"/>
                  <a:pt x="1377874" y="46826"/>
                </a:cubicBezTo>
                <a:lnTo>
                  <a:pt x="1388439" y="46826"/>
                </a:lnTo>
                <a:close/>
                <a:moveTo>
                  <a:pt x="1528225" y="122958"/>
                </a:moveTo>
                <a:cubicBezTo>
                  <a:pt x="1528008" y="120900"/>
                  <a:pt x="1527845" y="118625"/>
                  <a:pt x="1527736" y="116133"/>
                </a:cubicBezTo>
                <a:cubicBezTo>
                  <a:pt x="1527629" y="113640"/>
                  <a:pt x="1527575" y="111580"/>
                  <a:pt x="1527575" y="109955"/>
                </a:cubicBezTo>
                <a:lnTo>
                  <a:pt x="1527250" y="109955"/>
                </a:lnTo>
                <a:cubicBezTo>
                  <a:pt x="1525082" y="114398"/>
                  <a:pt x="1521561" y="117993"/>
                  <a:pt x="1516684" y="120741"/>
                </a:cubicBezTo>
                <a:cubicBezTo>
                  <a:pt x="1511808" y="123489"/>
                  <a:pt x="1506661" y="124863"/>
                  <a:pt x="1501243" y="124863"/>
                </a:cubicBezTo>
                <a:cubicBezTo>
                  <a:pt x="1491600" y="124863"/>
                  <a:pt x="1484367" y="122002"/>
                  <a:pt x="1479543" y="116279"/>
                </a:cubicBezTo>
                <a:cubicBezTo>
                  <a:pt x="1474722" y="110555"/>
                  <a:pt x="1472311" y="102979"/>
                  <a:pt x="1472311" y="93551"/>
                </a:cubicBezTo>
                <a:lnTo>
                  <a:pt x="1472311" y="46901"/>
                </a:lnTo>
                <a:lnTo>
                  <a:pt x="1483365" y="46901"/>
                </a:lnTo>
                <a:lnTo>
                  <a:pt x="1483365" y="89000"/>
                </a:lnTo>
                <a:cubicBezTo>
                  <a:pt x="1483365" y="93009"/>
                  <a:pt x="1483690" y="96639"/>
                  <a:pt x="1484340" y="99890"/>
                </a:cubicBezTo>
                <a:cubicBezTo>
                  <a:pt x="1484990" y="103141"/>
                  <a:pt x="1486100" y="105931"/>
                  <a:pt x="1487671" y="108261"/>
                </a:cubicBezTo>
                <a:cubicBezTo>
                  <a:pt x="1489243" y="110591"/>
                  <a:pt x="1491357" y="112406"/>
                  <a:pt x="1494010" y="113707"/>
                </a:cubicBezTo>
                <a:cubicBezTo>
                  <a:pt x="1496666" y="115007"/>
                  <a:pt x="1499998" y="115657"/>
                  <a:pt x="1504008" y="115657"/>
                </a:cubicBezTo>
                <a:cubicBezTo>
                  <a:pt x="1506933" y="115657"/>
                  <a:pt x="1509777" y="115061"/>
                  <a:pt x="1512540" y="113869"/>
                </a:cubicBezTo>
                <a:cubicBezTo>
                  <a:pt x="1515305" y="112676"/>
                  <a:pt x="1517770" y="110862"/>
                  <a:pt x="1519936" y="108424"/>
                </a:cubicBezTo>
                <a:cubicBezTo>
                  <a:pt x="1522104" y="105986"/>
                  <a:pt x="1523837" y="102897"/>
                  <a:pt x="1525137" y="99158"/>
                </a:cubicBezTo>
                <a:cubicBezTo>
                  <a:pt x="1526438" y="95420"/>
                  <a:pt x="1527089" y="91004"/>
                  <a:pt x="1527089" y="85912"/>
                </a:cubicBezTo>
                <a:lnTo>
                  <a:pt x="1527089" y="46901"/>
                </a:lnTo>
                <a:lnTo>
                  <a:pt x="1538141" y="46901"/>
                </a:lnTo>
                <a:lnTo>
                  <a:pt x="1538141" y="106230"/>
                </a:lnTo>
                <a:cubicBezTo>
                  <a:pt x="1538141" y="108288"/>
                  <a:pt x="1538194" y="110942"/>
                  <a:pt x="1538302" y="114191"/>
                </a:cubicBezTo>
                <a:cubicBezTo>
                  <a:pt x="1538411" y="117440"/>
                  <a:pt x="1538574" y="120363"/>
                  <a:pt x="1538790" y="122958"/>
                </a:cubicBezTo>
                <a:lnTo>
                  <a:pt x="1528225" y="122958"/>
                </a:lnTo>
                <a:close/>
                <a:moveTo>
                  <a:pt x="1601694" y="56132"/>
                </a:moveTo>
                <a:lnTo>
                  <a:pt x="1580240" y="56132"/>
                </a:lnTo>
                <a:lnTo>
                  <a:pt x="1580240" y="100552"/>
                </a:lnTo>
                <a:cubicBezTo>
                  <a:pt x="1580240" y="103373"/>
                  <a:pt x="1580510" y="105705"/>
                  <a:pt x="1581051" y="107549"/>
                </a:cubicBezTo>
                <a:cubicBezTo>
                  <a:pt x="1581593" y="109393"/>
                  <a:pt x="1582379" y="110830"/>
                  <a:pt x="1583407" y="111862"/>
                </a:cubicBezTo>
                <a:cubicBezTo>
                  <a:pt x="1584437" y="112892"/>
                  <a:pt x="1585657" y="113597"/>
                  <a:pt x="1587065" y="113978"/>
                </a:cubicBezTo>
                <a:cubicBezTo>
                  <a:pt x="1588474" y="114356"/>
                  <a:pt x="1589991" y="114546"/>
                  <a:pt x="1591617" y="114546"/>
                </a:cubicBezTo>
                <a:cubicBezTo>
                  <a:pt x="1593134" y="114546"/>
                  <a:pt x="1594732" y="114325"/>
                  <a:pt x="1596411" y="113883"/>
                </a:cubicBezTo>
                <a:cubicBezTo>
                  <a:pt x="1598091" y="113440"/>
                  <a:pt x="1599690" y="112831"/>
                  <a:pt x="1601207" y="112055"/>
                </a:cubicBezTo>
                <a:lnTo>
                  <a:pt x="1601694" y="121637"/>
                </a:lnTo>
                <a:cubicBezTo>
                  <a:pt x="1599744" y="122395"/>
                  <a:pt x="1597713" y="122964"/>
                  <a:pt x="1595600" y="123343"/>
                </a:cubicBezTo>
                <a:cubicBezTo>
                  <a:pt x="1593487" y="123722"/>
                  <a:pt x="1591183" y="123911"/>
                  <a:pt x="1588690" y="123911"/>
                </a:cubicBezTo>
                <a:cubicBezTo>
                  <a:pt x="1586631" y="123911"/>
                  <a:pt x="1584464" y="123640"/>
                  <a:pt x="1582189" y="123097"/>
                </a:cubicBezTo>
                <a:cubicBezTo>
                  <a:pt x="1579914" y="122557"/>
                  <a:pt x="1577801" y="121528"/>
                  <a:pt x="1575850" y="120012"/>
                </a:cubicBezTo>
                <a:cubicBezTo>
                  <a:pt x="1573900" y="118494"/>
                  <a:pt x="1572302" y="116435"/>
                  <a:pt x="1571056" y="113834"/>
                </a:cubicBezTo>
                <a:cubicBezTo>
                  <a:pt x="1569809" y="111233"/>
                  <a:pt x="1569186" y="107819"/>
                  <a:pt x="1569186" y="103593"/>
                </a:cubicBezTo>
                <a:lnTo>
                  <a:pt x="1569186" y="56132"/>
                </a:lnTo>
                <a:lnTo>
                  <a:pt x="1553419" y="56132"/>
                </a:lnTo>
                <a:lnTo>
                  <a:pt x="1553419" y="46925"/>
                </a:lnTo>
                <a:lnTo>
                  <a:pt x="1569186" y="46925"/>
                </a:lnTo>
                <a:lnTo>
                  <a:pt x="1569186" y="25469"/>
                </a:lnTo>
                <a:lnTo>
                  <a:pt x="1580240" y="25469"/>
                </a:lnTo>
                <a:lnTo>
                  <a:pt x="1580240" y="46925"/>
                </a:lnTo>
                <a:lnTo>
                  <a:pt x="1601694" y="46925"/>
                </a:lnTo>
                <a:lnTo>
                  <a:pt x="1601694" y="56132"/>
                </a:lnTo>
                <a:close/>
                <a:moveTo>
                  <a:pt x="1700035" y="64798"/>
                </a:moveTo>
                <a:cubicBezTo>
                  <a:pt x="1698409" y="61654"/>
                  <a:pt x="1695944" y="59081"/>
                  <a:pt x="1692639" y="57077"/>
                </a:cubicBezTo>
                <a:cubicBezTo>
                  <a:pt x="1689333" y="55071"/>
                  <a:pt x="1685568" y="54068"/>
                  <a:pt x="1681341" y="54068"/>
                </a:cubicBezTo>
                <a:cubicBezTo>
                  <a:pt x="1679392" y="54068"/>
                  <a:pt x="1677442" y="54286"/>
                  <a:pt x="1675491" y="54721"/>
                </a:cubicBezTo>
                <a:cubicBezTo>
                  <a:pt x="1673540" y="55154"/>
                  <a:pt x="1671805" y="55859"/>
                  <a:pt x="1670287" y="56836"/>
                </a:cubicBezTo>
                <a:cubicBezTo>
                  <a:pt x="1668771" y="57812"/>
                  <a:pt x="1667552" y="59059"/>
                  <a:pt x="1666631" y="60579"/>
                </a:cubicBezTo>
                <a:cubicBezTo>
                  <a:pt x="1665710" y="62097"/>
                  <a:pt x="1665250" y="63887"/>
                  <a:pt x="1665250" y="65949"/>
                </a:cubicBezTo>
                <a:cubicBezTo>
                  <a:pt x="1665250" y="69530"/>
                  <a:pt x="1666712" y="72270"/>
                  <a:pt x="1669637" y="74168"/>
                </a:cubicBezTo>
                <a:cubicBezTo>
                  <a:pt x="1672564" y="76066"/>
                  <a:pt x="1677170" y="77667"/>
                  <a:pt x="1683455" y="78970"/>
                </a:cubicBezTo>
                <a:cubicBezTo>
                  <a:pt x="1692449" y="80813"/>
                  <a:pt x="1699086" y="83498"/>
                  <a:pt x="1703366" y="87025"/>
                </a:cubicBezTo>
                <a:cubicBezTo>
                  <a:pt x="1707646" y="90550"/>
                  <a:pt x="1709787" y="95297"/>
                  <a:pt x="1709787" y="101264"/>
                </a:cubicBezTo>
                <a:cubicBezTo>
                  <a:pt x="1709787" y="105604"/>
                  <a:pt x="1708947" y="109267"/>
                  <a:pt x="1707267" y="112251"/>
                </a:cubicBezTo>
                <a:cubicBezTo>
                  <a:pt x="1705587" y="115234"/>
                  <a:pt x="1703392" y="117676"/>
                  <a:pt x="1700682" y="119575"/>
                </a:cubicBezTo>
                <a:cubicBezTo>
                  <a:pt x="1697974" y="121474"/>
                  <a:pt x="1694913" y="122829"/>
                  <a:pt x="1691500" y="123643"/>
                </a:cubicBezTo>
                <a:cubicBezTo>
                  <a:pt x="1688088" y="124457"/>
                  <a:pt x="1684648" y="124863"/>
                  <a:pt x="1681180" y="124863"/>
                </a:cubicBezTo>
                <a:cubicBezTo>
                  <a:pt x="1675436" y="124863"/>
                  <a:pt x="1669855" y="123679"/>
                  <a:pt x="1664436" y="121312"/>
                </a:cubicBezTo>
                <a:cubicBezTo>
                  <a:pt x="1659020" y="118942"/>
                  <a:pt x="1654577" y="115217"/>
                  <a:pt x="1651108" y="110136"/>
                </a:cubicBezTo>
                <a:lnTo>
                  <a:pt x="1659885" y="103633"/>
                </a:lnTo>
                <a:cubicBezTo>
                  <a:pt x="1661836" y="106993"/>
                  <a:pt x="1664708" y="109810"/>
                  <a:pt x="1668499" y="112085"/>
                </a:cubicBezTo>
                <a:cubicBezTo>
                  <a:pt x="1672292" y="114360"/>
                  <a:pt x="1676465" y="115498"/>
                  <a:pt x="1681017" y="115498"/>
                </a:cubicBezTo>
                <a:cubicBezTo>
                  <a:pt x="1683401" y="115498"/>
                  <a:pt x="1685676" y="115281"/>
                  <a:pt x="1687842" y="114848"/>
                </a:cubicBezTo>
                <a:cubicBezTo>
                  <a:pt x="1690010" y="114413"/>
                  <a:pt x="1691906" y="113654"/>
                  <a:pt x="1693532" y="112569"/>
                </a:cubicBezTo>
                <a:cubicBezTo>
                  <a:pt x="1695157" y="111484"/>
                  <a:pt x="1696457" y="110101"/>
                  <a:pt x="1697433" y="108420"/>
                </a:cubicBezTo>
                <a:cubicBezTo>
                  <a:pt x="1698409" y="106736"/>
                  <a:pt x="1698896" y="104647"/>
                  <a:pt x="1698896" y="102152"/>
                </a:cubicBezTo>
                <a:cubicBezTo>
                  <a:pt x="1698896" y="98137"/>
                  <a:pt x="1696972" y="95126"/>
                  <a:pt x="1693125" y="93119"/>
                </a:cubicBezTo>
                <a:cubicBezTo>
                  <a:pt x="1689279" y="91112"/>
                  <a:pt x="1683726" y="89240"/>
                  <a:pt x="1676465" y="87504"/>
                </a:cubicBezTo>
                <a:cubicBezTo>
                  <a:pt x="1674190" y="86962"/>
                  <a:pt x="1671779" y="86284"/>
                  <a:pt x="1669231" y="85470"/>
                </a:cubicBezTo>
                <a:cubicBezTo>
                  <a:pt x="1666684" y="84657"/>
                  <a:pt x="1664327" y="83464"/>
                  <a:pt x="1662160" y="81891"/>
                </a:cubicBezTo>
                <a:cubicBezTo>
                  <a:pt x="1659993" y="80317"/>
                  <a:pt x="1658206" y="78336"/>
                  <a:pt x="1656797" y="75949"/>
                </a:cubicBezTo>
                <a:cubicBezTo>
                  <a:pt x="1655389" y="73561"/>
                  <a:pt x="1654684" y="70577"/>
                  <a:pt x="1654684" y="66998"/>
                </a:cubicBezTo>
                <a:cubicBezTo>
                  <a:pt x="1654684" y="63091"/>
                  <a:pt x="1655442" y="59754"/>
                  <a:pt x="1656959" y="56988"/>
                </a:cubicBezTo>
                <a:cubicBezTo>
                  <a:pt x="1658476" y="54220"/>
                  <a:pt x="1660509" y="51941"/>
                  <a:pt x="1663055" y="50152"/>
                </a:cubicBezTo>
                <a:cubicBezTo>
                  <a:pt x="1665601" y="48361"/>
                  <a:pt x="1668500" y="47032"/>
                  <a:pt x="1671750" y="46164"/>
                </a:cubicBezTo>
                <a:cubicBezTo>
                  <a:pt x="1675003" y="45296"/>
                  <a:pt x="1678363" y="44862"/>
                  <a:pt x="1681830" y="44862"/>
                </a:cubicBezTo>
                <a:cubicBezTo>
                  <a:pt x="1687139" y="44862"/>
                  <a:pt x="1692286" y="46047"/>
                  <a:pt x="1697269" y="48416"/>
                </a:cubicBezTo>
                <a:cubicBezTo>
                  <a:pt x="1702254" y="50784"/>
                  <a:pt x="1705994" y="54131"/>
                  <a:pt x="1708487" y="58458"/>
                </a:cubicBezTo>
                <a:lnTo>
                  <a:pt x="1700035" y="64798"/>
                </a:lnTo>
                <a:close/>
                <a:moveTo>
                  <a:pt x="1779678" y="73841"/>
                </a:moveTo>
                <a:cubicBezTo>
                  <a:pt x="1779678" y="67195"/>
                  <a:pt x="1777945" y="62239"/>
                  <a:pt x="1774477" y="58972"/>
                </a:cubicBezTo>
                <a:cubicBezTo>
                  <a:pt x="1771010" y="55703"/>
                  <a:pt x="1765971" y="54068"/>
                  <a:pt x="1759360" y="54068"/>
                </a:cubicBezTo>
                <a:cubicBezTo>
                  <a:pt x="1754810" y="54068"/>
                  <a:pt x="1750584" y="54881"/>
                  <a:pt x="1746682" y="56506"/>
                </a:cubicBezTo>
                <a:cubicBezTo>
                  <a:pt x="1742781" y="58132"/>
                  <a:pt x="1739477" y="60299"/>
                  <a:pt x="1736768" y="63010"/>
                </a:cubicBezTo>
                <a:lnTo>
                  <a:pt x="1730590" y="55695"/>
                </a:lnTo>
                <a:cubicBezTo>
                  <a:pt x="1733733" y="52565"/>
                  <a:pt x="1737879" y="49978"/>
                  <a:pt x="1743026" y="47932"/>
                </a:cubicBezTo>
                <a:cubicBezTo>
                  <a:pt x="1748173" y="45885"/>
                  <a:pt x="1753997" y="44862"/>
                  <a:pt x="1760499" y="44862"/>
                </a:cubicBezTo>
                <a:cubicBezTo>
                  <a:pt x="1764618" y="44862"/>
                  <a:pt x="1768464" y="45431"/>
                  <a:pt x="1772039" y="46571"/>
                </a:cubicBezTo>
                <a:cubicBezTo>
                  <a:pt x="1775616" y="47710"/>
                  <a:pt x="1778758" y="49419"/>
                  <a:pt x="1781466" y="51697"/>
                </a:cubicBezTo>
                <a:cubicBezTo>
                  <a:pt x="1784176" y="53974"/>
                  <a:pt x="1786290" y="56848"/>
                  <a:pt x="1787806" y="60318"/>
                </a:cubicBezTo>
                <a:cubicBezTo>
                  <a:pt x="1789324" y="63789"/>
                  <a:pt x="1790083" y="67857"/>
                  <a:pt x="1790083" y="72521"/>
                </a:cubicBezTo>
                <a:lnTo>
                  <a:pt x="1790083" y="105875"/>
                </a:lnTo>
                <a:cubicBezTo>
                  <a:pt x="1790083" y="108803"/>
                  <a:pt x="1790191" y="111841"/>
                  <a:pt x="1790408" y="114987"/>
                </a:cubicBezTo>
                <a:cubicBezTo>
                  <a:pt x="1790624" y="118132"/>
                  <a:pt x="1790949" y="120789"/>
                  <a:pt x="1791382" y="122958"/>
                </a:cubicBezTo>
                <a:lnTo>
                  <a:pt x="1781469" y="122958"/>
                </a:lnTo>
                <a:cubicBezTo>
                  <a:pt x="1781143" y="121108"/>
                  <a:pt x="1780872" y="119095"/>
                  <a:pt x="1780655" y="116919"/>
                </a:cubicBezTo>
                <a:cubicBezTo>
                  <a:pt x="1780439" y="114743"/>
                  <a:pt x="1780330" y="112622"/>
                  <a:pt x="1780330" y="110555"/>
                </a:cubicBezTo>
                <a:lnTo>
                  <a:pt x="1780003" y="110555"/>
                </a:lnTo>
                <a:cubicBezTo>
                  <a:pt x="1776536" y="115649"/>
                  <a:pt x="1772607" y="119308"/>
                  <a:pt x="1768217" y="121530"/>
                </a:cubicBezTo>
                <a:cubicBezTo>
                  <a:pt x="1763829" y="123752"/>
                  <a:pt x="1758547" y="124863"/>
                  <a:pt x="1752371" y="124863"/>
                </a:cubicBezTo>
                <a:cubicBezTo>
                  <a:pt x="1749445" y="124863"/>
                  <a:pt x="1746437" y="124457"/>
                  <a:pt x="1743348" y="123645"/>
                </a:cubicBezTo>
                <a:cubicBezTo>
                  <a:pt x="1740261" y="122834"/>
                  <a:pt x="1737444" y="121508"/>
                  <a:pt x="1734898" y="119667"/>
                </a:cubicBezTo>
                <a:cubicBezTo>
                  <a:pt x="1732352" y="117825"/>
                  <a:pt x="1730239" y="115443"/>
                  <a:pt x="1728559" y="112519"/>
                </a:cubicBezTo>
                <a:cubicBezTo>
                  <a:pt x="1726879" y="109594"/>
                  <a:pt x="1726039" y="106020"/>
                  <a:pt x="1726039" y="101795"/>
                </a:cubicBezTo>
                <a:cubicBezTo>
                  <a:pt x="1726039" y="95947"/>
                  <a:pt x="1727529" y="91317"/>
                  <a:pt x="1730508" y="87906"/>
                </a:cubicBezTo>
                <a:cubicBezTo>
                  <a:pt x="1733488" y="84495"/>
                  <a:pt x="1737470" y="81950"/>
                  <a:pt x="1742455" y="80272"/>
                </a:cubicBezTo>
                <a:cubicBezTo>
                  <a:pt x="1747441" y="78592"/>
                  <a:pt x="1753157" y="77509"/>
                  <a:pt x="1759603" y="77023"/>
                </a:cubicBezTo>
                <a:cubicBezTo>
                  <a:pt x="1766052" y="76535"/>
                  <a:pt x="1772744" y="76291"/>
                  <a:pt x="1779678" y="76291"/>
                </a:cubicBezTo>
                <a:lnTo>
                  <a:pt x="1779678" y="73841"/>
                </a:lnTo>
                <a:moveTo>
                  <a:pt x="1776427" y="85021"/>
                </a:moveTo>
                <a:cubicBezTo>
                  <a:pt x="1771876" y="85021"/>
                  <a:pt x="1767298" y="85211"/>
                  <a:pt x="1762691" y="85589"/>
                </a:cubicBezTo>
                <a:cubicBezTo>
                  <a:pt x="1758086" y="85966"/>
                  <a:pt x="1753915" y="86723"/>
                  <a:pt x="1750176" y="87859"/>
                </a:cubicBezTo>
                <a:cubicBezTo>
                  <a:pt x="1746439" y="88993"/>
                  <a:pt x="1743379" y="90641"/>
                  <a:pt x="1740994" y="92802"/>
                </a:cubicBezTo>
                <a:cubicBezTo>
                  <a:pt x="1738610" y="94963"/>
                  <a:pt x="1737418" y="97826"/>
                  <a:pt x="1737418" y="101391"/>
                </a:cubicBezTo>
                <a:cubicBezTo>
                  <a:pt x="1737418" y="104092"/>
                  <a:pt x="1737932" y="106362"/>
                  <a:pt x="1738961" y="108199"/>
                </a:cubicBezTo>
                <a:cubicBezTo>
                  <a:pt x="1739991" y="110036"/>
                  <a:pt x="1741372" y="111521"/>
                  <a:pt x="1743105" y="112656"/>
                </a:cubicBezTo>
                <a:cubicBezTo>
                  <a:pt x="1744840" y="113790"/>
                  <a:pt x="1746763" y="114600"/>
                  <a:pt x="1748877" y="115086"/>
                </a:cubicBezTo>
                <a:cubicBezTo>
                  <a:pt x="1750990" y="115572"/>
                  <a:pt x="1753130" y="115815"/>
                  <a:pt x="1755298" y="115815"/>
                </a:cubicBezTo>
                <a:cubicBezTo>
                  <a:pt x="1759198" y="115815"/>
                  <a:pt x="1762666" y="115140"/>
                  <a:pt x="1765700" y="113789"/>
                </a:cubicBezTo>
                <a:cubicBezTo>
                  <a:pt x="1768734" y="112438"/>
                  <a:pt x="1771280" y="110601"/>
                  <a:pt x="1773339" y="108278"/>
                </a:cubicBezTo>
                <a:cubicBezTo>
                  <a:pt x="1775397" y="105955"/>
                  <a:pt x="1776968" y="103281"/>
                  <a:pt x="1778051" y="100257"/>
                </a:cubicBezTo>
                <a:cubicBezTo>
                  <a:pt x="1779136" y="97231"/>
                  <a:pt x="1779678" y="94043"/>
                  <a:pt x="1779678" y="90694"/>
                </a:cubicBezTo>
                <a:lnTo>
                  <a:pt x="1779678" y="85021"/>
                </a:lnTo>
                <a:lnTo>
                  <a:pt x="1776427" y="85021"/>
                </a:lnTo>
                <a:close/>
                <a:moveTo>
                  <a:pt x="1844697" y="111202"/>
                </a:moveTo>
                <a:lnTo>
                  <a:pt x="1845022" y="111202"/>
                </a:lnTo>
                <a:lnTo>
                  <a:pt x="1868589" y="46997"/>
                </a:lnTo>
                <a:lnTo>
                  <a:pt x="1880618" y="46997"/>
                </a:lnTo>
                <a:lnTo>
                  <a:pt x="1842745" y="142736"/>
                </a:lnTo>
                <a:cubicBezTo>
                  <a:pt x="1840470" y="148587"/>
                  <a:pt x="1837571" y="153262"/>
                  <a:pt x="1834049" y="156759"/>
                </a:cubicBezTo>
                <a:cubicBezTo>
                  <a:pt x="1830528" y="160257"/>
                  <a:pt x="1825461" y="162007"/>
                  <a:pt x="1818851" y="162007"/>
                </a:cubicBezTo>
                <a:cubicBezTo>
                  <a:pt x="1815493" y="162007"/>
                  <a:pt x="1812188" y="161689"/>
                  <a:pt x="1808937" y="161054"/>
                </a:cubicBezTo>
                <a:lnTo>
                  <a:pt x="1810073" y="151024"/>
                </a:lnTo>
                <a:cubicBezTo>
                  <a:pt x="1812674" y="151891"/>
                  <a:pt x="1815383" y="152324"/>
                  <a:pt x="1818201" y="152324"/>
                </a:cubicBezTo>
                <a:cubicBezTo>
                  <a:pt x="1821994" y="152324"/>
                  <a:pt x="1824974" y="151159"/>
                  <a:pt x="1827140" y="148829"/>
                </a:cubicBezTo>
                <a:cubicBezTo>
                  <a:pt x="1829307" y="146500"/>
                  <a:pt x="1831204" y="143168"/>
                  <a:pt x="1832829" y="138834"/>
                </a:cubicBezTo>
                <a:lnTo>
                  <a:pt x="1839007" y="122904"/>
                </a:lnTo>
                <a:lnTo>
                  <a:pt x="1806499" y="46997"/>
                </a:lnTo>
                <a:lnTo>
                  <a:pt x="1818851" y="46997"/>
                </a:lnTo>
                <a:lnTo>
                  <a:pt x="1844697" y="111202"/>
                </a:lnTo>
                <a:close/>
                <a:moveTo>
                  <a:pt x="1939946" y="46925"/>
                </a:moveTo>
                <a:lnTo>
                  <a:pt x="1958315" y="108663"/>
                </a:lnTo>
                <a:lnTo>
                  <a:pt x="1958640" y="108663"/>
                </a:lnTo>
                <a:lnTo>
                  <a:pt x="1979119" y="46925"/>
                </a:lnTo>
                <a:lnTo>
                  <a:pt x="1989848" y="46925"/>
                </a:lnTo>
                <a:lnTo>
                  <a:pt x="2010652" y="108663"/>
                </a:lnTo>
                <a:lnTo>
                  <a:pt x="2010977" y="108663"/>
                </a:lnTo>
                <a:lnTo>
                  <a:pt x="2029182" y="46925"/>
                </a:lnTo>
                <a:lnTo>
                  <a:pt x="2040886" y="46925"/>
                </a:lnTo>
                <a:lnTo>
                  <a:pt x="2016830" y="122958"/>
                </a:lnTo>
                <a:lnTo>
                  <a:pt x="2004801" y="122958"/>
                </a:lnTo>
                <a:lnTo>
                  <a:pt x="1984483" y="61385"/>
                </a:lnTo>
                <a:lnTo>
                  <a:pt x="1984159" y="61385"/>
                </a:lnTo>
                <a:lnTo>
                  <a:pt x="1964166" y="122958"/>
                </a:lnTo>
                <a:lnTo>
                  <a:pt x="1952137" y="122958"/>
                </a:lnTo>
                <a:lnTo>
                  <a:pt x="1928081" y="46925"/>
                </a:lnTo>
                <a:lnTo>
                  <a:pt x="1939946" y="46925"/>
                </a:lnTo>
                <a:close/>
                <a:moveTo>
                  <a:pt x="2071443" y="59341"/>
                </a:moveTo>
                <a:cubicBezTo>
                  <a:pt x="2073502" y="54895"/>
                  <a:pt x="2076914" y="51371"/>
                  <a:pt x="2081681" y="48768"/>
                </a:cubicBezTo>
                <a:cubicBezTo>
                  <a:pt x="2086450" y="46164"/>
                  <a:pt x="2091543" y="44862"/>
                  <a:pt x="2096962" y="44862"/>
                </a:cubicBezTo>
                <a:cubicBezTo>
                  <a:pt x="2106605" y="44862"/>
                  <a:pt x="2113837" y="47736"/>
                  <a:pt x="2118659" y="53486"/>
                </a:cubicBezTo>
                <a:cubicBezTo>
                  <a:pt x="2123482" y="59235"/>
                  <a:pt x="2125893" y="66827"/>
                  <a:pt x="2125893" y="76264"/>
                </a:cubicBezTo>
                <a:lnTo>
                  <a:pt x="2125893" y="122958"/>
                </a:lnTo>
                <a:lnTo>
                  <a:pt x="2114842" y="122958"/>
                </a:lnTo>
                <a:lnTo>
                  <a:pt x="2114842" y="80778"/>
                </a:lnTo>
                <a:cubicBezTo>
                  <a:pt x="2114842" y="76760"/>
                  <a:pt x="2114517" y="73123"/>
                  <a:pt x="2113867" y="69867"/>
                </a:cubicBezTo>
                <a:cubicBezTo>
                  <a:pt x="2113217" y="66610"/>
                  <a:pt x="2112106" y="63814"/>
                  <a:pt x="2110533" y="61479"/>
                </a:cubicBezTo>
                <a:cubicBezTo>
                  <a:pt x="2108963" y="59145"/>
                  <a:pt x="2106849" y="57326"/>
                  <a:pt x="2104194" y="56023"/>
                </a:cubicBezTo>
                <a:cubicBezTo>
                  <a:pt x="2101540" y="54720"/>
                  <a:pt x="2098208" y="54068"/>
                  <a:pt x="2094199" y="54068"/>
                </a:cubicBezTo>
                <a:cubicBezTo>
                  <a:pt x="2091274" y="54068"/>
                  <a:pt x="2088429" y="54666"/>
                  <a:pt x="2085664" y="55862"/>
                </a:cubicBezTo>
                <a:cubicBezTo>
                  <a:pt x="2082901" y="57055"/>
                  <a:pt x="2080436" y="58874"/>
                  <a:pt x="2078268" y="61318"/>
                </a:cubicBezTo>
                <a:cubicBezTo>
                  <a:pt x="2076102" y="63760"/>
                  <a:pt x="2074369" y="66854"/>
                  <a:pt x="2073067" y="70599"/>
                </a:cubicBezTo>
                <a:cubicBezTo>
                  <a:pt x="2071768" y="74344"/>
                  <a:pt x="2071118" y="78769"/>
                  <a:pt x="2071118" y="83873"/>
                </a:cubicBezTo>
                <a:lnTo>
                  <a:pt x="2071118" y="122958"/>
                </a:lnTo>
                <a:lnTo>
                  <a:pt x="2060064" y="122958"/>
                </a:lnTo>
                <a:lnTo>
                  <a:pt x="2060064" y="0"/>
                </a:lnTo>
                <a:lnTo>
                  <a:pt x="2071118" y="0"/>
                </a:lnTo>
                <a:lnTo>
                  <a:pt x="2071118" y="59341"/>
                </a:lnTo>
                <a:lnTo>
                  <a:pt x="2071443" y="59341"/>
                </a:lnTo>
                <a:close/>
                <a:moveTo>
                  <a:pt x="2212531" y="79148"/>
                </a:moveTo>
                <a:cubicBezTo>
                  <a:pt x="2212206" y="71936"/>
                  <a:pt x="2209902" y="65953"/>
                  <a:pt x="2205622" y="61199"/>
                </a:cubicBezTo>
                <a:cubicBezTo>
                  <a:pt x="2201342" y="56445"/>
                  <a:pt x="2195248" y="54068"/>
                  <a:pt x="2187338" y="54068"/>
                </a:cubicBezTo>
                <a:cubicBezTo>
                  <a:pt x="2183654" y="54068"/>
                  <a:pt x="2180240" y="54751"/>
                  <a:pt x="2177097" y="56117"/>
                </a:cubicBezTo>
                <a:cubicBezTo>
                  <a:pt x="2173955" y="57483"/>
                  <a:pt x="2171192" y="59340"/>
                  <a:pt x="2168808" y="61690"/>
                </a:cubicBezTo>
                <a:cubicBezTo>
                  <a:pt x="2166424" y="64040"/>
                  <a:pt x="2164527" y="66717"/>
                  <a:pt x="2163118" y="69723"/>
                </a:cubicBezTo>
                <a:cubicBezTo>
                  <a:pt x="2161710" y="72728"/>
                  <a:pt x="2160897" y="75869"/>
                  <a:pt x="2160680" y="79148"/>
                </a:cubicBezTo>
                <a:lnTo>
                  <a:pt x="2212531" y="79148"/>
                </a:lnTo>
                <a:moveTo>
                  <a:pt x="2223747" y="82665"/>
                </a:moveTo>
                <a:cubicBezTo>
                  <a:pt x="2223747" y="83426"/>
                  <a:pt x="2223747" y="84241"/>
                  <a:pt x="2223747" y="85111"/>
                </a:cubicBezTo>
                <a:cubicBezTo>
                  <a:pt x="2223747" y="85979"/>
                  <a:pt x="2223692" y="86901"/>
                  <a:pt x="2223583" y="87878"/>
                </a:cubicBezTo>
                <a:lnTo>
                  <a:pt x="2160517" y="87878"/>
                </a:lnTo>
                <a:cubicBezTo>
                  <a:pt x="2160626" y="91670"/>
                  <a:pt x="2161384" y="95245"/>
                  <a:pt x="2162791" y="98603"/>
                </a:cubicBezTo>
                <a:cubicBezTo>
                  <a:pt x="2164200" y="101959"/>
                  <a:pt x="2166150" y="104884"/>
                  <a:pt x="2168642" y="107375"/>
                </a:cubicBezTo>
                <a:cubicBezTo>
                  <a:pt x="2171135" y="109865"/>
                  <a:pt x="2174061" y="111842"/>
                  <a:pt x="2177419" y="113306"/>
                </a:cubicBezTo>
                <a:cubicBezTo>
                  <a:pt x="2180779" y="114767"/>
                  <a:pt x="2184410" y="115498"/>
                  <a:pt x="2188312" y="115498"/>
                </a:cubicBezTo>
                <a:cubicBezTo>
                  <a:pt x="2194055" y="115498"/>
                  <a:pt x="2199012" y="114171"/>
                  <a:pt x="2203184" y="111517"/>
                </a:cubicBezTo>
                <a:cubicBezTo>
                  <a:pt x="2207355" y="108862"/>
                  <a:pt x="2210525" y="105800"/>
                  <a:pt x="2212693" y="102333"/>
                </a:cubicBezTo>
                <a:lnTo>
                  <a:pt x="2220981" y="108834"/>
                </a:lnTo>
                <a:cubicBezTo>
                  <a:pt x="2216431" y="114568"/>
                  <a:pt x="2211419" y="118674"/>
                  <a:pt x="2205946" y="121150"/>
                </a:cubicBezTo>
                <a:cubicBezTo>
                  <a:pt x="2200475" y="123626"/>
                  <a:pt x="2194597" y="124863"/>
                  <a:pt x="2188312" y="124863"/>
                </a:cubicBezTo>
                <a:cubicBezTo>
                  <a:pt x="2182677" y="124863"/>
                  <a:pt x="2177448" y="123860"/>
                  <a:pt x="2172625" y="121855"/>
                </a:cubicBezTo>
                <a:cubicBezTo>
                  <a:pt x="2167803" y="119849"/>
                  <a:pt x="2163659" y="117058"/>
                  <a:pt x="2160192" y="113482"/>
                </a:cubicBezTo>
                <a:cubicBezTo>
                  <a:pt x="2156724" y="109904"/>
                  <a:pt x="2153988" y="105676"/>
                  <a:pt x="2151982" y="100798"/>
                </a:cubicBezTo>
                <a:cubicBezTo>
                  <a:pt x="2149978" y="95920"/>
                  <a:pt x="2148976" y="90608"/>
                  <a:pt x="2148976" y="84863"/>
                </a:cubicBezTo>
                <a:cubicBezTo>
                  <a:pt x="2148976" y="79117"/>
                  <a:pt x="2149951" y="73805"/>
                  <a:pt x="2151900" y="68927"/>
                </a:cubicBezTo>
                <a:cubicBezTo>
                  <a:pt x="2153852" y="64050"/>
                  <a:pt x="2156561" y="59822"/>
                  <a:pt x="2160028" y="56246"/>
                </a:cubicBezTo>
                <a:cubicBezTo>
                  <a:pt x="2163497" y="52668"/>
                  <a:pt x="2167561" y="49876"/>
                  <a:pt x="2172221" y="47870"/>
                </a:cubicBezTo>
                <a:cubicBezTo>
                  <a:pt x="2176880" y="45865"/>
                  <a:pt x="2181919" y="44862"/>
                  <a:pt x="2187338" y="44862"/>
                </a:cubicBezTo>
                <a:cubicBezTo>
                  <a:pt x="2193297" y="44862"/>
                  <a:pt x="2198551" y="45867"/>
                  <a:pt x="2203102" y="47878"/>
                </a:cubicBezTo>
                <a:cubicBezTo>
                  <a:pt x="2207654" y="49887"/>
                  <a:pt x="2211447" y="52603"/>
                  <a:pt x="2214481" y="56025"/>
                </a:cubicBezTo>
                <a:cubicBezTo>
                  <a:pt x="2217515" y="59446"/>
                  <a:pt x="2219817" y="63438"/>
                  <a:pt x="2221388" y="68000"/>
                </a:cubicBezTo>
                <a:cubicBezTo>
                  <a:pt x="2222961" y="72562"/>
                  <a:pt x="2223747" y="77450"/>
                  <a:pt x="2223747" y="82665"/>
                </a:cubicBezTo>
                <a:close/>
                <a:moveTo>
                  <a:pt x="2257391" y="46826"/>
                </a:moveTo>
                <a:cubicBezTo>
                  <a:pt x="2257608" y="48885"/>
                  <a:pt x="2257770" y="51161"/>
                  <a:pt x="2257877" y="53654"/>
                </a:cubicBezTo>
                <a:cubicBezTo>
                  <a:pt x="2257987" y="56146"/>
                  <a:pt x="2258041" y="58205"/>
                  <a:pt x="2258041" y="59830"/>
                </a:cubicBezTo>
                <a:lnTo>
                  <a:pt x="2258366" y="59830"/>
                </a:lnTo>
                <a:cubicBezTo>
                  <a:pt x="2260534" y="55382"/>
                  <a:pt x="2264056" y="51776"/>
                  <a:pt x="2268932" y="49011"/>
                </a:cubicBezTo>
                <a:cubicBezTo>
                  <a:pt x="2273808" y="46245"/>
                  <a:pt x="2278955" y="44862"/>
                  <a:pt x="2284373" y="44862"/>
                </a:cubicBezTo>
                <a:cubicBezTo>
                  <a:pt x="2294016" y="44862"/>
                  <a:pt x="2301249" y="47736"/>
                  <a:pt x="2306070" y="53486"/>
                </a:cubicBezTo>
                <a:cubicBezTo>
                  <a:pt x="2310893" y="59235"/>
                  <a:pt x="2313305" y="66827"/>
                  <a:pt x="2313305" y="76264"/>
                </a:cubicBezTo>
                <a:lnTo>
                  <a:pt x="2313305" y="122958"/>
                </a:lnTo>
                <a:lnTo>
                  <a:pt x="2302253" y="122958"/>
                </a:lnTo>
                <a:lnTo>
                  <a:pt x="2302253" y="80778"/>
                </a:lnTo>
                <a:cubicBezTo>
                  <a:pt x="2302253" y="76760"/>
                  <a:pt x="2301928" y="73123"/>
                  <a:pt x="2301278" y="69867"/>
                </a:cubicBezTo>
                <a:cubicBezTo>
                  <a:pt x="2300629" y="66610"/>
                  <a:pt x="2299518" y="63814"/>
                  <a:pt x="2297945" y="61479"/>
                </a:cubicBezTo>
                <a:cubicBezTo>
                  <a:pt x="2296374" y="59145"/>
                  <a:pt x="2294261" y="57326"/>
                  <a:pt x="2291606" y="56023"/>
                </a:cubicBezTo>
                <a:cubicBezTo>
                  <a:pt x="2288952" y="54720"/>
                  <a:pt x="2285620" y="54068"/>
                  <a:pt x="2281610" y="54068"/>
                </a:cubicBezTo>
                <a:cubicBezTo>
                  <a:pt x="2278686" y="54068"/>
                  <a:pt x="2275841" y="54666"/>
                  <a:pt x="2273076" y="55862"/>
                </a:cubicBezTo>
                <a:cubicBezTo>
                  <a:pt x="2270313" y="57055"/>
                  <a:pt x="2267848" y="58874"/>
                  <a:pt x="2265680" y="61318"/>
                </a:cubicBezTo>
                <a:cubicBezTo>
                  <a:pt x="2263514" y="63760"/>
                  <a:pt x="2261780" y="66854"/>
                  <a:pt x="2260479" y="70599"/>
                </a:cubicBezTo>
                <a:cubicBezTo>
                  <a:pt x="2259180" y="74344"/>
                  <a:pt x="2258530" y="78769"/>
                  <a:pt x="2258530" y="83873"/>
                </a:cubicBezTo>
                <a:lnTo>
                  <a:pt x="2258530" y="122958"/>
                </a:lnTo>
                <a:lnTo>
                  <a:pt x="2247475" y="122958"/>
                </a:lnTo>
                <a:lnTo>
                  <a:pt x="2247475" y="63573"/>
                </a:lnTo>
                <a:cubicBezTo>
                  <a:pt x="2247475" y="61511"/>
                  <a:pt x="2247421" y="58854"/>
                  <a:pt x="2247312" y="55604"/>
                </a:cubicBezTo>
                <a:cubicBezTo>
                  <a:pt x="2247204" y="52353"/>
                  <a:pt x="2247042" y="49427"/>
                  <a:pt x="2246826" y="46826"/>
                </a:cubicBezTo>
                <a:lnTo>
                  <a:pt x="2257391" y="46826"/>
                </a:lnTo>
                <a:close/>
                <a:moveTo>
                  <a:pt x="2393765" y="122958"/>
                </a:moveTo>
                <a:lnTo>
                  <a:pt x="2382713" y="122958"/>
                </a:lnTo>
                <a:lnTo>
                  <a:pt x="2382713" y="46888"/>
                </a:lnTo>
                <a:lnTo>
                  <a:pt x="2393765" y="46888"/>
                </a:lnTo>
                <a:lnTo>
                  <a:pt x="2393765" y="122958"/>
                </a:lnTo>
                <a:moveTo>
                  <a:pt x="2396042" y="17560"/>
                </a:moveTo>
                <a:cubicBezTo>
                  <a:pt x="2396042" y="19828"/>
                  <a:pt x="2395229" y="21692"/>
                  <a:pt x="2393603" y="23150"/>
                </a:cubicBezTo>
                <a:cubicBezTo>
                  <a:pt x="2391978" y="24609"/>
                  <a:pt x="2390190" y="25338"/>
                  <a:pt x="2388239" y="25338"/>
                </a:cubicBezTo>
                <a:cubicBezTo>
                  <a:pt x="2386288" y="25338"/>
                  <a:pt x="2384499" y="24609"/>
                  <a:pt x="2382874" y="23150"/>
                </a:cubicBezTo>
                <a:cubicBezTo>
                  <a:pt x="2381249" y="21692"/>
                  <a:pt x="2380436" y="19828"/>
                  <a:pt x="2380436" y="17560"/>
                </a:cubicBezTo>
                <a:cubicBezTo>
                  <a:pt x="2380436" y="15291"/>
                  <a:pt x="2381249" y="13428"/>
                  <a:pt x="2382874" y="11969"/>
                </a:cubicBezTo>
                <a:cubicBezTo>
                  <a:pt x="2384499" y="10511"/>
                  <a:pt x="2386288" y="9782"/>
                  <a:pt x="2388239" y="9782"/>
                </a:cubicBezTo>
                <a:cubicBezTo>
                  <a:pt x="2390190" y="9782"/>
                  <a:pt x="2391978" y="10511"/>
                  <a:pt x="2393603" y="11969"/>
                </a:cubicBezTo>
                <a:cubicBezTo>
                  <a:pt x="2395229" y="13428"/>
                  <a:pt x="2396042" y="15291"/>
                  <a:pt x="2396042" y="17560"/>
                </a:cubicBezTo>
                <a:close/>
                <a:moveTo>
                  <a:pt x="2457481" y="56132"/>
                </a:moveTo>
                <a:lnTo>
                  <a:pt x="2436027" y="56132"/>
                </a:lnTo>
                <a:lnTo>
                  <a:pt x="2436027" y="100552"/>
                </a:lnTo>
                <a:cubicBezTo>
                  <a:pt x="2436027" y="103373"/>
                  <a:pt x="2436297" y="105705"/>
                  <a:pt x="2436838" y="107549"/>
                </a:cubicBezTo>
                <a:cubicBezTo>
                  <a:pt x="2437380" y="109393"/>
                  <a:pt x="2438166" y="110830"/>
                  <a:pt x="2439194" y="111862"/>
                </a:cubicBezTo>
                <a:cubicBezTo>
                  <a:pt x="2440224" y="112892"/>
                  <a:pt x="2441444" y="113597"/>
                  <a:pt x="2442852" y="113978"/>
                </a:cubicBezTo>
                <a:cubicBezTo>
                  <a:pt x="2444261" y="114356"/>
                  <a:pt x="2445778" y="114546"/>
                  <a:pt x="2447403" y="114546"/>
                </a:cubicBezTo>
                <a:cubicBezTo>
                  <a:pt x="2448921" y="114546"/>
                  <a:pt x="2450519" y="114325"/>
                  <a:pt x="2452198" y="113883"/>
                </a:cubicBezTo>
                <a:cubicBezTo>
                  <a:pt x="2453878" y="113440"/>
                  <a:pt x="2455477" y="112831"/>
                  <a:pt x="2456994" y="112055"/>
                </a:cubicBezTo>
                <a:lnTo>
                  <a:pt x="2457481" y="121637"/>
                </a:lnTo>
                <a:cubicBezTo>
                  <a:pt x="2455531" y="122395"/>
                  <a:pt x="2453500" y="122964"/>
                  <a:pt x="2451387" y="123343"/>
                </a:cubicBezTo>
                <a:cubicBezTo>
                  <a:pt x="2449274" y="123722"/>
                  <a:pt x="2446970" y="123911"/>
                  <a:pt x="2444477" y="123911"/>
                </a:cubicBezTo>
                <a:cubicBezTo>
                  <a:pt x="2442418" y="123911"/>
                  <a:pt x="2440251" y="123640"/>
                  <a:pt x="2437976" y="123097"/>
                </a:cubicBezTo>
                <a:cubicBezTo>
                  <a:pt x="2435701" y="122557"/>
                  <a:pt x="2433588" y="121528"/>
                  <a:pt x="2431637" y="120012"/>
                </a:cubicBezTo>
                <a:cubicBezTo>
                  <a:pt x="2429687" y="118494"/>
                  <a:pt x="2428089" y="116435"/>
                  <a:pt x="2426843" y="113834"/>
                </a:cubicBezTo>
                <a:cubicBezTo>
                  <a:pt x="2425596" y="111233"/>
                  <a:pt x="2424973" y="107819"/>
                  <a:pt x="2424973" y="103593"/>
                </a:cubicBezTo>
                <a:lnTo>
                  <a:pt x="2424973" y="56132"/>
                </a:lnTo>
                <a:lnTo>
                  <a:pt x="2409206" y="56132"/>
                </a:lnTo>
                <a:lnTo>
                  <a:pt x="2409206" y="46925"/>
                </a:lnTo>
                <a:lnTo>
                  <a:pt x="2424973" y="46925"/>
                </a:lnTo>
                <a:lnTo>
                  <a:pt x="2424973" y="25469"/>
                </a:lnTo>
                <a:lnTo>
                  <a:pt x="2436027" y="25469"/>
                </a:lnTo>
                <a:lnTo>
                  <a:pt x="2436027" y="46925"/>
                </a:lnTo>
                <a:lnTo>
                  <a:pt x="2457481" y="46925"/>
                </a:lnTo>
                <a:lnTo>
                  <a:pt x="2457481" y="56132"/>
                </a:lnTo>
                <a:close/>
                <a:moveTo>
                  <a:pt x="2516809" y="46925"/>
                </a:moveTo>
                <a:lnTo>
                  <a:pt x="2535178" y="108663"/>
                </a:lnTo>
                <a:lnTo>
                  <a:pt x="2535503" y="108663"/>
                </a:lnTo>
                <a:lnTo>
                  <a:pt x="2555982" y="46925"/>
                </a:lnTo>
                <a:lnTo>
                  <a:pt x="2566711" y="46925"/>
                </a:lnTo>
                <a:lnTo>
                  <a:pt x="2587515" y="108663"/>
                </a:lnTo>
                <a:lnTo>
                  <a:pt x="2587840" y="108663"/>
                </a:lnTo>
                <a:lnTo>
                  <a:pt x="2606045" y="46925"/>
                </a:lnTo>
                <a:lnTo>
                  <a:pt x="2617749" y="46925"/>
                </a:lnTo>
                <a:lnTo>
                  <a:pt x="2593693" y="122958"/>
                </a:lnTo>
                <a:lnTo>
                  <a:pt x="2581664" y="122958"/>
                </a:lnTo>
                <a:lnTo>
                  <a:pt x="2561346" y="61385"/>
                </a:lnTo>
                <a:lnTo>
                  <a:pt x="2561021" y="61385"/>
                </a:lnTo>
                <a:lnTo>
                  <a:pt x="2541029" y="122958"/>
                </a:lnTo>
                <a:lnTo>
                  <a:pt x="2529000" y="122958"/>
                </a:lnTo>
                <a:lnTo>
                  <a:pt x="2504944" y="46925"/>
                </a:lnTo>
                <a:lnTo>
                  <a:pt x="2516809" y="46925"/>
                </a:lnTo>
                <a:close/>
                <a:moveTo>
                  <a:pt x="2684553" y="73841"/>
                </a:moveTo>
                <a:cubicBezTo>
                  <a:pt x="2684553" y="67195"/>
                  <a:pt x="2682819" y="62239"/>
                  <a:pt x="2679352" y="58972"/>
                </a:cubicBezTo>
                <a:cubicBezTo>
                  <a:pt x="2675885" y="55703"/>
                  <a:pt x="2670846" y="54068"/>
                  <a:pt x="2664235" y="54068"/>
                </a:cubicBezTo>
                <a:cubicBezTo>
                  <a:pt x="2659685" y="54068"/>
                  <a:pt x="2655459" y="54881"/>
                  <a:pt x="2651556" y="56506"/>
                </a:cubicBezTo>
                <a:cubicBezTo>
                  <a:pt x="2647656" y="58132"/>
                  <a:pt x="2644351" y="60299"/>
                  <a:pt x="2641643" y="63010"/>
                </a:cubicBezTo>
                <a:lnTo>
                  <a:pt x="2635465" y="55695"/>
                </a:lnTo>
                <a:cubicBezTo>
                  <a:pt x="2638608" y="52565"/>
                  <a:pt x="2642753" y="49978"/>
                  <a:pt x="2647901" y="47932"/>
                </a:cubicBezTo>
                <a:cubicBezTo>
                  <a:pt x="2653048" y="45885"/>
                  <a:pt x="2658872" y="44862"/>
                  <a:pt x="2665374" y="44862"/>
                </a:cubicBezTo>
                <a:cubicBezTo>
                  <a:pt x="2669492" y="44862"/>
                  <a:pt x="2673339" y="45431"/>
                  <a:pt x="2676914" y="46571"/>
                </a:cubicBezTo>
                <a:cubicBezTo>
                  <a:pt x="2680490" y="47710"/>
                  <a:pt x="2683633" y="49419"/>
                  <a:pt x="2686341" y="51697"/>
                </a:cubicBezTo>
                <a:cubicBezTo>
                  <a:pt x="2689051" y="53974"/>
                  <a:pt x="2691164" y="56848"/>
                  <a:pt x="2692681" y="60318"/>
                </a:cubicBezTo>
                <a:cubicBezTo>
                  <a:pt x="2694198" y="63789"/>
                  <a:pt x="2694957" y="67857"/>
                  <a:pt x="2694957" y="72521"/>
                </a:cubicBezTo>
                <a:lnTo>
                  <a:pt x="2694957" y="105875"/>
                </a:lnTo>
                <a:cubicBezTo>
                  <a:pt x="2694957" y="108803"/>
                  <a:pt x="2695066" y="111841"/>
                  <a:pt x="2695282" y="114987"/>
                </a:cubicBezTo>
                <a:cubicBezTo>
                  <a:pt x="2695499" y="118132"/>
                  <a:pt x="2695824" y="120789"/>
                  <a:pt x="2696257" y="122958"/>
                </a:cubicBezTo>
                <a:lnTo>
                  <a:pt x="2686344" y="122958"/>
                </a:lnTo>
                <a:cubicBezTo>
                  <a:pt x="2686018" y="121108"/>
                  <a:pt x="2685747" y="119095"/>
                  <a:pt x="2685530" y="116919"/>
                </a:cubicBezTo>
                <a:cubicBezTo>
                  <a:pt x="2685314" y="114743"/>
                  <a:pt x="2685205" y="112622"/>
                  <a:pt x="2685205" y="110555"/>
                </a:cubicBezTo>
                <a:lnTo>
                  <a:pt x="2684878" y="110555"/>
                </a:lnTo>
                <a:cubicBezTo>
                  <a:pt x="2681411" y="115649"/>
                  <a:pt x="2677482" y="119308"/>
                  <a:pt x="2673092" y="121530"/>
                </a:cubicBezTo>
                <a:cubicBezTo>
                  <a:pt x="2668704" y="123752"/>
                  <a:pt x="2663422" y="124863"/>
                  <a:pt x="2657246" y="124863"/>
                </a:cubicBezTo>
                <a:cubicBezTo>
                  <a:pt x="2654319" y="124863"/>
                  <a:pt x="2651312" y="124457"/>
                  <a:pt x="2648223" y="123645"/>
                </a:cubicBezTo>
                <a:cubicBezTo>
                  <a:pt x="2645136" y="122834"/>
                  <a:pt x="2642319" y="121508"/>
                  <a:pt x="2639773" y="119667"/>
                </a:cubicBezTo>
                <a:cubicBezTo>
                  <a:pt x="2637227" y="117825"/>
                  <a:pt x="2635113" y="115443"/>
                  <a:pt x="2633434" y="112519"/>
                </a:cubicBezTo>
                <a:cubicBezTo>
                  <a:pt x="2631754" y="109594"/>
                  <a:pt x="2630914" y="106020"/>
                  <a:pt x="2630914" y="101795"/>
                </a:cubicBezTo>
                <a:cubicBezTo>
                  <a:pt x="2630914" y="95947"/>
                  <a:pt x="2632403" y="91317"/>
                  <a:pt x="2635383" y="87906"/>
                </a:cubicBezTo>
                <a:cubicBezTo>
                  <a:pt x="2638363" y="84495"/>
                  <a:pt x="2642345" y="81950"/>
                  <a:pt x="2647330" y="80272"/>
                </a:cubicBezTo>
                <a:cubicBezTo>
                  <a:pt x="2652315" y="78592"/>
                  <a:pt x="2658031" y="77509"/>
                  <a:pt x="2664478" y="77023"/>
                </a:cubicBezTo>
                <a:cubicBezTo>
                  <a:pt x="2670927" y="76535"/>
                  <a:pt x="2677618" y="76291"/>
                  <a:pt x="2684553" y="76291"/>
                </a:cubicBezTo>
                <a:lnTo>
                  <a:pt x="2684553" y="73841"/>
                </a:lnTo>
                <a:moveTo>
                  <a:pt x="2681301" y="85021"/>
                </a:moveTo>
                <a:cubicBezTo>
                  <a:pt x="2676751" y="85021"/>
                  <a:pt x="2672173" y="85211"/>
                  <a:pt x="2667566" y="85589"/>
                </a:cubicBezTo>
                <a:cubicBezTo>
                  <a:pt x="2662961" y="85966"/>
                  <a:pt x="2658789" y="86723"/>
                  <a:pt x="2655051" y="87859"/>
                </a:cubicBezTo>
                <a:cubicBezTo>
                  <a:pt x="2651314" y="88993"/>
                  <a:pt x="2648254" y="90641"/>
                  <a:pt x="2645869" y="92802"/>
                </a:cubicBezTo>
                <a:cubicBezTo>
                  <a:pt x="2643485" y="94963"/>
                  <a:pt x="2642293" y="97826"/>
                  <a:pt x="2642293" y="101391"/>
                </a:cubicBezTo>
                <a:cubicBezTo>
                  <a:pt x="2642293" y="104092"/>
                  <a:pt x="2642807" y="106362"/>
                  <a:pt x="2643836" y="108199"/>
                </a:cubicBezTo>
                <a:cubicBezTo>
                  <a:pt x="2644866" y="110036"/>
                  <a:pt x="2646247" y="111521"/>
                  <a:pt x="2647980" y="112656"/>
                </a:cubicBezTo>
                <a:cubicBezTo>
                  <a:pt x="2649714" y="113790"/>
                  <a:pt x="2651638" y="114600"/>
                  <a:pt x="2653751" y="115086"/>
                </a:cubicBezTo>
                <a:cubicBezTo>
                  <a:pt x="2655864" y="115572"/>
                  <a:pt x="2658005" y="115815"/>
                  <a:pt x="2660173" y="115815"/>
                </a:cubicBezTo>
                <a:cubicBezTo>
                  <a:pt x="2664073" y="115815"/>
                  <a:pt x="2667540" y="115140"/>
                  <a:pt x="2670575" y="113789"/>
                </a:cubicBezTo>
                <a:cubicBezTo>
                  <a:pt x="2673609" y="112438"/>
                  <a:pt x="2676155" y="110601"/>
                  <a:pt x="2678214" y="108278"/>
                </a:cubicBezTo>
                <a:cubicBezTo>
                  <a:pt x="2680272" y="105955"/>
                  <a:pt x="2681843" y="103281"/>
                  <a:pt x="2682926" y="100257"/>
                </a:cubicBezTo>
                <a:cubicBezTo>
                  <a:pt x="2684011" y="97231"/>
                  <a:pt x="2684553" y="94043"/>
                  <a:pt x="2684553" y="90694"/>
                </a:cubicBezTo>
                <a:lnTo>
                  <a:pt x="2684553" y="85021"/>
                </a:lnTo>
                <a:lnTo>
                  <a:pt x="2681301" y="85021"/>
                </a:lnTo>
                <a:close/>
                <a:moveTo>
                  <a:pt x="2763875" y="64798"/>
                </a:moveTo>
                <a:cubicBezTo>
                  <a:pt x="2762250" y="61654"/>
                  <a:pt x="2759785" y="59081"/>
                  <a:pt x="2756479" y="57077"/>
                </a:cubicBezTo>
                <a:cubicBezTo>
                  <a:pt x="2753174" y="55071"/>
                  <a:pt x="2749408" y="54068"/>
                  <a:pt x="2745182" y="54068"/>
                </a:cubicBezTo>
                <a:cubicBezTo>
                  <a:pt x="2743233" y="54068"/>
                  <a:pt x="2741282" y="54286"/>
                  <a:pt x="2739331" y="54721"/>
                </a:cubicBezTo>
                <a:cubicBezTo>
                  <a:pt x="2737380" y="55154"/>
                  <a:pt x="2735646" y="55859"/>
                  <a:pt x="2734128" y="56836"/>
                </a:cubicBezTo>
                <a:cubicBezTo>
                  <a:pt x="2732612" y="57812"/>
                  <a:pt x="2731393" y="59059"/>
                  <a:pt x="2730472" y="60579"/>
                </a:cubicBezTo>
                <a:cubicBezTo>
                  <a:pt x="2729551" y="62097"/>
                  <a:pt x="2729091" y="63887"/>
                  <a:pt x="2729091" y="65949"/>
                </a:cubicBezTo>
                <a:cubicBezTo>
                  <a:pt x="2729091" y="69530"/>
                  <a:pt x="2730553" y="72270"/>
                  <a:pt x="2733478" y="74168"/>
                </a:cubicBezTo>
                <a:cubicBezTo>
                  <a:pt x="2736405" y="76066"/>
                  <a:pt x="2741010" y="77667"/>
                  <a:pt x="2747295" y="78970"/>
                </a:cubicBezTo>
                <a:cubicBezTo>
                  <a:pt x="2756290" y="80813"/>
                  <a:pt x="2762927" y="83498"/>
                  <a:pt x="2767206" y="87025"/>
                </a:cubicBezTo>
                <a:cubicBezTo>
                  <a:pt x="2771487" y="90550"/>
                  <a:pt x="2773628" y="95297"/>
                  <a:pt x="2773628" y="101264"/>
                </a:cubicBezTo>
                <a:cubicBezTo>
                  <a:pt x="2773628" y="105604"/>
                  <a:pt x="2772788" y="109267"/>
                  <a:pt x="2771108" y="112251"/>
                </a:cubicBezTo>
                <a:cubicBezTo>
                  <a:pt x="2769428" y="115234"/>
                  <a:pt x="2767233" y="117676"/>
                  <a:pt x="2764523" y="119575"/>
                </a:cubicBezTo>
                <a:cubicBezTo>
                  <a:pt x="2761814" y="121474"/>
                  <a:pt x="2758754" y="122829"/>
                  <a:pt x="2755341" y="123643"/>
                </a:cubicBezTo>
                <a:cubicBezTo>
                  <a:pt x="2751928" y="124457"/>
                  <a:pt x="2748488" y="124863"/>
                  <a:pt x="2745021" y="124863"/>
                </a:cubicBezTo>
                <a:cubicBezTo>
                  <a:pt x="2739277" y="124863"/>
                  <a:pt x="2733695" y="123679"/>
                  <a:pt x="2728277" y="121312"/>
                </a:cubicBezTo>
                <a:cubicBezTo>
                  <a:pt x="2722860" y="118942"/>
                  <a:pt x="2718417" y="115217"/>
                  <a:pt x="2714948" y="110136"/>
                </a:cubicBezTo>
                <a:lnTo>
                  <a:pt x="2723726" y="103633"/>
                </a:lnTo>
                <a:cubicBezTo>
                  <a:pt x="2725677" y="106993"/>
                  <a:pt x="2728548" y="109810"/>
                  <a:pt x="2732340" y="112085"/>
                </a:cubicBezTo>
                <a:cubicBezTo>
                  <a:pt x="2736133" y="114360"/>
                  <a:pt x="2740305" y="115498"/>
                  <a:pt x="2744857" y="115498"/>
                </a:cubicBezTo>
                <a:cubicBezTo>
                  <a:pt x="2747241" y="115498"/>
                  <a:pt x="2749517" y="115281"/>
                  <a:pt x="2751683" y="114848"/>
                </a:cubicBezTo>
                <a:cubicBezTo>
                  <a:pt x="2753850" y="114413"/>
                  <a:pt x="2755747" y="113654"/>
                  <a:pt x="2757372" y="112569"/>
                </a:cubicBezTo>
                <a:cubicBezTo>
                  <a:pt x="2758998" y="111484"/>
                  <a:pt x="2760298" y="110101"/>
                  <a:pt x="2761274" y="108420"/>
                </a:cubicBezTo>
                <a:cubicBezTo>
                  <a:pt x="2762249" y="106736"/>
                  <a:pt x="2762737" y="104647"/>
                  <a:pt x="2762737" y="102152"/>
                </a:cubicBezTo>
                <a:cubicBezTo>
                  <a:pt x="2762737" y="98137"/>
                  <a:pt x="2760813" y="95126"/>
                  <a:pt x="2756966" y="93119"/>
                </a:cubicBezTo>
                <a:cubicBezTo>
                  <a:pt x="2753120" y="91112"/>
                  <a:pt x="2747566" y="89240"/>
                  <a:pt x="2740306" y="87504"/>
                </a:cubicBezTo>
                <a:cubicBezTo>
                  <a:pt x="2738031" y="86962"/>
                  <a:pt x="2735619" y="86284"/>
                  <a:pt x="2733071" y="85470"/>
                </a:cubicBezTo>
                <a:cubicBezTo>
                  <a:pt x="2730525" y="84657"/>
                  <a:pt x="2728168" y="83464"/>
                  <a:pt x="2726000" y="81891"/>
                </a:cubicBezTo>
                <a:cubicBezTo>
                  <a:pt x="2723834" y="80317"/>
                  <a:pt x="2722047" y="78336"/>
                  <a:pt x="2720638" y="75949"/>
                </a:cubicBezTo>
                <a:cubicBezTo>
                  <a:pt x="2719229" y="73561"/>
                  <a:pt x="2718525" y="70577"/>
                  <a:pt x="2718525" y="66998"/>
                </a:cubicBezTo>
                <a:cubicBezTo>
                  <a:pt x="2718525" y="63091"/>
                  <a:pt x="2719283" y="59754"/>
                  <a:pt x="2720799" y="56988"/>
                </a:cubicBezTo>
                <a:cubicBezTo>
                  <a:pt x="2722317" y="54220"/>
                  <a:pt x="2724349" y="51941"/>
                  <a:pt x="2726896" y="50152"/>
                </a:cubicBezTo>
                <a:cubicBezTo>
                  <a:pt x="2729442" y="48361"/>
                  <a:pt x="2732340" y="47032"/>
                  <a:pt x="2735591" y="46164"/>
                </a:cubicBezTo>
                <a:cubicBezTo>
                  <a:pt x="2738844" y="45296"/>
                  <a:pt x="2742203" y="44862"/>
                  <a:pt x="2745671" y="44862"/>
                </a:cubicBezTo>
                <a:cubicBezTo>
                  <a:pt x="2750980" y="44862"/>
                  <a:pt x="2756126" y="46047"/>
                  <a:pt x="2761110" y="48416"/>
                </a:cubicBezTo>
                <a:cubicBezTo>
                  <a:pt x="2766095" y="50784"/>
                  <a:pt x="2769834" y="54131"/>
                  <a:pt x="2772328" y="58458"/>
                </a:cubicBezTo>
                <a:lnTo>
                  <a:pt x="2763875" y="64798"/>
                </a:lnTo>
                <a:close/>
                <a:moveTo>
                  <a:pt x="2890983" y="64148"/>
                </a:moveTo>
                <a:cubicBezTo>
                  <a:pt x="2889141" y="61221"/>
                  <a:pt x="2886459" y="58810"/>
                  <a:pt x="2882937" y="56913"/>
                </a:cubicBezTo>
                <a:cubicBezTo>
                  <a:pt x="2879415" y="55017"/>
                  <a:pt x="2875596" y="54068"/>
                  <a:pt x="2871479" y="54068"/>
                </a:cubicBezTo>
                <a:cubicBezTo>
                  <a:pt x="2867036" y="54068"/>
                  <a:pt x="2863026" y="54856"/>
                  <a:pt x="2859450" y="56432"/>
                </a:cubicBezTo>
                <a:cubicBezTo>
                  <a:pt x="2855873" y="58006"/>
                  <a:pt x="2852812" y="60179"/>
                  <a:pt x="2850266" y="62950"/>
                </a:cubicBezTo>
                <a:cubicBezTo>
                  <a:pt x="2847719" y="65720"/>
                  <a:pt x="2845769" y="68979"/>
                  <a:pt x="2844415" y="72727"/>
                </a:cubicBezTo>
                <a:cubicBezTo>
                  <a:pt x="2843061" y="76474"/>
                  <a:pt x="2842384" y="80520"/>
                  <a:pt x="2842384" y="84865"/>
                </a:cubicBezTo>
                <a:cubicBezTo>
                  <a:pt x="2842384" y="89210"/>
                  <a:pt x="2843061" y="93230"/>
                  <a:pt x="2844415" y="96924"/>
                </a:cubicBezTo>
                <a:cubicBezTo>
                  <a:pt x="2845769" y="100616"/>
                  <a:pt x="2847692" y="103848"/>
                  <a:pt x="2850184" y="106619"/>
                </a:cubicBezTo>
                <a:cubicBezTo>
                  <a:pt x="2852677" y="109388"/>
                  <a:pt x="2855711" y="111561"/>
                  <a:pt x="2859286" y="113137"/>
                </a:cubicBezTo>
                <a:cubicBezTo>
                  <a:pt x="2862863" y="114711"/>
                  <a:pt x="2866872" y="115498"/>
                  <a:pt x="2871315" y="115498"/>
                </a:cubicBezTo>
                <a:cubicBezTo>
                  <a:pt x="2876191" y="115498"/>
                  <a:pt x="2880308" y="114577"/>
                  <a:pt x="2883666" y="112735"/>
                </a:cubicBezTo>
                <a:cubicBezTo>
                  <a:pt x="2887026" y="110893"/>
                  <a:pt x="2889790" y="108510"/>
                  <a:pt x="2891958" y="105585"/>
                </a:cubicBezTo>
                <a:lnTo>
                  <a:pt x="2900247" y="111760"/>
                </a:lnTo>
                <a:cubicBezTo>
                  <a:pt x="2896996" y="115758"/>
                  <a:pt x="2893014" y="118942"/>
                  <a:pt x="2888299" y="121312"/>
                </a:cubicBezTo>
                <a:cubicBezTo>
                  <a:pt x="2883587" y="123679"/>
                  <a:pt x="2877926" y="124863"/>
                  <a:pt x="2871315" y="124863"/>
                </a:cubicBezTo>
                <a:cubicBezTo>
                  <a:pt x="2865138" y="124863"/>
                  <a:pt x="2859556" y="123860"/>
                  <a:pt x="2854571" y="121855"/>
                </a:cubicBezTo>
                <a:cubicBezTo>
                  <a:pt x="2849588" y="119849"/>
                  <a:pt x="2845335" y="117058"/>
                  <a:pt x="2841813" y="113482"/>
                </a:cubicBezTo>
                <a:cubicBezTo>
                  <a:pt x="2838293" y="109904"/>
                  <a:pt x="2835557" y="105676"/>
                  <a:pt x="2833606" y="100798"/>
                </a:cubicBezTo>
                <a:cubicBezTo>
                  <a:pt x="2831655" y="95920"/>
                  <a:pt x="2830679" y="90608"/>
                  <a:pt x="2830679" y="84863"/>
                </a:cubicBezTo>
                <a:cubicBezTo>
                  <a:pt x="2830679" y="79117"/>
                  <a:pt x="2831655" y="73805"/>
                  <a:pt x="2833606" y="68927"/>
                </a:cubicBezTo>
                <a:cubicBezTo>
                  <a:pt x="2835557" y="64050"/>
                  <a:pt x="2838293" y="59822"/>
                  <a:pt x="2841813" y="56246"/>
                </a:cubicBezTo>
                <a:cubicBezTo>
                  <a:pt x="2845335" y="52668"/>
                  <a:pt x="2849588" y="49876"/>
                  <a:pt x="2854571" y="47870"/>
                </a:cubicBezTo>
                <a:cubicBezTo>
                  <a:pt x="2859556" y="45865"/>
                  <a:pt x="2865138" y="44862"/>
                  <a:pt x="2871315" y="44862"/>
                </a:cubicBezTo>
                <a:cubicBezTo>
                  <a:pt x="2876408" y="44862"/>
                  <a:pt x="2881581" y="45966"/>
                  <a:pt x="2886836" y="48173"/>
                </a:cubicBezTo>
                <a:cubicBezTo>
                  <a:pt x="2892093" y="50380"/>
                  <a:pt x="2896346" y="53646"/>
                  <a:pt x="2899597" y="57970"/>
                </a:cubicBezTo>
                <a:lnTo>
                  <a:pt x="2890983" y="64148"/>
                </a:lnTo>
                <a:close/>
                <a:moveTo>
                  <a:pt x="2929180" y="59341"/>
                </a:moveTo>
                <a:cubicBezTo>
                  <a:pt x="2931238" y="54895"/>
                  <a:pt x="2934651" y="51371"/>
                  <a:pt x="2939418" y="48768"/>
                </a:cubicBezTo>
                <a:cubicBezTo>
                  <a:pt x="2944187" y="46164"/>
                  <a:pt x="2949280" y="44862"/>
                  <a:pt x="2954699" y="44862"/>
                </a:cubicBezTo>
                <a:cubicBezTo>
                  <a:pt x="2964342" y="44862"/>
                  <a:pt x="2971574" y="47736"/>
                  <a:pt x="2976395" y="53486"/>
                </a:cubicBezTo>
                <a:cubicBezTo>
                  <a:pt x="2981219" y="59235"/>
                  <a:pt x="2983630" y="66827"/>
                  <a:pt x="2983630" y="76264"/>
                </a:cubicBezTo>
                <a:lnTo>
                  <a:pt x="2983630" y="122958"/>
                </a:lnTo>
                <a:lnTo>
                  <a:pt x="2972578" y="122958"/>
                </a:lnTo>
                <a:lnTo>
                  <a:pt x="2972578" y="80778"/>
                </a:lnTo>
                <a:cubicBezTo>
                  <a:pt x="2972578" y="76760"/>
                  <a:pt x="2972254" y="73123"/>
                  <a:pt x="2971604" y="69867"/>
                </a:cubicBezTo>
                <a:cubicBezTo>
                  <a:pt x="2970954" y="66610"/>
                  <a:pt x="2969843" y="63814"/>
                  <a:pt x="2968270" y="61479"/>
                </a:cubicBezTo>
                <a:cubicBezTo>
                  <a:pt x="2966700" y="59145"/>
                  <a:pt x="2964586" y="57326"/>
                  <a:pt x="2961931" y="56023"/>
                </a:cubicBezTo>
                <a:cubicBezTo>
                  <a:pt x="2959277" y="54720"/>
                  <a:pt x="2955945" y="54068"/>
                  <a:pt x="2951936" y="54068"/>
                </a:cubicBezTo>
                <a:cubicBezTo>
                  <a:pt x="2949011" y="54068"/>
                  <a:pt x="2946166" y="54666"/>
                  <a:pt x="2943401" y="55862"/>
                </a:cubicBezTo>
                <a:cubicBezTo>
                  <a:pt x="2940638" y="57055"/>
                  <a:pt x="2938173" y="58874"/>
                  <a:pt x="2936005" y="61318"/>
                </a:cubicBezTo>
                <a:cubicBezTo>
                  <a:pt x="2933839" y="63760"/>
                  <a:pt x="2932106" y="66854"/>
                  <a:pt x="2930804" y="70599"/>
                </a:cubicBezTo>
                <a:cubicBezTo>
                  <a:pt x="2929505" y="74344"/>
                  <a:pt x="2928855" y="78769"/>
                  <a:pt x="2928855" y="83873"/>
                </a:cubicBezTo>
                <a:lnTo>
                  <a:pt x="2928855" y="122958"/>
                </a:lnTo>
                <a:lnTo>
                  <a:pt x="2917801" y="122958"/>
                </a:lnTo>
                <a:lnTo>
                  <a:pt x="2917801" y="0"/>
                </a:lnTo>
                <a:lnTo>
                  <a:pt x="2928855" y="0"/>
                </a:lnTo>
                <a:lnTo>
                  <a:pt x="2928855" y="59341"/>
                </a:lnTo>
                <a:lnTo>
                  <a:pt x="2929180" y="59341"/>
                </a:lnTo>
                <a:close/>
                <a:moveTo>
                  <a:pt x="3060189" y="73841"/>
                </a:moveTo>
                <a:cubicBezTo>
                  <a:pt x="3060189" y="67195"/>
                  <a:pt x="3058455" y="62239"/>
                  <a:pt x="3054988" y="58972"/>
                </a:cubicBezTo>
                <a:cubicBezTo>
                  <a:pt x="3051520" y="55703"/>
                  <a:pt x="3046481" y="54068"/>
                  <a:pt x="3039871" y="54068"/>
                </a:cubicBezTo>
                <a:cubicBezTo>
                  <a:pt x="3035320" y="54068"/>
                  <a:pt x="3031094" y="54881"/>
                  <a:pt x="3027192" y="56506"/>
                </a:cubicBezTo>
                <a:cubicBezTo>
                  <a:pt x="3023291" y="58132"/>
                  <a:pt x="3019987" y="60299"/>
                  <a:pt x="3017279" y="63010"/>
                </a:cubicBezTo>
                <a:lnTo>
                  <a:pt x="3011100" y="55695"/>
                </a:lnTo>
                <a:cubicBezTo>
                  <a:pt x="3014244" y="52565"/>
                  <a:pt x="3018389" y="49978"/>
                  <a:pt x="3023536" y="47932"/>
                </a:cubicBezTo>
                <a:cubicBezTo>
                  <a:pt x="3028683" y="45885"/>
                  <a:pt x="3034508" y="44862"/>
                  <a:pt x="3041009" y="44862"/>
                </a:cubicBezTo>
                <a:cubicBezTo>
                  <a:pt x="3045128" y="44862"/>
                  <a:pt x="3048975" y="45431"/>
                  <a:pt x="3052549" y="46571"/>
                </a:cubicBezTo>
                <a:cubicBezTo>
                  <a:pt x="3056126" y="47710"/>
                  <a:pt x="3059268" y="49419"/>
                  <a:pt x="3061977" y="51697"/>
                </a:cubicBezTo>
                <a:cubicBezTo>
                  <a:pt x="3064687" y="53974"/>
                  <a:pt x="3066800" y="56848"/>
                  <a:pt x="3068316" y="60318"/>
                </a:cubicBezTo>
                <a:cubicBezTo>
                  <a:pt x="3069834" y="63789"/>
                  <a:pt x="3070593" y="67857"/>
                  <a:pt x="3070593" y="72521"/>
                </a:cubicBezTo>
                <a:lnTo>
                  <a:pt x="3070593" y="105875"/>
                </a:lnTo>
                <a:cubicBezTo>
                  <a:pt x="3070593" y="108803"/>
                  <a:pt x="3070701" y="111841"/>
                  <a:pt x="3070918" y="114987"/>
                </a:cubicBezTo>
                <a:cubicBezTo>
                  <a:pt x="3071134" y="118132"/>
                  <a:pt x="3071459" y="120789"/>
                  <a:pt x="3071893" y="122958"/>
                </a:cubicBezTo>
                <a:lnTo>
                  <a:pt x="3061979" y="122958"/>
                </a:lnTo>
                <a:cubicBezTo>
                  <a:pt x="3061653" y="121108"/>
                  <a:pt x="3061382" y="119095"/>
                  <a:pt x="3061166" y="116919"/>
                </a:cubicBezTo>
                <a:cubicBezTo>
                  <a:pt x="3060949" y="114743"/>
                  <a:pt x="3060841" y="112622"/>
                  <a:pt x="3060841" y="110555"/>
                </a:cubicBezTo>
                <a:lnTo>
                  <a:pt x="3060513" y="110555"/>
                </a:lnTo>
                <a:cubicBezTo>
                  <a:pt x="3057046" y="115649"/>
                  <a:pt x="3053117" y="119308"/>
                  <a:pt x="3048727" y="121530"/>
                </a:cubicBezTo>
                <a:cubicBezTo>
                  <a:pt x="3044339" y="123752"/>
                  <a:pt x="3039057" y="124863"/>
                  <a:pt x="3032881" y="124863"/>
                </a:cubicBezTo>
                <a:cubicBezTo>
                  <a:pt x="3029955" y="124863"/>
                  <a:pt x="3026947" y="124457"/>
                  <a:pt x="3023859" y="123645"/>
                </a:cubicBezTo>
                <a:cubicBezTo>
                  <a:pt x="3020771" y="122834"/>
                  <a:pt x="3017955" y="121508"/>
                  <a:pt x="3015408" y="119667"/>
                </a:cubicBezTo>
                <a:cubicBezTo>
                  <a:pt x="3012862" y="117825"/>
                  <a:pt x="3010749" y="115443"/>
                  <a:pt x="3009069" y="112519"/>
                </a:cubicBezTo>
                <a:cubicBezTo>
                  <a:pt x="3007389" y="109594"/>
                  <a:pt x="3006549" y="106020"/>
                  <a:pt x="3006549" y="101795"/>
                </a:cubicBezTo>
                <a:cubicBezTo>
                  <a:pt x="3006549" y="95947"/>
                  <a:pt x="3008039" y="91317"/>
                  <a:pt x="3011019" y="87906"/>
                </a:cubicBezTo>
                <a:cubicBezTo>
                  <a:pt x="3013998" y="84495"/>
                  <a:pt x="3017980" y="81950"/>
                  <a:pt x="3022966" y="80272"/>
                </a:cubicBezTo>
                <a:cubicBezTo>
                  <a:pt x="3027951" y="78592"/>
                  <a:pt x="3033667" y="77509"/>
                  <a:pt x="3040114" y="77023"/>
                </a:cubicBezTo>
                <a:cubicBezTo>
                  <a:pt x="3046562" y="76535"/>
                  <a:pt x="3053254" y="76291"/>
                  <a:pt x="3060189" y="76291"/>
                </a:cubicBezTo>
                <a:lnTo>
                  <a:pt x="3060189" y="73841"/>
                </a:lnTo>
                <a:moveTo>
                  <a:pt x="3056937" y="85021"/>
                </a:moveTo>
                <a:cubicBezTo>
                  <a:pt x="3052387" y="85021"/>
                  <a:pt x="3047808" y="85211"/>
                  <a:pt x="3043202" y="85589"/>
                </a:cubicBezTo>
                <a:cubicBezTo>
                  <a:pt x="3038597" y="85966"/>
                  <a:pt x="3034425" y="86723"/>
                  <a:pt x="3030687" y="87859"/>
                </a:cubicBezTo>
                <a:cubicBezTo>
                  <a:pt x="3026950" y="88993"/>
                  <a:pt x="3023889" y="90641"/>
                  <a:pt x="3021505" y="92802"/>
                </a:cubicBezTo>
                <a:cubicBezTo>
                  <a:pt x="3019121" y="94963"/>
                  <a:pt x="3017928" y="97826"/>
                  <a:pt x="3017928" y="101391"/>
                </a:cubicBezTo>
                <a:cubicBezTo>
                  <a:pt x="3017928" y="104092"/>
                  <a:pt x="3018443" y="106362"/>
                  <a:pt x="3019471" y="108199"/>
                </a:cubicBezTo>
                <a:cubicBezTo>
                  <a:pt x="3020501" y="110036"/>
                  <a:pt x="3021883" y="111521"/>
                  <a:pt x="3023615" y="112656"/>
                </a:cubicBezTo>
                <a:cubicBezTo>
                  <a:pt x="3025350" y="113790"/>
                  <a:pt x="3027274" y="114600"/>
                  <a:pt x="3029387" y="115086"/>
                </a:cubicBezTo>
                <a:cubicBezTo>
                  <a:pt x="3031500" y="115572"/>
                  <a:pt x="3033640" y="115815"/>
                  <a:pt x="3035808" y="115815"/>
                </a:cubicBezTo>
                <a:cubicBezTo>
                  <a:pt x="3039709" y="115815"/>
                  <a:pt x="3043176" y="115140"/>
                  <a:pt x="3046210" y="113789"/>
                </a:cubicBezTo>
                <a:cubicBezTo>
                  <a:pt x="3049244" y="112438"/>
                  <a:pt x="3051791" y="110601"/>
                  <a:pt x="3053849" y="108278"/>
                </a:cubicBezTo>
                <a:cubicBezTo>
                  <a:pt x="3055908" y="105955"/>
                  <a:pt x="3057478" y="103281"/>
                  <a:pt x="3058561" y="100257"/>
                </a:cubicBezTo>
                <a:cubicBezTo>
                  <a:pt x="3059646" y="97231"/>
                  <a:pt x="3060189" y="94043"/>
                  <a:pt x="3060189" y="90694"/>
                </a:cubicBezTo>
                <a:lnTo>
                  <a:pt x="3060189" y="85021"/>
                </a:lnTo>
                <a:lnTo>
                  <a:pt x="3056937" y="85021"/>
                </a:lnTo>
                <a:close/>
                <a:moveTo>
                  <a:pt x="3139511" y="64798"/>
                </a:moveTo>
                <a:cubicBezTo>
                  <a:pt x="3137885" y="61654"/>
                  <a:pt x="3135420" y="59081"/>
                  <a:pt x="3132115" y="57077"/>
                </a:cubicBezTo>
                <a:cubicBezTo>
                  <a:pt x="3128809" y="55071"/>
                  <a:pt x="3125044" y="54068"/>
                  <a:pt x="3120817" y="54068"/>
                </a:cubicBezTo>
                <a:cubicBezTo>
                  <a:pt x="3118868" y="54068"/>
                  <a:pt x="3116918" y="54286"/>
                  <a:pt x="3114967" y="54721"/>
                </a:cubicBezTo>
                <a:cubicBezTo>
                  <a:pt x="3113015" y="55154"/>
                  <a:pt x="3111281" y="55859"/>
                  <a:pt x="3109763" y="56836"/>
                </a:cubicBezTo>
                <a:cubicBezTo>
                  <a:pt x="3108247" y="57812"/>
                  <a:pt x="3107028" y="59059"/>
                  <a:pt x="3106107" y="60579"/>
                </a:cubicBezTo>
                <a:cubicBezTo>
                  <a:pt x="3105186" y="62097"/>
                  <a:pt x="3104726" y="63887"/>
                  <a:pt x="3104726" y="65949"/>
                </a:cubicBezTo>
                <a:cubicBezTo>
                  <a:pt x="3104726" y="69530"/>
                  <a:pt x="3106188" y="72270"/>
                  <a:pt x="3109113" y="74168"/>
                </a:cubicBezTo>
                <a:cubicBezTo>
                  <a:pt x="3112040" y="76066"/>
                  <a:pt x="3116646" y="77667"/>
                  <a:pt x="3122930" y="78970"/>
                </a:cubicBezTo>
                <a:cubicBezTo>
                  <a:pt x="3131925" y="80813"/>
                  <a:pt x="3138562" y="83498"/>
                  <a:pt x="3142842" y="87025"/>
                </a:cubicBezTo>
                <a:cubicBezTo>
                  <a:pt x="3147122" y="90550"/>
                  <a:pt x="3149263" y="95297"/>
                  <a:pt x="3149263" y="101264"/>
                </a:cubicBezTo>
                <a:cubicBezTo>
                  <a:pt x="3149263" y="105604"/>
                  <a:pt x="3148423" y="109267"/>
                  <a:pt x="3146743" y="112251"/>
                </a:cubicBezTo>
                <a:cubicBezTo>
                  <a:pt x="3145063" y="115234"/>
                  <a:pt x="3142868" y="117676"/>
                  <a:pt x="3140158" y="119575"/>
                </a:cubicBezTo>
                <a:cubicBezTo>
                  <a:pt x="3137450" y="121474"/>
                  <a:pt x="3134389" y="122829"/>
                  <a:pt x="3130976" y="123643"/>
                </a:cubicBezTo>
                <a:cubicBezTo>
                  <a:pt x="3127563" y="124457"/>
                  <a:pt x="3124123" y="124863"/>
                  <a:pt x="3120656" y="124863"/>
                </a:cubicBezTo>
                <a:cubicBezTo>
                  <a:pt x="3114912" y="124863"/>
                  <a:pt x="3109331" y="123679"/>
                  <a:pt x="3103912" y="121312"/>
                </a:cubicBezTo>
                <a:cubicBezTo>
                  <a:pt x="3098496" y="118942"/>
                  <a:pt x="3094053" y="115217"/>
                  <a:pt x="3090584" y="110136"/>
                </a:cubicBezTo>
                <a:lnTo>
                  <a:pt x="3099361" y="103633"/>
                </a:lnTo>
                <a:cubicBezTo>
                  <a:pt x="3101312" y="106993"/>
                  <a:pt x="3104183" y="109810"/>
                  <a:pt x="3107975" y="112085"/>
                </a:cubicBezTo>
                <a:cubicBezTo>
                  <a:pt x="3111768" y="114360"/>
                  <a:pt x="3115940" y="115498"/>
                  <a:pt x="3120492" y="115498"/>
                </a:cubicBezTo>
                <a:cubicBezTo>
                  <a:pt x="3122877" y="115498"/>
                  <a:pt x="3125152" y="115281"/>
                  <a:pt x="3127318" y="114848"/>
                </a:cubicBezTo>
                <a:cubicBezTo>
                  <a:pt x="3129486" y="114413"/>
                  <a:pt x="3131382" y="113654"/>
                  <a:pt x="3133008" y="112569"/>
                </a:cubicBezTo>
                <a:cubicBezTo>
                  <a:pt x="3134633" y="111484"/>
                  <a:pt x="3135933" y="110101"/>
                  <a:pt x="3136909" y="108420"/>
                </a:cubicBezTo>
                <a:cubicBezTo>
                  <a:pt x="3137884" y="106736"/>
                  <a:pt x="3138372" y="104647"/>
                  <a:pt x="3138372" y="102152"/>
                </a:cubicBezTo>
                <a:cubicBezTo>
                  <a:pt x="3138372" y="98137"/>
                  <a:pt x="3136448" y="95126"/>
                  <a:pt x="3132601" y="93119"/>
                </a:cubicBezTo>
                <a:cubicBezTo>
                  <a:pt x="3128755" y="91112"/>
                  <a:pt x="3123202" y="89240"/>
                  <a:pt x="3115941" y="87504"/>
                </a:cubicBezTo>
                <a:cubicBezTo>
                  <a:pt x="3113666" y="86962"/>
                  <a:pt x="3111254" y="86284"/>
                  <a:pt x="3108706" y="85470"/>
                </a:cubicBezTo>
                <a:cubicBezTo>
                  <a:pt x="3106160" y="84657"/>
                  <a:pt x="3103803" y="83464"/>
                  <a:pt x="3101635" y="81891"/>
                </a:cubicBezTo>
                <a:cubicBezTo>
                  <a:pt x="3099469" y="80317"/>
                  <a:pt x="3097682" y="78336"/>
                  <a:pt x="3096273" y="75949"/>
                </a:cubicBezTo>
                <a:cubicBezTo>
                  <a:pt x="3094864" y="73561"/>
                  <a:pt x="3094160" y="70577"/>
                  <a:pt x="3094160" y="66998"/>
                </a:cubicBezTo>
                <a:cubicBezTo>
                  <a:pt x="3094160" y="63091"/>
                  <a:pt x="3094918" y="59754"/>
                  <a:pt x="3096434" y="56988"/>
                </a:cubicBezTo>
                <a:cubicBezTo>
                  <a:pt x="3097952" y="54220"/>
                  <a:pt x="3099984" y="51941"/>
                  <a:pt x="3102531" y="50152"/>
                </a:cubicBezTo>
                <a:cubicBezTo>
                  <a:pt x="3105077" y="48361"/>
                  <a:pt x="3107976" y="47032"/>
                  <a:pt x="3111226" y="46164"/>
                </a:cubicBezTo>
                <a:cubicBezTo>
                  <a:pt x="3114479" y="45296"/>
                  <a:pt x="3117839" y="44862"/>
                  <a:pt x="3121306" y="44862"/>
                </a:cubicBezTo>
                <a:cubicBezTo>
                  <a:pt x="3126615" y="44862"/>
                  <a:pt x="3131762" y="46047"/>
                  <a:pt x="3136745" y="48416"/>
                </a:cubicBezTo>
                <a:cubicBezTo>
                  <a:pt x="3141730" y="50784"/>
                  <a:pt x="3145470" y="54131"/>
                  <a:pt x="3147963" y="58458"/>
                </a:cubicBezTo>
                <a:lnTo>
                  <a:pt x="3139511" y="64798"/>
                </a:lnTo>
                <a:close/>
                <a:moveTo>
                  <a:pt x="3182421" y="122958"/>
                </a:moveTo>
                <a:lnTo>
                  <a:pt x="3171369" y="122958"/>
                </a:lnTo>
                <a:lnTo>
                  <a:pt x="3171369" y="46888"/>
                </a:lnTo>
                <a:lnTo>
                  <a:pt x="3182421" y="46888"/>
                </a:lnTo>
                <a:lnTo>
                  <a:pt x="3182421" y="122958"/>
                </a:lnTo>
                <a:moveTo>
                  <a:pt x="3184698" y="17560"/>
                </a:moveTo>
                <a:cubicBezTo>
                  <a:pt x="3184698" y="19828"/>
                  <a:pt x="3183885" y="21692"/>
                  <a:pt x="3182260" y="23150"/>
                </a:cubicBezTo>
                <a:cubicBezTo>
                  <a:pt x="3180634" y="24609"/>
                  <a:pt x="3178846" y="25338"/>
                  <a:pt x="3176895" y="25338"/>
                </a:cubicBezTo>
                <a:cubicBezTo>
                  <a:pt x="3174944" y="25338"/>
                  <a:pt x="3173156" y="24609"/>
                  <a:pt x="3171530" y="23150"/>
                </a:cubicBezTo>
                <a:cubicBezTo>
                  <a:pt x="3169905" y="21692"/>
                  <a:pt x="3169092" y="19828"/>
                  <a:pt x="3169092" y="17560"/>
                </a:cubicBezTo>
                <a:cubicBezTo>
                  <a:pt x="3169092" y="15291"/>
                  <a:pt x="3169905" y="13428"/>
                  <a:pt x="3171530" y="11969"/>
                </a:cubicBezTo>
                <a:cubicBezTo>
                  <a:pt x="3173156" y="10511"/>
                  <a:pt x="3174944" y="9782"/>
                  <a:pt x="3176895" y="9782"/>
                </a:cubicBezTo>
                <a:cubicBezTo>
                  <a:pt x="3178846" y="9782"/>
                  <a:pt x="3180634" y="10511"/>
                  <a:pt x="3182260" y="11969"/>
                </a:cubicBezTo>
                <a:cubicBezTo>
                  <a:pt x="3183885" y="13428"/>
                  <a:pt x="3184698" y="15291"/>
                  <a:pt x="3184698" y="17560"/>
                </a:cubicBezTo>
                <a:close/>
                <a:moveTo>
                  <a:pt x="3221757" y="46826"/>
                </a:moveTo>
                <a:cubicBezTo>
                  <a:pt x="3221973" y="48885"/>
                  <a:pt x="3222135" y="51161"/>
                  <a:pt x="3222243" y="53654"/>
                </a:cubicBezTo>
                <a:cubicBezTo>
                  <a:pt x="3222352" y="56146"/>
                  <a:pt x="3222407" y="58205"/>
                  <a:pt x="3222407" y="59830"/>
                </a:cubicBezTo>
                <a:lnTo>
                  <a:pt x="3222731" y="59830"/>
                </a:lnTo>
                <a:cubicBezTo>
                  <a:pt x="3224899" y="55382"/>
                  <a:pt x="3228421" y="51776"/>
                  <a:pt x="3233297" y="49011"/>
                </a:cubicBezTo>
                <a:cubicBezTo>
                  <a:pt x="3238173" y="46245"/>
                  <a:pt x="3243320" y="44862"/>
                  <a:pt x="3248739" y="44862"/>
                </a:cubicBezTo>
                <a:cubicBezTo>
                  <a:pt x="3258382" y="44862"/>
                  <a:pt x="3265614" y="47736"/>
                  <a:pt x="3270436" y="53486"/>
                </a:cubicBezTo>
                <a:cubicBezTo>
                  <a:pt x="3275259" y="59235"/>
                  <a:pt x="3277670" y="66827"/>
                  <a:pt x="3277670" y="76264"/>
                </a:cubicBezTo>
                <a:lnTo>
                  <a:pt x="3277670" y="122958"/>
                </a:lnTo>
                <a:lnTo>
                  <a:pt x="3266619" y="122958"/>
                </a:lnTo>
                <a:lnTo>
                  <a:pt x="3266619" y="80778"/>
                </a:lnTo>
                <a:cubicBezTo>
                  <a:pt x="3266619" y="76760"/>
                  <a:pt x="3266294" y="73123"/>
                  <a:pt x="3265644" y="69867"/>
                </a:cubicBezTo>
                <a:cubicBezTo>
                  <a:pt x="3264994" y="66610"/>
                  <a:pt x="3263883" y="63814"/>
                  <a:pt x="3262310" y="61479"/>
                </a:cubicBezTo>
                <a:cubicBezTo>
                  <a:pt x="3260740" y="59145"/>
                  <a:pt x="3258627" y="57326"/>
                  <a:pt x="3255971" y="56023"/>
                </a:cubicBezTo>
                <a:cubicBezTo>
                  <a:pt x="3253317" y="54720"/>
                  <a:pt x="3249986" y="54068"/>
                  <a:pt x="3245976" y="54068"/>
                </a:cubicBezTo>
                <a:cubicBezTo>
                  <a:pt x="3243051" y="54068"/>
                  <a:pt x="3240206" y="54666"/>
                  <a:pt x="3237442" y="55862"/>
                </a:cubicBezTo>
                <a:cubicBezTo>
                  <a:pt x="3234679" y="57055"/>
                  <a:pt x="3232213" y="58874"/>
                  <a:pt x="3230046" y="61318"/>
                </a:cubicBezTo>
                <a:cubicBezTo>
                  <a:pt x="3227879" y="63760"/>
                  <a:pt x="3226146" y="66854"/>
                  <a:pt x="3224845" y="70599"/>
                </a:cubicBezTo>
                <a:cubicBezTo>
                  <a:pt x="3223545" y="74344"/>
                  <a:pt x="3222895" y="78769"/>
                  <a:pt x="3222895" y="83873"/>
                </a:cubicBezTo>
                <a:lnTo>
                  <a:pt x="3222895" y="122958"/>
                </a:lnTo>
                <a:lnTo>
                  <a:pt x="3211841" y="122958"/>
                </a:lnTo>
                <a:lnTo>
                  <a:pt x="3211841" y="63573"/>
                </a:lnTo>
                <a:cubicBezTo>
                  <a:pt x="3211841" y="61511"/>
                  <a:pt x="3211786" y="58854"/>
                  <a:pt x="3211677" y="55604"/>
                </a:cubicBezTo>
                <a:cubicBezTo>
                  <a:pt x="3211570" y="52353"/>
                  <a:pt x="3211408" y="49427"/>
                  <a:pt x="3211191" y="46826"/>
                </a:cubicBezTo>
                <a:lnTo>
                  <a:pt x="3221757" y="46826"/>
                </a:lnTo>
                <a:close/>
                <a:moveTo>
                  <a:pt x="3310343" y="138346"/>
                </a:moveTo>
                <a:cubicBezTo>
                  <a:pt x="3313378" y="142248"/>
                  <a:pt x="3317522" y="145553"/>
                  <a:pt x="3322777" y="148261"/>
                </a:cubicBezTo>
                <a:cubicBezTo>
                  <a:pt x="3328033" y="150970"/>
                  <a:pt x="3333587" y="152324"/>
                  <a:pt x="3339439" y="152324"/>
                </a:cubicBezTo>
                <a:cubicBezTo>
                  <a:pt x="3344855" y="152324"/>
                  <a:pt x="3349460" y="151536"/>
                  <a:pt x="3353253" y="149960"/>
                </a:cubicBezTo>
                <a:cubicBezTo>
                  <a:pt x="3357046" y="148385"/>
                  <a:pt x="3360108" y="146238"/>
                  <a:pt x="3362438" y="143519"/>
                </a:cubicBezTo>
                <a:cubicBezTo>
                  <a:pt x="3364767" y="140803"/>
                  <a:pt x="3366474" y="137623"/>
                  <a:pt x="3367557" y="133980"/>
                </a:cubicBezTo>
                <a:cubicBezTo>
                  <a:pt x="3368641" y="130340"/>
                  <a:pt x="3369184" y="126454"/>
                  <a:pt x="3369184" y="122324"/>
                </a:cubicBezTo>
                <a:lnTo>
                  <a:pt x="3369184" y="107990"/>
                </a:lnTo>
                <a:lnTo>
                  <a:pt x="3368859" y="107990"/>
                </a:lnTo>
                <a:cubicBezTo>
                  <a:pt x="3365932" y="112762"/>
                  <a:pt x="3361787" y="116450"/>
                  <a:pt x="3356423" y="119055"/>
                </a:cubicBezTo>
                <a:cubicBezTo>
                  <a:pt x="3351059" y="121657"/>
                  <a:pt x="3345614" y="122958"/>
                  <a:pt x="3340088" y="122958"/>
                </a:cubicBezTo>
                <a:cubicBezTo>
                  <a:pt x="3334128" y="122958"/>
                  <a:pt x="3328737" y="121982"/>
                  <a:pt x="3323915" y="120029"/>
                </a:cubicBezTo>
                <a:cubicBezTo>
                  <a:pt x="3319094" y="118077"/>
                  <a:pt x="3314976" y="115392"/>
                  <a:pt x="3311561" y="111976"/>
                </a:cubicBezTo>
                <a:cubicBezTo>
                  <a:pt x="3308148" y="108560"/>
                  <a:pt x="3305494" y="104466"/>
                  <a:pt x="3303597" y="99694"/>
                </a:cubicBezTo>
                <a:cubicBezTo>
                  <a:pt x="3301701" y="94921"/>
                  <a:pt x="3300752" y="89768"/>
                  <a:pt x="3300752" y="84235"/>
                </a:cubicBezTo>
                <a:cubicBezTo>
                  <a:pt x="3300752" y="78812"/>
                  <a:pt x="3301701" y="73714"/>
                  <a:pt x="3303597" y="68942"/>
                </a:cubicBezTo>
                <a:cubicBezTo>
                  <a:pt x="3305494" y="64169"/>
                  <a:pt x="3308148" y="59993"/>
                  <a:pt x="3311561" y="56415"/>
                </a:cubicBezTo>
                <a:cubicBezTo>
                  <a:pt x="3314976" y="52835"/>
                  <a:pt x="3319094" y="50015"/>
                  <a:pt x="3323915" y="47955"/>
                </a:cubicBezTo>
                <a:cubicBezTo>
                  <a:pt x="3328737" y="45893"/>
                  <a:pt x="3334128" y="44862"/>
                  <a:pt x="3340088" y="44862"/>
                </a:cubicBezTo>
                <a:cubicBezTo>
                  <a:pt x="3345614" y="44862"/>
                  <a:pt x="3351032" y="46164"/>
                  <a:pt x="3356341" y="48768"/>
                </a:cubicBezTo>
                <a:cubicBezTo>
                  <a:pt x="3361652" y="51371"/>
                  <a:pt x="3365825" y="55113"/>
                  <a:pt x="3368859" y="59994"/>
                </a:cubicBezTo>
                <a:lnTo>
                  <a:pt x="3369184" y="59994"/>
                </a:lnTo>
                <a:lnTo>
                  <a:pt x="3369184" y="46826"/>
                </a:lnTo>
                <a:lnTo>
                  <a:pt x="3380236" y="46826"/>
                </a:lnTo>
                <a:lnTo>
                  <a:pt x="3380236" y="122324"/>
                </a:lnTo>
                <a:cubicBezTo>
                  <a:pt x="3380236" y="126444"/>
                  <a:pt x="3379667" y="130835"/>
                  <a:pt x="3378529" y="135496"/>
                </a:cubicBezTo>
                <a:cubicBezTo>
                  <a:pt x="3377392" y="140159"/>
                  <a:pt x="3375278" y="144441"/>
                  <a:pt x="3372190" y="148343"/>
                </a:cubicBezTo>
                <a:cubicBezTo>
                  <a:pt x="3369101" y="152247"/>
                  <a:pt x="3364902" y="155500"/>
                  <a:pt x="3359593" y="158103"/>
                </a:cubicBezTo>
                <a:cubicBezTo>
                  <a:pt x="3354284" y="160705"/>
                  <a:pt x="3347403" y="162007"/>
                  <a:pt x="3338950" y="162007"/>
                </a:cubicBezTo>
                <a:cubicBezTo>
                  <a:pt x="3331906" y="162007"/>
                  <a:pt x="3325187" y="160662"/>
                  <a:pt x="3318793" y="157971"/>
                </a:cubicBezTo>
                <a:cubicBezTo>
                  <a:pt x="3312401" y="155283"/>
                  <a:pt x="3306929" y="151558"/>
                  <a:pt x="3302377" y="146798"/>
                </a:cubicBezTo>
                <a:lnTo>
                  <a:pt x="3310343" y="138346"/>
                </a:lnTo>
                <a:moveTo>
                  <a:pt x="3312457" y="83913"/>
                </a:moveTo>
                <a:cubicBezTo>
                  <a:pt x="3312457" y="87936"/>
                  <a:pt x="3313106" y="91741"/>
                  <a:pt x="3314406" y="95329"/>
                </a:cubicBezTo>
                <a:cubicBezTo>
                  <a:pt x="3315706" y="98915"/>
                  <a:pt x="3317575" y="102068"/>
                  <a:pt x="3320014" y="104786"/>
                </a:cubicBezTo>
                <a:cubicBezTo>
                  <a:pt x="3322453" y="107504"/>
                  <a:pt x="3325459" y="109652"/>
                  <a:pt x="3329034" y="111230"/>
                </a:cubicBezTo>
                <a:cubicBezTo>
                  <a:pt x="3332611" y="112805"/>
                  <a:pt x="3336674" y="113593"/>
                  <a:pt x="3341224" y="113593"/>
                </a:cubicBezTo>
                <a:cubicBezTo>
                  <a:pt x="3345451" y="113593"/>
                  <a:pt x="3349352" y="112886"/>
                  <a:pt x="3352928" y="111473"/>
                </a:cubicBezTo>
                <a:cubicBezTo>
                  <a:pt x="3356505" y="110059"/>
                  <a:pt x="3359593" y="108047"/>
                  <a:pt x="3362192" y="105438"/>
                </a:cubicBezTo>
                <a:cubicBezTo>
                  <a:pt x="3364793" y="102829"/>
                  <a:pt x="3366825" y="99704"/>
                  <a:pt x="3368288" y="96063"/>
                </a:cubicBezTo>
                <a:cubicBezTo>
                  <a:pt x="3369752" y="92421"/>
                  <a:pt x="3370483" y="88370"/>
                  <a:pt x="3370483" y="83913"/>
                </a:cubicBezTo>
                <a:cubicBezTo>
                  <a:pt x="3370483" y="79890"/>
                  <a:pt x="3369752" y="76084"/>
                  <a:pt x="3368288" y="72496"/>
                </a:cubicBezTo>
                <a:cubicBezTo>
                  <a:pt x="3366825" y="68908"/>
                  <a:pt x="3364793" y="65756"/>
                  <a:pt x="3362192" y="63039"/>
                </a:cubicBezTo>
                <a:cubicBezTo>
                  <a:pt x="3359593" y="60321"/>
                  <a:pt x="3356505" y="58147"/>
                  <a:pt x="3352928" y="56516"/>
                </a:cubicBezTo>
                <a:cubicBezTo>
                  <a:pt x="3349352" y="54884"/>
                  <a:pt x="3345451" y="54068"/>
                  <a:pt x="3341224" y="54068"/>
                </a:cubicBezTo>
                <a:cubicBezTo>
                  <a:pt x="3336674" y="54068"/>
                  <a:pt x="3332611" y="54884"/>
                  <a:pt x="3329034" y="56516"/>
                </a:cubicBezTo>
                <a:cubicBezTo>
                  <a:pt x="3325459" y="58147"/>
                  <a:pt x="3322453" y="60321"/>
                  <a:pt x="3320014" y="63039"/>
                </a:cubicBezTo>
                <a:cubicBezTo>
                  <a:pt x="3317575" y="65756"/>
                  <a:pt x="3315706" y="68908"/>
                  <a:pt x="3314406" y="72496"/>
                </a:cubicBezTo>
                <a:cubicBezTo>
                  <a:pt x="3313106" y="76084"/>
                  <a:pt x="3312457" y="79890"/>
                  <a:pt x="3312457" y="83913"/>
                </a:cubicBezTo>
                <a:close/>
                <a:moveTo>
                  <a:pt x="3490114" y="64798"/>
                </a:moveTo>
                <a:cubicBezTo>
                  <a:pt x="3488489" y="61654"/>
                  <a:pt x="3486024" y="59081"/>
                  <a:pt x="3482718" y="57077"/>
                </a:cubicBezTo>
                <a:cubicBezTo>
                  <a:pt x="3479413" y="55071"/>
                  <a:pt x="3475647" y="54068"/>
                  <a:pt x="3471421" y="54068"/>
                </a:cubicBezTo>
                <a:cubicBezTo>
                  <a:pt x="3469472" y="54068"/>
                  <a:pt x="3467521" y="54286"/>
                  <a:pt x="3465570" y="54721"/>
                </a:cubicBezTo>
                <a:cubicBezTo>
                  <a:pt x="3463619" y="55154"/>
                  <a:pt x="3461885" y="55859"/>
                  <a:pt x="3460367" y="56836"/>
                </a:cubicBezTo>
                <a:cubicBezTo>
                  <a:pt x="3458851" y="57812"/>
                  <a:pt x="3457632" y="59059"/>
                  <a:pt x="3456711" y="60579"/>
                </a:cubicBezTo>
                <a:cubicBezTo>
                  <a:pt x="3455790" y="62097"/>
                  <a:pt x="3455330" y="63887"/>
                  <a:pt x="3455330" y="65949"/>
                </a:cubicBezTo>
                <a:cubicBezTo>
                  <a:pt x="3455330" y="69530"/>
                  <a:pt x="3456792" y="72270"/>
                  <a:pt x="3459717" y="74168"/>
                </a:cubicBezTo>
                <a:cubicBezTo>
                  <a:pt x="3462644" y="76066"/>
                  <a:pt x="3467249" y="77667"/>
                  <a:pt x="3473534" y="78970"/>
                </a:cubicBezTo>
                <a:cubicBezTo>
                  <a:pt x="3482529" y="80813"/>
                  <a:pt x="3489166" y="83498"/>
                  <a:pt x="3493445" y="87025"/>
                </a:cubicBezTo>
                <a:cubicBezTo>
                  <a:pt x="3497726" y="90550"/>
                  <a:pt x="3499867" y="95297"/>
                  <a:pt x="3499867" y="101264"/>
                </a:cubicBezTo>
                <a:cubicBezTo>
                  <a:pt x="3499867" y="105604"/>
                  <a:pt x="3499027" y="109267"/>
                  <a:pt x="3497347" y="112251"/>
                </a:cubicBezTo>
                <a:cubicBezTo>
                  <a:pt x="3495667" y="115234"/>
                  <a:pt x="3493472" y="117676"/>
                  <a:pt x="3490762" y="119575"/>
                </a:cubicBezTo>
                <a:cubicBezTo>
                  <a:pt x="3488053" y="121474"/>
                  <a:pt x="3484993" y="122829"/>
                  <a:pt x="3481580" y="123643"/>
                </a:cubicBezTo>
                <a:cubicBezTo>
                  <a:pt x="3478167" y="124457"/>
                  <a:pt x="3474727" y="124863"/>
                  <a:pt x="3471260" y="124863"/>
                </a:cubicBezTo>
                <a:cubicBezTo>
                  <a:pt x="3465516" y="124863"/>
                  <a:pt x="3459935" y="123679"/>
                  <a:pt x="3454516" y="121312"/>
                </a:cubicBezTo>
                <a:cubicBezTo>
                  <a:pt x="3449099" y="118942"/>
                  <a:pt x="3444656" y="115217"/>
                  <a:pt x="3441187" y="110136"/>
                </a:cubicBezTo>
                <a:lnTo>
                  <a:pt x="3449965" y="103633"/>
                </a:lnTo>
                <a:cubicBezTo>
                  <a:pt x="3451916" y="106993"/>
                  <a:pt x="3454787" y="109810"/>
                  <a:pt x="3458579" y="112085"/>
                </a:cubicBezTo>
                <a:cubicBezTo>
                  <a:pt x="3462372" y="114360"/>
                  <a:pt x="3466544" y="115498"/>
                  <a:pt x="3471096" y="115498"/>
                </a:cubicBezTo>
                <a:cubicBezTo>
                  <a:pt x="3473481" y="115498"/>
                  <a:pt x="3475756" y="115281"/>
                  <a:pt x="3477922" y="114848"/>
                </a:cubicBezTo>
                <a:cubicBezTo>
                  <a:pt x="3480089" y="114413"/>
                  <a:pt x="3481986" y="113654"/>
                  <a:pt x="3483611" y="112569"/>
                </a:cubicBezTo>
                <a:cubicBezTo>
                  <a:pt x="3485237" y="111484"/>
                  <a:pt x="3486537" y="110101"/>
                  <a:pt x="3487513" y="108420"/>
                </a:cubicBezTo>
                <a:cubicBezTo>
                  <a:pt x="3488488" y="106736"/>
                  <a:pt x="3488976" y="104647"/>
                  <a:pt x="3488976" y="102152"/>
                </a:cubicBezTo>
                <a:cubicBezTo>
                  <a:pt x="3488976" y="98137"/>
                  <a:pt x="3487052" y="95126"/>
                  <a:pt x="3483205" y="93119"/>
                </a:cubicBezTo>
                <a:cubicBezTo>
                  <a:pt x="3479359" y="91112"/>
                  <a:pt x="3473805" y="89240"/>
                  <a:pt x="3466545" y="87504"/>
                </a:cubicBezTo>
                <a:cubicBezTo>
                  <a:pt x="3464270" y="86962"/>
                  <a:pt x="3461858" y="86284"/>
                  <a:pt x="3459310" y="85470"/>
                </a:cubicBezTo>
                <a:cubicBezTo>
                  <a:pt x="3456764" y="84657"/>
                  <a:pt x="3454407" y="83464"/>
                  <a:pt x="3452239" y="81891"/>
                </a:cubicBezTo>
                <a:cubicBezTo>
                  <a:pt x="3450073" y="80317"/>
                  <a:pt x="3448286" y="78336"/>
                  <a:pt x="3446877" y="75949"/>
                </a:cubicBezTo>
                <a:cubicBezTo>
                  <a:pt x="3445468" y="73561"/>
                  <a:pt x="3444764" y="70577"/>
                  <a:pt x="3444764" y="66998"/>
                </a:cubicBezTo>
                <a:cubicBezTo>
                  <a:pt x="3444764" y="63091"/>
                  <a:pt x="3445522" y="59754"/>
                  <a:pt x="3447038" y="56988"/>
                </a:cubicBezTo>
                <a:cubicBezTo>
                  <a:pt x="3448556" y="54220"/>
                  <a:pt x="3450588" y="51941"/>
                  <a:pt x="3453135" y="50152"/>
                </a:cubicBezTo>
                <a:cubicBezTo>
                  <a:pt x="3455681" y="48361"/>
                  <a:pt x="3458579" y="47032"/>
                  <a:pt x="3461830" y="46164"/>
                </a:cubicBezTo>
                <a:cubicBezTo>
                  <a:pt x="3465083" y="45296"/>
                  <a:pt x="3468442" y="44862"/>
                  <a:pt x="3471910" y="44862"/>
                </a:cubicBezTo>
                <a:cubicBezTo>
                  <a:pt x="3477219" y="44862"/>
                  <a:pt x="3482365" y="46047"/>
                  <a:pt x="3487349" y="48416"/>
                </a:cubicBezTo>
                <a:cubicBezTo>
                  <a:pt x="3492334" y="50784"/>
                  <a:pt x="3496074" y="54131"/>
                  <a:pt x="3498567" y="58458"/>
                </a:cubicBezTo>
                <a:lnTo>
                  <a:pt x="3490114" y="64798"/>
                </a:lnTo>
                <a:close/>
                <a:moveTo>
                  <a:pt x="3597391" y="84863"/>
                </a:moveTo>
                <a:cubicBezTo>
                  <a:pt x="3597391" y="90608"/>
                  <a:pt x="3596388" y="95920"/>
                  <a:pt x="3594382" y="100798"/>
                </a:cubicBezTo>
                <a:cubicBezTo>
                  <a:pt x="3592378" y="105676"/>
                  <a:pt x="3589588" y="109904"/>
                  <a:pt x="3586012" y="113482"/>
                </a:cubicBezTo>
                <a:cubicBezTo>
                  <a:pt x="3582437" y="117058"/>
                  <a:pt x="3578157" y="119849"/>
                  <a:pt x="3573172" y="121855"/>
                </a:cubicBezTo>
                <a:cubicBezTo>
                  <a:pt x="3568188" y="123860"/>
                  <a:pt x="3562716" y="124863"/>
                  <a:pt x="3556755" y="124863"/>
                </a:cubicBezTo>
                <a:cubicBezTo>
                  <a:pt x="3550903" y="124863"/>
                  <a:pt x="3545485" y="123860"/>
                  <a:pt x="3540500" y="121855"/>
                </a:cubicBezTo>
                <a:cubicBezTo>
                  <a:pt x="3535516" y="119849"/>
                  <a:pt x="3531236" y="117058"/>
                  <a:pt x="3527660" y="113482"/>
                </a:cubicBezTo>
                <a:cubicBezTo>
                  <a:pt x="3524085" y="109904"/>
                  <a:pt x="3521295" y="105676"/>
                  <a:pt x="3519289" y="100798"/>
                </a:cubicBezTo>
                <a:cubicBezTo>
                  <a:pt x="3517285" y="95920"/>
                  <a:pt x="3516283" y="90608"/>
                  <a:pt x="3516283" y="84863"/>
                </a:cubicBezTo>
                <a:cubicBezTo>
                  <a:pt x="3516283" y="79117"/>
                  <a:pt x="3517285" y="73805"/>
                  <a:pt x="3519289" y="68927"/>
                </a:cubicBezTo>
                <a:cubicBezTo>
                  <a:pt x="3521295" y="64050"/>
                  <a:pt x="3524085" y="59822"/>
                  <a:pt x="3527660" y="56246"/>
                </a:cubicBezTo>
                <a:cubicBezTo>
                  <a:pt x="3531236" y="52668"/>
                  <a:pt x="3535516" y="49876"/>
                  <a:pt x="3540500" y="47870"/>
                </a:cubicBezTo>
                <a:cubicBezTo>
                  <a:pt x="3545485" y="45865"/>
                  <a:pt x="3550903" y="44862"/>
                  <a:pt x="3556755" y="44862"/>
                </a:cubicBezTo>
                <a:cubicBezTo>
                  <a:pt x="3562716" y="44862"/>
                  <a:pt x="3568188" y="45865"/>
                  <a:pt x="3573172" y="47870"/>
                </a:cubicBezTo>
                <a:cubicBezTo>
                  <a:pt x="3578157" y="49876"/>
                  <a:pt x="3582437" y="52668"/>
                  <a:pt x="3586012" y="56246"/>
                </a:cubicBezTo>
                <a:cubicBezTo>
                  <a:pt x="3589588" y="59822"/>
                  <a:pt x="3592378" y="64050"/>
                  <a:pt x="3594382" y="68927"/>
                </a:cubicBezTo>
                <a:cubicBezTo>
                  <a:pt x="3596388" y="73805"/>
                  <a:pt x="3597391" y="79117"/>
                  <a:pt x="3597391" y="84863"/>
                </a:cubicBezTo>
                <a:moveTo>
                  <a:pt x="3585689" y="84865"/>
                </a:moveTo>
                <a:cubicBezTo>
                  <a:pt x="3585689" y="80629"/>
                  <a:pt x="3585012" y="76637"/>
                  <a:pt x="3583658" y="72891"/>
                </a:cubicBezTo>
                <a:cubicBezTo>
                  <a:pt x="3582304" y="69142"/>
                  <a:pt x="3580380" y="65883"/>
                  <a:pt x="3577886" y="63114"/>
                </a:cubicBezTo>
                <a:cubicBezTo>
                  <a:pt x="3575395" y="60342"/>
                  <a:pt x="3572361" y="58143"/>
                  <a:pt x="3568784" y="56514"/>
                </a:cubicBezTo>
                <a:cubicBezTo>
                  <a:pt x="3565209" y="54884"/>
                  <a:pt x="3561200" y="54068"/>
                  <a:pt x="3556758" y="54068"/>
                </a:cubicBezTo>
                <a:cubicBezTo>
                  <a:pt x="3552315" y="54068"/>
                  <a:pt x="3548332" y="54884"/>
                  <a:pt x="3544810" y="56514"/>
                </a:cubicBezTo>
                <a:cubicBezTo>
                  <a:pt x="3541289" y="58143"/>
                  <a:pt x="3538281" y="60342"/>
                  <a:pt x="3535787" y="63114"/>
                </a:cubicBezTo>
                <a:cubicBezTo>
                  <a:pt x="3533296" y="65883"/>
                  <a:pt x="3531373" y="69142"/>
                  <a:pt x="3530018" y="72891"/>
                </a:cubicBezTo>
                <a:cubicBezTo>
                  <a:pt x="3528664" y="76637"/>
                  <a:pt x="3527987" y="80629"/>
                  <a:pt x="3527987" y="84865"/>
                </a:cubicBezTo>
                <a:cubicBezTo>
                  <a:pt x="3527987" y="89101"/>
                  <a:pt x="3528664" y="93094"/>
                  <a:pt x="3530018" y="96842"/>
                </a:cubicBezTo>
                <a:cubicBezTo>
                  <a:pt x="3531373" y="100589"/>
                  <a:pt x="3533296" y="103848"/>
                  <a:pt x="3535787" y="106619"/>
                </a:cubicBezTo>
                <a:cubicBezTo>
                  <a:pt x="3538281" y="109388"/>
                  <a:pt x="3541289" y="111561"/>
                  <a:pt x="3544810" y="113137"/>
                </a:cubicBezTo>
                <a:cubicBezTo>
                  <a:pt x="3548332" y="114711"/>
                  <a:pt x="3552315" y="115498"/>
                  <a:pt x="3556758" y="115498"/>
                </a:cubicBezTo>
                <a:cubicBezTo>
                  <a:pt x="3561200" y="115498"/>
                  <a:pt x="3565209" y="114711"/>
                  <a:pt x="3568784" y="113137"/>
                </a:cubicBezTo>
                <a:cubicBezTo>
                  <a:pt x="3572361" y="111561"/>
                  <a:pt x="3575395" y="109388"/>
                  <a:pt x="3577886" y="106619"/>
                </a:cubicBezTo>
                <a:cubicBezTo>
                  <a:pt x="3580380" y="103848"/>
                  <a:pt x="3582304" y="100589"/>
                  <a:pt x="3583658" y="96842"/>
                </a:cubicBezTo>
                <a:cubicBezTo>
                  <a:pt x="3585012" y="93094"/>
                  <a:pt x="3585689" y="89101"/>
                  <a:pt x="3585689" y="84865"/>
                </a:cubicBezTo>
                <a:close/>
                <a:moveTo>
                  <a:pt x="3632013" y="59830"/>
                </a:moveTo>
                <a:cubicBezTo>
                  <a:pt x="3634181" y="55384"/>
                  <a:pt x="3637512" y="51778"/>
                  <a:pt x="3642008" y="49011"/>
                </a:cubicBezTo>
                <a:cubicBezTo>
                  <a:pt x="3646506" y="46245"/>
                  <a:pt x="3651518" y="44862"/>
                  <a:pt x="3657046" y="44862"/>
                </a:cubicBezTo>
                <a:cubicBezTo>
                  <a:pt x="3659104" y="44862"/>
                  <a:pt x="3661244" y="45079"/>
                  <a:pt x="3663464" y="45514"/>
                </a:cubicBezTo>
                <a:cubicBezTo>
                  <a:pt x="3665687" y="45947"/>
                  <a:pt x="3667854" y="46787"/>
                  <a:pt x="3669967" y="48034"/>
                </a:cubicBezTo>
                <a:cubicBezTo>
                  <a:pt x="3672081" y="49281"/>
                  <a:pt x="3674031" y="50935"/>
                  <a:pt x="3675818" y="52997"/>
                </a:cubicBezTo>
                <a:cubicBezTo>
                  <a:pt x="3677607" y="55057"/>
                  <a:pt x="3679152" y="57714"/>
                  <a:pt x="3680451" y="60968"/>
                </a:cubicBezTo>
                <a:cubicBezTo>
                  <a:pt x="3683052" y="55762"/>
                  <a:pt x="3686600" y="51776"/>
                  <a:pt x="3691096" y="49011"/>
                </a:cubicBezTo>
                <a:cubicBezTo>
                  <a:pt x="3695594" y="46245"/>
                  <a:pt x="3700931" y="44862"/>
                  <a:pt x="3707108" y="44862"/>
                </a:cubicBezTo>
                <a:cubicBezTo>
                  <a:pt x="3716751" y="44862"/>
                  <a:pt x="3723984" y="47736"/>
                  <a:pt x="3728805" y="53486"/>
                </a:cubicBezTo>
                <a:cubicBezTo>
                  <a:pt x="3733628" y="59235"/>
                  <a:pt x="3736040" y="66827"/>
                  <a:pt x="3736040" y="76264"/>
                </a:cubicBezTo>
                <a:lnTo>
                  <a:pt x="3736040" y="122958"/>
                </a:lnTo>
                <a:lnTo>
                  <a:pt x="3724988" y="122958"/>
                </a:lnTo>
                <a:lnTo>
                  <a:pt x="3724988" y="80778"/>
                </a:lnTo>
                <a:cubicBezTo>
                  <a:pt x="3724988" y="72743"/>
                  <a:pt x="3723498" y="66283"/>
                  <a:pt x="3720519" y="61397"/>
                </a:cubicBezTo>
                <a:cubicBezTo>
                  <a:pt x="3717539" y="56511"/>
                  <a:pt x="3712473" y="54068"/>
                  <a:pt x="3705320" y="54068"/>
                </a:cubicBezTo>
                <a:cubicBezTo>
                  <a:pt x="3701311" y="54068"/>
                  <a:pt x="3697924" y="54883"/>
                  <a:pt x="3695161" y="56511"/>
                </a:cubicBezTo>
                <a:cubicBezTo>
                  <a:pt x="3692398" y="58140"/>
                  <a:pt x="3690177" y="60285"/>
                  <a:pt x="3688497" y="62945"/>
                </a:cubicBezTo>
                <a:cubicBezTo>
                  <a:pt x="3686817" y="65604"/>
                  <a:pt x="3685598" y="68616"/>
                  <a:pt x="3684839" y="71983"/>
                </a:cubicBezTo>
                <a:cubicBezTo>
                  <a:pt x="3684081" y="75349"/>
                  <a:pt x="3683703" y="78824"/>
                  <a:pt x="3683703" y="82407"/>
                </a:cubicBezTo>
                <a:lnTo>
                  <a:pt x="3683703" y="122958"/>
                </a:lnTo>
                <a:lnTo>
                  <a:pt x="3672648" y="122958"/>
                </a:lnTo>
                <a:lnTo>
                  <a:pt x="3672648" y="78498"/>
                </a:lnTo>
                <a:cubicBezTo>
                  <a:pt x="3672648" y="74806"/>
                  <a:pt x="3672377" y="71441"/>
                  <a:pt x="3671835" y="68401"/>
                </a:cubicBezTo>
                <a:cubicBezTo>
                  <a:pt x="3671294" y="65361"/>
                  <a:pt x="3670346" y="62782"/>
                  <a:pt x="3668990" y="60666"/>
                </a:cubicBezTo>
                <a:cubicBezTo>
                  <a:pt x="3667636" y="58548"/>
                  <a:pt x="3665767" y="56919"/>
                  <a:pt x="3663382" y="55780"/>
                </a:cubicBezTo>
                <a:cubicBezTo>
                  <a:pt x="3661000" y="54639"/>
                  <a:pt x="3657967" y="54068"/>
                  <a:pt x="3654283" y="54068"/>
                </a:cubicBezTo>
                <a:cubicBezTo>
                  <a:pt x="3651682" y="54068"/>
                  <a:pt x="3649054" y="54666"/>
                  <a:pt x="3646398" y="55862"/>
                </a:cubicBezTo>
                <a:cubicBezTo>
                  <a:pt x="3643744" y="57055"/>
                  <a:pt x="3641361" y="58874"/>
                  <a:pt x="3639248" y="61318"/>
                </a:cubicBezTo>
                <a:cubicBezTo>
                  <a:pt x="3637134" y="63760"/>
                  <a:pt x="3635427" y="66854"/>
                  <a:pt x="3634126" y="70599"/>
                </a:cubicBezTo>
                <a:cubicBezTo>
                  <a:pt x="3632826" y="74344"/>
                  <a:pt x="3632177" y="78769"/>
                  <a:pt x="3632177" y="83873"/>
                </a:cubicBezTo>
                <a:lnTo>
                  <a:pt x="3632177" y="122958"/>
                </a:lnTo>
                <a:lnTo>
                  <a:pt x="3621122" y="122958"/>
                </a:lnTo>
                <a:lnTo>
                  <a:pt x="3621122" y="63573"/>
                </a:lnTo>
                <a:cubicBezTo>
                  <a:pt x="3621122" y="61512"/>
                  <a:pt x="3621068" y="58855"/>
                  <a:pt x="3620959" y="55601"/>
                </a:cubicBezTo>
                <a:cubicBezTo>
                  <a:pt x="3620851" y="52347"/>
                  <a:pt x="3620689" y="49418"/>
                  <a:pt x="3620472" y="46814"/>
                </a:cubicBezTo>
                <a:lnTo>
                  <a:pt x="3631038" y="46814"/>
                </a:lnTo>
                <a:cubicBezTo>
                  <a:pt x="3631255" y="48876"/>
                  <a:pt x="3631417" y="51154"/>
                  <a:pt x="3631524" y="53649"/>
                </a:cubicBezTo>
                <a:cubicBezTo>
                  <a:pt x="3631633" y="56143"/>
                  <a:pt x="3631688" y="58203"/>
                  <a:pt x="3631688" y="59830"/>
                </a:cubicBezTo>
                <a:lnTo>
                  <a:pt x="3632013" y="59830"/>
                </a:lnTo>
                <a:close/>
                <a:moveTo>
                  <a:pt x="3822676" y="79148"/>
                </a:moveTo>
                <a:cubicBezTo>
                  <a:pt x="3822350" y="71936"/>
                  <a:pt x="3820046" y="65953"/>
                  <a:pt x="3815766" y="61199"/>
                </a:cubicBezTo>
                <a:cubicBezTo>
                  <a:pt x="3811486" y="56445"/>
                  <a:pt x="3805392" y="54068"/>
                  <a:pt x="3797482" y="54068"/>
                </a:cubicBezTo>
                <a:cubicBezTo>
                  <a:pt x="3793798" y="54068"/>
                  <a:pt x="3790384" y="54751"/>
                  <a:pt x="3787241" y="56117"/>
                </a:cubicBezTo>
                <a:cubicBezTo>
                  <a:pt x="3784099" y="57483"/>
                  <a:pt x="3781336" y="59340"/>
                  <a:pt x="3778952" y="61690"/>
                </a:cubicBezTo>
                <a:cubicBezTo>
                  <a:pt x="3776568" y="64040"/>
                  <a:pt x="3774671" y="66717"/>
                  <a:pt x="3773262" y="69723"/>
                </a:cubicBezTo>
                <a:cubicBezTo>
                  <a:pt x="3771854" y="72728"/>
                  <a:pt x="3771041" y="75869"/>
                  <a:pt x="3770824" y="79148"/>
                </a:cubicBezTo>
                <a:lnTo>
                  <a:pt x="3822676" y="79148"/>
                </a:lnTo>
                <a:moveTo>
                  <a:pt x="3833891" y="82665"/>
                </a:moveTo>
                <a:cubicBezTo>
                  <a:pt x="3833891" y="83426"/>
                  <a:pt x="3833891" y="84241"/>
                  <a:pt x="3833891" y="85111"/>
                </a:cubicBezTo>
                <a:cubicBezTo>
                  <a:pt x="3833891" y="85979"/>
                  <a:pt x="3833836" y="86901"/>
                  <a:pt x="3833727" y="87878"/>
                </a:cubicBezTo>
                <a:lnTo>
                  <a:pt x="3770661" y="87878"/>
                </a:lnTo>
                <a:cubicBezTo>
                  <a:pt x="3770770" y="91670"/>
                  <a:pt x="3771528" y="95245"/>
                  <a:pt x="3772935" y="98603"/>
                </a:cubicBezTo>
                <a:cubicBezTo>
                  <a:pt x="3774344" y="101959"/>
                  <a:pt x="3776294" y="104884"/>
                  <a:pt x="3778786" y="107375"/>
                </a:cubicBezTo>
                <a:cubicBezTo>
                  <a:pt x="3781279" y="109865"/>
                  <a:pt x="3784205" y="111842"/>
                  <a:pt x="3787563" y="113306"/>
                </a:cubicBezTo>
                <a:cubicBezTo>
                  <a:pt x="3790923" y="114767"/>
                  <a:pt x="3794554" y="115498"/>
                  <a:pt x="3798456" y="115498"/>
                </a:cubicBezTo>
                <a:cubicBezTo>
                  <a:pt x="3804199" y="115498"/>
                  <a:pt x="3809156" y="114171"/>
                  <a:pt x="3813328" y="111517"/>
                </a:cubicBezTo>
                <a:cubicBezTo>
                  <a:pt x="3817499" y="108862"/>
                  <a:pt x="3820669" y="105800"/>
                  <a:pt x="3822837" y="102333"/>
                </a:cubicBezTo>
                <a:lnTo>
                  <a:pt x="3831126" y="108834"/>
                </a:lnTo>
                <a:cubicBezTo>
                  <a:pt x="3826575" y="114568"/>
                  <a:pt x="3821564" y="118674"/>
                  <a:pt x="3816091" y="121150"/>
                </a:cubicBezTo>
                <a:cubicBezTo>
                  <a:pt x="3810619" y="123626"/>
                  <a:pt x="3804741" y="124863"/>
                  <a:pt x="3798456" y="124863"/>
                </a:cubicBezTo>
                <a:cubicBezTo>
                  <a:pt x="3792821" y="124863"/>
                  <a:pt x="3787592" y="123860"/>
                  <a:pt x="3782769" y="121855"/>
                </a:cubicBezTo>
                <a:cubicBezTo>
                  <a:pt x="3777948" y="119849"/>
                  <a:pt x="3773803" y="117058"/>
                  <a:pt x="3770336" y="113482"/>
                </a:cubicBezTo>
                <a:cubicBezTo>
                  <a:pt x="3766868" y="109904"/>
                  <a:pt x="3764132" y="105676"/>
                  <a:pt x="3762126" y="100798"/>
                </a:cubicBezTo>
                <a:cubicBezTo>
                  <a:pt x="3760122" y="95920"/>
                  <a:pt x="3759120" y="90608"/>
                  <a:pt x="3759120" y="84863"/>
                </a:cubicBezTo>
                <a:cubicBezTo>
                  <a:pt x="3759120" y="79117"/>
                  <a:pt x="3760095" y="73805"/>
                  <a:pt x="3762045" y="68927"/>
                </a:cubicBezTo>
                <a:cubicBezTo>
                  <a:pt x="3763996" y="64050"/>
                  <a:pt x="3766705" y="59822"/>
                  <a:pt x="3770172" y="56246"/>
                </a:cubicBezTo>
                <a:cubicBezTo>
                  <a:pt x="3773641" y="52668"/>
                  <a:pt x="3777705" y="49876"/>
                  <a:pt x="3782365" y="47870"/>
                </a:cubicBezTo>
                <a:cubicBezTo>
                  <a:pt x="3787024" y="45865"/>
                  <a:pt x="3792063" y="44862"/>
                  <a:pt x="3797482" y="44862"/>
                </a:cubicBezTo>
                <a:cubicBezTo>
                  <a:pt x="3803441" y="44862"/>
                  <a:pt x="3808695" y="45867"/>
                  <a:pt x="3813246" y="47878"/>
                </a:cubicBezTo>
                <a:cubicBezTo>
                  <a:pt x="3817798" y="49887"/>
                  <a:pt x="3821591" y="52603"/>
                  <a:pt x="3824625" y="56025"/>
                </a:cubicBezTo>
                <a:cubicBezTo>
                  <a:pt x="3827659" y="59446"/>
                  <a:pt x="3829962" y="63438"/>
                  <a:pt x="3831532" y="68000"/>
                </a:cubicBezTo>
                <a:cubicBezTo>
                  <a:pt x="3833105" y="72562"/>
                  <a:pt x="3833891" y="77450"/>
                  <a:pt x="3833891" y="82665"/>
                </a:cubicBezTo>
                <a:close/>
                <a:moveTo>
                  <a:pt x="3933204" y="84863"/>
                </a:moveTo>
                <a:cubicBezTo>
                  <a:pt x="3933204" y="90608"/>
                  <a:pt x="3932201" y="95920"/>
                  <a:pt x="3930195" y="100798"/>
                </a:cubicBezTo>
                <a:cubicBezTo>
                  <a:pt x="3928191" y="105676"/>
                  <a:pt x="3925401" y="109904"/>
                  <a:pt x="3921824" y="113482"/>
                </a:cubicBezTo>
                <a:cubicBezTo>
                  <a:pt x="3918250" y="117058"/>
                  <a:pt x="3913970" y="119849"/>
                  <a:pt x="3908984" y="121855"/>
                </a:cubicBezTo>
                <a:cubicBezTo>
                  <a:pt x="3904001" y="123860"/>
                  <a:pt x="3898529" y="124863"/>
                  <a:pt x="3892568" y="124863"/>
                </a:cubicBezTo>
                <a:cubicBezTo>
                  <a:pt x="3886716" y="124863"/>
                  <a:pt x="3881298" y="123860"/>
                  <a:pt x="3876313" y="121855"/>
                </a:cubicBezTo>
                <a:cubicBezTo>
                  <a:pt x="3871329" y="119849"/>
                  <a:pt x="3867049" y="117058"/>
                  <a:pt x="3863473" y="113482"/>
                </a:cubicBezTo>
                <a:cubicBezTo>
                  <a:pt x="3859898" y="109904"/>
                  <a:pt x="3857108" y="105676"/>
                  <a:pt x="3855102" y="100798"/>
                </a:cubicBezTo>
                <a:cubicBezTo>
                  <a:pt x="3853098" y="95920"/>
                  <a:pt x="3852096" y="90608"/>
                  <a:pt x="3852096" y="84863"/>
                </a:cubicBezTo>
                <a:cubicBezTo>
                  <a:pt x="3852096" y="79117"/>
                  <a:pt x="3853098" y="73805"/>
                  <a:pt x="3855102" y="68927"/>
                </a:cubicBezTo>
                <a:cubicBezTo>
                  <a:pt x="3857108" y="64050"/>
                  <a:pt x="3859898" y="59822"/>
                  <a:pt x="3863473" y="56246"/>
                </a:cubicBezTo>
                <a:cubicBezTo>
                  <a:pt x="3867049" y="52668"/>
                  <a:pt x="3871329" y="49876"/>
                  <a:pt x="3876313" y="47870"/>
                </a:cubicBezTo>
                <a:cubicBezTo>
                  <a:pt x="3881298" y="45865"/>
                  <a:pt x="3886716" y="44862"/>
                  <a:pt x="3892568" y="44862"/>
                </a:cubicBezTo>
                <a:cubicBezTo>
                  <a:pt x="3898529" y="44862"/>
                  <a:pt x="3904001" y="45865"/>
                  <a:pt x="3908984" y="47870"/>
                </a:cubicBezTo>
                <a:cubicBezTo>
                  <a:pt x="3913970" y="49876"/>
                  <a:pt x="3918250" y="52668"/>
                  <a:pt x="3921824" y="56246"/>
                </a:cubicBezTo>
                <a:cubicBezTo>
                  <a:pt x="3925401" y="59822"/>
                  <a:pt x="3928191" y="64050"/>
                  <a:pt x="3930195" y="68927"/>
                </a:cubicBezTo>
                <a:cubicBezTo>
                  <a:pt x="3932201" y="73805"/>
                  <a:pt x="3933204" y="79117"/>
                  <a:pt x="3933204" y="84863"/>
                </a:cubicBezTo>
                <a:moveTo>
                  <a:pt x="3921502" y="84865"/>
                </a:moveTo>
                <a:cubicBezTo>
                  <a:pt x="3921502" y="80629"/>
                  <a:pt x="3920825" y="76637"/>
                  <a:pt x="3919471" y="72891"/>
                </a:cubicBezTo>
                <a:cubicBezTo>
                  <a:pt x="3918116" y="69142"/>
                  <a:pt x="3916193" y="65883"/>
                  <a:pt x="3913699" y="63114"/>
                </a:cubicBezTo>
                <a:cubicBezTo>
                  <a:pt x="3911207" y="60342"/>
                  <a:pt x="3908173" y="58143"/>
                  <a:pt x="3904597" y="56514"/>
                </a:cubicBezTo>
                <a:cubicBezTo>
                  <a:pt x="3901022" y="54884"/>
                  <a:pt x="3897013" y="54068"/>
                  <a:pt x="3892570" y="54068"/>
                </a:cubicBezTo>
                <a:cubicBezTo>
                  <a:pt x="3888128" y="54068"/>
                  <a:pt x="3884145" y="54884"/>
                  <a:pt x="3880623" y="56514"/>
                </a:cubicBezTo>
                <a:cubicBezTo>
                  <a:pt x="3877101" y="58143"/>
                  <a:pt x="3874094" y="60342"/>
                  <a:pt x="3871600" y="63114"/>
                </a:cubicBezTo>
                <a:cubicBezTo>
                  <a:pt x="3869108" y="65883"/>
                  <a:pt x="3867186" y="69142"/>
                  <a:pt x="3865831" y="72891"/>
                </a:cubicBezTo>
                <a:cubicBezTo>
                  <a:pt x="3864477" y="76637"/>
                  <a:pt x="3863800" y="80629"/>
                  <a:pt x="3863800" y="84865"/>
                </a:cubicBezTo>
                <a:cubicBezTo>
                  <a:pt x="3863800" y="89101"/>
                  <a:pt x="3864477" y="93094"/>
                  <a:pt x="3865831" y="96842"/>
                </a:cubicBezTo>
                <a:cubicBezTo>
                  <a:pt x="3867186" y="100589"/>
                  <a:pt x="3869108" y="103848"/>
                  <a:pt x="3871600" y="106619"/>
                </a:cubicBezTo>
                <a:cubicBezTo>
                  <a:pt x="3874094" y="109388"/>
                  <a:pt x="3877101" y="111561"/>
                  <a:pt x="3880623" y="113137"/>
                </a:cubicBezTo>
                <a:cubicBezTo>
                  <a:pt x="3884145" y="114711"/>
                  <a:pt x="3888128" y="115498"/>
                  <a:pt x="3892570" y="115498"/>
                </a:cubicBezTo>
                <a:cubicBezTo>
                  <a:pt x="3897013" y="115498"/>
                  <a:pt x="3901022" y="114711"/>
                  <a:pt x="3904597" y="113137"/>
                </a:cubicBezTo>
                <a:cubicBezTo>
                  <a:pt x="3908173" y="111561"/>
                  <a:pt x="3911207" y="109388"/>
                  <a:pt x="3913699" y="106619"/>
                </a:cubicBezTo>
                <a:cubicBezTo>
                  <a:pt x="3916193" y="103848"/>
                  <a:pt x="3918116" y="100589"/>
                  <a:pt x="3919471" y="96842"/>
                </a:cubicBezTo>
                <a:cubicBezTo>
                  <a:pt x="3920825" y="93094"/>
                  <a:pt x="3921502" y="89101"/>
                  <a:pt x="3921502" y="84865"/>
                </a:cubicBezTo>
                <a:close/>
                <a:moveTo>
                  <a:pt x="3966851" y="46826"/>
                </a:moveTo>
                <a:cubicBezTo>
                  <a:pt x="3967068" y="48885"/>
                  <a:pt x="3967230" y="51161"/>
                  <a:pt x="3967337" y="53654"/>
                </a:cubicBezTo>
                <a:cubicBezTo>
                  <a:pt x="3967446" y="56146"/>
                  <a:pt x="3967501" y="58205"/>
                  <a:pt x="3967501" y="59830"/>
                </a:cubicBezTo>
                <a:lnTo>
                  <a:pt x="3967826" y="59830"/>
                </a:lnTo>
                <a:cubicBezTo>
                  <a:pt x="3969993" y="55382"/>
                  <a:pt x="3973515" y="51776"/>
                  <a:pt x="3978391" y="49011"/>
                </a:cubicBezTo>
                <a:cubicBezTo>
                  <a:pt x="3983267" y="46245"/>
                  <a:pt x="3988415" y="44862"/>
                  <a:pt x="3993833" y="44862"/>
                </a:cubicBezTo>
                <a:cubicBezTo>
                  <a:pt x="4003476" y="44862"/>
                  <a:pt x="4010708" y="47736"/>
                  <a:pt x="4015530" y="53486"/>
                </a:cubicBezTo>
                <a:cubicBezTo>
                  <a:pt x="4020353" y="59235"/>
                  <a:pt x="4022765" y="66827"/>
                  <a:pt x="4022765" y="76264"/>
                </a:cubicBezTo>
                <a:lnTo>
                  <a:pt x="4022765" y="122958"/>
                </a:lnTo>
                <a:lnTo>
                  <a:pt x="4011713" y="122958"/>
                </a:lnTo>
                <a:lnTo>
                  <a:pt x="4011713" y="80778"/>
                </a:lnTo>
                <a:cubicBezTo>
                  <a:pt x="4011713" y="76760"/>
                  <a:pt x="4011388" y="73123"/>
                  <a:pt x="4010738" y="69867"/>
                </a:cubicBezTo>
                <a:cubicBezTo>
                  <a:pt x="4010088" y="66610"/>
                  <a:pt x="4008977" y="63814"/>
                  <a:pt x="4007405" y="61479"/>
                </a:cubicBezTo>
                <a:cubicBezTo>
                  <a:pt x="4005834" y="59145"/>
                  <a:pt x="4003721" y="57326"/>
                  <a:pt x="4001065" y="56023"/>
                </a:cubicBezTo>
                <a:cubicBezTo>
                  <a:pt x="3998412" y="54720"/>
                  <a:pt x="3995080" y="54068"/>
                  <a:pt x="3991070" y="54068"/>
                </a:cubicBezTo>
                <a:cubicBezTo>
                  <a:pt x="3988145" y="54068"/>
                  <a:pt x="3985300" y="54666"/>
                  <a:pt x="3982536" y="55862"/>
                </a:cubicBezTo>
                <a:cubicBezTo>
                  <a:pt x="3979773" y="57055"/>
                  <a:pt x="3977308" y="58874"/>
                  <a:pt x="3975140" y="61318"/>
                </a:cubicBezTo>
                <a:cubicBezTo>
                  <a:pt x="3972974" y="63760"/>
                  <a:pt x="3971240" y="66854"/>
                  <a:pt x="3969939" y="70599"/>
                </a:cubicBezTo>
                <a:cubicBezTo>
                  <a:pt x="3968639" y="74344"/>
                  <a:pt x="3967989" y="78769"/>
                  <a:pt x="3967989" y="83873"/>
                </a:cubicBezTo>
                <a:lnTo>
                  <a:pt x="3967989" y="122958"/>
                </a:lnTo>
                <a:lnTo>
                  <a:pt x="3956935" y="122958"/>
                </a:lnTo>
                <a:lnTo>
                  <a:pt x="3956935" y="63573"/>
                </a:lnTo>
                <a:cubicBezTo>
                  <a:pt x="3956935" y="61511"/>
                  <a:pt x="3956881" y="58854"/>
                  <a:pt x="3956771" y="55604"/>
                </a:cubicBezTo>
                <a:cubicBezTo>
                  <a:pt x="3956664" y="52353"/>
                  <a:pt x="3956502" y="49427"/>
                  <a:pt x="3956285" y="46826"/>
                </a:cubicBezTo>
                <a:lnTo>
                  <a:pt x="3966851" y="46826"/>
                </a:lnTo>
                <a:close/>
                <a:moveTo>
                  <a:pt x="4109401" y="79148"/>
                </a:moveTo>
                <a:cubicBezTo>
                  <a:pt x="4109075" y="71936"/>
                  <a:pt x="4106772" y="65953"/>
                  <a:pt x="4102491" y="61199"/>
                </a:cubicBezTo>
                <a:cubicBezTo>
                  <a:pt x="4098212" y="56445"/>
                  <a:pt x="4092117" y="54068"/>
                  <a:pt x="4084207" y="54068"/>
                </a:cubicBezTo>
                <a:cubicBezTo>
                  <a:pt x="4080523" y="54068"/>
                  <a:pt x="4077110" y="54751"/>
                  <a:pt x="4073966" y="56117"/>
                </a:cubicBezTo>
                <a:cubicBezTo>
                  <a:pt x="4070825" y="57483"/>
                  <a:pt x="4068062" y="59340"/>
                  <a:pt x="4065678" y="61690"/>
                </a:cubicBezTo>
                <a:cubicBezTo>
                  <a:pt x="4063293" y="64040"/>
                  <a:pt x="4061397" y="66717"/>
                  <a:pt x="4059988" y="69723"/>
                </a:cubicBezTo>
                <a:cubicBezTo>
                  <a:pt x="4058579" y="72728"/>
                  <a:pt x="4057767" y="75869"/>
                  <a:pt x="4057550" y="79148"/>
                </a:cubicBezTo>
                <a:lnTo>
                  <a:pt x="4109401" y="79148"/>
                </a:lnTo>
                <a:moveTo>
                  <a:pt x="4120617" y="82665"/>
                </a:moveTo>
                <a:cubicBezTo>
                  <a:pt x="4120617" y="83426"/>
                  <a:pt x="4120617" y="84241"/>
                  <a:pt x="4120617" y="85111"/>
                </a:cubicBezTo>
                <a:cubicBezTo>
                  <a:pt x="4120617" y="85979"/>
                  <a:pt x="4120562" y="86901"/>
                  <a:pt x="4120453" y="87878"/>
                </a:cubicBezTo>
                <a:lnTo>
                  <a:pt x="4057386" y="87878"/>
                </a:lnTo>
                <a:cubicBezTo>
                  <a:pt x="4057495" y="91670"/>
                  <a:pt x="4058254" y="95245"/>
                  <a:pt x="4059661" y="98603"/>
                </a:cubicBezTo>
                <a:cubicBezTo>
                  <a:pt x="4061069" y="101959"/>
                  <a:pt x="4063020" y="104884"/>
                  <a:pt x="4065511" y="107375"/>
                </a:cubicBezTo>
                <a:cubicBezTo>
                  <a:pt x="4068005" y="109865"/>
                  <a:pt x="4070931" y="111842"/>
                  <a:pt x="4074289" y="113306"/>
                </a:cubicBezTo>
                <a:cubicBezTo>
                  <a:pt x="4077649" y="114767"/>
                  <a:pt x="4081280" y="115498"/>
                  <a:pt x="4085182" y="115498"/>
                </a:cubicBezTo>
                <a:cubicBezTo>
                  <a:pt x="4090924" y="115498"/>
                  <a:pt x="4095881" y="114171"/>
                  <a:pt x="4100053" y="111517"/>
                </a:cubicBezTo>
                <a:cubicBezTo>
                  <a:pt x="4104225" y="108862"/>
                  <a:pt x="4107395" y="105800"/>
                  <a:pt x="4109562" y="102333"/>
                </a:cubicBezTo>
                <a:lnTo>
                  <a:pt x="4117851" y="108834"/>
                </a:lnTo>
                <a:cubicBezTo>
                  <a:pt x="4113301" y="114568"/>
                  <a:pt x="4108289" y="118674"/>
                  <a:pt x="4102816" y="121150"/>
                </a:cubicBezTo>
                <a:cubicBezTo>
                  <a:pt x="4097345" y="123626"/>
                  <a:pt x="4091467" y="124863"/>
                  <a:pt x="4085182" y="124863"/>
                </a:cubicBezTo>
                <a:cubicBezTo>
                  <a:pt x="4079547" y="124863"/>
                  <a:pt x="4074318" y="123860"/>
                  <a:pt x="4069495" y="121855"/>
                </a:cubicBezTo>
                <a:cubicBezTo>
                  <a:pt x="4064673" y="119849"/>
                  <a:pt x="4060529" y="117058"/>
                  <a:pt x="4057061" y="113482"/>
                </a:cubicBezTo>
                <a:cubicBezTo>
                  <a:pt x="4053594" y="109904"/>
                  <a:pt x="4050858" y="105676"/>
                  <a:pt x="4048852" y="100798"/>
                </a:cubicBezTo>
                <a:cubicBezTo>
                  <a:pt x="4046848" y="95920"/>
                  <a:pt x="4045846" y="90608"/>
                  <a:pt x="4045846" y="84863"/>
                </a:cubicBezTo>
                <a:cubicBezTo>
                  <a:pt x="4045846" y="79117"/>
                  <a:pt x="4046821" y="73805"/>
                  <a:pt x="4048770" y="68927"/>
                </a:cubicBezTo>
                <a:cubicBezTo>
                  <a:pt x="4050721" y="64050"/>
                  <a:pt x="4053430" y="59822"/>
                  <a:pt x="4056898" y="56246"/>
                </a:cubicBezTo>
                <a:cubicBezTo>
                  <a:pt x="4060367" y="52668"/>
                  <a:pt x="4064431" y="49876"/>
                  <a:pt x="4069090" y="47870"/>
                </a:cubicBezTo>
                <a:cubicBezTo>
                  <a:pt x="4073750" y="45865"/>
                  <a:pt x="4078789" y="44862"/>
                  <a:pt x="4084207" y="44862"/>
                </a:cubicBezTo>
                <a:cubicBezTo>
                  <a:pt x="4090166" y="44862"/>
                  <a:pt x="4095421" y="45867"/>
                  <a:pt x="4099971" y="47878"/>
                </a:cubicBezTo>
                <a:cubicBezTo>
                  <a:pt x="4104523" y="49887"/>
                  <a:pt x="4108316" y="52603"/>
                  <a:pt x="4111351" y="56025"/>
                </a:cubicBezTo>
                <a:cubicBezTo>
                  <a:pt x="4114385" y="59446"/>
                  <a:pt x="4116687" y="63438"/>
                  <a:pt x="4118258" y="68000"/>
                </a:cubicBezTo>
                <a:cubicBezTo>
                  <a:pt x="4119830" y="72562"/>
                  <a:pt x="4120617" y="77450"/>
                  <a:pt x="4120617" y="82665"/>
                </a:cubicBezTo>
                <a:close/>
                <a:moveTo>
                  <a:pt x="4174256" y="91718"/>
                </a:moveTo>
                <a:lnTo>
                  <a:pt x="4162876" y="91718"/>
                </a:lnTo>
                <a:lnTo>
                  <a:pt x="4162876" y="81966"/>
                </a:lnTo>
                <a:cubicBezTo>
                  <a:pt x="4162876" y="78932"/>
                  <a:pt x="4163229" y="76196"/>
                  <a:pt x="4163933" y="73759"/>
                </a:cubicBezTo>
                <a:cubicBezTo>
                  <a:pt x="4164637" y="71320"/>
                  <a:pt x="4165612" y="69126"/>
                  <a:pt x="4166857" y="67176"/>
                </a:cubicBezTo>
                <a:cubicBezTo>
                  <a:pt x="4168104" y="65225"/>
                  <a:pt x="4169513" y="63464"/>
                  <a:pt x="4171083" y="61893"/>
                </a:cubicBezTo>
                <a:cubicBezTo>
                  <a:pt x="4172656" y="60321"/>
                  <a:pt x="4174255" y="58776"/>
                  <a:pt x="4175880" y="57258"/>
                </a:cubicBezTo>
                <a:lnTo>
                  <a:pt x="4180431" y="53195"/>
                </a:lnTo>
                <a:cubicBezTo>
                  <a:pt x="4183140" y="51028"/>
                  <a:pt x="4185388" y="48535"/>
                  <a:pt x="4187175" y="45718"/>
                </a:cubicBezTo>
                <a:cubicBezTo>
                  <a:pt x="4188964" y="42900"/>
                  <a:pt x="4189859" y="39379"/>
                  <a:pt x="4189859" y="35154"/>
                </a:cubicBezTo>
                <a:cubicBezTo>
                  <a:pt x="4189859" y="32120"/>
                  <a:pt x="4189317" y="29411"/>
                  <a:pt x="4188234" y="27027"/>
                </a:cubicBezTo>
                <a:cubicBezTo>
                  <a:pt x="4187151" y="24642"/>
                  <a:pt x="4185688" y="22638"/>
                  <a:pt x="4183844" y="21012"/>
                </a:cubicBezTo>
                <a:cubicBezTo>
                  <a:pt x="4182002" y="19387"/>
                  <a:pt x="4179862" y="18141"/>
                  <a:pt x="4177423" y="17275"/>
                </a:cubicBezTo>
                <a:cubicBezTo>
                  <a:pt x="4174986" y="16407"/>
                  <a:pt x="4172358" y="15972"/>
                  <a:pt x="4169541" y="15972"/>
                </a:cubicBezTo>
                <a:cubicBezTo>
                  <a:pt x="4163689" y="15972"/>
                  <a:pt x="4158948" y="17761"/>
                  <a:pt x="4155317" y="21337"/>
                </a:cubicBezTo>
                <a:cubicBezTo>
                  <a:pt x="4151687" y="24914"/>
                  <a:pt x="4149440" y="29465"/>
                  <a:pt x="4148573" y="34991"/>
                </a:cubicBezTo>
                <a:lnTo>
                  <a:pt x="4137521" y="33041"/>
                </a:lnTo>
                <a:cubicBezTo>
                  <a:pt x="4139147" y="24589"/>
                  <a:pt x="4142858" y="17964"/>
                  <a:pt x="4148655" y="13167"/>
                </a:cubicBezTo>
                <a:cubicBezTo>
                  <a:pt x="4154452" y="8371"/>
                  <a:pt x="4161577" y="5972"/>
                  <a:pt x="4170029" y="5972"/>
                </a:cubicBezTo>
                <a:cubicBezTo>
                  <a:pt x="4174363" y="5972"/>
                  <a:pt x="4178453" y="6591"/>
                  <a:pt x="4182299" y="7828"/>
                </a:cubicBezTo>
                <a:cubicBezTo>
                  <a:pt x="4186147" y="9064"/>
                  <a:pt x="4189479" y="10894"/>
                  <a:pt x="4192297" y="13316"/>
                </a:cubicBezTo>
                <a:cubicBezTo>
                  <a:pt x="4195114" y="15739"/>
                  <a:pt x="4197363" y="18738"/>
                  <a:pt x="4199043" y="22314"/>
                </a:cubicBezTo>
                <a:cubicBezTo>
                  <a:pt x="4200723" y="25889"/>
                  <a:pt x="4201563" y="29952"/>
                  <a:pt x="4201563" y="34502"/>
                </a:cubicBezTo>
                <a:cubicBezTo>
                  <a:pt x="4201563" y="37971"/>
                  <a:pt x="4201183" y="41006"/>
                  <a:pt x="4200424" y="43607"/>
                </a:cubicBezTo>
                <a:cubicBezTo>
                  <a:pt x="4199667" y="46206"/>
                  <a:pt x="4198610" y="48536"/>
                  <a:pt x="4197254" y="50596"/>
                </a:cubicBezTo>
                <a:cubicBezTo>
                  <a:pt x="4195900" y="52655"/>
                  <a:pt x="4194302" y="54524"/>
                  <a:pt x="4192460" y="56204"/>
                </a:cubicBezTo>
                <a:cubicBezTo>
                  <a:pt x="4190618" y="57882"/>
                  <a:pt x="4188668" y="59588"/>
                  <a:pt x="4186609" y="61323"/>
                </a:cubicBezTo>
                <a:cubicBezTo>
                  <a:pt x="4184333" y="63165"/>
                  <a:pt x="4182409" y="64845"/>
                  <a:pt x="4180838" y="66363"/>
                </a:cubicBezTo>
                <a:cubicBezTo>
                  <a:pt x="4179267" y="67879"/>
                  <a:pt x="4177994" y="69477"/>
                  <a:pt x="4177019" y="71157"/>
                </a:cubicBezTo>
                <a:cubicBezTo>
                  <a:pt x="4176043" y="72837"/>
                  <a:pt x="4175339" y="74706"/>
                  <a:pt x="4174905" y="76765"/>
                </a:cubicBezTo>
                <a:cubicBezTo>
                  <a:pt x="4174472" y="78823"/>
                  <a:pt x="4174256" y="81315"/>
                  <a:pt x="4174256" y="84240"/>
                </a:cubicBezTo>
                <a:lnTo>
                  <a:pt x="4174256" y="91718"/>
                </a:lnTo>
                <a:moveTo>
                  <a:pt x="4178482" y="115101"/>
                </a:moveTo>
                <a:cubicBezTo>
                  <a:pt x="4178482" y="117385"/>
                  <a:pt x="4177669" y="119424"/>
                  <a:pt x="4176044" y="121220"/>
                </a:cubicBezTo>
                <a:cubicBezTo>
                  <a:pt x="4174418" y="123014"/>
                  <a:pt x="4172305" y="123911"/>
                  <a:pt x="4169704" y="123911"/>
                </a:cubicBezTo>
                <a:cubicBezTo>
                  <a:pt x="4167104" y="123911"/>
                  <a:pt x="4164990" y="123014"/>
                  <a:pt x="4163365" y="121220"/>
                </a:cubicBezTo>
                <a:cubicBezTo>
                  <a:pt x="4161740" y="119424"/>
                  <a:pt x="4160927" y="117385"/>
                  <a:pt x="4160927" y="115101"/>
                </a:cubicBezTo>
                <a:cubicBezTo>
                  <a:pt x="4160927" y="112818"/>
                  <a:pt x="4161740" y="110779"/>
                  <a:pt x="4163365" y="108985"/>
                </a:cubicBezTo>
                <a:cubicBezTo>
                  <a:pt x="4164990" y="107189"/>
                  <a:pt x="4167104" y="106292"/>
                  <a:pt x="4169704" y="106292"/>
                </a:cubicBezTo>
                <a:cubicBezTo>
                  <a:pt x="4172305" y="106292"/>
                  <a:pt x="4174418" y="107189"/>
                  <a:pt x="4176044" y="108985"/>
                </a:cubicBezTo>
                <a:cubicBezTo>
                  <a:pt x="4177669" y="110779"/>
                  <a:pt x="4178482" y="112818"/>
                  <a:pt x="4178482" y="115101"/>
                </a:cubicBezTo>
                <a:close/>
                <a:moveTo>
                  <a:pt x="4275682" y="122958"/>
                </a:moveTo>
                <a:lnTo>
                  <a:pt x="4263978" y="122958"/>
                </a:lnTo>
                <a:lnTo>
                  <a:pt x="4263978" y="7877"/>
                </a:lnTo>
                <a:lnTo>
                  <a:pt x="4275682" y="7877"/>
                </a:lnTo>
                <a:lnTo>
                  <a:pt x="4275682" y="122958"/>
                </a:lnTo>
                <a:close/>
                <a:moveTo>
                  <a:pt x="4307215" y="7877"/>
                </a:moveTo>
                <a:lnTo>
                  <a:pt x="4316967" y="7877"/>
                </a:lnTo>
                <a:lnTo>
                  <a:pt x="4316967" y="46132"/>
                </a:lnTo>
                <a:lnTo>
                  <a:pt x="4307215" y="46132"/>
                </a:lnTo>
                <a:lnTo>
                  <a:pt x="4307215" y="7877"/>
                </a:lnTo>
                <a:close/>
                <a:moveTo>
                  <a:pt x="4358740" y="59830"/>
                </a:moveTo>
                <a:cubicBezTo>
                  <a:pt x="4360908" y="55384"/>
                  <a:pt x="4364240" y="51778"/>
                  <a:pt x="4368735" y="49011"/>
                </a:cubicBezTo>
                <a:cubicBezTo>
                  <a:pt x="4373233" y="46245"/>
                  <a:pt x="4378245" y="44862"/>
                  <a:pt x="4383773" y="44862"/>
                </a:cubicBezTo>
                <a:cubicBezTo>
                  <a:pt x="4385832" y="44862"/>
                  <a:pt x="4387971" y="45079"/>
                  <a:pt x="4390192" y="45514"/>
                </a:cubicBezTo>
                <a:cubicBezTo>
                  <a:pt x="4392414" y="45947"/>
                  <a:pt x="4394582" y="46787"/>
                  <a:pt x="4396695" y="48034"/>
                </a:cubicBezTo>
                <a:cubicBezTo>
                  <a:pt x="4398808" y="49281"/>
                  <a:pt x="4400758" y="50935"/>
                  <a:pt x="4402546" y="52997"/>
                </a:cubicBezTo>
                <a:cubicBezTo>
                  <a:pt x="4404335" y="55057"/>
                  <a:pt x="4405879" y="57714"/>
                  <a:pt x="4407179" y="60968"/>
                </a:cubicBezTo>
                <a:cubicBezTo>
                  <a:pt x="4409780" y="55762"/>
                  <a:pt x="4413328" y="51776"/>
                  <a:pt x="4417824" y="49011"/>
                </a:cubicBezTo>
                <a:cubicBezTo>
                  <a:pt x="4422321" y="46245"/>
                  <a:pt x="4427658" y="44862"/>
                  <a:pt x="4433836" y="44862"/>
                </a:cubicBezTo>
                <a:cubicBezTo>
                  <a:pt x="4443479" y="44862"/>
                  <a:pt x="4450711" y="47736"/>
                  <a:pt x="4455533" y="53486"/>
                </a:cubicBezTo>
                <a:cubicBezTo>
                  <a:pt x="4460356" y="59235"/>
                  <a:pt x="4462767" y="66827"/>
                  <a:pt x="4462767" y="76264"/>
                </a:cubicBezTo>
                <a:lnTo>
                  <a:pt x="4462767" y="122958"/>
                </a:lnTo>
                <a:lnTo>
                  <a:pt x="4451716" y="122958"/>
                </a:lnTo>
                <a:lnTo>
                  <a:pt x="4451716" y="80778"/>
                </a:lnTo>
                <a:cubicBezTo>
                  <a:pt x="4451716" y="72743"/>
                  <a:pt x="4450226" y="66283"/>
                  <a:pt x="4447246" y="61397"/>
                </a:cubicBezTo>
                <a:cubicBezTo>
                  <a:pt x="4444267" y="56511"/>
                  <a:pt x="4439200" y="54068"/>
                  <a:pt x="4432048" y="54068"/>
                </a:cubicBezTo>
                <a:cubicBezTo>
                  <a:pt x="4428038" y="54068"/>
                  <a:pt x="4424652" y="54883"/>
                  <a:pt x="4421889" y="56511"/>
                </a:cubicBezTo>
                <a:cubicBezTo>
                  <a:pt x="4419126" y="58140"/>
                  <a:pt x="4416904" y="60285"/>
                  <a:pt x="4415224" y="62945"/>
                </a:cubicBezTo>
                <a:cubicBezTo>
                  <a:pt x="4413544" y="65604"/>
                  <a:pt x="4412325" y="68616"/>
                  <a:pt x="4411566" y="71983"/>
                </a:cubicBezTo>
                <a:cubicBezTo>
                  <a:pt x="4410809" y="75349"/>
                  <a:pt x="4410430" y="78824"/>
                  <a:pt x="4410430" y="82407"/>
                </a:cubicBezTo>
                <a:lnTo>
                  <a:pt x="4410430" y="122958"/>
                </a:lnTo>
                <a:lnTo>
                  <a:pt x="4399376" y="122958"/>
                </a:lnTo>
                <a:lnTo>
                  <a:pt x="4399376" y="78498"/>
                </a:lnTo>
                <a:cubicBezTo>
                  <a:pt x="4399376" y="74806"/>
                  <a:pt x="4399105" y="71441"/>
                  <a:pt x="4398562" y="68401"/>
                </a:cubicBezTo>
                <a:cubicBezTo>
                  <a:pt x="4398022" y="65361"/>
                  <a:pt x="4397073" y="62782"/>
                  <a:pt x="4395718" y="60666"/>
                </a:cubicBezTo>
                <a:cubicBezTo>
                  <a:pt x="4394363" y="58548"/>
                  <a:pt x="4392494" y="56919"/>
                  <a:pt x="4390110" y="55780"/>
                </a:cubicBezTo>
                <a:cubicBezTo>
                  <a:pt x="4387727" y="54639"/>
                  <a:pt x="4384694" y="54068"/>
                  <a:pt x="4381010" y="54068"/>
                </a:cubicBezTo>
                <a:cubicBezTo>
                  <a:pt x="4378409" y="54068"/>
                  <a:pt x="4375781" y="54666"/>
                  <a:pt x="4373125" y="55862"/>
                </a:cubicBezTo>
                <a:cubicBezTo>
                  <a:pt x="4370472" y="57055"/>
                  <a:pt x="4368088" y="58874"/>
                  <a:pt x="4365975" y="61318"/>
                </a:cubicBezTo>
                <a:cubicBezTo>
                  <a:pt x="4363862" y="63760"/>
                  <a:pt x="4362155" y="66854"/>
                  <a:pt x="4360853" y="70599"/>
                </a:cubicBezTo>
                <a:cubicBezTo>
                  <a:pt x="4359554" y="74344"/>
                  <a:pt x="4358904" y="78769"/>
                  <a:pt x="4358904" y="83873"/>
                </a:cubicBezTo>
                <a:lnTo>
                  <a:pt x="4358904" y="122958"/>
                </a:lnTo>
                <a:lnTo>
                  <a:pt x="4347850" y="122958"/>
                </a:lnTo>
                <a:lnTo>
                  <a:pt x="4347850" y="63573"/>
                </a:lnTo>
                <a:cubicBezTo>
                  <a:pt x="4347850" y="61512"/>
                  <a:pt x="4347795" y="58855"/>
                  <a:pt x="4347686" y="55601"/>
                </a:cubicBezTo>
                <a:cubicBezTo>
                  <a:pt x="4347579" y="52347"/>
                  <a:pt x="4347416" y="49418"/>
                  <a:pt x="4347200" y="46814"/>
                </a:cubicBezTo>
                <a:lnTo>
                  <a:pt x="4357766" y="46814"/>
                </a:lnTo>
                <a:cubicBezTo>
                  <a:pt x="4357982" y="48876"/>
                  <a:pt x="4358144" y="51154"/>
                  <a:pt x="4358252" y="53649"/>
                </a:cubicBezTo>
                <a:cubicBezTo>
                  <a:pt x="4358361" y="56143"/>
                  <a:pt x="4358415" y="58203"/>
                  <a:pt x="4358415" y="59830"/>
                </a:cubicBezTo>
                <a:lnTo>
                  <a:pt x="4358740" y="59830"/>
                </a:lnTo>
                <a:close/>
                <a:moveTo>
                  <a:pt x="4536075" y="138346"/>
                </a:moveTo>
                <a:cubicBezTo>
                  <a:pt x="4539110" y="142248"/>
                  <a:pt x="4543254" y="145553"/>
                  <a:pt x="4548509" y="148261"/>
                </a:cubicBezTo>
                <a:cubicBezTo>
                  <a:pt x="4553765" y="150970"/>
                  <a:pt x="4559319" y="152324"/>
                  <a:pt x="4565171" y="152324"/>
                </a:cubicBezTo>
                <a:cubicBezTo>
                  <a:pt x="4570587" y="152324"/>
                  <a:pt x="4575192" y="151536"/>
                  <a:pt x="4578985" y="149960"/>
                </a:cubicBezTo>
                <a:cubicBezTo>
                  <a:pt x="4582779" y="148385"/>
                  <a:pt x="4585840" y="146238"/>
                  <a:pt x="4588170" y="143519"/>
                </a:cubicBezTo>
                <a:cubicBezTo>
                  <a:pt x="4590499" y="140803"/>
                  <a:pt x="4592206" y="137623"/>
                  <a:pt x="4593289" y="133980"/>
                </a:cubicBezTo>
                <a:cubicBezTo>
                  <a:pt x="4594373" y="130340"/>
                  <a:pt x="4594916" y="126454"/>
                  <a:pt x="4594916" y="122324"/>
                </a:cubicBezTo>
                <a:lnTo>
                  <a:pt x="4594916" y="107990"/>
                </a:lnTo>
                <a:lnTo>
                  <a:pt x="4594591" y="107990"/>
                </a:lnTo>
                <a:cubicBezTo>
                  <a:pt x="4591664" y="112762"/>
                  <a:pt x="4587519" y="116450"/>
                  <a:pt x="4582155" y="119055"/>
                </a:cubicBezTo>
                <a:cubicBezTo>
                  <a:pt x="4576791" y="121657"/>
                  <a:pt x="4571346" y="122958"/>
                  <a:pt x="4565821" y="122958"/>
                </a:cubicBezTo>
                <a:cubicBezTo>
                  <a:pt x="4559860" y="122958"/>
                  <a:pt x="4554469" y="121982"/>
                  <a:pt x="4549647" y="120029"/>
                </a:cubicBezTo>
                <a:cubicBezTo>
                  <a:pt x="4544826" y="118077"/>
                  <a:pt x="4540708" y="115392"/>
                  <a:pt x="4537293" y="111976"/>
                </a:cubicBezTo>
                <a:cubicBezTo>
                  <a:pt x="4533881" y="108560"/>
                  <a:pt x="4531226" y="104466"/>
                  <a:pt x="4529329" y="99694"/>
                </a:cubicBezTo>
                <a:cubicBezTo>
                  <a:pt x="4527433" y="94921"/>
                  <a:pt x="4526485" y="89768"/>
                  <a:pt x="4526485" y="84235"/>
                </a:cubicBezTo>
                <a:cubicBezTo>
                  <a:pt x="4526485" y="78812"/>
                  <a:pt x="4527433" y="73714"/>
                  <a:pt x="4529329" y="68942"/>
                </a:cubicBezTo>
                <a:cubicBezTo>
                  <a:pt x="4531226" y="64169"/>
                  <a:pt x="4533881" y="59993"/>
                  <a:pt x="4537293" y="56415"/>
                </a:cubicBezTo>
                <a:cubicBezTo>
                  <a:pt x="4540708" y="52835"/>
                  <a:pt x="4544826" y="50015"/>
                  <a:pt x="4549647" y="47955"/>
                </a:cubicBezTo>
                <a:cubicBezTo>
                  <a:pt x="4554469" y="45893"/>
                  <a:pt x="4559860" y="44862"/>
                  <a:pt x="4565821" y="44862"/>
                </a:cubicBezTo>
                <a:cubicBezTo>
                  <a:pt x="4571346" y="44862"/>
                  <a:pt x="4576764" y="46164"/>
                  <a:pt x="4582073" y="48768"/>
                </a:cubicBezTo>
                <a:cubicBezTo>
                  <a:pt x="4587384" y="51371"/>
                  <a:pt x="4591557" y="55113"/>
                  <a:pt x="4594591" y="59994"/>
                </a:cubicBezTo>
                <a:lnTo>
                  <a:pt x="4594916" y="59994"/>
                </a:lnTo>
                <a:lnTo>
                  <a:pt x="4594916" y="46826"/>
                </a:lnTo>
                <a:lnTo>
                  <a:pt x="4605968" y="46826"/>
                </a:lnTo>
                <a:lnTo>
                  <a:pt x="4605968" y="122324"/>
                </a:lnTo>
                <a:cubicBezTo>
                  <a:pt x="4605968" y="126444"/>
                  <a:pt x="4605399" y="130835"/>
                  <a:pt x="4604261" y="135496"/>
                </a:cubicBezTo>
                <a:cubicBezTo>
                  <a:pt x="4603124" y="140159"/>
                  <a:pt x="4601010" y="144441"/>
                  <a:pt x="4597922" y="148343"/>
                </a:cubicBezTo>
                <a:cubicBezTo>
                  <a:pt x="4594833" y="152247"/>
                  <a:pt x="4590634" y="155500"/>
                  <a:pt x="4585325" y="158103"/>
                </a:cubicBezTo>
                <a:cubicBezTo>
                  <a:pt x="4580016" y="160705"/>
                  <a:pt x="4573135" y="162007"/>
                  <a:pt x="4564682" y="162007"/>
                </a:cubicBezTo>
                <a:cubicBezTo>
                  <a:pt x="4557638" y="162007"/>
                  <a:pt x="4550919" y="160662"/>
                  <a:pt x="4544526" y="157971"/>
                </a:cubicBezTo>
                <a:cubicBezTo>
                  <a:pt x="4538133" y="155283"/>
                  <a:pt x="4532661" y="151558"/>
                  <a:pt x="4528109" y="146798"/>
                </a:cubicBezTo>
                <a:lnTo>
                  <a:pt x="4536075" y="138346"/>
                </a:lnTo>
                <a:moveTo>
                  <a:pt x="4538189" y="83913"/>
                </a:moveTo>
                <a:cubicBezTo>
                  <a:pt x="4538189" y="87936"/>
                  <a:pt x="4538838" y="91741"/>
                  <a:pt x="4540138" y="95329"/>
                </a:cubicBezTo>
                <a:cubicBezTo>
                  <a:pt x="4541438" y="98915"/>
                  <a:pt x="4543307" y="102068"/>
                  <a:pt x="4545746" y="104786"/>
                </a:cubicBezTo>
                <a:cubicBezTo>
                  <a:pt x="4548185" y="107504"/>
                  <a:pt x="4551191" y="109652"/>
                  <a:pt x="4554766" y="111230"/>
                </a:cubicBezTo>
                <a:cubicBezTo>
                  <a:pt x="4558343" y="112805"/>
                  <a:pt x="4562406" y="113593"/>
                  <a:pt x="4566956" y="113593"/>
                </a:cubicBezTo>
                <a:cubicBezTo>
                  <a:pt x="4571183" y="113593"/>
                  <a:pt x="4575084" y="112886"/>
                  <a:pt x="4578661" y="111473"/>
                </a:cubicBezTo>
                <a:cubicBezTo>
                  <a:pt x="4582237" y="110059"/>
                  <a:pt x="4585325" y="108047"/>
                  <a:pt x="4587924" y="105438"/>
                </a:cubicBezTo>
                <a:cubicBezTo>
                  <a:pt x="4590525" y="102829"/>
                  <a:pt x="4592557" y="99704"/>
                  <a:pt x="4594020" y="96063"/>
                </a:cubicBezTo>
                <a:cubicBezTo>
                  <a:pt x="4595484" y="92421"/>
                  <a:pt x="4596215" y="88370"/>
                  <a:pt x="4596215" y="83913"/>
                </a:cubicBezTo>
                <a:cubicBezTo>
                  <a:pt x="4596215" y="79890"/>
                  <a:pt x="4595484" y="76084"/>
                  <a:pt x="4594020" y="72496"/>
                </a:cubicBezTo>
                <a:cubicBezTo>
                  <a:pt x="4592557" y="68908"/>
                  <a:pt x="4590525" y="65756"/>
                  <a:pt x="4587924" y="63039"/>
                </a:cubicBezTo>
                <a:cubicBezTo>
                  <a:pt x="4585325" y="60321"/>
                  <a:pt x="4582237" y="58147"/>
                  <a:pt x="4578661" y="56516"/>
                </a:cubicBezTo>
                <a:cubicBezTo>
                  <a:pt x="4575084" y="54884"/>
                  <a:pt x="4571183" y="54068"/>
                  <a:pt x="4566956" y="54068"/>
                </a:cubicBezTo>
                <a:cubicBezTo>
                  <a:pt x="4562406" y="54068"/>
                  <a:pt x="4558343" y="54884"/>
                  <a:pt x="4554766" y="56516"/>
                </a:cubicBezTo>
                <a:cubicBezTo>
                  <a:pt x="4551191" y="58147"/>
                  <a:pt x="4548185" y="60321"/>
                  <a:pt x="4545746" y="63039"/>
                </a:cubicBezTo>
                <a:cubicBezTo>
                  <a:pt x="4543307" y="65756"/>
                  <a:pt x="4541438" y="68908"/>
                  <a:pt x="4540138" y="72496"/>
                </a:cubicBezTo>
                <a:cubicBezTo>
                  <a:pt x="4538838" y="76084"/>
                  <a:pt x="4538189" y="79890"/>
                  <a:pt x="4538189" y="83913"/>
                </a:cubicBezTo>
                <a:close/>
                <a:moveTo>
                  <a:pt x="4710318" y="84863"/>
                </a:moveTo>
                <a:cubicBezTo>
                  <a:pt x="4710318" y="90608"/>
                  <a:pt x="4709316" y="95920"/>
                  <a:pt x="4707310" y="100798"/>
                </a:cubicBezTo>
                <a:cubicBezTo>
                  <a:pt x="4705306" y="105676"/>
                  <a:pt x="4702516" y="109904"/>
                  <a:pt x="4698939" y="113482"/>
                </a:cubicBezTo>
                <a:cubicBezTo>
                  <a:pt x="4695364" y="117058"/>
                  <a:pt x="4691084" y="119849"/>
                  <a:pt x="4686099" y="121855"/>
                </a:cubicBezTo>
                <a:cubicBezTo>
                  <a:pt x="4681116" y="123860"/>
                  <a:pt x="4675643" y="124863"/>
                  <a:pt x="4669683" y="124863"/>
                </a:cubicBezTo>
                <a:cubicBezTo>
                  <a:pt x="4663831" y="124863"/>
                  <a:pt x="4658413" y="123860"/>
                  <a:pt x="4653427" y="121855"/>
                </a:cubicBezTo>
                <a:cubicBezTo>
                  <a:pt x="4648444" y="119849"/>
                  <a:pt x="4644164" y="117058"/>
                  <a:pt x="4640587" y="113482"/>
                </a:cubicBezTo>
                <a:cubicBezTo>
                  <a:pt x="4637013" y="109904"/>
                  <a:pt x="4634222" y="105676"/>
                  <a:pt x="4632217" y="100798"/>
                </a:cubicBezTo>
                <a:cubicBezTo>
                  <a:pt x="4630213" y="95920"/>
                  <a:pt x="4629211" y="90608"/>
                  <a:pt x="4629211" y="84863"/>
                </a:cubicBezTo>
                <a:cubicBezTo>
                  <a:pt x="4629211" y="79117"/>
                  <a:pt x="4630213" y="73805"/>
                  <a:pt x="4632217" y="68927"/>
                </a:cubicBezTo>
                <a:cubicBezTo>
                  <a:pt x="4634222" y="64050"/>
                  <a:pt x="4637013" y="59822"/>
                  <a:pt x="4640587" y="56246"/>
                </a:cubicBezTo>
                <a:cubicBezTo>
                  <a:pt x="4644164" y="52668"/>
                  <a:pt x="4648444" y="49876"/>
                  <a:pt x="4653427" y="47870"/>
                </a:cubicBezTo>
                <a:cubicBezTo>
                  <a:pt x="4658413" y="45865"/>
                  <a:pt x="4663831" y="44862"/>
                  <a:pt x="4669683" y="44862"/>
                </a:cubicBezTo>
                <a:cubicBezTo>
                  <a:pt x="4675643" y="44862"/>
                  <a:pt x="4681116" y="45865"/>
                  <a:pt x="4686099" y="47870"/>
                </a:cubicBezTo>
                <a:cubicBezTo>
                  <a:pt x="4691084" y="49876"/>
                  <a:pt x="4695364" y="52668"/>
                  <a:pt x="4698939" y="56246"/>
                </a:cubicBezTo>
                <a:cubicBezTo>
                  <a:pt x="4702516" y="59822"/>
                  <a:pt x="4705306" y="64050"/>
                  <a:pt x="4707310" y="68927"/>
                </a:cubicBezTo>
                <a:cubicBezTo>
                  <a:pt x="4709316" y="73805"/>
                  <a:pt x="4710318" y="79117"/>
                  <a:pt x="4710318" y="84863"/>
                </a:cubicBezTo>
                <a:moveTo>
                  <a:pt x="4698617" y="84865"/>
                </a:moveTo>
                <a:cubicBezTo>
                  <a:pt x="4698617" y="80629"/>
                  <a:pt x="4697940" y="76637"/>
                  <a:pt x="4696585" y="72891"/>
                </a:cubicBezTo>
                <a:cubicBezTo>
                  <a:pt x="4695231" y="69142"/>
                  <a:pt x="4693307" y="65883"/>
                  <a:pt x="4690814" y="63114"/>
                </a:cubicBezTo>
                <a:cubicBezTo>
                  <a:pt x="4688322" y="60342"/>
                  <a:pt x="4685288" y="58143"/>
                  <a:pt x="4681712" y="56514"/>
                </a:cubicBezTo>
                <a:cubicBezTo>
                  <a:pt x="4678137" y="54884"/>
                  <a:pt x="4674128" y="54068"/>
                  <a:pt x="4669685" y="54068"/>
                </a:cubicBezTo>
                <a:cubicBezTo>
                  <a:pt x="4665242" y="54068"/>
                  <a:pt x="4661260" y="54884"/>
                  <a:pt x="4657738" y="56514"/>
                </a:cubicBezTo>
                <a:cubicBezTo>
                  <a:pt x="4654216" y="58143"/>
                  <a:pt x="4651209" y="60342"/>
                  <a:pt x="4648715" y="63114"/>
                </a:cubicBezTo>
                <a:cubicBezTo>
                  <a:pt x="4646223" y="65883"/>
                  <a:pt x="4644300" y="69142"/>
                  <a:pt x="4642946" y="72891"/>
                </a:cubicBezTo>
                <a:cubicBezTo>
                  <a:pt x="4641592" y="76637"/>
                  <a:pt x="4640915" y="80629"/>
                  <a:pt x="4640915" y="84865"/>
                </a:cubicBezTo>
                <a:cubicBezTo>
                  <a:pt x="4640915" y="89101"/>
                  <a:pt x="4641592" y="93094"/>
                  <a:pt x="4642946" y="96842"/>
                </a:cubicBezTo>
                <a:cubicBezTo>
                  <a:pt x="4644300" y="100589"/>
                  <a:pt x="4646223" y="103848"/>
                  <a:pt x="4648715" y="106619"/>
                </a:cubicBezTo>
                <a:cubicBezTo>
                  <a:pt x="4651209" y="109388"/>
                  <a:pt x="4654216" y="111561"/>
                  <a:pt x="4657738" y="113137"/>
                </a:cubicBezTo>
                <a:cubicBezTo>
                  <a:pt x="4661260" y="114711"/>
                  <a:pt x="4665242" y="115498"/>
                  <a:pt x="4669685" y="115498"/>
                </a:cubicBezTo>
                <a:cubicBezTo>
                  <a:pt x="4674128" y="115498"/>
                  <a:pt x="4678137" y="114711"/>
                  <a:pt x="4681712" y="113137"/>
                </a:cubicBezTo>
                <a:cubicBezTo>
                  <a:pt x="4685288" y="111561"/>
                  <a:pt x="4688322" y="109388"/>
                  <a:pt x="4690814" y="106619"/>
                </a:cubicBezTo>
                <a:cubicBezTo>
                  <a:pt x="4693307" y="103848"/>
                  <a:pt x="4695231" y="100589"/>
                  <a:pt x="4696585" y="96842"/>
                </a:cubicBezTo>
                <a:cubicBezTo>
                  <a:pt x="4697940" y="93094"/>
                  <a:pt x="4698617" y="89101"/>
                  <a:pt x="4698617" y="84865"/>
                </a:cubicBezTo>
                <a:close/>
                <a:moveTo>
                  <a:pt x="4743966" y="46826"/>
                </a:moveTo>
                <a:cubicBezTo>
                  <a:pt x="4744183" y="48885"/>
                  <a:pt x="4744345" y="51161"/>
                  <a:pt x="4744452" y="53654"/>
                </a:cubicBezTo>
                <a:cubicBezTo>
                  <a:pt x="4744561" y="56146"/>
                  <a:pt x="4744616" y="58205"/>
                  <a:pt x="4744616" y="59830"/>
                </a:cubicBezTo>
                <a:lnTo>
                  <a:pt x="4744941" y="59830"/>
                </a:lnTo>
                <a:cubicBezTo>
                  <a:pt x="4747109" y="55382"/>
                  <a:pt x="4750630" y="51776"/>
                  <a:pt x="4755506" y="49011"/>
                </a:cubicBezTo>
                <a:cubicBezTo>
                  <a:pt x="4760383" y="46245"/>
                  <a:pt x="4765530" y="44862"/>
                  <a:pt x="4770948" y="44862"/>
                </a:cubicBezTo>
                <a:cubicBezTo>
                  <a:pt x="4780591" y="44862"/>
                  <a:pt x="4787824" y="47736"/>
                  <a:pt x="4792645" y="53486"/>
                </a:cubicBezTo>
                <a:cubicBezTo>
                  <a:pt x="4797468" y="59235"/>
                  <a:pt x="4799880" y="66827"/>
                  <a:pt x="4799880" y="76264"/>
                </a:cubicBezTo>
                <a:lnTo>
                  <a:pt x="4799880" y="122958"/>
                </a:lnTo>
                <a:lnTo>
                  <a:pt x="4788828" y="122958"/>
                </a:lnTo>
                <a:lnTo>
                  <a:pt x="4788828" y="80778"/>
                </a:lnTo>
                <a:cubicBezTo>
                  <a:pt x="4788828" y="76760"/>
                  <a:pt x="4788503" y="73123"/>
                  <a:pt x="4787853" y="69867"/>
                </a:cubicBezTo>
                <a:cubicBezTo>
                  <a:pt x="4787203" y="66610"/>
                  <a:pt x="4786092" y="63814"/>
                  <a:pt x="4784520" y="61479"/>
                </a:cubicBezTo>
                <a:cubicBezTo>
                  <a:pt x="4782949" y="59145"/>
                  <a:pt x="4780836" y="57326"/>
                  <a:pt x="4778180" y="56023"/>
                </a:cubicBezTo>
                <a:cubicBezTo>
                  <a:pt x="4775527" y="54720"/>
                  <a:pt x="4772195" y="54068"/>
                  <a:pt x="4768185" y="54068"/>
                </a:cubicBezTo>
                <a:cubicBezTo>
                  <a:pt x="4765260" y="54068"/>
                  <a:pt x="4762415" y="54666"/>
                  <a:pt x="4759651" y="55862"/>
                </a:cubicBezTo>
                <a:cubicBezTo>
                  <a:pt x="4756888" y="57055"/>
                  <a:pt x="4754423" y="58874"/>
                  <a:pt x="4752255" y="61318"/>
                </a:cubicBezTo>
                <a:cubicBezTo>
                  <a:pt x="4750089" y="63760"/>
                  <a:pt x="4748355" y="66854"/>
                  <a:pt x="4747054" y="70599"/>
                </a:cubicBezTo>
                <a:cubicBezTo>
                  <a:pt x="4745754" y="74344"/>
                  <a:pt x="4745105" y="78769"/>
                  <a:pt x="4745105" y="83873"/>
                </a:cubicBezTo>
                <a:lnTo>
                  <a:pt x="4745105" y="122958"/>
                </a:lnTo>
                <a:lnTo>
                  <a:pt x="4734050" y="122958"/>
                </a:lnTo>
                <a:lnTo>
                  <a:pt x="4734050" y="63573"/>
                </a:lnTo>
                <a:cubicBezTo>
                  <a:pt x="4734050" y="61511"/>
                  <a:pt x="4733996" y="58854"/>
                  <a:pt x="4733887" y="55604"/>
                </a:cubicBezTo>
                <a:cubicBezTo>
                  <a:pt x="4733779" y="52353"/>
                  <a:pt x="4733617" y="49427"/>
                  <a:pt x="4733400" y="46826"/>
                </a:cubicBezTo>
                <a:lnTo>
                  <a:pt x="4743966" y="46826"/>
                </a:lnTo>
                <a:close/>
                <a:moveTo>
                  <a:pt x="4838404" y="46826"/>
                </a:moveTo>
                <a:cubicBezTo>
                  <a:pt x="4838620" y="48885"/>
                  <a:pt x="4838782" y="51161"/>
                  <a:pt x="4838890" y="53654"/>
                </a:cubicBezTo>
                <a:cubicBezTo>
                  <a:pt x="4838999" y="56146"/>
                  <a:pt x="4839053" y="58205"/>
                  <a:pt x="4839053" y="59830"/>
                </a:cubicBezTo>
                <a:lnTo>
                  <a:pt x="4839378" y="59830"/>
                </a:lnTo>
                <a:cubicBezTo>
                  <a:pt x="4841546" y="55382"/>
                  <a:pt x="4845068" y="51776"/>
                  <a:pt x="4849944" y="49011"/>
                </a:cubicBezTo>
                <a:cubicBezTo>
                  <a:pt x="4854820" y="46245"/>
                  <a:pt x="4859967" y="44862"/>
                  <a:pt x="4865386" y="44862"/>
                </a:cubicBezTo>
                <a:cubicBezTo>
                  <a:pt x="4875029" y="44862"/>
                  <a:pt x="4882261" y="47736"/>
                  <a:pt x="4887083" y="53486"/>
                </a:cubicBezTo>
                <a:cubicBezTo>
                  <a:pt x="4891906" y="59235"/>
                  <a:pt x="4894317" y="66827"/>
                  <a:pt x="4894317" y="76264"/>
                </a:cubicBezTo>
                <a:lnTo>
                  <a:pt x="4894317" y="122958"/>
                </a:lnTo>
                <a:lnTo>
                  <a:pt x="4883266" y="122958"/>
                </a:lnTo>
                <a:lnTo>
                  <a:pt x="4883266" y="80778"/>
                </a:lnTo>
                <a:cubicBezTo>
                  <a:pt x="4883266" y="76760"/>
                  <a:pt x="4882941" y="73123"/>
                  <a:pt x="4882291" y="69867"/>
                </a:cubicBezTo>
                <a:cubicBezTo>
                  <a:pt x="4881641" y="66610"/>
                  <a:pt x="4880530" y="63814"/>
                  <a:pt x="4878957" y="61479"/>
                </a:cubicBezTo>
                <a:cubicBezTo>
                  <a:pt x="4877387" y="59145"/>
                  <a:pt x="4875273" y="57326"/>
                  <a:pt x="4872618" y="56023"/>
                </a:cubicBezTo>
                <a:cubicBezTo>
                  <a:pt x="4869964" y="54720"/>
                  <a:pt x="4866632" y="54068"/>
                  <a:pt x="4862623" y="54068"/>
                </a:cubicBezTo>
                <a:cubicBezTo>
                  <a:pt x="4859698" y="54068"/>
                  <a:pt x="4856853" y="54666"/>
                  <a:pt x="4854088" y="55862"/>
                </a:cubicBezTo>
                <a:cubicBezTo>
                  <a:pt x="4851325" y="57055"/>
                  <a:pt x="4848860" y="58874"/>
                  <a:pt x="4846692" y="61318"/>
                </a:cubicBezTo>
                <a:cubicBezTo>
                  <a:pt x="4844526" y="63760"/>
                  <a:pt x="4842793" y="66854"/>
                  <a:pt x="4841491" y="70599"/>
                </a:cubicBezTo>
                <a:cubicBezTo>
                  <a:pt x="4840192" y="74344"/>
                  <a:pt x="4839542" y="78769"/>
                  <a:pt x="4839542" y="83873"/>
                </a:cubicBezTo>
                <a:lnTo>
                  <a:pt x="4839542" y="122958"/>
                </a:lnTo>
                <a:lnTo>
                  <a:pt x="4828488" y="122958"/>
                </a:lnTo>
                <a:lnTo>
                  <a:pt x="4828488" y="63573"/>
                </a:lnTo>
                <a:cubicBezTo>
                  <a:pt x="4828488" y="61511"/>
                  <a:pt x="4828433" y="58854"/>
                  <a:pt x="4828324" y="55604"/>
                </a:cubicBezTo>
                <a:cubicBezTo>
                  <a:pt x="4828217" y="52353"/>
                  <a:pt x="4828055" y="49427"/>
                  <a:pt x="4827838" y="46826"/>
                </a:cubicBezTo>
                <a:lnTo>
                  <a:pt x="4838404" y="46826"/>
                </a:lnTo>
                <a:close/>
                <a:moveTo>
                  <a:pt x="4970875" y="73841"/>
                </a:moveTo>
                <a:cubicBezTo>
                  <a:pt x="4970875" y="67195"/>
                  <a:pt x="4969141" y="62239"/>
                  <a:pt x="4965674" y="58972"/>
                </a:cubicBezTo>
                <a:cubicBezTo>
                  <a:pt x="4962206" y="55703"/>
                  <a:pt x="4957167" y="54068"/>
                  <a:pt x="4950557" y="54068"/>
                </a:cubicBezTo>
                <a:cubicBezTo>
                  <a:pt x="4946007" y="54068"/>
                  <a:pt x="4941780" y="54881"/>
                  <a:pt x="4937878" y="56506"/>
                </a:cubicBezTo>
                <a:cubicBezTo>
                  <a:pt x="4933978" y="58132"/>
                  <a:pt x="4930673" y="60299"/>
                  <a:pt x="4927965" y="63010"/>
                </a:cubicBezTo>
                <a:lnTo>
                  <a:pt x="4921787" y="55695"/>
                </a:lnTo>
                <a:cubicBezTo>
                  <a:pt x="4924930" y="52565"/>
                  <a:pt x="4929075" y="49978"/>
                  <a:pt x="4934222" y="47932"/>
                </a:cubicBezTo>
                <a:cubicBezTo>
                  <a:pt x="4939370" y="45885"/>
                  <a:pt x="4945194" y="44862"/>
                  <a:pt x="4951695" y="44862"/>
                </a:cubicBezTo>
                <a:cubicBezTo>
                  <a:pt x="4955814" y="44862"/>
                  <a:pt x="4959661" y="45431"/>
                  <a:pt x="4963236" y="46571"/>
                </a:cubicBezTo>
                <a:cubicBezTo>
                  <a:pt x="4966812" y="47710"/>
                  <a:pt x="4969955" y="49419"/>
                  <a:pt x="4972663" y="51697"/>
                </a:cubicBezTo>
                <a:cubicBezTo>
                  <a:pt x="4975373" y="53974"/>
                  <a:pt x="4977486" y="56848"/>
                  <a:pt x="4979002" y="60318"/>
                </a:cubicBezTo>
                <a:cubicBezTo>
                  <a:pt x="4980520" y="63789"/>
                  <a:pt x="4981279" y="67857"/>
                  <a:pt x="4981279" y="72521"/>
                </a:cubicBezTo>
                <a:lnTo>
                  <a:pt x="4981279" y="105875"/>
                </a:lnTo>
                <a:cubicBezTo>
                  <a:pt x="4981279" y="108803"/>
                  <a:pt x="4981387" y="111841"/>
                  <a:pt x="4981604" y="114987"/>
                </a:cubicBezTo>
                <a:cubicBezTo>
                  <a:pt x="4981821" y="118132"/>
                  <a:pt x="4982146" y="120789"/>
                  <a:pt x="4982579" y="122958"/>
                </a:cubicBezTo>
                <a:lnTo>
                  <a:pt x="4972665" y="122958"/>
                </a:lnTo>
                <a:cubicBezTo>
                  <a:pt x="4972340" y="121108"/>
                  <a:pt x="4972069" y="119095"/>
                  <a:pt x="4971852" y="116919"/>
                </a:cubicBezTo>
                <a:cubicBezTo>
                  <a:pt x="4971635" y="114743"/>
                  <a:pt x="4971527" y="112622"/>
                  <a:pt x="4971527" y="110555"/>
                </a:cubicBezTo>
                <a:lnTo>
                  <a:pt x="4971200" y="110555"/>
                </a:lnTo>
                <a:cubicBezTo>
                  <a:pt x="4967732" y="115649"/>
                  <a:pt x="4963804" y="119308"/>
                  <a:pt x="4959414" y="121530"/>
                </a:cubicBezTo>
                <a:cubicBezTo>
                  <a:pt x="4955025" y="123752"/>
                  <a:pt x="4949743" y="124863"/>
                  <a:pt x="4943568" y="124863"/>
                </a:cubicBezTo>
                <a:cubicBezTo>
                  <a:pt x="4940641" y="124863"/>
                  <a:pt x="4937633" y="124457"/>
                  <a:pt x="4934545" y="123645"/>
                </a:cubicBezTo>
                <a:cubicBezTo>
                  <a:pt x="4931458" y="122834"/>
                  <a:pt x="4928641" y="121508"/>
                  <a:pt x="4926095" y="119667"/>
                </a:cubicBezTo>
                <a:cubicBezTo>
                  <a:pt x="4923548" y="117825"/>
                  <a:pt x="4921435" y="115443"/>
                  <a:pt x="4919755" y="112519"/>
                </a:cubicBezTo>
                <a:cubicBezTo>
                  <a:pt x="4918075" y="109594"/>
                  <a:pt x="4917235" y="106020"/>
                  <a:pt x="4917235" y="101795"/>
                </a:cubicBezTo>
                <a:cubicBezTo>
                  <a:pt x="4917235" y="95947"/>
                  <a:pt x="4918725" y="91317"/>
                  <a:pt x="4921705" y="87906"/>
                </a:cubicBezTo>
                <a:cubicBezTo>
                  <a:pt x="4924684" y="84495"/>
                  <a:pt x="4928667" y="81950"/>
                  <a:pt x="4933652" y="80272"/>
                </a:cubicBezTo>
                <a:cubicBezTo>
                  <a:pt x="4938637" y="78592"/>
                  <a:pt x="4944353" y="77509"/>
                  <a:pt x="4950800" y="77023"/>
                </a:cubicBezTo>
                <a:cubicBezTo>
                  <a:pt x="4957249" y="76535"/>
                  <a:pt x="4963940" y="76291"/>
                  <a:pt x="4970875" y="76291"/>
                </a:cubicBezTo>
                <a:lnTo>
                  <a:pt x="4970875" y="73841"/>
                </a:lnTo>
                <a:moveTo>
                  <a:pt x="4967623" y="85021"/>
                </a:moveTo>
                <a:cubicBezTo>
                  <a:pt x="4963073" y="85021"/>
                  <a:pt x="4958494" y="85211"/>
                  <a:pt x="4953888" y="85589"/>
                </a:cubicBezTo>
                <a:cubicBezTo>
                  <a:pt x="4949283" y="85966"/>
                  <a:pt x="4945111" y="86723"/>
                  <a:pt x="4941373" y="87859"/>
                </a:cubicBezTo>
                <a:cubicBezTo>
                  <a:pt x="4937636" y="88993"/>
                  <a:pt x="4934575" y="90641"/>
                  <a:pt x="4932191" y="92802"/>
                </a:cubicBezTo>
                <a:cubicBezTo>
                  <a:pt x="4929807" y="94963"/>
                  <a:pt x="4928615" y="97826"/>
                  <a:pt x="4928615" y="101391"/>
                </a:cubicBezTo>
                <a:cubicBezTo>
                  <a:pt x="4928615" y="104092"/>
                  <a:pt x="4929129" y="106362"/>
                  <a:pt x="4930157" y="108199"/>
                </a:cubicBezTo>
                <a:cubicBezTo>
                  <a:pt x="4931187" y="110036"/>
                  <a:pt x="4932569" y="111521"/>
                  <a:pt x="4934302" y="112656"/>
                </a:cubicBezTo>
                <a:cubicBezTo>
                  <a:pt x="4936036" y="113790"/>
                  <a:pt x="4937960" y="114600"/>
                  <a:pt x="4940073" y="115086"/>
                </a:cubicBezTo>
                <a:cubicBezTo>
                  <a:pt x="4942186" y="115572"/>
                  <a:pt x="4944327" y="115815"/>
                  <a:pt x="4946494" y="115815"/>
                </a:cubicBezTo>
                <a:cubicBezTo>
                  <a:pt x="4950395" y="115815"/>
                  <a:pt x="4953862" y="115140"/>
                  <a:pt x="4956896" y="113789"/>
                </a:cubicBezTo>
                <a:cubicBezTo>
                  <a:pt x="4959930" y="112438"/>
                  <a:pt x="4962477" y="110601"/>
                  <a:pt x="4964535" y="108278"/>
                </a:cubicBezTo>
                <a:cubicBezTo>
                  <a:pt x="4966594" y="105955"/>
                  <a:pt x="4968165" y="103281"/>
                  <a:pt x="4969248" y="100257"/>
                </a:cubicBezTo>
                <a:cubicBezTo>
                  <a:pt x="4970332" y="97231"/>
                  <a:pt x="4970875" y="94043"/>
                  <a:pt x="4970875" y="90694"/>
                </a:cubicBezTo>
                <a:lnTo>
                  <a:pt x="4970875" y="85021"/>
                </a:lnTo>
                <a:lnTo>
                  <a:pt x="4967623" y="85021"/>
                </a:lnTo>
                <a:close/>
                <a:moveTo>
                  <a:pt x="5105136" y="64148"/>
                </a:moveTo>
                <a:cubicBezTo>
                  <a:pt x="5103294" y="61221"/>
                  <a:pt x="5100612" y="58810"/>
                  <a:pt x="5097090" y="56913"/>
                </a:cubicBezTo>
                <a:cubicBezTo>
                  <a:pt x="5093568" y="55017"/>
                  <a:pt x="5089748" y="54068"/>
                  <a:pt x="5085631" y="54068"/>
                </a:cubicBezTo>
                <a:cubicBezTo>
                  <a:pt x="5081188" y="54068"/>
                  <a:pt x="5077179" y="54856"/>
                  <a:pt x="5073602" y="56432"/>
                </a:cubicBezTo>
                <a:cubicBezTo>
                  <a:pt x="5070026" y="58006"/>
                  <a:pt x="5066964" y="60179"/>
                  <a:pt x="5064418" y="62950"/>
                </a:cubicBezTo>
                <a:cubicBezTo>
                  <a:pt x="5061872" y="65720"/>
                  <a:pt x="5059921" y="68979"/>
                  <a:pt x="5058567" y="72727"/>
                </a:cubicBezTo>
                <a:cubicBezTo>
                  <a:pt x="5057213" y="76474"/>
                  <a:pt x="5056536" y="80520"/>
                  <a:pt x="5056536" y="84865"/>
                </a:cubicBezTo>
                <a:cubicBezTo>
                  <a:pt x="5056536" y="89210"/>
                  <a:pt x="5057213" y="93230"/>
                  <a:pt x="5058567" y="96924"/>
                </a:cubicBezTo>
                <a:cubicBezTo>
                  <a:pt x="5059921" y="100616"/>
                  <a:pt x="5061844" y="103848"/>
                  <a:pt x="5064336" y="106619"/>
                </a:cubicBezTo>
                <a:cubicBezTo>
                  <a:pt x="5066830" y="109388"/>
                  <a:pt x="5069864" y="111561"/>
                  <a:pt x="5073439" y="113137"/>
                </a:cubicBezTo>
                <a:cubicBezTo>
                  <a:pt x="5077015" y="114711"/>
                  <a:pt x="5081025" y="115498"/>
                  <a:pt x="5085468" y="115498"/>
                </a:cubicBezTo>
                <a:cubicBezTo>
                  <a:pt x="5090344" y="115498"/>
                  <a:pt x="5094461" y="114577"/>
                  <a:pt x="5097819" y="112735"/>
                </a:cubicBezTo>
                <a:cubicBezTo>
                  <a:pt x="5101179" y="110893"/>
                  <a:pt x="5103943" y="108510"/>
                  <a:pt x="5106110" y="105585"/>
                </a:cubicBezTo>
                <a:lnTo>
                  <a:pt x="5114399" y="111760"/>
                </a:lnTo>
                <a:cubicBezTo>
                  <a:pt x="5111148" y="115758"/>
                  <a:pt x="5107166" y="118942"/>
                  <a:pt x="5102452" y="121312"/>
                </a:cubicBezTo>
                <a:cubicBezTo>
                  <a:pt x="5097740" y="123679"/>
                  <a:pt x="5092078" y="124863"/>
                  <a:pt x="5085468" y="124863"/>
                </a:cubicBezTo>
                <a:cubicBezTo>
                  <a:pt x="5079290" y="124863"/>
                  <a:pt x="5073709" y="123860"/>
                  <a:pt x="5068724" y="121855"/>
                </a:cubicBezTo>
                <a:cubicBezTo>
                  <a:pt x="5063740" y="119849"/>
                  <a:pt x="5059487" y="117058"/>
                  <a:pt x="5055966" y="113482"/>
                </a:cubicBezTo>
                <a:cubicBezTo>
                  <a:pt x="5052445" y="109904"/>
                  <a:pt x="5049710" y="105676"/>
                  <a:pt x="5047759" y="100798"/>
                </a:cubicBezTo>
                <a:cubicBezTo>
                  <a:pt x="5045807" y="95920"/>
                  <a:pt x="5044832" y="90608"/>
                  <a:pt x="5044832" y="84863"/>
                </a:cubicBezTo>
                <a:cubicBezTo>
                  <a:pt x="5044832" y="79117"/>
                  <a:pt x="5045807" y="73805"/>
                  <a:pt x="5047759" y="68927"/>
                </a:cubicBezTo>
                <a:cubicBezTo>
                  <a:pt x="5049710" y="64050"/>
                  <a:pt x="5052445" y="59822"/>
                  <a:pt x="5055966" y="56246"/>
                </a:cubicBezTo>
                <a:cubicBezTo>
                  <a:pt x="5059487" y="52668"/>
                  <a:pt x="5063740" y="49876"/>
                  <a:pt x="5068724" y="47870"/>
                </a:cubicBezTo>
                <a:cubicBezTo>
                  <a:pt x="5073709" y="45865"/>
                  <a:pt x="5079290" y="44862"/>
                  <a:pt x="5085468" y="44862"/>
                </a:cubicBezTo>
                <a:cubicBezTo>
                  <a:pt x="5090560" y="44862"/>
                  <a:pt x="5095734" y="45966"/>
                  <a:pt x="5100989" y="48173"/>
                </a:cubicBezTo>
                <a:cubicBezTo>
                  <a:pt x="5106245" y="50380"/>
                  <a:pt x="5110499" y="53646"/>
                  <a:pt x="5113749" y="57970"/>
                </a:cubicBezTo>
                <a:lnTo>
                  <a:pt x="5105136" y="64148"/>
                </a:lnTo>
                <a:close/>
                <a:moveTo>
                  <a:pt x="5179579" y="73841"/>
                </a:moveTo>
                <a:cubicBezTo>
                  <a:pt x="5179579" y="67195"/>
                  <a:pt x="5177845" y="62239"/>
                  <a:pt x="5174378" y="58972"/>
                </a:cubicBezTo>
                <a:cubicBezTo>
                  <a:pt x="5170911" y="55703"/>
                  <a:pt x="5165872" y="54068"/>
                  <a:pt x="5159261" y="54068"/>
                </a:cubicBezTo>
                <a:cubicBezTo>
                  <a:pt x="5154711" y="54068"/>
                  <a:pt x="5150485" y="54881"/>
                  <a:pt x="5146583" y="56506"/>
                </a:cubicBezTo>
                <a:cubicBezTo>
                  <a:pt x="5142682" y="58132"/>
                  <a:pt x="5139378" y="60299"/>
                  <a:pt x="5136669" y="63010"/>
                </a:cubicBezTo>
                <a:lnTo>
                  <a:pt x="5130491" y="55695"/>
                </a:lnTo>
                <a:cubicBezTo>
                  <a:pt x="5133634" y="52565"/>
                  <a:pt x="5137779" y="49978"/>
                  <a:pt x="5142927" y="47932"/>
                </a:cubicBezTo>
                <a:cubicBezTo>
                  <a:pt x="5148074" y="45885"/>
                  <a:pt x="5153898" y="44862"/>
                  <a:pt x="5160400" y="44862"/>
                </a:cubicBezTo>
                <a:cubicBezTo>
                  <a:pt x="5164519" y="44862"/>
                  <a:pt x="5168365" y="45431"/>
                  <a:pt x="5171940" y="46571"/>
                </a:cubicBezTo>
                <a:cubicBezTo>
                  <a:pt x="5175517" y="47710"/>
                  <a:pt x="5178659" y="49419"/>
                  <a:pt x="5181367" y="51697"/>
                </a:cubicBezTo>
                <a:cubicBezTo>
                  <a:pt x="5184077" y="53974"/>
                  <a:pt x="5186191" y="56848"/>
                  <a:pt x="5187707" y="60318"/>
                </a:cubicBezTo>
                <a:cubicBezTo>
                  <a:pt x="5189225" y="63789"/>
                  <a:pt x="5189984" y="67857"/>
                  <a:pt x="5189984" y="72521"/>
                </a:cubicBezTo>
                <a:lnTo>
                  <a:pt x="5189984" y="105875"/>
                </a:lnTo>
                <a:cubicBezTo>
                  <a:pt x="5189984" y="108803"/>
                  <a:pt x="5190092" y="111841"/>
                  <a:pt x="5190308" y="114987"/>
                </a:cubicBezTo>
                <a:cubicBezTo>
                  <a:pt x="5190525" y="118132"/>
                  <a:pt x="5190850" y="120789"/>
                  <a:pt x="5191283" y="122958"/>
                </a:cubicBezTo>
                <a:lnTo>
                  <a:pt x="5181370" y="122958"/>
                </a:lnTo>
                <a:cubicBezTo>
                  <a:pt x="5181044" y="121108"/>
                  <a:pt x="5180773" y="119095"/>
                  <a:pt x="5180556" y="116919"/>
                </a:cubicBezTo>
                <a:cubicBezTo>
                  <a:pt x="5180340" y="114743"/>
                  <a:pt x="5180231" y="112622"/>
                  <a:pt x="5180231" y="110555"/>
                </a:cubicBezTo>
                <a:lnTo>
                  <a:pt x="5179904" y="110555"/>
                </a:lnTo>
                <a:cubicBezTo>
                  <a:pt x="5176437" y="115649"/>
                  <a:pt x="5172508" y="119308"/>
                  <a:pt x="5168118" y="121530"/>
                </a:cubicBezTo>
                <a:cubicBezTo>
                  <a:pt x="5163730" y="123752"/>
                  <a:pt x="5158448" y="124863"/>
                  <a:pt x="5152272" y="124863"/>
                </a:cubicBezTo>
                <a:cubicBezTo>
                  <a:pt x="5149345" y="124863"/>
                  <a:pt x="5146338" y="124457"/>
                  <a:pt x="5143249" y="123645"/>
                </a:cubicBezTo>
                <a:cubicBezTo>
                  <a:pt x="5140162" y="122834"/>
                  <a:pt x="5137345" y="121508"/>
                  <a:pt x="5134799" y="119667"/>
                </a:cubicBezTo>
                <a:cubicBezTo>
                  <a:pt x="5132253" y="117825"/>
                  <a:pt x="5130140" y="115443"/>
                  <a:pt x="5128460" y="112519"/>
                </a:cubicBezTo>
                <a:cubicBezTo>
                  <a:pt x="5126780" y="109594"/>
                  <a:pt x="5125940" y="106020"/>
                  <a:pt x="5125940" y="101795"/>
                </a:cubicBezTo>
                <a:cubicBezTo>
                  <a:pt x="5125940" y="95947"/>
                  <a:pt x="5127430" y="91317"/>
                  <a:pt x="5130409" y="87906"/>
                </a:cubicBezTo>
                <a:cubicBezTo>
                  <a:pt x="5133389" y="84495"/>
                  <a:pt x="5137371" y="81950"/>
                  <a:pt x="5142356" y="80272"/>
                </a:cubicBezTo>
                <a:cubicBezTo>
                  <a:pt x="5147341" y="78592"/>
                  <a:pt x="5153057" y="77509"/>
                  <a:pt x="5159504" y="77023"/>
                </a:cubicBezTo>
                <a:cubicBezTo>
                  <a:pt x="5165953" y="76535"/>
                  <a:pt x="5172644" y="76291"/>
                  <a:pt x="5179579" y="76291"/>
                </a:cubicBezTo>
                <a:lnTo>
                  <a:pt x="5179579" y="73841"/>
                </a:lnTo>
                <a:moveTo>
                  <a:pt x="5176328" y="85021"/>
                </a:moveTo>
                <a:cubicBezTo>
                  <a:pt x="5171777" y="85021"/>
                  <a:pt x="5167199" y="85211"/>
                  <a:pt x="5162592" y="85589"/>
                </a:cubicBezTo>
                <a:cubicBezTo>
                  <a:pt x="5157987" y="85966"/>
                  <a:pt x="5153816" y="86723"/>
                  <a:pt x="5150077" y="87859"/>
                </a:cubicBezTo>
                <a:cubicBezTo>
                  <a:pt x="5146340" y="88993"/>
                  <a:pt x="5143280" y="90641"/>
                  <a:pt x="5140895" y="92802"/>
                </a:cubicBezTo>
                <a:cubicBezTo>
                  <a:pt x="5138511" y="94963"/>
                  <a:pt x="5137319" y="97826"/>
                  <a:pt x="5137319" y="101391"/>
                </a:cubicBezTo>
                <a:cubicBezTo>
                  <a:pt x="5137319" y="104092"/>
                  <a:pt x="5137833" y="106362"/>
                  <a:pt x="5138862" y="108199"/>
                </a:cubicBezTo>
                <a:cubicBezTo>
                  <a:pt x="5139892" y="110036"/>
                  <a:pt x="5141273" y="111521"/>
                  <a:pt x="5143006" y="112656"/>
                </a:cubicBezTo>
                <a:cubicBezTo>
                  <a:pt x="5144741" y="113790"/>
                  <a:pt x="5146664" y="114600"/>
                  <a:pt x="5148777" y="115086"/>
                </a:cubicBezTo>
                <a:cubicBezTo>
                  <a:pt x="5150891" y="115572"/>
                  <a:pt x="5153031" y="115815"/>
                  <a:pt x="5155199" y="115815"/>
                </a:cubicBezTo>
                <a:cubicBezTo>
                  <a:pt x="5159099" y="115815"/>
                  <a:pt x="5162567" y="115140"/>
                  <a:pt x="5165601" y="113789"/>
                </a:cubicBezTo>
                <a:cubicBezTo>
                  <a:pt x="5168635" y="112438"/>
                  <a:pt x="5171181" y="110601"/>
                  <a:pt x="5173240" y="108278"/>
                </a:cubicBezTo>
                <a:cubicBezTo>
                  <a:pt x="5175298" y="105955"/>
                  <a:pt x="5176869" y="103281"/>
                  <a:pt x="5177952" y="100257"/>
                </a:cubicBezTo>
                <a:cubicBezTo>
                  <a:pt x="5179037" y="97231"/>
                  <a:pt x="5179579" y="94043"/>
                  <a:pt x="5179579" y="90694"/>
                </a:cubicBezTo>
                <a:lnTo>
                  <a:pt x="5179579" y="85021"/>
                </a:lnTo>
                <a:lnTo>
                  <a:pt x="5176328" y="85021"/>
                </a:lnTo>
                <a:close/>
                <a:moveTo>
                  <a:pt x="5258901" y="64798"/>
                </a:moveTo>
                <a:cubicBezTo>
                  <a:pt x="5257276" y="61654"/>
                  <a:pt x="5254811" y="59081"/>
                  <a:pt x="5251506" y="57077"/>
                </a:cubicBezTo>
                <a:cubicBezTo>
                  <a:pt x="5248200" y="55071"/>
                  <a:pt x="5244434" y="54068"/>
                  <a:pt x="5240208" y="54068"/>
                </a:cubicBezTo>
                <a:cubicBezTo>
                  <a:pt x="5238259" y="54068"/>
                  <a:pt x="5236309" y="54286"/>
                  <a:pt x="5234357" y="54721"/>
                </a:cubicBezTo>
                <a:cubicBezTo>
                  <a:pt x="5232406" y="55154"/>
                  <a:pt x="5230672" y="55859"/>
                  <a:pt x="5229154" y="56836"/>
                </a:cubicBezTo>
                <a:cubicBezTo>
                  <a:pt x="5227638" y="57812"/>
                  <a:pt x="5226419" y="59059"/>
                  <a:pt x="5225498" y="60579"/>
                </a:cubicBezTo>
                <a:cubicBezTo>
                  <a:pt x="5224577" y="62097"/>
                  <a:pt x="5224117" y="63887"/>
                  <a:pt x="5224117" y="65949"/>
                </a:cubicBezTo>
                <a:cubicBezTo>
                  <a:pt x="5224117" y="69530"/>
                  <a:pt x="5225579" y="72270"/>
                  <a:pt x="5228504" y="74168"/>
                </a:cubicBezTo>
                <a:cubicBezTo>
                  <a:pt x="5231431" y="76066"/>
                  <a:pt x="5236037" y="77667"/>
                  <a:pt x="5242321" y="78970"/>
                </a:cubicBezTo>
                <a:cubicBezTo>
                  <a:pt x="5251316" y="80813"/>
                  <a:pt x="5257953" y="83498"/>
                  <a:pt x="5262232" y="87025"/>
                </a:cubicBezTo>
                <a:cubicBezTo>
                  <a:pt x="5266513" y="90550"/>
                  <a:pt x="5268654" y="95297"/>
                  <a:pt x="5268654" y="101264"/>
                </a:cubicBezTo>
                <a:cubicBezTo>
                  <a:pt x="5268654" y="105604"/>
                  <a:pt x="5267814" y="109267"/>
                  <a:pt x="5266134" y="112251"/>
                </a:cubicBezTo>
                <a:cubicBezTo>
                  <a:pt x="5264454" y="115234"/>
                  <a:pt x="5262259" y="117676"/>
                  <a:pt x="5259549" y="119575"/>
                </a:cubicBezTo>
                <a:cubicBezTo>
                  <a:pt x="5256840" y="121474"/>
                  <a:pt x="5253780" y="122829"/>
                  <a:pt x="5250367" y="123643"/>
                </a:cubicBezTo>
                <a:cubicBezTo>
                  <a:pt x="5246954" y="124457"/>
                  <a:pt x="5243514" y="124863"/>
                  <a:pt x="5240047" y="124863"/>
                </a:cubicBezTo>
                <a:cubicBezTo>
                  <a:pt x="5234303" y="124863"/>
                  <a:pt x="5228722" y="123679"/>
                  <a:pt x="5223303" y="121312"/>
                </a:cubicBezTo>
                <a:cubicBezTo>
                  <a:pt x="5217886" y="118942"/>
                  <a:pt x="5213444" y="115217"/>
                  <a:pt x="5209975" y="110136"/>
                </a:cubicBezTo>
                <a:lnTo>
                  <a:pt x="5218752" y="103633"/>
                </a:lnTo>
                <a:cubicBezTo>
                  <a:pt x="5220703" y="106993"/>
                  <a:pt x="5223574" y="109810"/>
                  <a:pt x="5227366" y="112085"/>
                </a:cubicBezTo>
                <a:cubicBezTo>
                  <a:pt x="5231159" y="114360"/>
                  <a:pt x="5235331" y="115498"/>
                  <a:pt x="5239883" y="115498"/>
                </a:cubicBezTo>
                <a:cubicBezTo>
                  <a:pt x="5242268" y="115498"/>
                  <a:pt x="5244543" y="115281"/>
                  <a:pt x="5246709" y="114848"/>
                </a:cubicBezTo>
                <a:cubicBezTo>
                  <a:pt x="5248877" y="114413"/>
                  <a:pt x="5250773" y="113654"/>
                  <a:pt x="5252398" y="112569"/>
                </a:cubicBezTo>
                <a:cubicBezTo>
                  <a:pt x="5254024" y="111484"/>
                  <a:pt x="5255324" y="110101"/>
                  <a:pt x="5256300" y="108420"/>
                </a:cubicBezTo>
                <a:cubicBezTo>
                  <a:pt x="5257275" y="106736"/>
                  <a:pt x="5257763" y="104647"/>
                  <a:pt x="5257763" y="102152"/>
                </a:cubicBezTo>
                <a:cubicBezTo>
                  <a:pt x="5257763" y="98137"/>
                  <a:pt x="5255839" y="95126"/>
                  <a:pt x="5251992" y="93119"/>
                </a:cubicBezTo>
                <a:cubicBezTo>
                  <a:pt x="5248146" y="91112"/>
                  <a:pt x="5242593" y="89240"/>
                  <a:pt x="5235332" y="87504"/>
                </a:cubicBezTo>
                <a:cubicBezTo>
                  <a:pt x="5233057" y="86962"/>
                  <a:pt x="5230645" y="86284"/>
                  <a:pt x="5228097" y="85470"/>
                </a:cubicBezTo>
                <a:cubicBezTo>
                  <a:pt x="5225551" y="84657"/>
                  <a:pt x="5223194" y="83464"/>
                  <a:pt x="5221026" y="81891"/>
                </a:cubicBezTo>
                <a:cubicBezTo>
                  <a:pt x="5218860" y="80317"/>
                  <a:pt x="5217073" y="78336"/>
                  <a:pt x="5215664" y="75949"/>
                </a:cubicBezTo>
                <a:cubicBezTo>
                  <a:pt x="5214255" y="73561"/>
                  <a:pt x="5213551" y="70577"/>
                  <a:pt x="5213551" y="66998"/>
                </a:cubicBezTo>
                <a:cubicBezTo>
                  <a:pt x="5213551" y="63091"/>
                  <a:pt x="5214309" y="59754"/>
                  <a:pt x="5215825" y="56988"/>
                </a:cubicBezTo>
                <a:cubicBezTo>
                  <a:pt x="5217343" y="54220"/>
                  <a:pt x="5219375" y="51941"/>
                  <a:pt x="5221922" y="50152"/>
                </a:cubicBezTo>
                <a:cubicBezTo>
                  <a:pt x="5224468" y="48361"/>
                  <a:pt x="5227367" y="47032"/>
                  <a:pt x="5230617" y="46164"/>
                </a:cubicBezTo>
                <a:cubicBezTo>
                  <a:pt x="5233870" y="45296"/>
                  <a:pt x="5237229" y="44862"/>
                  <a:pt x="5240697" y="44862"/>
                </a:cubicBezTo>
                <a:cubicBezTo>
                  <a:pt x="5246006" y="44862"/>
                  <a:pt x="5251153" y="46047"/>
                  <a:pt x="5256136" y="48416"/>
                </a:cubicBezTo>
                <a:cubicBezTo>
                  <a:pt x="5261121" y="50784"/>
                  <a:pt x="5264861" y="54131"/>
                  <a:pt x="5267354" y="58458"/>
                </a:cubicBezTo>
                <a:lnTo>
                  <a:pt x="5258901" y="64798"/>
                </a:lnTo>
                <a:close/>
                <a:moveTo>
                  <a:pt x="5302300" y="59341"/>
                </a:moveTo>
                <a:cubicBezTo>
                  <a:pt x="5304359" y="54895"/>
                  <a:pt x="5307771" y="51371"/>
                  <a:pt x="5312538" y="48768"/>
                </a:cubicBezTo>
                <a:cubicBezTo>
                  <a:pt x="5317307" y="46164"/>
                  <a:pt x="5322401" y="44862"/>
                  <a:pt x="5327819" y="44862"/>
                </a:cubicBezTo>
                <a:cubicBezTo>
                  <a:pt x="5337462" y="44862"/>
                  <a:pt x="5344694" y="47736"/>
                  <a:pt x="5349516" y="53486"/>
                </a:cubicBezTo>
                <a:cubicBezTo>
                  <a:pt x="5354339" y="59235"/>
                  <a:pt x="5356751" y="66827"/>
                  <a:pt x="5356751" y="76264"/>
                </a:cubicBezTo>
                <a:lnTo>
                  <a:pt x="5356751" y="122958"/>
                </a:lnTo>
                <a:lnTo>
                  <a:pt x="5345699" y="122958"/>
                </a:lnTo>
                <a:lnTo>
                  <a:pt x="5345699" y="80778"/>
                </a:lnTo>
                <a:cubicBezTo>
                  <a:pt x="5345699" y="76760"/>
                  <a:pt x="5345374" y="73123"/>
                  <a:pt x="5344724" y="69867"/>
                </a:cubicBezTo>
                <a:cubicBezTo>
                  <a:pt x="5344074" y="66610"/>
                  <a:pt x="5342963" y="63814"/>
                  <a:pt x="5341391" y="61479"/>
                </a:cubicBezTo>
                <a:cubicBezTo>
                  <a:pt x="5339820" y="59145"/>
                  <a:pt x="5337707" y="57326"/>
                  <a:pt x="5335051" y="56023"/>
                </a:cubicBezTo>
                <a:cubicBezTo>
                  <a:pt x="5332397" y="54720"/>
                  <a:pt x="5329066" y="54068"/>
                  <a:pt x="5325056" y="54068"/>
                </a:cubicBezTo>
                <a:cubicBezTo>
                  <a:pt x="5322131" y="54068"/>
                  <a:pt x="5319286" y="54666"/>
                  <a:pt x="5316522" y="55862"/>
                </a:cubicBezTo>
                <a:cubicBezTo>
                  <a:pt x="5313759" y="57055"/>
                  <a:pt x="5311293" y="58874"/>
                  <a:pt x="5309126" y="61318"/>
                </a:cubicBezTo>
                <a:cubicBezTo>
                  <a:pt x="5306960" y="63760"/>
                  <a:pt x="5305226" y="66854"/>
                  <a:pt x="5303925" y="70599"/>
                </a:cubicBezTo>
                <a:cubicBezTo>
                  <a:pt x="5302625" y="74344"/>
                  <a:pt x="5301975" y="78769"/>
                  <a:pt x="5301975" y="83873"/>
                </a:cubicBezTo>
                <a:lnTo>
                  <a:pt x="5301975" y="122958"/>
                </a:lnTo>
                <a:lnTo>
                  <a:pt x="5290921" y="122958"/>
                </a:lnTo>
                <a:lnTo>
                  <a:pt x="5290921" y="0"/>
                </a:lnTo>
                <a:lnTo>
                  <a:pt x="5301975" y="0"/>
                </a:lnTo>
                <a:lnTo>
                  <a:pt x="5301975" y="59341"/>
                </a:lnTo>
                <a:lnTo>
                  <a:pt x="5302300" y="59341"/>
                </a:lnTo>
                <a:close/>
                <a:moveTo>
                  <a:pt x="5443388" y="79148"/>
                </a:moveTo>
                <a:cubicBezTo>
                  <a:pt x="5443063" y="71936"/>
                  <a:pt x="5440759" y="65953"/>
                  <a:pt x="5436479" y="61199"/>
                </a:cubicBezTo>
                <a:cubicBezTo>
                  <a:pt x="5432199" y="56445"/>
                  <a:pt x="5426105" y="54068"/>
                  <a:pt x="5418194" y="54068"/>
                </a:cubicBezTo>
                <a:cubicBezTo>
                  <a:pt x="5414511" y="54068"/>
                  <a:pt x="5411097" y="54751"/>
                  <a:pt x="5407954" y="56117"/>
                </a:cubicBezTo>
                <a:cubicBezTo>
                  <a:pt x="5404812" y="57483"/>
                  <a:pt x="5402049" y="59340"/>
                  <a:pt x="5399665" y="61690"/>
                </a:cubicBezTo>
                <a:cubicBezTo>
                  <a:pt x="5397281" y="64040"/>
                  <a:pt x="5395384" y="66717"/>
                  <a:pt x="5393975" y="69723"/>
                </a:cubicBezTo>
                <a:cubicBezTo>
                  <a:pt x="5392567" y="72728"/>
                  <a:pt x="5391754" y="75869"/>
                  <a:pt x="5391537" y="79148"/>
                </a:cubicBezTo>
                <a:lnTo>
                  <a:pt x="5443388" y="79148"/>
                </a:lnTo>
                <a:moveTo>
                  <a:pt x="5454604" y="82665"/>
                </a:moveTo>
                <a:cubicBezTo>
                  <a:pt x="5454604" y="83426"/>
                  <a:pt x="5454604" y="84241"/>
                  <a:pt x="5454604" y="85111"/>
                </a:cubicBezTo>
                <a:cubicBezTo>
                  <a:pt x="5454604" y="85979"/>
                  <a:pt x="5454549" y="86901"/>
                  <a:pt x="5454440" y="87878"/>
                </a:cubicBezTo>
                <a:lnTo>
                  <a:pt x="5391374" y="87878"/>
                </a:lnTo>
                <a:cubicBezTo>
                  <a:pt x="5391483" y="91670"/>
                  <a:pt x="5392241" y="95245"/>
                  <a:pt x="5393648" y="98603"/>
                </a:cubicBezTo>
                <a:cubicBezTo>
                  <a:pt x="5395057" y="101959"/>
                  <a:pt x="5397007" y="104884"/>
                  <a:pt x="5399499" y="107375"/>
                </a:cubicBezTo>
                <a:cubicBezTo>
                  <a:pt x="5401992" y="109865"/>
                  <a:pt x="5404918" y="111842"/>
                  <a:pt x="5408276" y="113306"/>
                </a:cubicBezTo>
                <a:cubicBezTo>
                  <a:pt x="5411636" y="114767"/>
                  <a:pt x="5415267" y="115498"/>
                  <a:pt x="5419169" y="115498"/>
                </a:cubicBezTo>
                <a:cubicBezTo>
                  <a:pt x="5424912" y="115498"/>
                  <a:pt x="5429869" y="114171"/>
                  <a:pt x="5434040" y="111517"/>
                </a:cubicBezTo>
                <a:cubicBezTo>
                  <a:pt x="5438212" y="108862"/>
                  <a:pt x="5441382" y="105800"/>
                  <a:pt x="5443550" y="102333"/>
                </a:cubicBezTo>
                <a:lnTo>
                  <a:pt x="5451838" y="108834"/>
                </a:lnTo>
                <a:cubicBezTo>
                  <a:pt x="5447288" y="114568"/>
                  <a:pt x="5442276" y="118674"/>
                  <a:pt x="5436803" y="121150"/>
                </a:cubicBezTo>
                <a:cubicBezTo>
                  <a:pt x="5431332" y="123626"/>
                  <a:pt x="5425454" y="124863"/>
                  <a:pt x="5419169" y="124863"/>
                </a:cubicBezTo>
                <a:cubicBezTo>
                  <a:pt x="5413534" y="124863"/>
                  <a:pt x="5408305" y="123860"/>
                  <a:pt x="5403482" y="121855"/>
                </a:cubicBezTo>
                <a:cubicBezTo>
                  <a:pt x="5398660" y="119849"/>
                  <a:pt x="5394516" y="117058"/>
                  <a:pt x="5391049" y="113482"/>
                </a:cubicBezTo>
                <a:cubicBezTo>
                  <a:pt x="5387581" y="109904"/>
                  <a:pt x="5384845" y="105676"/>
                  <a:pt x="5382839" y="100798"/>
                </a:cubicBezTo>
                <a:cubicBezTo>
                  <a:pt x="5380835" y="95920"/>
                  <a:pt x="5379833" y="90608"/>
                  <a:pt x="5379833" y="84863"/>
                </a:cubicBezTo>
                <a:cubicBezTo>
                  <a:pt x="5379833" y="79117"/>
                  <a:pt x="5380808" y="73805"/>
                  <a:pt x="5382757" y="68927"/>
                </a:cubicBezTo>
                <a:cubicBezTo>
                  <a:pt x="5384708" y="64050"/>
                  <a:pt x="5387418" y="59822"/>
                  <a:pt x="5390885" y="56246"/>
                </a:cubicBezTo>
                <a:cubicBezTo>
                  <a:pt x="5394354" y="52668"/>
                  <a:pt x="5398418" y="49876"/>
                  <a:pt x="5403078" y="47870"/>
                </a:cubicBezTo>
                <a:cubicBezTo>
                  <a:pt x="5407737" y="45865"/>
                  <a:pt x="5412776" y="44862"/>
                  <a:pt x="5418194" y="44862"/>
                </a:cubicBezTo>
                <a:cubicBezTo>
                  <a:pt x="5424154" y="44862"/>
                  <a:pt x="5429408" y="45867"/>
                  <a:pt x="5433959" y="47878"/>
                </a:cubicBezTo>
                <a:cubicBezTo>
                  <a:pt x="5438511" y="49887"/>
                  <a:pt x="5442304" y="52603"/>
                  <a:pt x="5445338" y="56025"/>
                </a:cubicBezTo>
                <a:cubicBezTo>
                  <a:pt x="5448372" y="59446"/>
                  <a:pt x="5450674" y="63438"/>
                  <a:pt x="5452245" y="68000"/>
                </a:cubicBezTo>
                <a:cubicBezTo>
                  <a:pt x="5453818" y="72562"/>
                  <a:pt x="5454604" y="77450"/>
                  <a:pt x="5454604" y="82665"/>
                </a:cubicBezTo>
                <a:close/>
                <a:moveTo>
                  <a:pt x="5479795" y="46925"/>
                </a:moveTo>
                <a:lnTo>
                  <a:pt x="5498164" y="108663"/>
                </a:lnTo>
                <a:lnTo>
                  <a:pt x="5498488" y="108663"/>
                </a:lnTo>
                <a:lnTo>
                  <a:pt x="5518967" y="46925"/>
                </a:lnTo>
                <a:lnTo>
                  <a:pt x="5529697" y="46925"/>
                </a:lnTo>
                <a:lnTo>
                  <a:pt x="5550501" y="108663"/>
                </a:lnTo>
                <a:lnTo>
                  <a:pt x="5550826" y="108663"/>
                </a:lnTo>
                <a:lnTo>
                  <a:pt x="5569030" y="46925"/>
                </a:lnTo>
                <a:lnTo>
                  <a:pt x="5580734" y="46925"/>
                </a:lnTo>
                <a:lnTo>
                  <a:pt x="5556679" y="122958"/>
                </a:lnTo>
                <a:lnTo>
                  <a:pt x="5544650" y="122958"/>
                </a:lnTo>
                <a:lnTo>
                  <a:pt x="5524332" y="61385"/>
                </a:lnTo>
                <a:lnTo>
                  <a:pt x="5524007" y="61385"/>
                </a:lnTo>
                <a:lnTo>
                  <a:pt x="5504014" y="122958"/>
                </a:lnTo>
                <a:lnTo>
                  <a:pt x="5491985" y="122958"/>
                </a:lnTo>
                <a:lnTo>
                  <a:pt x="5467930" y="46925"/>
                </a:lnTo>
                <a:lnTo>
                  <a:pt x="5479795" y="46925"/>
                </a:lnTo>
                <a:close/>
                <a:moveTo>
                  <a:pt x="5617469" y="91748"/>
                </a:moveTo>
                <a:lnTo>
                  <a:pt x="5605768" y="91748"/>
                </a:lnTo>
                <a:lnTo>
                  <a:pt x="5605768" y="7877"/>
                </a:lnTo>
                <a:lnTo>
                  <a:pt x="5617469" y="7877"/>
                </a:lnTo>
                <a:lnTo>
                  <a:pt x="5617469" y="91748"/>
                </a:lnTo>
                <a:moveTo>
                  <a:pt x="5620396" y="115101"/>
                </a:moveTo>
                <a:cubicBezTo>
                  <a:pt x="5620396" y="117385"/>
                  <a:pt x="5619583" y="119424"/>
                  <a:pt x="5617958" y="121220"/>
                </a:cubicBezTo>
                <a:cubicBezTo>
                  <a:pt x="5616333" y="123014"/>
                  <a:pt x="5614219" y="123911"/>
                  <a:pt x="5611619" y="123911"/>
                </a:cubicBezTo>
                <a:cubicBezTo>
                  <a:pt x="5609018" y="123911"/>
                  <a:pt x="5606905" y="123014"/>
                  <a:pt x="5605279" y="121220"/>
                </a:cubicBezTo>
                <a:cubicBezTo>
                  <a:pt x="5603654" y="119424"/>
                  <a:pt x="5602841" y="117385"/>
                  <a:pt x="5602841" y="115101"/>
                </a:cubicBezTo>
                <a:cubicBezTo>
                  <a:pt x="5602841" y="112818"/>
                  <a:pt x="5603654" y="110779"/>
                  <a:pt x="5605279" y="108985"/>
                </a:cubicBezTo>
                <a:cubicBezTo>
                  <a:pt x="5606905" y="107189"/>
                  <a:pt x="5609018" y="106292"/>
                  <a:pt x="5611619" y="106292"/>
                </a:cubicBezTo>
                <a:cubicBezTo>
                  <a:pt x="5614219" y="106292"/>
                  <a:pt x="5616333" y="107189"/>
                  <a:pt x="5617958" y="108985"/>
                </a:cubicBezTo>
                <a:cubicBezTo>
                  <a:pt x="5619583" y="110779"/>
                  <a:pt x="5620396" y="112818"/>
                  <a:pt x="5620396" y="1151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5AF73D-3ECF-40A6-96FB-53B65C6F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1238" y="4716967"/>
            <a:ext cx="2742471" cy="727378"/>
          </a:xfrm>
          <a:custGeom xmlns:a="http://schemas.openxmlformats.org/drawingml/2006/main">
            <a:pathLst>
              <a:path w="2742471" h="727378" fill="none">
                <a:moveTo>
                  <a:pt x="0" y="0"/>
                </a:moveTo>
                <a:lnTo>
                  <a:pt x="2742471" y="0"/>
                </a:lnTo>
                <a:lnTo>
                  <a:pt x="2742471" y="727378"/>
                </a:lnTo>
                <a:lnTo>
                  <a:pt x="0" y="72737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318" cap="flat">
            <a:solidFill>
              <a:srgbClr val="16E7CF"/>
            </a:solidFill>
            <a:miter/>
          </a:ln>
        </p:spPr>
      </p:sp>
      <p:sp>
        <p:nvSpPr>
          <p:cNvPr id="800" name="Text Q:Generateamottoforasocial">
            <a:extLst xmlns:a="http://schemas.openxmlformats.org/drawingml/2006/main">
              <a:ext uri="{FF2B5EF4-FFF2-40B4-BE49-F238E27FC236}">
                <a16:creationId xmlns:a16="http://schemas.microsoft.com/office/drawing/2014/main" id="{26A197E9-70C9-4EA2-A325-3AFCE3A0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9948" y="4807004"/>
            <a:ext cx="2353291" cy="127621"/>
          </a:xfrm>
          <a:custGeom xmlns:a="http://schemas.openxmlformats.org/drawingml/2006/main">
            <a:pathLst>
              <a:path w="2353291" h="127621">
                <a:moveTo>
                  <a:pt x="61442" y="124764"/>
                </a:moveTo>
                <a:cubicBezTo>
                  <a:pt x="52340" y="124764"/>
                  <a:pt x="43995" y="123464"/>
                  <a:pt x="36409" y="120865"/>
                </a:cubicBezTo>
                <a:cubicBezTo>
                  <a:pt x="28825" y="118266"/>
                  <a:pt x="22350" y="114449"/>
                  <a:pt x="16984" y="109414"/>
                </a:cubicBezTo>
                <a:cubicBezTo>
                  <a:pt x="11621" y="104378"/>
                  <a:pt x="7449" y="98204"/>
                  <a:pt x="4469" y="90894"/>
                </a:cubicBezTo>
                <a:cubicBezTo>
                  <a:pt x="1490" y="83584"/>
                  <a:pt x="0" y="75219"/>
                  <a:pt x="0" y="65797"/>
                </a:cubicBezTo>
                <a:cubicBezTo>
                  <a:pt x="0" y="57026"/>
                  <a:pt x="1571" y="49012"/>
                  <a:pt x="4712" y="41757"/>
                </a:cubicBezTo>
                <a:cubicBezTo>
                  <a:pt x="7856" y="34500"/>
                  <a:pt x="12217" y="28272"/>
                  <a:pt x="17798" y="23073"/>
                </a:cubicBezTo>
                <a:cubicBezTo>
                  <a:pt x="23378" y="17875"/>
                  <a:pt x="29988" y="13841"/>
                  <a:pt x="37627" y="10972"/>
                </a:cubicBezTo>
                <a:cubicBezTo>
                  <a:pt x="45268" y="8102"/>
                  <a:pt x="53531" y="6667"/>
                  <a:pt x="62417" y="6667"/>
                </a:cubicBezTo>
                <a:cubicBezTo>
                  <a:pt x="71302" y="6667"/>
                  <a:pt x="79538" y="8102"/>
                  <a:pt x="87122" y="10972"/>
                </a:cubicBezTo>
                <a:cubicBezTo>
                  <a:pt x="94708" y="13843"/>
                  <a:pt x="101264" y="17851"/>
                  <a:pt x="106790" y="22996"/>
                </a:cubicBezTo>
                <a:cubicBezTo>
                  <a:pt x="112316" y="28140"/>
                  <a:pt x="116623" y="34314"/>
                  <a:pt x="119712" y="41519"/>
                </a:cubicBezTo>
                <a:cubicBezTo>
                  <a:pt x="122801" y="48721"/>
                  <a:pt x="124345" y="56655"/>
                  <a:pt x="124345" y="65321"/>
                </a:cubicBezTo>
                <a:cubicBezTo>
                  <a:pt x="124345" y="69761"/>
                  <a:pt x="123857" y="73903"/>
                  <a:pt x="122882" y="77749"/>
                </a:cubicBezTo>
                <a:cubicBezTo>
                  <a:pt x="121906" y="81594"/>
                  <a:pt x="120606" y="85087"/>
                  <a:pt x="118980" y="88228"/>
                </a:cubicBezTo>
                <a:cubicBezTo>
                  <a:pt x="117355" y="91370"/>
                  <a:pt x="115513" y="94159"/>
                  <a:pt x="113454" y="96596"/>
                </a:cubicBezTo>
                <a:cubicBezTo>
                  <a:pt x="111396" y="99034"/>
                  <a:pt x="109337" y="101064"/>
                  <a:pt x="107279" y="102688"/>
                </a:cubicBezTo>
                <a:lnTo>
                  <a:pt x="107279" y="103176"/>
                </a:lnTo>
                <a:lnTo>
                  <a:pt x="131498" y="102688"/>
                </a:lnTo>
                <a:lnTo>
                  <a:pt x="131498" y="124764"/>
                </a:lnTo>
                <a:lnTo>
                  <a:pt x="61442" y="124764"/>
                </a:lnTo>
                <a:moveTo>
                  <a:pt x="94925" y="66105"/>
                </a:moveTo>
                <a:cubicBezTo>
                  <a:pt x="94925" y="61134"/>
                  <a:pt x="94139" y="56543"/>
                  <a:pt x="92566" y="52330"/>
                </a:cubicBezTo>
                <a:cubicBezTo>
                  <a:pt x="90995" y="48115"/>
                  <a:pt x="88774" y="44495"/>
                  <a:pt x="85902" y="41469"/>
                </a:cubicBezTo>
                <a:cubicBezTo>
                  <a:pt x="83031" y="38443"/>
                  <a:pt x="79591" y="36093"/>
                  <a:pt x="75582" y="34418"/>
                </a:cubicBezTo>
                <a:cubicBezTo>
                  <a:pt x="71574" y="32743"/>
                  <a:pt x="67185" y="31905"/>
                  <a:pt x="62417" y="31905"/>
                </a:cubicBezTo>
                <a:cubicBezTo>
                  <a:pt x="57757" y="31905"/>
                  <a:pt x="53450" y="32743"/>
                  <a:pt x="49495" y="34418"/>
                </a:cubicBezTo>
                <a:cubicBezTo>
                  <a:pt x="45540" y="36093"/>
                  <a:pt x="42099" y="38443"/>
                  <a:pt x="39172" y="41469"/>
                </a:cubicBezTo>
                <a:cubicBezTo>
                  <a:pt x="36247" y="44495"/>
                  <a:pt x="33972" y="48115"/>
                  <a:pt x="32347" y="52330"/>
                </a:cubicBezTo>
                <a:cubicBezTo>
                  <a:pt x="30721" y="56543"/>
                  <a:pt x="29909" y="61134"/>
                  <a:pt x="29909" y="66105"/>
                </a:cubicBezTo>
                <a:cubicBezTo>
                  <a:pt x="29909" y="71292"/>
                  <a:pt x="30694" y="76020"/>
                  <a:pt x="32265" y="80289"/>
                </a:cubicBezTo>
                <a:cubicBezTo>
                  <a:pt x="33837" y="84557"/>
                  <a:pt x="36059" y="88231"/>
                  <a:pt x="38929" y="91311"/>
                </a:cubicBezTo>
                <a:cubicBezTo>
                  <a:pt x="41801" y="94390"/>
                  <a:pt x="45215" y="96767"/>
                  <a:pt x="49170" y="98442"/>
                </a:cubicBezTo>
                <a:cubicBezTo>
                  <a:pt x="53125" y="100117"/>
                  <a:pt x="57486" y="100954"/>
                  <a:pt x="62253" y="100954"/>
                </a:cubicBezTo>
                <a:cubicBezTo>
                  <a:pt x="66913" y="100954"/>
                  <a:pt x="71247" y="100117"/>
                  <a:pt x="75257" y="98442"/>
                </a:cubicBezTo>
                <a:cubicBezTo>
                  <a:pt x="79266" y="96767"/>
                  <a:pt x="82734" y="94390"/>
                  <a:pt x="85659" y="91311"/>
                </a:cubicBezTo>
                <a:cubicBezTo>
                  <a:pt x="88585" y="88231"/>
                  <a:pt x="90861" y="84557"/>
                  <a:pt x="92487" y="80289"/>
                </a:cubicBezTo>
                <a:cubicBezTo>
                  <a:pt x="94112" y="76020"/>
                  <a:pt x="94925" y="71292"/>
                  <a:pt x="94925" y="66105"/>
                </a:cubicBezTo>
                <a:close/>
                <a:moveTo>
                  <a:pt x="176360" y="58171"/>
                </a:moveTo>
                <a:cubicBezTo>
                  <a:pt x="176360" y="60343"/>
                  <a:pt x="175926" y="62380"/>
                  <a:pt x="175058" y="64282"/>
                </a:cubicBezTo>
                <a:cubicBezTo>
                  <a:pt x="174192" y="66182"/>
                  <a:pt x="173054" y="67838"/>
                  <a:pt x="171646" y="69250"/>
                </a:cubicBezTo>
                <a:cubicBezTo>
                  <a:pt x="170237" y="70662"/>
                  <a:pt x="168557" y="71775"/>
                  <a:pt x="166606" y="72591"/>
                </a:cubicBezTo>
                <a:cubicBezTo>
                  <a:pt x="164656" y="73404"/>
                  <a:pt x="162652" y="73811"/>
                  <a:pt x="160594" y="73811"/>
                </a:cubicBezTo>
                <a:cubicBezTo>
                  <a:pt x="158426" y="73811"/>
                  <a:pt x="156367" y="73430"/>
                  <a:pt x="154416" y="72670"/>
                </a:cubicBezTo>
                <a:cubicBezTo>
                  <a:pt x="152465" y="71909"/>
                  <a:pt x="150757" y="70824"/>
                  <a:pt x="149294" y="69413"/>
                </a:cubicBezTo>
                <a:cubicBezTo>
                  <a:pt x="147832" y="68001"/>
                  <a:pt x="146668" y="66372"/>
                  <a:pt x="145799" y="64525"/>
                </a:cubicBezTo>
                <a:cubicBezTo>
                  <a:pt x="144933" y="62678"/>
                  <a:pt x="144500" y="60669"/>
                  <a:pt x="144500" y="58498"/>
                </a:cubicBezTo>
                <a:cubicBezTo>
                  <a:pt x="144500" y="56325"/>
                  <a:pt x="144933" y="54289"/>
                  <a:pt x="145799" y="52389"/>
                </a:cubicBezTo>
                <a:cubicBezTo>
                  <a:pt x="146668" y="50488"/>
                  <a:pt x="147832" y="48831"/>
                  <a:pt x="149294" y="47419"/>
                </a:cubicBezTo>
                <a:cubicBezTo>
                  <a:pt x="150757" y="46007"/>
                  <a:pt x="152465" y="44894"/>
                  <a:pt x="154416" y="44081"/>
                </a:cubicBezTo>
                <a:cubicBezTo>
                  <a:pt x="156367" y="43265"/>
                  <a:pt x="158426" y="42858"/>
                  <a:pt x="160594" y="42858"/>
                </a:cubicBezTo>
                <a:cubicBezTo>
                  <a:pt x="162652" y="42858"/>
                  <a:pt x="164656" y="43265"/>
                  <a:pt x="166606" y="44081"/>
                </a:cubicBezTo>
                <a:cubicBezTo>
                  <a:pt x="168557" y="44894"/>
                  <a:pt x="170237" y="45980"/>
                  <a:pt x="171646" y="47337"/>
                </a:cubicBezTo>
                <a:cubicBezTo>
                  <a:pt x="173054" y="48695"/>
                  <a:pt x="174192" y="50324"/>
                  <a:pt x="175058" y="52226"/>
                </a:cubicBezTo>
                <a:cubicBezTo>
                  <a:pt x="175926" y="54125"/>
                  <a:pt x="176360" y="56107"/>
                  <a:pt x="176360" y="58171"/>
                </a:cubicBezTo>
                <a:moveTo>
                  <a:pt x="176360" y="110240"/>
                </a:moveTo>
                <a:cubicBezTo>
                  <a:pt x="176360" y="112413"/>
                  <a:pt x="175926" y="114450"/>
                  <a:pt x="175058" y="116351"/>
                </a:cubicBezTo>
                <a:cubicBezTo>
                  <a:pt x="174192" y="118251"/>
                  <a:pt x="173054" y="119880"/>
                  <a:pt x="171646" y="121237"/>
                </a:cubicBezTo>
                <a:cubicBezTo>
                  <a:pt x="170237" y="122595"/>
                  <a:pt x="168557" y="123681"/>
                  <a:pt x="166606" y="124496"/>
                </a:cubicBezTo>
                <a:cubicBezTo>
                  <a:pt x="164656" y="125310"/>
                  <a:pt x="162652" y="125716"/>
                  <a:pt x="160594" y="125716"/>
                </a:cubicBezTo>
                <a:cubicBezTo>
                  <a:pt x="158426" y="125716"/>
                  <a:pt x="156367" y="125336"/>
                  <a:pt x="154416" y="124576"/>
                </a:cubicBezTo>
                <a:cubicBezTo>
                  <a:pt x="152465" y="123815"/>
                  <a:pt x="150757" y="122729"/>
                  <a:pt x="149294" y="121319"/>
                </a:cubicBezTo>
                <a:cubicBezTo>
                  <a:pt x="147832" y="119907"/>
                  <a:pt x="146668" y="118277"/>
                  <a:pt x="145799" y="116431"/>
                </a:cubicBezTo>
                <a:cubicBezTo>
                  <a:pt x="144933" y="114584"/>
                  <a:pt x="144500" y="112575"/>
                  <a:pt x="144500" y="110404"/>
                </a:cubicBezTo>
                <a:cubicBezTo>
                  <a:pt x="144500" y="108231"/>
                  <a:pt x="144933" y="106195"/>
                  <a:pt x="145799" y="104295"/>
                </a:cubicBezTo>
                <a:cubicBezTo>
                  <a:pt x="146668" y="102393"/>
                  <a:pt x="147832" y="100737"/>
                  <a:pt x="149294" y="99325"/>
                </a:cubicBezTo>
                <a:cubicBezTo>
                  <a:pt x="150757" y="97913"/>
                  <a:pt x="152465" y="96800"/>
                  <a:pt x="154416" y="95986"/>
                </a:cubicBezTo>
                <a:cubicBezTo>
                  <a:pt x="156367" y="95171"/>
                  <a:pt x="158426" y="94764"/>
                  <a:pt x="160594" y="94764"/>
                </a:cubicBezTo>
                <a:cubicBezTo>
                  <a:pt x="162652" y="94764"/>
                  <a:pt x="164656" y="95171"/>
                  <a:pt x="166606" y="95986"/>
                </a:cubicBezTo>
                <a:cubicBezTo>
                  <a:pt x="168557" y="96800"/>
                  <a:pt x="170237" y="97885"/>
                  <a:pt x="171646" y="99243"/>
                </a:cubicBezTo>
                <a:cubicBezTo>
                  <a:pt x="173054" y="100600"/>
                  <a:pt x="174192" y="102230"/>
                  <a:pt x="175058" y="104131"/>
                </a:cubicBezTo>
                <a:cubicBezTo>
                  <a:pt x="175926" y="106031"/>
                  <a:pt x="176360" y="108067"/>
                  <a:pt x="176360" y="110240"/>
                </a:cubicBezTo>
                <a:close/>
                <a:moveTo>
                  <a:pt x="330612" y="30472"/>
                </a:moveTo>
                <a:cubicBezTo>
                  <a:pt x="326602" y="26245"/>
                  <a:pt x="321834" y="22967"/>
                  <a:pt x="316308" y="20638"/>
                </a:cubicBezTo>
                <a:cubicBezTo>
                  <a:pt x="310782" y="18308"/>
                  <a:pt x="304443" y="17143"/>
                  <a:pt x="297290" y="17143"/>
                </a:cubicBezTo>
                <a:cubicBezTo>
                  <a:pt x="289922" y="17143"/>
                  <a:pt x="283285" y="18494"/>
                  <a:pt x="277379" y="21196"/>
                </a:cubicBezTo>
                <a:cubicBezTo>
                  <a:pt x="271473" y="23896"/>
                  <a:pt x="266461" y="27543"/>
                  <a:pt x="262344" y="32136"/>
                </a:cubicBezTo>
                <a:cubicBezTo>
                  <a:pt x="258227" y="36728"/>
                  <a:pt x="255057" y="42049"/>
                  <a:pt x="252835" y="48101"/>
                </a:cubicBezTo>
                <a:cubicBezTo>
                  <a:pt x="250614" y="54151"/>
                  <a:pt x="249504" y="60526"/>
                  <a:pt x="249504" y="67226"/>
                </a:cubicBezTo>
                <a:cubicBezTo>
                  <a:pt x="249504" y="73924"/>
                  <a:pt x="250614" y="80299"/>
                  <a:pt x="252835" y="86351"/>
                </a:cubicBezTo>
                <a:cubicBezTo>
                  <a:pt x="255057" y="92401"/>
                  <a:pt x="258227" y="97695"/>
                  <a:pt x="262344" y="102234"/>
                </a:cubicBezTo>
                <a:cubicBezTo>
                  <a:pt x="266463" y="106773"/>
                  <a:pt x="271475" y="110393"/>
                  <a:pt x="277379" y="113095"/>
                </a:cubicBezTo>
                <a:cubicBezTo>
                  <a:pt x="283285" y="115795"/>
                  <a:pt x="289923" y="117145"/>
                  <a:pt x="297293" y="117145"/>
                </a:cubicBezTo>
                <a:cubicBezTo>
                  <a:pt x="303794" y="117145"/>
                  <a:pt x="309753" y="116444"/>
                  <a:pt x="315170" y="115042"/>
                </a:cubicBezTo>
                <a:cubicBezTo>
                  <a:pt x="320588" y="113640"/>
                  <a:pt x="324977" y="111860"/>
                  <a:pt x="328337" y="109704"/>
                </a:cubicBezTo>
                <a:lnTo>
                  <a:pt x="328337" y="74922"/>
                </a:lnTo>
                <a:lnTo>
                  <a:pt x="301516" y="74922"/>
                </a:lnTo>
                <a:lnTo>
                  <a:pt x="301516" y="64604"/>
                </a:lnTo>
                <a:lnTo>
                  <a:pt x="340039" y="64604"/>
                </a:lnTo>
                <a:lnTo>
                  <a:pt x="340039" y="116416"/>
                </a:lnTo>
                <a:cubicBezTo>
                  <a:pt x="333754" y="120205"/>
                  <a:pt x="326981" y="123020"/>
                  <a:pt x="319721" y="124861"/>
                </a:cubicBezTo>
                <a:cubicBezTo>
                  <a:pt x="312461" y="126701"/>
                  <a:pt x="304930" y="127621"/>
                  <a:pt x="297129" y="127621"/>
                </a:cubicBezTo>
                <a:cubicBezTo>
                  <a:pt x="288460" y="127621"/>
                  <a:pt x="280440" y="126106"/>
                  <a:pt x="273071" y="123075"/>
                </a:cubicBezTo>
                <a:cubicBezTo>
                  <a:pt x="265703" y="120044"/>
                  <a:pt x="259364" y="115850"/>
                  <a:pt x="254053" y="110493"/>
                </a:cubicBezTo>
                <a:cubicBezTo>
                  <a:pt x="248743" y="105134"/>
                  <a:pt x="244599" y="98775"/>
                  <a:pt x="241620" y="91415"/>
                </a:cubicBezTo>
                <a:cubicBezTo>
                  <a:pt x="238640" y="84054"/>
                  <a:pt x="237150" y="75990"/>
                  <a:pt x="237150" y="67223"/>
                </a:cubicBezTo>
                <a:cubicBezTo>
                  <a:pt x="237150" y="58457"/>
                  <a:pt x="238667" y="50394"/>
                  <a:pt x="241701" y="43034"/>
                </a:cubicBezTo>
                <a:cubicBezTo>
                  <a:pt x="244735" y="35673"/>
                  <a:pt x="248934" y="29313"/>
                  <a:pt x="254298" y="23956"/>
                </a:cubicBezTo>
                <a:cubicBezTo>
                  <a:pt x="259662" y="18597"/>
                  <a:pt x="266001" y="14403"/>
                  <a:pt x="273314" y="11372"/>
                </a:cubicBezTo>
                <a:cubicBezTo>
                  <a:pt x="280629" y="8341"/>
                  <a:pt x="288567" y="6826"/>
                  <a:pt x="297129" y="6826"/>
                </a:cubicBezTo>
                <a:cubicBezTo>
                  <a:pt x="306339" y="6826"/>
                  <a:pt x="314357" y="8190"/>
                  <a:pt x="321184" y="10920"/>
                </a:cubicBezTo>
                <a:cubicBezTo>
                  <a:pt x="328012" y="13650"/>
                  <a:pt x="333863" y="17458"/>
                  <a:pt x="338739" y="22344"/>
                </a:cubicBezTo>
                <a:lnTo>
                  <a:pt x="330612" y="30472"/>
                </a:lnTo>
                <a:close/>
                <a:moveTo>
                  <a:pt x="427326" y="80954"/>
                </a:moveTo>
                <a:cubicBezTo>
                  <a:pt x="427000" y="73741"/>
                  <a:pt x="424697" y="67758"/>
                  <a:pt x="420416" y="63005"/>
                </a:cubicBezTo>
                <a:cubicBezTo>
                  <a:pt x="416137" y="58251"/>
                  <a:pt x="410042" y="55874"/>
                  <a:pt x="402132" y="55874"/>
                </a:cubicBezTo>
                <a:cubicBezTo>
                  <a:pt x="398448" y="55874"/>
                  <a:pt x="395035" y="56557"/>
                  <a:pt x="391891" y="57923"/>
                </a:cubicBezTo>
                <a:cubicBezTo>
                  <a:pt x="388750" y="59288"/>
                  <a:pt x="385987" y="61146"/>
                  <a:pt x="383603" y="63496"/>
                </a:cubicBezTo>
                <a:cubicBezTo>
                  <a:pt x="381218" y="65845"/>
                  <a:pt x="379322" y="68523"/>
                  <a:pt x="377913" y="71529"/>
                </a:cubicBezTo>
                <a:cubicBezTo>
                  <a:pt x="376504" y="74533"/>
                  <a:pt x="375692" y="77675"/>
                  <a:pt x="375475" y="80954"/>
                </a:cubicBezTo>
                <a:lnTo>
                  <a:pt x="427326" y="80954"/>
                </a:lnTo>
                <a:moveTo>
                  <a:pt x="438542" y="84471"/>
                </a:moveTo>
                <a:cubicBezTo>
                  <a:pt x="438542" y="85231"/>
                  <a:pt x="438542" y="86046"/>
                  <a:pt x="438542" y="86916"/>
                </a:cubicBezTo>
                <a:cubicBezTo>
                  <a:pt x="438542" y="87784"/>
                  <a:pt x="438487" y="88707"/>
                  <a:pt x="438378" y="89684"/>
                </a:cubicBezTo>
                <a:lnTo>
                  <a:pt x="375311" y="89684"/>
                </a:lnTo>
                <a:cubicBezTo>
                  <a:pt x="375420" y="93475"/>
                  <a:pt x="376179" y="97050"/>
                  <a:pt x="377586" y="100408"/>
                </a:cubicBezTo>
                <a:cubicBezTo>
                  <a:pt x="378994" y="103765"/>
                  <a:pt x="380945" y="106689"/>
                  <a:pt x="383436" y="109181"/>
                </a:cubicBezTo>
                <a:cubicBezTo>
                  <a:pt x="385930" y="111671"/>
                  <a:pt x="388856" y="113648"/>
                  <a:pt x="392214" y="115111"/>
                </a:cubicBezTo>
                <a:cubicBezTo>
                  <a:pt x="395574" y="116573"/>
                  <a:pt x="399205" y="117304"/>
                  <a:pt x="403107" y="117304"/>
                </a:cubicBezTo>
                <a:cubicBezTo>
                  <a:pt x="408849" y="117304"/>
                  <a:pt x="413806" y="115977"/>
                  <a:pt x="417978" y="113323"/>
                </a:cubicBezTo>
                <a:cubicBezTo>
                  <a:pt x="422150" y="110667"/>
                  <a:pt x="425320" y="107606"/>
                  <a:pt x="427487" y="104139"/>
                </a:cubicBezTo>
                <a:lnTo>
                  <a:pt x="435776" y="110639"/>
                </a:lnTo>
                <a:cubicBezTo>
                  <a:pt x="431226" y="116374"/>
                  <a:pt x="426214" y="120479"/>
                  <a:pt x="420741" y="122956"/>
                </a:cubicBezTo>
                <a:cubicBezTo>
                  <a:pt x="415270" y="125431"/>
                  <a:pt x="409392" y="126669"/>
                  <a:pt x="403107" y="126669"/>
                </a:cubicBezTo>
                <a:cubicBezTo>
                  <a:pt x="397472" y="126669"/>
                  <a:pt x="392243" y="125666"/>
                  <a:pt x="387420" y="123660"/>
                </a:cubicBezTo>
                <a:cubicBezTo>
                  <a:pt x="382598" y="121655"/>
                  <a:pt x="378454" y="118864"/>
                  <a:pt x="374986" y="115287"/>
                </a:cubicBezTo>
                <a:cubicBezTo>
                  <a:pt x="371519" y="111709"/>
                  <a:pt x="368783" y="107481"/>
                  <a:pt x="366777" y="102603"/>
                </a:cubicBezTo>
                <a:cubicBezTo>
                  <a:pt x="364773" y="97726"/>
                  <a:pt x="363771" y="92414"/>
                  <a:pt x="363771" y="86668"/>
                </a:cubicBezTo>
                <a:cubicBezTo>
                  <a:pt x="363771" y="80922"/>
                  <a:pt x="364746" y="75611"/>
                  <a:pt x="366695" y="70733"/>
                </a:cubicBezTo>
                <a:cubicBezTo>
                  <a:pt x="368646" y="65855"/>
                  <a:pt x="371355" y="61628"/>
                  <a:pt x="374823" y="58052"/>
                </a:cubicBezTo>
                <a:cubicBezTo>
                  <a:pt x="378292" y="54473"/>
                  <a:pt x="382356" y="51682"/>
                  <a:pt x="387015" y="49676"/>
                </a:cubicBezTo>
                <a:cubicBezTo>
                  <a:pt x="391675" y="47670"/>
                  <a:pt x="396714" y="46667"/>
                  <a:pt x="402132" y="46667"/>
                </a:cubicBezTo>
                <a:cubicBezTo>
                  <a:pt x="408091" y="46667"/>
                  <a:pt x="413346" y="47673"/>
                  <a:pt x="417896" y="49683"/>
                </a:cubicBezTo>
                <a:cubicBezTo>
                  <a:pt x="422448" y="51692"/>
                  <a:pt x="426241" y="54408"/>
                  <a:pt x="429275" y="57831"/>
                </a:cubicBezTo>
                <a:cubicBezTo>
                  <a:pt x="432310" y="61252"/>
                  <a:pt x="434612" y="65243"/>
                  <a:pt x="436183" y="69805"/>
                </a:cubicBezTo>
                <a:cubicBezTo>
                  <a:pt x="437755" y="74367"/>
                  <a:pt x="438542" y="79256"/>
                  <a:pt x="438542" y="84471"/>
                </a:cubicBezTo>
                <a:close/>
                <a:moveTo>
                  <a:pt x="472187" y="48632"/>
                </a:moveTo>
                <a:cubicBezTo>
                  <a:pt x="472404" y="50690"/>
                  <a:pt x="472566" y="52966"/>
                  <a:pt x="472673" y="55460"/>
                </a:cubicBezTo>
                <a:cubicBezTo>
                  <a:pt x="472782" y="57952"/>
                  <a:pt x="472837" y="60010"/>
                  <a:pt x="472837" y="61635"/>
                </a:cubicBezTo>
                <a:lnTo>
                  <a:pt x="473162" y="61635"/>
                </a:lnTo>
                <a:cubicBezTo>
                  <a:pt x="475330" y="57188"/>
                  <a:pt x="478851" y="53581"/>
                  <a:pt x="483727" y="50817"/>
                </a:cubicBezTo>
                <a:cubicBezTo>
                  <a:pt x="488604" y="48051"/>
                  <a:pt x="493751" y="46667"/>
                  <a:pt x="499169" y="46667"/>
                </a:cubicBezTo>
                <a:cubicBezTo>
                  <a:pt x="508812" y="46667"/>
                  <a:pt x="516045" y="49542"/>
                  <a:pt x="520866" y="55291"/>
                </a:cubicBezTo>
                <a:cubicBezTo>
                  <a:pt x="525689" y="61040"/>
                  <a:pt x="528101" y="68633"/>
                  <a:pt x="528101" y="78069"/>
                </a:cubicBezTo>
                <a:lnTo>
                  <a:pt x="528101" y="124764"/>
                </a:lnTo>
                <a:lnTo>
                  <a:pt x="517049" y="124764"/>
                </a:lnTo>
                <a:lnTo>
                  <a:pt x="517049" y="82583"/>
                </a:lnTo>
                <a:cubicBezTo>
                  <a:pt x="517049" y="78565"/>
                  <a:pt x="516724" y="74929"/>
                  <a:pt x="516074" y="71673"/>
                </a:cubicBezTo>
                <a:cubicBezTo>
                  <a:pt x="515424" y="68416"/>
                  <a:pt x="514313" y="65620"/>
                  <a:pt x="512741" y="63285"/>
                </a:cubicBezTo>
                <a:cubicBezTo>
                  <a:pt x="511170" y="60950"/>
                  <a:pt x="509057" y="59131"/>
                  <a:pt x="506401" y="57828"/>
                </a:cubicBezTo>
                <a:cubicBezTo>
                  <a:pt x="503748" y="56525"/>
                  <a:pt x="500416" y="55874"/>
                  <a:pt x="496406" y="55874"/>
                </a:cubicBezTo>
                <a:cubicBezTo>
                  <a:pt x="493481" y="55874"/>
                  <a:pt x="490636" y="56472"/>
                  <a:pt x="487872" y="57667"/>
                </a:cubicBezTo>
                <a:cubicBezTo>
                  <a:pt x="485109" y="58861"/>
                  <a:pt x="482644" y="60680"/>
                  <a:pt x="480476" y="63124"/>
                </a:cubicBezTo>
                <a:cubicBezTo>
                  <a:pt x="478310" y="65566"/>
                  <a:pt x="476576" y="68659"/>
                  <a:pt x="475275" y="72405"/>
                </a:cubicBezTo>
                <a:cubicBezTo>
                  <a:pt x="473975" y="76150"/>
                  <a:pt x="473326" y="80574"/>
                  <a:pt x="473326" y="85679"/>
                </a:cubicBezTo>
                <a:lnTo>
                  <a:pt x="473326" y="124764"/>
                </a:lnTo>
                <a:lnTo>
                  <a:pt x="462271" y="124764"/>
                </a:lnTo>
                <a:lnTo>
                  <a:pt x="462271" y="65378"/>
                </a:lnTo>
                <a:cubicBezTo>
                  <a:pt x="462271" y="63316"/>
                  <a:pt x="462217" y="60660"/>
                  <a:pt x="462108" y="57409"/>
                </a:cubicBezTo>
                <a:cubicBezTo>
                  <a:pt x="462000" y="54159"/>
                  <a:pt x="461838" y="51233"/>
                  <a:pt x="461621" y="48632"/>
                </a:cubicBezTo>
                <a:lnTo>
                  <a:pt x="472187" y="48632"/>
                </a:lnTo>
                <a:close/>
                <a:moveTo>
                  <a:pt x="614737" y="80954"/>
                </a:moveTo>
                <a:cubicBezTo>
                  <a:pt x="614411" y="73741"/>
                  <a:pt x="612108" y="67758"/>
                  <a:pt x="607827" y="63005"/>
                </a:cubicBezTo>
                <a:cubicBezTo>
                  <a:pt x="603548" y="58251"/>
                  <a:pt x="597453" y="55874"/>
                  <a:pt x="589543" y="55874"/>
                </a:cubicBezTo>
                <a:cubicBezTo>
                  <a:pt x="585859" y="55874"/>
                  <a:pt x="582446" y="56557"/>
                  <a:pt x="579303" y="57923"/>
                </a:cubicBezTo>
                <a:cubicBezTo>
                  <a:pt x="576161" y="59288"/>
                  <a:pt x="573398" y="61146"/>
                  <a:pt x="571014" y="63496"/>
                </a:cubicBezTo>
                <a:cubicBezTo>
                  <a:pt x="568629" y="65845"/>
                  <a:pt x="566733" y="68523"/>
                  <a:pt x="565324" y="71529"/>
                </a:cubicBezTo>
                <a:cubicBezTo>
                  <a:pt x="563915" y="74533"/>
                  <a:pt x="563103" y="77675"/>
                  <a:pt x="562886" y="80954"/>
                </a:cubicBezTo>
                <a:lnTo>
                  <a:pt x="614737" y="80954"/>
                </a:lnTo>
                <a:moveTo>
                  <a:pt x="625953" y="84471"/>
                </a:moveTo>
                <a:cubicBezTo>
                  <a:pt x="625953" y="85231"/>
                  <a:pt x="625953" y="86046"/>
                  <a:pt x="625953" y="86916"/>
                </a:cubicBezTo>
                <a:cubicBezTo>
                  <a:pt x="625953" y="87784"/>
                  <a:pt x="625898" y="88707"/>
                  <a:pt x="625789" y="89684"/>
                </a:cubicBezTo>
                <a:lnTo>
                  <a:pt x="562722" y="89684"/>
                </a:lnTo>
                <a:cubicBezTo>
                  <a:pt x="562832" y="93475"/>
                  <a:pt x="563590" y="97050"/>
                  <a:pt x="564997" y="100408"/>
                </a:cubicBezTo>
                <a:cubicBezTo>
                  <a:pt x="566406" y="103765"/>
                  <a:pt x="568356" y="106689"/>
                  <a:pt x="570848" y="109181"/>
                </a:cubicBezTo>
                <a:cubicBezTo>
                  <a:pt x="573341" y="111671"/>
                  <a:pt x="576267" y="113648"/>
                  <a:pt x="579625" y="115111"/>
                </a:cubicBezTo>
                <a:cubicBezTo>
                  <a:pt x="582985" y="116573"/>
                  <a:pt x="586616" y="117304"/>
                  <a:pt x="590518" y="117304"/>
                </a:cubicBezTo>
                <a:cubicBezTo>
                  <a:pt x="596261" y="117304"/>
                  <a:pt x="601218" y="115977"/>
                  <a:pt x="605389" y="113323"/>
                </a:cubicBezTo>
                <a:cubicBezTo>
                  <a:pt x="609561" y="110667"/>
                  <a:pt x="612731" y="107606"/>
                  <a:pt x="614898" y="104139"/>
                </a:cubicBezTo>
                <a:lnTo>
                  <a:pt x="623187" y="110639"/>
                </a:lnTo>
                <a:cubicBezTo>
                  <a:pt x="618637" y="116374"/>
                  <a:pt x="613625" y="120479"/>
                  <a:pt x="608152" y="122956"/>
                </a:cubicBezTo>
                <a:cubicBezTo>
                  <a:pt x="602681" y="125431"/>
                  <a:pt x="596803" y="126669"/>
                  <a:pt x="590518" y="126669"/>
                </a:cubicBezTo>
                <a:cubicBezTo>
                  <a:pt x="584883" y="126669"/>
                  <a:pt x="579654" y="125666"/>
                  <a:pt x="574831" y="123660"/>
                </a:cubicBezTo>
                <a:cubicBezTo>
                  <a:pt x="570009" y="121655"/>
                  <a:pt x="565865" y="118864"/>
                  <a:pt x="562397" y="115287"/>
                </a:cubicBezTo>
                <a:cubicBezTo>
                  <a:pt x="558930" y="111709"/>
                  <a:pt x="556194" y="107481"/>
                  <a:pt x="554188" y="102603"/>
                </a:cubicBezTo>
                <a:cubicBezTo>
                  <a:pt x="552184" y="97726"/>
                  <a:pt x="551182" y="92414"/>
                  <a:pt x="551182" y="86668"/>
                </a:cubicBezTo>
                <a:cubicBezTo>
                  <a:pt x="551182" y="80922"/>
                  <a:pt x="552157" y="75611"/>
                  <a:pt x="554106" y="70733"/>
                </a:cubicBezTo>
                <a:cubicBezTo>
                  <a:pt x="556057" y="65855"/>
                  <a:pt x="558766" y="61628"/>
                  <a:pt x="562234" y="58052"/>
                </a:cubicBezTo>
                <a:cubicBezTo>
                  <a:pt x="565703" y="54473"/>
                  <a:pt x="569767" y="51682"/>
                  <a:pt x="574426" y="49676"/>
                </a:cubicBezTo>
                <a:cubicBezTo>
                  <a:pt x="579086" y="47670"/>
                  <a:pt x="584125" y="46667"/>
                  <a:pt x="589543" y="46667"/>
                </a:cubicBezTo>
                <a:cubicBezTo>
                  <a:pt x="595502" y="46667"/>
                  <a:pt x="600757" y="47673"/>
                  <a:pt x="605307" y="49683"/>
                </a:cubicBezTo>
                <a:cubicBezTo>
                  <a:pt x="609859" y="51692"/>
                  <a:pt x="613653" y="54408"/>
                  <a:pt x="616687" y="57831"/>
                </a:cubicBezTo>
                <a:cubicBezTo>
                  <a:pt x="619721" y="61252"/>
                  <a:pt x="622023" y="65243"/>
                  <a:pt x="623594" y="69805"/>
                </a:cubicBezTo>
                <a:cubicBezTo>
                  <a:pt x="625166" y="74367"/>
                  <a:pt x="625953" y="79256"/>
                  <a:pt x="625953" y="84471"/>
                </a:cubicBezTo>
                <a:close/>
                <a:moveTo>
                  <a:pt x="649682" y="65378"/>
                </a:moveTo>
                <a:cubicBezTo>
                  <a:pt x="649682" y="63316"/>
                  <a:pt x="649628" y="60660"/>
                  <a:pt x="649519" y="57409"/>
                </a:cubicBezTo>
                <a:cubicBezTo>
                  <a:pt x="649411" y="54159"/>
                  <a:pt x="649249" y="51233"/>
                  <a:pt x="649033" y="48632"/>
                </a:cubicBezTo>
                <a:lnTo>
                  <a:pt x="659598" y="48632"/>
                </a:lnTo>
                <a:cubicBezTo>
                  <a:pt x="659815" y="50690"/>
                  <a:pt x="659977" y="52966"/>
                  <a:pt x="660084" y="55460"/>
                </a:cubicBezTo>
                <a:cubicBezTo>
                  <a:pt x="660193" y="57952"/>
                  <a:pt x="660248" y="60010"/>
                  <a:pt x="660248" y="61635"/>
                </a:cubicBezTo>
                <a:lnTo>
                  <a:pt x="660573" y="61635"/>
                </a:lnTo>
                <a:cubicBezTo>
                  <a:pt x="662741" y="57188"/>
                  <a:pt x="665991" y="53581"/>
                  <a:pt x="670325" y="50817"/>
                </a:cubicBezTo>
                <a:cubicBezTo>
                  <a:pt x="674661" y="48051"/>
                  <a:pt x="679537" y="46667"/>
                  <a:pt x="684956" y="46667"/>
                </a:cubicBezTo>
                <a:cubicBezTo>
                  <a:pt x="686365" y="46667"/>
                  <a:pt x="687638" y="46731"/>
                  <a:pt x="688775" y="46858"/>
                </a:cubicBezTo>
                <a:cubicBezTo>
                  <a:pt x="689913" y="46986"/>
                  <a:pt x="691078" y="47240"/>
                  <a:pt x="692270" y="47620"/>
                </a:cubicBezTo>
                <a:lnTo>
                  <a:pt x="690807" y="57962"/>
                </a:lnTo>
                <a:cubicBezTo>
                  <a:pt x="690157" y="57746"/>
                  <a:pt x="689073" y="57529"/>
                  <a:pt x="687555" y="57312"/>
                </a:cubicBezTo>
                <a:cubicBezTo>
                  <a:pt x="686039" y="57094"/>
                  <a:pt x="684522" y="56985"/>
                  <a:pt x="683004" y="56985"/>
                </a:cubicBezTo>
                <a:cubicBezTo>
                  <a:pt x="680079" y="56985"/>
                  <a:pt x="677261" y="57527"/>
                  <a:pt x="674551" y="58612"/>
                </a:cubicBezTo>
                <a:cubicBezTo>
                  <a:pt x="671843" y="59695"/>
                  <a:pt x="669486" y="61402"/>
                  <a:pt x="667480" y="63731"/>
                </a:cubicBezTo>
                <a:cubicBezTo>
                  <a:pt x="665476" y="66061"/>
                  <a:pt x="663851" y="69041"/>
                  <a:pt x="662604" y="72672"/>
                </a:cubicBezTo>
                <a:cubicBezTo>
                  <a:pt x="661359" y="76302"/>
                  <a:pt x="660737" y="80663"/>
                  <a:pt x="660737" y="85755"/>
                </a:cubicBezTo>
                <a:lnTo>
                  <a:pt x="660737" y="124764"/>
                </a:lnTo>
                <a:lnTo>
                  <a:pt x="649682" y="124764"/>
                </a:lnTo>
                <a:lnTo>
                  <a:pt x="649682" y="65378"/>
                </a:lnTo>
                <a:close/>
                <a:moveTo>
                  <a:pt x="754197" y="75646"/>
                </a:moveTo>
                <a:cubicBezTo>
                  <a:pt x="754197" y="69001"/>
                  <a:pt x="752463" y="64045"/>
                  <a:pt x="748996" y="60777"/>
                </a:cubicBezTo>
                <a:cubicBezTo>
                  <a:pt x="745529" y="57508"/>
                  <a:pt x="740490" y="55874"/>
                  <a:pt x="733879" y="55874"/>
                </a:cubicBezTo>
                <a:cubicBezTo>
                  <a:pt x="729329" y="55874"/>
                  <a:pt x="725102" y="56687"/>
                  <a:pt x="721200" y="58312"/>
                </a:cubicBezTo>
                <a:cubicBezTo>
                  <a:pt x="717300" y="59937"/>
                  <a:pt x="713995" y="62105"/>
                  <a:pt x="711287" y="64815"/>
                </a:cubicBezTo>
                <a:lnTo>
                  <a:pt x="705109" y="57501"/>
                </a:lnTo>
                <a:cubicBezTo>
                  <a:pt x="708252" y="54371"/>
                  <a:pt x="712397" y="51783"/>
                  <a:pt x="717544" y="49738"/>
                </a:cubicBezTo>
                <a:cubicBezTo>
                  <a:pt x="722692" y="47691"/>
                  <a:pt x="728516" y="46667"/>
                  <a:pt x="735018" y="46667"/>
                </a:cubicBezTo>
                <a:cubicBezTo>
                  <a:pt x="739136" y="46667"/>
                  <a:pt x="742983" y="47237"/>
                  <a:pt x="746558" y="48376"/>
                </a:cubicBezTo>
                <a:cubicBezTo>
                  <a:pt x="750134" y="49516"/>
                  <a:pt x="753277" y="51224"/>
                  <a:pt x="755985" y="53503"/>
                </a:cubicBezTo>
                <a:cubicBezTo>
                  <a:pt x="758695" y="55780"/>
                  <a:pt x="760808" y="58653"/>
                  <a:pt x="762325" y="62124"/>
                </a:cubicBezTo>
                <a:cubicBezTo>
                  <a:pt x="763842" y="65595"/>
                  <a:pt x="764601" y="69662"/>
                  <a:pt x="764601" y="74327"/>
                </a:cubicBezTo>
                <a:lnTo>
                  <a:pt x="764601" y="107680"/>
                </a:lnTo>
                <a:cubicBezTo>
                  <a:pt x="764601" y="110609"/>
                  <a:pt x="764710" y="113646"/>
                  <a:pt x="764926" y="116793"/>
                </a:cubicBezTo>
                <a:cubicBezTo>
                  <a:pt x="765143" y="119938"/>
                  <a:pt x="765468" y="122595"/>
                  <a:pt x="765901" y="124764"/>
                </a:cubicBezTo>
                <a:lnTo>
                  <a:pt x="755988" y="124764"/>
                </a:lnTo>
                <a:cubicBezTo>
                  <a:pt x="755662" y="122914"/>
                  <a:pt x="755391" y="120901"/>
                  <a:pt x="755174" y="118725"/>
                </a:cubicBezTo>
                <a:cubicBezTo>
                  <a:pt x="754958" y="116549"/>
                  <a:pt x="754849" y="114427"/>
                  <a:pt x="754849" y="112361"/>
                </a:cubicBezTo>
                <a:lnTo>
                  <a:pt x="754522" y="112361"/>
                </a:lnTo>
                <a:cubicBezTo>
                  <a:pt x="751054" y="117455"/>
                  <a:pt x="747126" y="121113"/>
                  <a:pt x="742736" y="123335"/>
                </a:cubicBezTo>
                <a:cubicBezTo>
                  <a:pt x="738348" y="125558"/>
                  <a:pt x="733066" y="126669"/>
                  <a:pt x="726890" y="126669"/>
                </a:cubicBezTo>
                <a:cubicBezTo>
                  <a:pt x="723963" y="126669"/>
                  <a:pt x="720956" y="126263"/>
                  <a:pt x="717867" y="125451"/>
                </a:cubicBezTo>
                <a:cubicBezTo>
                  <a:pt x="714780" y="124639"/>
                  <a:pt x="711963" y="123313"/>
                  <a:pt x="709417" y="121473"/>
                </a:cubicBezTo>
                <a:cubicBezTo>
                  <a:pt x="706871" y="119631"/>
                  <a:pt x="704757" y="117248"/>
                  <a:pt x="703077" y="114325"/>
                </a:cubicBezTo>
                <a:cubicBezTo>
                  <a:pt x="701398" y="111400"/>
                  <a:pt x="700558" y="107825"/>
                  <a:pt x="700558" y="103600"/>
                </a:cubicBezTo>
                <a:cubicBezTo>
                  <a:pt x="700558" y="97752"/>
                  <a:pt x="702047" y="93122"/>
                  <a:pt x="705027" y="89711"/>
                </a:cubicBezTo>
                <a:cubicBezTo>
                  <a:pt x="708006" y="86300"/>
                  <a:pt x="711989" y="83756"/>
                  <a:pt x="716974" y="82077"/>
                </a:cubicBezTo>
                <a:cubicBezTo>
                  <a:pt x="721959" y="80397"/>
                  <a:pt x="727675" y="79314"/>
                  <a:pt x="734122" y="78828"/>
                </a:cubicBezTo>
                <a:cubicBezTo>
                  <a:pt x="740571" y="78340"/>
                  <a:pt x="747262" y="78097"/>
                  <a:pt x="754197" y="78097"/>
                </a:cubicBezTo>
                <a:lnTo>
                  <a:pt x="754197" y="75646"/>
                </a:lnTo>
                <a:moveTo>
                  <a:pt x="750945" y="86827"/>
                </a:moveTo>
                <a:cubicBezTo>
                  <a:pt x="746395" y="86827"/>
                  <a:pt x="741817" y="87016"/>
                  <a:pt x="737210" y="87395"/>
                </a:cubicBezTo>
                <a:cubicBezTo>
                  <a:pt x="732605" y="87772"/>
                  <a:pt x="728433" y="88528"/>
                  <a:pt x="724695" y="89664"/>
                </a:cubicBezTo>
                <a:cubicBezTo>
                  <a:pt x="720958" y="90799"/>
                  <a:pt x="717898" y="92446"/>
                  <a:pt x="715513" y="94607"/>
                </a:cubicBezTo>
                <a:cubicBezTo>
                  <a:pt x="713129" y="96768"/>
                  <a:pt x="711937" y="99631"/>
                  <a:pt x="711937" y="103196"/>
                </a:cubicBezTo>
                <a:cubicBezTo>
                  <a:pt x="711937" y="105898"/>
                  <a:pt x="712451" y="108167"/>
                  <a:pt x="713479" y="110004"/>
                </a:cubicBezTo>
                <a:cubicBezTo>
                  <a:pt x="714510" y="111841"/>
                  <a:pt x="715891" y="113327"/>
                  <a:pt x="717624" y="114461"/>
                </a:cubicBezTo>
                <a:cubicBezTo>
                  <a:pt x="719358" y="115596"/>
                  <a:pt x="721282" y="116406"/>
                  <a:pt x="723395" y="116892"/>
                </a:cubicBezTo>
                <a:cubicBezTo>
                  <a:pt x="725508" y="117378"/>
                  <a:pt x="727649" y="117621"/>
                  <a:pt x="729817" y="117621"/>
                </a:cubicBezTo>
                <a:cubicBezTo>
                  <a:pt x="733717" y="117621"/>
                  <a:pt x="737184" y="116946"/>
                  <a:pt x="740218" y="115595"/>
                </a:cubicBezTo>
                <a:cubicBezTo>
                  <a:pt x="743253" y="114244"/>
                  <a:pt x="745799" y="112407"/>
                  <a:pt x="747858" y="110084"/>
                </a:cubicBezTo>
                <a:cubicBezTo>
                  <a:pt x="749916" y="107761"/>
                  <a:pt x="751487" y="105087"/>
                  <a:pt x="752570" y="102063"/>
                </a:cubicBezTo>
                <a:cubicBezTo>
                  <a:pt x="753655" y="99037"/>
                  <a:pt x="754197" y="95849"/>
                  <a:pt x="754197" y="92499"/>
                </a:cubicBezTo>
                <a:lnTo>
                  <a:pt x="754197" y="86827"/>
                </a:lnTo>
                <a:lnTo>
                  <a:pt x="750945" y="86827"/>
                </a:lnTo>
                <a:close/>
                <a:moveTo>
                  <a:pt x="825715" y="57938"/>
                </a:moveTo>
                <a:lnTo>
                  <a:pt x="804262" y="57938"/>
                </a:lnTo>
                <a:lnTo>
                  <a:pt x="804262" y="102358"/>
                </a:lnTo>
                <a:cubicBezTo>
                  <a:pt x="804262" y="105179"/>
                  <a:pt x="804532" y="107511"/>
                  <a:pt x="805073" y="109355"/>
                </a:cubicBezTo>
                <a:cubicBezTo>
                  <a:pt x="805615" y="111198"/>
                  <a:pt x="806400" y="112636"/>
                  <a:pt x="807429" y="113668"/>
                </a:cubicBezTo>
                <a:cubicBezTo>
                  <a:pt x="808459" y="114698"/>
                  <a:pt x="809678" y="115403"/>
                  <a:pt x="811087" y="115783"/>
                </a:cubicBezTo>
                <a:cubicBezTo>
                  <a:pt x="812496" y="116162"/>
                  <a:pt x="814013" y="116351"/>
                  <a:pt x="815638" y="116351"/>
                </a:cubicBezTo>
                <a:cubicBezTo>
                  <a:pt x="817156" y="116351"/>
                  <a:pt x="818754" y="116130"/>
                  <a:pt x="820433" y="115689"/>
                </a:cubicBezTo>
                <a:cubicBezTo>
                  <a:pt x="822113" y="115246"/>
                  <a:pt x="823711" y="114637"/>
                  <a:pt x="825229" y="113861"/>
                </a:cubicBezTo>
                <a:lnTo>
                  <a:pt x="825715" y="123442"/>
                </a:lnTo>
                <a:cubicBezTo>
                  <a:pt x="823766" y="124201"/>
                  <a:pt x="821735" y="124770"/>
                  <a:pt x="819622" y="125148"/>
                </a:cubicBezTo>
                <a:cubicBezTo>
                  <a:pt x="817508" y="125527"/>
                  <a:pt x="815205" y="125716"/>
                  <a:pt x="812712" y="125716"/>
                </a:cubicBezTo>
                <a:cubicBezTo>
                  <a:pt x="810653" y="125716"/>
                  <a:pt x="808486" y="125445"/>
                  <a:pt x="806211" y="124903"/>
                </a:cubicBezTo>
                <a:cubicBezTo>
                  <a:pt x="803936" y="124362"/>
                  <a:pt x="801823" y="123334"/>
                  <a:pt x="799872" y="121818"/>
                </a:cubicBezTo>
                <a:cubicBezTo>
                  <a:pt x="797922" y="120300"/>
                  <a:pt x="796324" y="118240"/>
                  <a:pt x="795078" y="115639"/>
                </a:cubicBezTo>
                <a:cubicBezTo>
                  <a:pt x="793831" y="113038"/>
                  <a:pt x="793207" y="109625"/>
                  <a:pt x="793207" y="105399"/>
                </a:cubicBezTo>
                <a:lnTo>
                  <a:pt x="793207" y="57938"/>
                </a:lnTo>
                <a:lnTo>
                  <a:pt x="777441" y="57938"/>
                </a:lnTo>
                <a:lnTo>
                  <a:pt x="777441" y="48731"/>
                </a:lnTo>
                <a:lnTo>
                  <a:pt x="793207" y="48731"/>
                </a:lnTo>
                <a:lnTo>
                  <a:pt x="793207" y="27275"/>
                </a:lnTo>
                <a:lnTo>
                  <a:pt x="804262" y="27275"/>
                </a:lnTo>
                <a:lnTo>
                  <a:pt x="804262" y="48731"/>
                </a:lnTo>
                <a:lnTo>
                  <a:pt x="825715" y="48731"/>
                </a:lnTo>
                <a:lnTo>
                  <a:pt x="825715" y="57938"/>
                </a:lnTo>
                <a:close/>
                <a:moveTo>
                  <a:pt x="900975" y="80954"/>
                </a:moveTo>
                <a:cubicBezTo>
                  <a:pt x="900649" y="73741"/>
                  <a:pt x="898346" y="67758"/>
                  <a:pt x="894065" y="63005"/>
                </a:cubicBezTo>
                <a:cubicBezTo>
                  <a:pt x="889786" y="58251"/>
                  <a:pt x="883691" y="55874"/>
                  <a:pt x="875781" y="55874"/>
                </a:cubicBezTo>
                <a:cubicBezTo>
                  <a:pt x="872097" y="55874"/>
                  <a:pt x="868683" y="56557"/>
                  <a:pt x="865540" y="57923"/>
                </a:cubicBezTo>
                <a:cubicBezTo>
                  <a:pt x="862398" y="59288"/>
                  <a:pt x="859636" y="61146"/>
                  <a:pt x="857251" y="63496"/>
                </a:cubicBezTo>
                <a:cubicBezTo>
                  <a:pt x="854867" y="65845"/>
                  <a:pt x="852970" y="68523"/>
                  <a:pt x="851562" y="71529"/>
                </a:cubicBezTo>
                <a:cubicBezTo>
                  <a:pt x="850153" y="74533"/>
                  <a:pt x="849340" y="77675"/>
                  <a:pt x="849124" y="80954"/>
                </a:cubicBezTo>
                <a:lnTo>
                  <a:pt x="900975" y="80954"/>
                </a:lnTo>
                <a:moveTo>
                  <a:pt x="912190" y="84471"/>
                </a:moveTo>
                <a:cubicBezTo>
                  <a:pt x="912190" y="85231"/>
                  <a:pt x="912190" y="86046"/>
                  <a:pt x="912190" y="86916"/>
                </a:cubicBezTo>
                <a:cubicBezTo>
                  <a:pt x="912190" y="87784"/>
                  <a:pt x="912136" y="88707"/>
                  <a:pt x="912026" y="89684"/>
                </a:cubicBezTo>
                <a:lnTo>
                  <a:pt x="848960" y="89684"/>
                </a:lnTo>
                <a:cubicBezTo>
                  <a:pt x="849069" y="93475"/>
                  <a:pt x="849827" y="97050"/>
                  <a:pt x="851234" y="100408"/>
                </a:cubicBezTo>
                <a:cubicBezTo>
                  <a:pt x="852643" y="103765"/>
                  <a:pt x="854593" y="106689"/>
                  <a:pt x="857085" y="109181"/>
                </a:cubicBezTo>
                <a:cubicBezTo>
                  <a:pt x="859578" y="111671"/>
                  <a:pt x="862504" y="113648"/>
                  <a:pt x="865862" y="115111"/>
                </a:cubicBezTo>
                <a:cubicBezTo>
                  <a:pt x="869222" y="116573"/>
                  <a:pt x="872853" y="117304"/>
                  <a:pt x="876756" y="117304"/>
                </a:cubicBezTo>
                <a:cubicBezTo>
                  <a:pt x="882498" y="117304"/>
                  <a:pt x="887455" y="115977"/>
                  <a:pt x="891627" y="113323"/>
                </a:cubicBezTo>
                <a:cubicBezTo>
                  <a:pt x="895799" y="110667"/>
                  <a:pt x="898968" y="107606"/>
                  <a:pt x="901136" y="104139"/>
                </a:cubicBezTo>
                <a:lnTo>
                  <a:pt x="909425" y="110639"/>
                </a:lnTo>
                <a:cubicBezTo>
                  <a:pt x="904874" y="116374"/>
                  <a:pt x="899863" y="120479"/>
                  <a:pt x="894390" y="122956"/>
                </a:cubicBezTo>
                <a:cubicBezTo>
                  <a:pt x="888918" y="125431"/>
                  <a:pt x="883040" y="126669"/>
                  <a:pt x="876756" y="126669"/>
                </a:cubicBezTo>
                <a:cubicBezTo>
                  <a:pt x="871120" y="126669"/>
                  <a:pt x="865891" y="125666"/>
                  <a:pt x="861068" y="123660"/>
                </a:cubicBezTo>
                <a:cubicBezTo>
                  <a:pt x="856247" y="121655"/>
                  <a:pt x="852102" y="118864"/>
                  <a:pt x="848635" y="115287"/>
                </a:cubicBezTo>
                <a:cubicBezTo>
                  <a:pt x="845168" y="111709"/>
                  <a:pt x="842431" y="107481"/>
                  <a:pt x="840426" y="102603"/>
                </a:cubicBezTo>
                <a:cubicBezTo>
                  <a:pt x="838422" y="97726"/>
                  <a:pt x="837420" y="92414"/>
                  <a:pt x="837420" y="86668"/>
                </a:cubicBezTo>
                <a:cubicBezTo>
                  <a:pt x="837420" y="80922"/>
                  <a:pt x="838394" y="75611"/>
                  <a:pt x="840344" y="70733"/>
                </a:cubicBezTo>
                <a:cubicBezTo>
                  <a:pt x="842295" y="65855"/>
                  <a:pt x="845004" y="61628"/>
                  <a:pt x="848471" y="58052"/>
                </a:cubicBezTo>
                <a:cubicBezTo>
                  <a:pt x="851940" y="54473"/>
                  <a:pt x="856004" y="51682"/>
                  <a:pt x="860664" y="49676"/>
                </a:cubicBezTo>
                <a:cubicBezTo>
                  <a:pt x="865323" y="47670"/>
                  <a:pt x="870362" y="46667"/>
                  <a:pt x="875781" y="46667"/>
                </a:cubicBezTo>
                <a:cubicBezTo>
                  <a:pt x="881740" y="46667"/>
                  <a:pt x="886995" y="47673"/>
                  <a:pt x="891545" y="49683"/>
                </a:cubicBezTo>
                <a:cubicBezTo>
                  <a:pt x="896097" y="51692"/>
                  <a:pt x="899890" y="54408"/>
                  <a:pt x="902924" y="57831"/>
                </a:cubicBezTo>
                <a:cubicBezTo>
                  <a:pt x="905958" y="61252"/>
                  <a:pt x="908261" y="65243"/>
                  <a:pt x="909831" y="69805"/>
                </a:cubicBezTo>
                <a:cubicBezTo>
                  <a:pt x="911404" y="74367"/>
                  <a:pt x="912190" y="79256"/>
                  <a:pt x="912190" y="84471"/>
                </a:cubicBezTo>
                <a:close/>
                <a:moveTo>
                  <a:pt x="1024505" y="75646"/>
                </a:moveTo>
                <a:cubicBezTo>
                  <a:pt x="1024505" y="69001"/>
                  <a:pt x="1022771" y="64045"/>
                  <a:pt x="1019304" y="60777"/>
                </a:cubicBezTo>
                <a:cubicBezTo>
                  <a:pt x="1015836" y="57508"/>
                  <a:pt x="1010797" y="55874"/>
                  <a:pt x="1004187" y="55874"/>
                </a:cubicBezTo>
                <a:cubicBezTo>
                  <a:pt x="999637" y="55874"/>
                  <a:pt x="995410" y="56687"/>
                  <a:pt x="991508" y="58312"/>
                </a:cubicBezTo>
                <a:cubicBezTo>
                  <a:pt x="987608" y="59937"/>
                  <a:pt x="984303" y="62105"/>
                  <a:pt x="981595" y="64815"/>
                </a:cubicBezTo>
                <a:lnTo>
                  <a:pt x="975417" y="57501"/>
                </a:lnTo>
                <a:cubicBezTo>
                  <a:pt x="978560" y="54371"/>
                  <a:pt x="982705" y="51783"/>
                  <a:pt x="987852" y="49738"/>
                </a:cubicBezTo>
                <a:cubicBezTo>
                  <a:pt x="993000" y="47691"/>
                  <a:pt x="998824" y="46667"/>
                  <a:pt x="1005325" y="46667"/>
                </a:cubicBezTo>
                <a:cubicBezTo>
                  <a:pt x="1009444" y="46667"/>
                  <a:pt x="1013291" y="47237"/>
                  <a:pt x="1016866" y="48376"/>
                </a:cubicBezTo>
                <a:cubicBezTo>
                  <a:pt x="1020442" y="49516"/>
                  <a:pt x="1023585" y="51224"/>
                  <a:pt x="1026293" y="53503"/>
                </a:cubicBezTo>
                <a:cubicBezTo>
                  <a:pt x="1029003" y="55780"/>
                  <a:pt x="1031116" y="58653"/>
                  <a:pt x="1032632" y="62124"/>
                </a:cubicBezTo>
                <a:cubicBezTo>
                  <a:pt x="1034150" y="65595"/>
                  <a:pt x="1034909" y="69662"/>
                  <a:pt x="1034909" y="74327"/>
                </a:cubicBezTo>
                <a:lnTo>
                  <a:pt x="1034909" y="107680"/>
                </a:lnTo>
                <a:cubicBezTo>
                  <a:pt x="1034909" y="110609"/>
                  <a:pt x="1035017" y="113646"/>
                  <a:pt x="1035234" y="116793"/>
                </a:cubicBezTo>
                <a:cubicBezTo>
                  <a:pt x="1035451" y="119938"/>
                  <a:pt x="1035776" y="122595"/>
                  <a:pt x="1036209" y="124764"/>
                </a:cubicBezTo>
                <a:lnTo>
                  <a:pt x="1026295" y="124764"/>
                </a:lnTo>
                <a:cubicBezTo>
                  <a:pt x="1025970" y="122914"/>
                  <a:pt x="1025699" y="120901"/>
                  <a:pt x="1025482" y="118725"/>
                </a:cubicBezTo>
                <a:cubicBezTo>
                  <a:pt x="1025265" y="116549"/>
                  <a:pt x="1025157" y="114427"/>
                  <a:pt x="1025157" y="112361"/>
                </a:cubicBezTo>
                <a:lnTo>
                  <a:pt x="1024830" y="112361"/>
                </a:lnTo>
                <a:cubicBezTo>
                  <a:pt x="1021362" y="117455"/>
                  <a:pt x="1017434" y="121113"/>
                  <a:pt x="1013044" y="123335"/>
                </a:cubicBezTo>
                <a:cubicBezTo>
                  <a:pt x="1008655" y="125558"/>
                  <a:pt x="1003373" y="126669"/>
                  <a:pt x="997198" y="126669"/>
                </a:cubicBezTo>
                <a:cubicBezTo>
                  <a:pt x="994271" y="126669"/>
                  <a:pt x="991263" y="126263"/>
                  <a:pt x="988175" y="125451"/>
                </a:cubicBezTo>
                <a:cubicBezTo>
                  <a:pt x="985088" y="124639"/>
                  <a:pt x="982271" y="123313"/>
                  <a:pt x="979725" y="121473"/>
                </a:cubicBezTo>
                <a:cubicBezTo>
                  <a:pt x="977178" y="119631"/>
                  <a:pt x="975065" y="117248"/>
                  <a:pt x="973385" y="114325"/>
                </a:cubicBezTo>
                <a:cubicBezTo>
                  <a:pt x="971705" y="111400"/>
                  <a:pt x="970865" y="107825"/>
                  <a:pt x="970865" y="103600"/>
                </a:cubicBezTo>
                <a:cubicBezTo>
                  <a:pt x="970865" y="97752"/>
                  <a:pt x="972355" y="93122"/>
                  <a:pt x="975335" y="89711"/>
                </a:cubicBezTo>
                <a:cubicBezTo>
                  <a:pt x="978314" y="86300"/>
                  <a:pt x="982297" y="83756"/>
                  <a:pt x="987282" y="82077"/>
                </a:cubicBezTo>
                <a:cubicBezTo>
                  <a:pt x="992267" y="80397"/>
                  <a:pt x="997983" y="79314"/>
                  <a:pt x="1004430" y="78828"/>
                </a:cubicBezTo>
                <a:cubicBezTo>
                  <a:pt x="1010878" y="78340"/>
                  <a:pt x="1017570" y="78097"/>
                  <a:pt x="1024505" y="78097"/>
                </a:cubicBezTo>
                <a:lnTo>
                  <a:pt x="1024505" y="75646"/>
                </a:lnTo>
                <a:moveTo>
                  <a:pt x="1021253" y="86827"/>
                </a:moveTo>
                <a:cubicBezTo>
                  <a:pt x="1016703" y="86827"/>
                  <a:pt x="1012124" y="87016"/>
                  <a:pt x="1007518" y="87395"/>
                </a:cubicBezTo>
                <a:cubicBezTo>
                  <a:pt x="1002913" y="87772"/>
                  <a:pt x="998741" y="88528"/>
                  <a:pt x="995003" y="89664"/>
                </a:cubicBezTo>
                <a:cubicBezTo>
                  <a:pt x="991266" y="90799"/>
                  <a:pt x="988205" y="92446"/>
                  <a:pt x="985821" y="94607"/>
                </a:cubicBezTo>
                <a:cubicBezTo>
                  <a:pt x="983437" y="96768"/>
                  <a:pt x="982245" y="99631"/>
                  <a:pt x="982245" y="103196"/>
                </a:cubicBezTo>
                <a:cubicBezTo>
                  <a:pt x="982245" y="105898"/>
                  <a:pt x="982759" y="108167"/>
                  <a:pt x="983787" y="110004"/>
                </a:cubicBezTo>
                <a:cubicBezTo>
                  <a:pt x="984817" y="111841"/>
                  <a:pt x="986199" y="113327"/>
                  <a:pt x="987932" y="114461"/>
                </a:cubicBezTo>
                <a:cubicBezTo>
                  <a:pt x="989666" y="115596"/>
                  <a:pt x="991590" y="116406"/>
                  <a:pt x="993703" y="116892"/>
                </a:cubicBezTo>
                <a:cubicBezTo>
                  <a:pt x="995816" y="117378"/>
                  <a:pt x="997957" y="117621"/>
                  <a:pt x="1000124" y="117621"/>
                </a:cubicBezTo>
                <a:cubicBezTo>
                  <a:pt x="1004025" y="117621"/>
                  <a:pt x="1007492" y="116946"/>
                  <a:pt x="1010526" y="115595"/>
                </a:cubicBezTo>
                <a:cubicBezTo>
                  <a:pt x="1013560" y="114244"/>
                  <a:pt x="1016107" y="112407"/>
                  <a:pt x="1018165" y="110084"/>
                </a:cubicBezTo>
                <a:cubicBezTo>
                  <a:pt x="1020224" y="107761"/>
                  <a:pt x="1021795" y="105087"/>
                  <a:pt x="1022878" y="102063"/>
                </a:cubicBezTo>
                <a:cubicBezTo>
                  <a:pt x="1023962" y="99037"/>
                  <a:pt x="1024505" y="95849"/>
                  <a:pt x="1024505" y="92499"/>
                </a:cubicBezTo>
                <a:lnTo>
                  <a:pt x="1024505" y="86827"/>
                </a:lnTo>
                <a:lnTo>
                  <a:pt x="1021253" y="86827"/>
                </a:lnTo>
                <a:close/>
                <a:moveTo>
                  <a:pt x="1114879" y="61635"/>
                </a:moveTo>
                <a:cubicBezTo>
                  <a:pt x="1117047" y="57189"/>
                  <a:pt x="1120379" y="53583"/>
                  <a:pt x="1124874" y="50817"/>
                </a:cubicBezTo>
                <a:cubicBezTo>
                  <a:pt x="1129372" y="48051"/>
                  <a:pt x="1134384" y="46667"/>
                  <a:pt x="1139912" y="46667"/>
                </a:cubicBezTo>
                <a:cubicBezTo>
                  <a:pt x="1141970" y="46667"/>
                  <a:pt x="1144110" y="46885"/>
                  <a:pt x="1146331" y="47320"/>
                </a:cubicBezTo>
                <a:cubicBezTo>
                  <a:pt x="1148553" y="47753"/>
                  <a:pt x="1150721" y="48593"/>
                  <a:pt x="1152834" y="49840"/>
                </a:cubicBezTo>
                <a:cubicBezTo>
                  <a:pt x="1154947" y="51086"/>
                  <a:pt x="1156897" y="52741"/>
                  <a:pt x="1158684" y="54803"/>
                </a:cubicBezTo>
                <a:cubicBezTo>
                  <a:pt x="1160474" y="56863"/>
                  <a:pt x="1162018" y="59520"/>
                  <a:pt x="1163318" y="62774"/>
                </a:cubicBezTo>
                <a:cubicBezTo>
                  <a:pt x="1165918" y="57567"/>
                  <a:pt x="1169467" y="53581"/>
                  <a:pt x="1173963" y="50817"/>
                </a:cubicBezTo>
                <a:cubicBezTo>
                  <a:pt x="1178460" y="48051"/>
                  <a:pt x="1183797" y="46667"/>
                  <a:pt x="1189975" y="46667"/>
                </a:cubicBezTo>
                <a:cubicBezTo>
                  <a:pt x="1199618" y="46667"/>
                  <a:pt x="1206850" y="49542"/>
                  <a:pt x="1211672" y="55291"/>
                </a:cubicBezTo>
                <a:cubicBezTo>
                  <a:pt x="1216495" y="61040"/>
                  <a:pt x="1218906" y="68633"/>
                  <a:pt x="1218906" y="78069"/>
                </a:cubicBezTo>
                <a:lnTo>
                  <a:pt x="1218906" y="124764"/>
                </a:lnTo>
                <a:lnTo>
                  <a:pt x="1207854" y="124764"/>
                </a:lnTo>
                <a:lnTo>
                  <a:pt x="1207854" y="82583"/>
                </a:lnTo>
                <a:cubicBezTo>
                  <a:pt x="1207854" y="74549"/>
                  <a:pt x="1206365" y="68089"/>
                  <a:pt x="1203385" y="63203"/>
                </a:cubicBezTo>
                <a:cubicBezTo>
                  <a:pt x="1200406" y="58317"/>
                  <a:pt x="1195339" y="55874"/>
                  <a:pt x="1188186" y="55874"/>
                </a:cubicBezTo>
                <a:cubicBezTo>
                  <a:pt x="1184177" y="55874"/>
                  <a:pt x="1180791" y="56688"/>
                  <a:pt x="1178028" y="58317"/>
                </a:cubicBezTo>
                <a:cubicBezTo>
                  <a:pt x="1175265" y="59946"/>
                  <a:pt x="1173043" y="62090"/>
                  <a:pt x="1171363" y="64751"/>
                </a:cubicBezTo>
                <a:cubicBezTo>
                  <a:pt x="1169683" y="67409"/>
                  <a:pt x="1168464" y="70422"/>
                  <a:pt x="1167705" y="73788"/>
                </a:cubicBezTo>
                <a:cubicBezTo>
                  <a:pt x="1166948" y="77155"/>
                  <a:pt x="1166569" y="80630"/>
                  <a:pt x="1166569" y="84213"/>
                </a:cubicBezTo>
                <a:lnTo>
                  <a:pt x="1166569" y="124764"/>
                </a:lnTo>
                <a:lnTo>
                  <a:pt x="1155515" y="124764"/>
                </a:lnTo>
                <a:lnTo>
                  <a:pt x="1155515" y="80304"/>
                </a:lnTo>
                <a:cubicBezTo>
                  <a:pt x="1155515" y="76612"/>
                  <a:pt x="1155244" y="73246"/>
                  <a:pt x="1154701" y="70207"/>
                </a:cubicBezTo>
                <a:cubicBezTo>
                  <a:pt x="1154161" y="67166"/>
                  <a:pt x="1153212" y="64588"/>
                  <a:pt x="1151856" y="62471"/>
                </a:cubicBezTo>
                <a:cubicBezTo>
                  <a:pt x="1150502" y="60353"/>
                  <a:pt x="1148633" y="58725"/>
                  <a:pt x="1146249" y="57585"/>
                </a:cubicBezTo>
                <a:cubicBezTo>
                  <a:pt x="1143866" y="56444"/>
                  <a:pt x="1140833" y="55874"/>
                  <a:pt x="1137149" y="55874"/>
                </a:cubicBezTo>
                <a:cubicBezTo>
                  <a:pt x="1134548" y="55874"/>
                  <a:pt x="1131920" y="56472"/>
                  <a:pt x="1129264" y="57667"/>
                </a:cubicBezTo>
                <a:cubicBezTo>
                  <a:pt x="1126611" y="58861"/>
                  <a:pt x="1124227" y="60680"/>
                  <a:pt x="1122114" y="63124"/>
                </a:cubicBezTo>
                <a:cubicBezTo>
                  <a:pt x="1120001" y="65566"/>
                  <a:pt x="1118294" y="68659"/>
                  <a:pt x="1116992" y="72405"/>
                </a:cubicBezTo>
                <a:cubicBezTo>
                  <a:pt x="1115693" y="76150"/>
                  <a:pt x="1115043" y="80574"/>
                  <a:pt x="1115043" y="85679"/>
                </a:cubicBezTo>
                <a:lnTo>
                  <a:pt x="1115043" y="124764"/>
                </a:lnTo>
                <a:lnTo>
                  <a:pt x="1103989" y="124764"/>
                </a:lnTo>
                <a:lnTo>
                  <a:pt x="1103989" y="65378"/>
                </a:lnTo>
                <a:cubicBezTo>
                  <a:pt x="1103989" y="63318"/>
                  <a:pt x="1103934" y="60661"/>
                  <a:pt x="1103825" y="57407"/>
                </a:cubicBezTo>
                <a:cubicBezTo>
                  <a:pt x="1103717" y="54153"/>
                  <a:pt x="1103555" y="51224"/>
                  <a:pt x="1103339" y="48619"/>
                </a:cubicBezTo>
                <a:lnTo>
                  <a:pt x="1113904" y="48619"/>
                </a:lnTo>
                <a:cubicBezTo>
                  <a:pt x="1114121" y="50681"/>
                  <a:pt x="1114283" y="52960"/>
                  <a:pt x="1114391" y="55455"/>
                </a:cubicBezTo>
                <a:cubicBezTo>
                  <a:pt x="1114500" y="57948"/>
                  <a:pt x="1114554" y="60008"/>
                  <a:pt x="1114554" y="61635"/>
                </a:cubicBezTo>
                <a:lnTo>
                  <a:pt x="1114879" y="61635"/>
                </a:lnTo>
                <a:close/>
                <a:moveTo>
                  <a:pt x="1323095" y="86668"/>
                </a:moveTo>
                <a:cubicBezTo>
                  <a:pt x="1323095" y="92414"/>
                  <a:pt x="1322093" y="97726"/>
                  <a:pt x="1320087" y="102603"/>
                </a:cubicBezTo>
                <a:cubicBezTo>
                  <a:pt x="1318083" y="107481"/>
                  <a:pt x="1315293" y="111709"/>
                  <a:pt x="1311716" y="115287"/>
                </a:cubicBezTo>
                <a:cubicBezTo>
                  <a:pt x="1308141" y="118864"/>
                  <a:pt x="1303861" y="121655"/>
                  <a:pt x="1298876" y="123660"/>
                </a:cubicBezTo>
                <a:cubicBezTo>
                  <a:pt x="1293893" y="125666"/>
                  <a:pt x="1288420" y="126669"/>
                  <a:pt x="1282460" y="126669"/>
                </a:cubicBezTo>
                <a:cubicBezTo>
                  <a:pt x="1276608" y="126669"/>
                  <a:pt x="1271190" y="125666"/>
                  <a:pt x="1266204" y="123660"/>
                </a:cubicBezTo>
                <a:cubicBezTo>
                  <a:pt x="1261221" y="121655"/>
                  <a:pt x="1256941" y="118864"/>
                  <a:pt x="1253364" y="115287"/>
                </a:cubicBezTo>
                <a:cubicBezTo>
                  <a:pt x="1249790" y="111709"/>
                  <a:pt x="1246999" y="107481"/>
                  <a:pt x="1244994" y="102603"/>
                </a:cubicBezTo>
                <a:cubicBezTo>
                  <a:pt x="1242990" y="97726"/>
                  <a:pt x="1241988" y="92414"/>
                  <a:pt x="1241988" y="86668"/>
                </a:cubicBezTo>
                <a:cubicBezTo>
                  <a:pt x="1241988" y="80922"/>
                  <a:pt x="1242990" y="75611"/>
                  <a:pt x="1244994" y="70733"/>
                </a:cubicBezTo>
                <a:cubicBezTo>
                  <a:pt x="1246999" y="65855"/>
                  <a:pt x="1249790" y="61628"/>
                  <a:pt x="1253364" y="58052"/>
                </a:cubicBezTo>
                <a:cubicBezTo>
                  <a:pt x="1256941" y="54473"/>
                  <a:pt x="1261221" y="51682"/>
                  <a:pt x="1266204" y="49676"/>
                </a:cubicBezTo>
                <a:cubicBezTo>
                  <a:pt x="1271190" y="47670"/>
                  <a:pt x="1276608" y="46667"/>
                  <a:pt x="1282460" y="46667"/>
                </a:cubicBezTo>
                <a:cubicBezTo>
                  <a:pt x="1288420" y="46667"/>
                  <a:pt x="1293893" y="47670"/>
                  <a:pt x="1298876" y="49676"/>
                </a:cubicBezTo>
                <a:cubicBezTo>
                  <a:pt x="1303861" y="51682"/>
                  <a:pt x="1308141" y="54473"/>
                  <a:pt x="1311716" y="58052"/>
                </a:cubicBezTo>
                <a:cubicBezTo>
                  <a:pt x="1315293" y="61628"/>
                  <a:pt x="1318083" y="65855"/>
                  <a:pt x="1320087" y="70733"/>
                </a:cubicBezTo>
                <a:cubicBezTo>
                  <a:pt x="1322093" y="75611"/>
                  <a:pt x="1323095" y="80922"/>
                  <a:pt x="1323095" y="86668"/>
                </a:cubicBezTo>
                <a:moveTo>
                  <a:pt x="1311394" y="86671"/>
                </a:moveTo>
                <a:cubicBezTo>
                  <a:pt x="1311394" y="82434"/>
                  <a:pt x="1310717" y="78443"/>
                  <a:pt x="1309362" y="74696"/>
                </a:cubicBezTo>
                <a:cubicBezTo>
                  <a:pt x="1308008" y="70948"/>
                  <a:pt x="1306084" y="67689"/>
                  <a:pt x="1303591" y="64919"/>
                </a:cubicBezTo>
                <a:cubicBezTo>
                  <a:pt x="1301099" y="62148"/>
                  <a:pt x="1298065" y="59948"/>
                  <a:pt x="1294489" y="58319"/>
                </a:cubicBezTo>
                <a:cubicBezTo>
                  <a:pt x="1290914" y="56689"/>
                  <a:pt x="1286905" y="55874"/>
                  <a:pt x="1282462" y="55874"/>
                </a:cubicBezTo>
                <a:cubicBezTo>
                  <a:pt x="1278019" y="55874"/>
                  <a:pt x="1274037" y="56689"/>
                  <a:pt x="1270515" y="58319"/>
                </a:cubicBezTo>
                <a:cubicBezTo>
                  <a:pt x="1266993" y="59948"/>
                  <a:pt x="1263986" y="62148"/>
                  <a:pt x="1261492" y="64919"/>
                </a:cubicBezTo>
                <a:cubicBezTo>
                  <a:pt x="1259000" y="67689"/>
                  <a:pt x="1257077" y="70948"/>
                  <a:pt x="1255723" y="74696"/>
                </a:cubicBezTo>
                <a:cubicBezTo>
                  <a:pt x="1254369" y="78443"/>
                  <a:pt x="1253692" y="82434"/>
                  <a:pt x="1253692" y="86671"/>
                </a:cubicBezTo>
                <a:cubicBezTo>
                  <a:pt x="1253692" y="90907"/>
                  <a:pt x="1254369" y="94899"/>
                  <a:pt x="1255723" y="98648"/>
                </a:cubicBezTo>
                <a:cubicBezTo>
                  <a:pt x="1257077" y="102394"/>
                  <a:pt x="1259000" y="105653"/>
                  <a:pt x="1261492" y="108424"/>
                </a:cubicBezTo>
                <a:cubicBezTo>
                  <a:pt x="1263986" y="111194"/>
                  <a:pt x="1266993" y="113367"/>
                  <a:pt x="1270515" y="114942"/>
                </a:cubicBezTo>
                <a:cubicBezTo>
                  <a:pt x="1274037" y="116517"/>
                  <a:pt x="1278019" y="117304"/>
                  <a:pt x="1282462" y="117304"/>
                </a:cubicBezTo>
                <a:cubicBezTo>
                  <a:pt x="1286905" y="117304"/>
                  <a:pt x="1290914" y="116517"/>
                  <a:pt x="1294489" y="114942"/>
                </a:cubicBezTo>
                <a:cubicBezTo>
                  <a:pt x="1298065" y="113367"/>
                  <a:pt x="1301099" y="111194"/>
                  <a:pt x="1303591" y="108424"/>
                </a:cubicBezTo>
                <a:cubicBezTo>
                  <a:pt x="1306084" y="105653"/>
                  <a:pt x="1308008" y="102394"/>
                  <a:pt x="1309362" y="98648"/>
                </a:cubicBezTo>
                <a:cubicBezTo>
                  <a:pt x="1310717" y="94899"/>
                  <a:pt x="1311394" y="90907"/>
                  <a:pt x="1311394" y="86671"/>
                </a:cubicBezTo>
                <a:close/>
                <a:moveTo>
                  <a:pt x="1381124" y="57938"/>
                </a:moveTo>
                <a:lnTo>
                  <a:pt x="1359670" y="57938"/>
                </a:lnTo>
                <a:lnTo>
                  <a:pt x="1359670" y="102358"/>
                </a:lnTo>
                <a:cubicBezTo>
                  <a:pt x="1359670" y="105179"/>
                  <a:pt x="1359940" y="107511"/>
                  <a:pt x="1360481" y="109355"/>
                </a:cubicBezTo>
                <a:cubicBezTo>
                  <a:pt x="1361023" y="111198"/>
                  <a:pt x="1361809" y="112636"/>
                  <a:pt x="1362837" y="113668"/>
                </a:cubicBezTo>
                <a:cubicBezTo>
                  <a:pt x="1363867" y="114698"/>
                  <a:pt x="1365087" y="115403"/>
                  <a:pt x="1366496" y="115783"/>
                </a:cubicBezTo>
                <a:cubicBezTo>
                  <a:pt x="1367904" y="116162"/>
                  <a:pt x="1369421" y="116351"/>
                  <a:pt x="1371047" y="116351"/>
                </a:cubicBezTo>
                <a:cubicBezTo>
                  <a:pt x="1372565" y="116351"/>
                  <a:pt x="1374163" y="116130"/>
                  <a:pt x="1375841" y="115689"/>
                </a:cubicBezTo>
                <a:cubicBezTo>
                  <a:pt x="1377521" y="115246"/>
                  <a:pt x="1379120" y="114637"/>
                  <a:pt x="1380638" y="113861"/>
                </a:cubicBezTo>
                <a:lnTo>
                  <a:pt x="1381124" y="123442"/>
                </a:lnTo>
                <a:cubicBezTo>
                  <a:pt x="1379174" y="124201"/>
                  <a:pt x="1377143" y="124770"/>
                  <a:pt x="1375030" y="125148"/>
                </a:cubicBezTo>
                <a:cubicBezTo>
                  <a:pt x="1372917" y="125527"/>
                  <a:pt x="1370613" y="125716"/>
                  <a:pt x="1368120" y="125716"/>
                </a:cubicBezTo>
                <a:cubicBezTo>
                  <a:pt x="1366061" y="125716"/>
                  <a:pt x="1363895" y="125445"/>
                  <a:pt x="1361619" y="124903"/>
                </a:cubicBezTo>
                <a:cubicBezTo>
                  <a:pt x="1359344" y="124362"/>
                  <a:pt x="1357231" y="123334"/>
                  <a:pt x="1355280" y="121818"/>
                </a:cubicBezTo>
                <a:cubicBezTo>
                  <a:pt x="1353331" y="120300"/>
                  <a:pt x="1351733" y="118240"/>
                  <a:pt x="1350486" y="115639"/>
                </a:cubicBezTo>
                <a:cubicBezTo>
                  <a:pt x="1349239" y="113038"/>
                  <a:pt x="1348616" y="109625"/>
                  <a:pt x="1348616" y="105399"/>
                </a:cubicBezTo>
                <a:lnTo>
                  <a:pt x="1348616" y="57938"/>
                </a:lnTo>
                <a:lnTo>
                  <a:pt x="1332849" y="57938"/>
                </a:lnTo>
                <a:lnTo>
                  <a:pt x="1332849" y="48731"/>
                </a:lnTo>
                <a:lnTo>
                  <a:pt x="1348616" y="48731"/>
                </a:lnTo>
                <a:lnTo>
                  <a:pt x="1348616" y="27275"/>
                </a:lnTo>
                <a:lnTo>
                  <a:pt x="1359670" y="27275"/>
                </a:lnTo>
                <a:lnTo>
                  <a:pt x="1359670" y="48731"/>
                </a:lnTo>
                <a:lnTo>
                  <a:pt x="1381124" y="48731"/>
                </a:lnTo>
                <a:lnTo>
                  <a:pt x="1381124" y="57938"/>
                </a:lnTo>
                <a:close/>
                <a:moveTo>
                  <a:pt x="1430699" y="57938"/>
                </a:moveTo>
                <a:lnTo>
                  <a:pt x="1409245" y="57938"/>
                </a:lnTo>
                <a:lnTo>
                  <a:pt x="1409245" y="102358"/>
                </a:lnTo>
                <a:cubicBezTo>
                  <a:pt x="1409245" y="105179"/>
                  <a:pt x="1409515" y="107511"/>
                  <a:pt x="1410056" y="109355"/>
                </a:cubicBezTo>
                <a:cubicBezTo>
                  <a:pt x="1410598" y="111198"/>
                  <a:pt x="1411384" y="112636"/>
                  <a:pt x="1412412" y="113668"/>
                </a:cubicBezTo>
                <a:cubicBezTo>
                  <a:pt x="1413442" y="114698"/>
                  <a:pt x="1414662" y="115403"/>
                  <a:pt x="1416070" y="115783"/>
                </a:cubicBezTo>
                <a:cubicBezTo>
                  <a:pt x="1417479" y="116162"/>
                  <a:pt x="1418996" y="116351"/>
                  <a:pt x="1420621" y="116351"/>
                </a:cubicBezTo>
                <a:cubicBezTo>
                  <a:pt x="1422139" y="116351"/>
                  <a:pt x="1423737" y="116130"/>
                  <a:pt x="1425416" y="115689"/>
                </a:cubicBezTo>
                <a:cubicBezTo>
                  <a:pt x="1427096" y="115246"/>
                  <a:pt x="1428695" y="114637"/>
                  <a:pt x="1430212" y="113861"/>
                </a:cubicBezTo>
                <a:lnTo>
                  <a:pt x="1430699" y="123442"/>
                </a:lnTo>
                <a:cubicBezTo>
                  <a:pt x="1428749" y="124201"/>
                  <a:pt x="1426718" y="124770"/>
                  <a:pt x="1424605" y="125148"/>
                </a:cubicBezTo>
                <a:cubicBezTo>
                  <a:pt x="1422492" y="125527"/>
                  <a:pt x="1420188" y="125716"/>
                  <a:pt x="1417695" y="125716"/>
                </a:cubicBezTo>
                <a:cubicBezTo>
                  <a:pt x="1415636" y="125716"/>
                  <a:pt x="1413469" y="125445"/>
                  <a:pt x="1411194" y="124903"/>
                </a:cubicBezTo>
                <a:cubicBezTo>
                  <a:pt x="1408919" y="124362"/>
                  <a:pt x="1406806" y="123334"/>
                  <a:pt x="1404855" y="121818"/>
                </a:cubicBezTo>
                <a:cubicBezTo>
                  <a:pt x="1402905" y="120300"/>
                  <a:pt x="1401307" y="118240"/>
                  <a:pt x="1400061" y="115639"/>
                </a:cubicBezTo>
                <a:cubicBezTo>
                  <a:pt x="1398814" y="113038"/>
                  <a:pt x="1398191" y="109625"/>
                  <a:pt x="1398191" y="105399"/>
                </a:cubicBezTo>
                <a:lnTo>
                  <a:pt x="1398191" y="57938"/>
                </a:lnTo>
                <a:lnTo>
                  <a:pt x="1382424" y="57938"/>
                </a:lnTo>
                <a:lnTo>
                  <a:pt x="1382424" y="48731"/>
                </a:lnTo>
                <a:lnTo>
                  <a:pt x="1398191" y="48731"/>
                </a:lnTo>
                <a:lnTo>
                  <a:pt x="1398191" y="27275"/>
                </a:lnTo>
                <a:lnTo>
                  <a:pt x="1409245" y="27275"/>
                </a:lnTo>
                <a:lnTo>
                  <a:pt x="1409245" y="48731"/>
                </a:lnTo>
                <a:lnTo>
                  <a:pt x="1430699" y="48731"/>
                </a:lnTo>
                <a:lnTo>
                  <a:pt x="1430699" y="57938"/>
                </a:lnTo>
                <a:close/>
                <a:moveTo>
                  <a:pt x="1523510" y="86668"/>
                </a:moveTo>
                <a:cubicBezTo>
                  <a:pt x="1523510" y="92414"/>
                  <a:pt x="1522507" y="97726"/>
                  <a:pt x="1520502" y="102603"/>
                </a:cubicBezTo>
                <a:cubicBezTo>
                  <a:pt x="1518498" y="107481"/>
                  <a:pt x="1515707" y="111709"/>
                  <a:pt x="1512131" y="115287"/>
                </a:cubicBezTo>
                <a:cubicBezTo>
                  <a:pt x="1508556" y="118864"/>
                  <a:pt x="1504276" y="121655"/>
                  <a:pt x="1499291" y="123660"/>
                </a:cubicBezTo>
                <a:cubicBezTo>
                  <a:pt x="1494307" y="125666"/>
                  <a:pt x="1488835" y="126669"/>
                  <a:pt x="1482874" y="126669"/>
                </a:cubicBezTo>
                <a:cubicBezTo>
                  <a:pt x="1477023" y="126669"/>
                  <a:pt x="1471604" y="125666"/>
                  <a:pt x="1466619" y="123660"/>
                </a:cubicBezTo>
                <a:cubicBezTo>
                  <a:pt x="1461636" y="121655"/>
                  <a:pt x="1457356" y="118864"/>
                  <a:pt x="1453779" y="115287"/>
                </a:cubicBezTo>
                <a:cubicBezTo>
                  <a:pt x="1450204" y="111709"/>
                  <a:pt x="1447414" y="107481"/>
                  <a:pt x="1445409" y="102603"/>
                </a:cubicBezTo>
                <a:cubicBezTo>
                  <a:pt x="1443405" y="97726"/>
                  <a:pt x="1442403" y="92414"/>
                  <a:pt x="1442403" y="86668"/>
                </a:cubicBezTo>
                <a:cubicBezTo>
                  <a:pt x="1442403" y="80922"/>
                  <a:pt x="1443405" y="75611"/>
                  <a:pt x="1445409" y="70733"/>
                </a:cubicBezTo>
                <a:cubicBezTo>
                  <a:pt x="1447414" y="65855"/>
                  <a:pt x="1450204" y="61628"/>
                  <a:pt x="1453779" y="58052"/>
                </a:cubicBezTo>
                <a:cubicBezTo>
                  <a:pt x="1457356" y="54473"/>
                  <a:pt x="1461636" y="51682"/>
                  <a:pt x="1466619" y="49676"/>
                </a:cubicBezTo>
                <a:cubicBezTo>
                  <a:pt x="1471604" y="47670"/>
                  <a:pt x="1477023" y="46667"/>
                  <a:pt x="1482874" y="46667"/>
                </a:cubicBezTo>
                <a:cubicBezTo>
                  <a:pt x="1488835" y="46667"/>
                  <a:pt x="1494307" y="47670"/>
                  <a:pt x="1499291" y="49676"/>
                </a:cubicBezTo>
                <a:cubicBezTo>
                  <a:pt x="1504276" y="51682"/>
                  <a:pt x="1508556" y="54473"/>
                  <a:pt x="1512131" y="58052"/>
                </a:cubicBezTo>
                <a:cubicBezTo>
                  <a:pt x="1515707" y="61628"/>
                  <a:pt x="1518498" y="65855"/>
                  <a:pt x="1520502" y="70733"/>
                </a:cubicBezTo>
                <a:cubicBezTo>
                  <a:pt x="1522507" y="75611"/>
                  <a:pt x="1523510" y="80922"/>
                  <a:pt x="1523510" y="86668"/>
                </a:cubicBezTo>
                <a:moveTo>
                  <a:pt x="1511809" y="86671"/>
                </a:moveTo>
                <a:cubicBezTo>
                  <a:pt x="1511809" y="82434"/>
                  <a:pt x="1511131" y="78443"/>
                  <a:pt x="1509777" y="74696"/>
                </a:cubicBezTo>
                <a:cubicBezTo>
                  <a:pt x="1508423" y="70948"/>
                  <a:pt x="1506499" y="67689"/>
                  <a:pt x="1504006" y="64919"/>
                </a:cubicBezTo>
                <a:cubicBezTo>
                  <a:pt x="1501514" y="62148"/>
                  <a:pt x="1498480" y="59948"/>
                  <a:pt x="1494903" y="58319"/>
                </a:cubicBezTo>
                <a:cubicBezTo>
                  <a:pt x="1491329" y="56689"/>
                  <a:pt x="1487320" y="55874"/>
                  <a:pt x="1482877" y="55874"/>
                </a:cubicBezTo>
                <a:cubicBezTo>
                  <a:pt x="1478434" y="55874"/>
                  <a:pt x="1474452" y="56689"/>
                  <a:pt x="1470930" y="58319"/>
                </a:cubicBezTo>
                <a:cubicBezTo>
                  <a:pt x="1467408" y="59948"/>
                  <a:pt x="1464400" y="62148"/>
                  <a:pt x="1461907" y="64919"/>
                </a:cubicBezTo>
                <a:cubicBezTo>
                  <a:pt x="1459415" y="67689"/>
                  <a:pt x="1457492" y="70948"/>
                  <a:pt x="1456138" y="74696"/>
                </a:cubicBezTo>
                <a:cubicBezTo>
                  <a:pt x="1454784" y="78443"/>
                  <a:pt x="1454107" y="82434"/>
                  <a:pt x="1454107" y="86671"/>
                </a:cubicBezTo>
                <a:cubicBezTo>
                  <a:pt x="1454107" y="90907"/>
                  <a:pt x="1454784" y="94899"/>
                  <a:pt x="1456138" y="98648"/>
                </a:cubicBezTo>
                <a:cubicBezTo>
                  <a:pt x="1457492" y="102394"/>
                  <a:pt x="1459415" y="105653"/>
                  <a:pt x="1461907" y="108424"/>
                </a:cubicBezTo>
                <a:cubicBezTo>
                  <a:pt x="1464400" y="111194"/>
                  <a:pt x="1467408" y="113367"/>
                  <a:pt x="1470930" y="114942"/>
                </a:cubicBezTo>
                <a:cubicBezTo>
                  <a:pt x="1474452" y="116517"/>
                  <a:pt x="1478434" y="117304"/>
                  <a:pt x="1482877" y="117304"/>
                </a:cubicBezTo>
                <a:cubicBezTo>
                  <a:pt x="1487320" y="117304"/>
                  <a:pt x="1491329" y="116517"/>
                  <a:pt x="1494903" y="114942"/>
                </a:cubicBezTo>
                <a:cubicBezTo>
                  <a:pt x="1498480" y="113367"/>
                  <a:pt x="1501514" y="111194"/>
                  <a:pt x="1504006" y="108424"/>
                </a:cubicBezTo>
                <a:cubicBezTo>
                  <a:pt x="1506499" y="105653"/>
                  <a:pt x="1508423" y="102394"/>
                  <a:pt x="1509777" y="98648"/>
                </a:cubicBezTo>
                <a:cubicBezTo>
                  <a:pt x="1511131" y="94899"/>
                  <a:pt x="1511809" y="90907"/>
                  <a:pt x="1511809" y="86671"/>
                </a:cubicBezTo>
                <a:close/>
                <a:moveTo>
                  <a:pt x="1620061" y="57938"/>
                </a:moveTo>
                <a:lnTo>
                  <a:pt x="1602181" y="57938"/>
                </a:lnTo>
                <a:lnTo>
                  <a:pt x="1602181" y="124764"/>
                </a:lnTo>
                <a:lnTo>
                  <a:pt x="1591129" y="124764"/>
                </a:lnTo>
                <a:lnTo>
                  <a:pt x="1591129" y="57938"/>
                </a:lnTo>
                <a:lnTo>
                  <a:pt x="1575199" y="57938"/>
                </a:lnTo>
                <a:lnTo>
                  <a:pt x="1575199" y="48731"/>
                </a:lnTo>
                <a:lnTo>
                  <a:pt x="1591129" y="48731"/>
                </a:lnTo>
                <a:lnTo>
                  <a:pt x="1591129" y="27939"/>
                </a:lnTo>
                <a:cubicBezTo>
                  <a:pt x="1591129" y="19275"/>
                  <a:pt x="1593242" y="12453"/>
                  <a:pt x="1597469" y="7473"/>
                </a:cubicBezTo>
                <a:cubicBezTo>
                  <a:pt x="1601695" y="2491"/>
                  <a:pt x="1608196" y="0"/>
                  <a:pt x="1616973" y="0"/>
                </a:cubicBezTo>
                <a:cubicBezTo>
                  <a:pt x="1618382" y="0"/>
                  <a:pt x="1619899" y="81"/>
                  <a:pt x="1621524" y="243"/>
                </a:cubicBezTo>
                <a:cubicBezTo>
                  <a:pt x="1623149" y="403"/>
                  <a:pt x="1624666" y="699"/>
                  <a:pt x="1626075" y="1128"/>
                </a:cubicBezTo>
                <a:lnTo>
                  <a:pt x="1624126" y="10819"/>
                </a:lnTo>
                <a:cubicBezTo>
                  <a:pt x="1622934" y="10495"/>
                  <a:pt x="1621741" y="10224"/>
                  <a:pt x="1620549" y="10008"/>
                </a:cubicBezTo>
                <a:cubicBezTo>
                  <a:pt x="1619357" y="9791"/>
                  <a:pt x="1618003" y="9683"/>
                  <a:pt x="1616487" y="9683"/>
                </a:cubicBezTo>
                <a:cubicBezTo>
                  <a:pt x="1613560" y="9683"/>
                  <a:pt x="1611149" y="10171"/>
                  <a:pt x="1609252" y="11148"/>
                </a:cubicBezTo>
                <a:cubicBezTo>
                  <a:pt x="1607356" y="12124"/>
                  <a:pt x="1605892" y="13507"/>
                  <a:pt x="1604862" y="15298"/>
                </a:cubicBezTo>
                <a:cubicBezTo>
                  <a:pt x="1603834" y="17087"/>
                  <a:pt x="1603129" y="19174"/>
                  <a:pt x="1602749" y="21560"/>
                </a:cubicBezTo>
                <a:cubicBezTo>
                  <a:pt x="1602370" y="23946"/>
                  <a:pt x="1602181" y="26495"/>
                  <a:pt x="1602181" y="29207"/>
                </a:cubicBezTo>
                <a:lnTo>
                  <a:pt x="1602181" y="48731"/>
                </a:lnTo>
                <a:lnTo>
                  <a:pt x="1620061" y="48731"/>
                </a:lnTo>
                <a:lnTo>
                  <a:pt x="1620061" y="57938"/>
                </a:lnTo>
                <a:close/>
                <a:moveTo>
                  <a:pt x="1711409" y="86668"/>
                </a:moveTo>
                <a:cubicBezTo>
                  <a:pt x="1711409" y="92414"/>
                  <a:pt x="1710406" y="97726"/>
                  <a:pt x="1708401" y="102603"/>
                </a:cubicBezTo>
                <a:cubicBezTo>
                  <a:pt x="1706397" y="107481"/>
                  <a:pt x="1703607" y="111709"/>
                  <a:pt x="1700030" y="115287"/>
                </a:cubicBezTo>
                <a:cubicBezTo>
                  <a:pt x="1696455" y="118864"/>
                  <a:pt x="1692175" y="121655"/>
                  <a:pt x="1687190" y="123660"/>
                </a:cubicBezTo>
                <a:cubicBezTo>
                  <a:pt x="1682207" y="125666"/>
                  <a:pt x="1676734" y="126669"/>
                  <a:pt x="1670774" y="126669"/>
                </a:cubicBezTo>
                <a:cubicBezTo>
                  <a:pt x="1664922" y="126669"/>
                  <a:pt x="1659504" y="125666"/>
                  <a:pt x="1654518" y="123660"/>
                </a:cubicBezTo>
                <a:cubicBezTo>
                  <a:pt x="1649535" y="121655"/>
                  <a:pt x="1645255" y="118864"/>
                  <a:pt x="1641678" y="115287"/>
                </a:cubicBezTo>
                <a:cubicBezTo>
                  <a:pt x="1638104" y="111709"/>
                  <a:pt x="1635313" y="107481"/>
                  <a:pt x="1633308" y="102603"/>
                </a:cubicBezTo>
                <a:cubicBezTo>
                  <a:pt x="1631304" y="97726"/>
                  <a:pt x="1630302" y="92414"/>
                  <a:pt x="1630302" y="86668"/>
                </a:cubicBezTo>
                <a:cubicBezTo>
                  <a:pt x="1630302" y="80922"/>
                  <a:pt x="1631304" y="75611"/>
                  <a:pt x="1633308" y="70733"/>
                </a:cubicBezTo>
                <a:cubicBezTo>
                  <a:pt x="1635313" y="65855"/>
                  <a:pt x="1638104" y="61628"/>
                  <a:pt x="1641678" y="58052"/>
                </a:cubicBezTo>
                <a:cubicBezTo>
                  <a:pt x="1645255" y="54473"/>
                  <a:pt x="1649535" y="51682"/>
                  <a:pt x="1654518" y="49676"/>
                </a:cubicBezTo>
                <a:cubicBezTo>
                  <a:pt x="1659504" y="47670"/>
                  <a:pt x="1664922" y="46667"/>
                  <a:pt x="1670774" y="46667"/>
                </a:cubicBezTo>
                <a:cubicBezTo>
                  <a:pt x="1676734" y="46667"/>
                  <a:pt x="1682207" y="47670"/>
                  <a:pt x="1687190" y="49676"/>
                </a:cubicBezTo>
                <a:cubicBezTo>
                  <a:pt x="1692175" y="51682"/>
                  <a:pt x="1696455" y="54473"/>
                  <a:pt x="1700030" y="58052"/>
                </a:cubicBezTo>
                <a:cubicBezTo>
                  <a:pt x="1703607" y="61628"/>
                  <a:pt x="1706397" y="65855"/>
                  <a:pt x="1708401" y="70733"/>
                </a:cubicBezTo>
                <a:cubicBezTo>
                  <a:pt x="1710406" y="75611"/>
                  <a:pt x="1711409" y="80922"/>
                  <a:pt x="1711409" y="86668"/>
                </a:cubicBezTo>
                <a:moveTo>
                  <a:pt x="1699708" y="86671"/>
                </a:moveTo>
                <a:cubicBezTo>
                  <a:pt x="1699708" y="82434"/>
                  <a:pt x="1699031" y="78443"/>
                  <a:pt x="1697676" y="74696"/>
                </a:cubicBezTo>
                <a:cubicBezTo>
                  <a:pt x="1696322" y="70948"/>
                  <a:pt x="1694398" y="67689"/>
                  <a:pt x="1691905" y="64919"/>
                </a:cubicBezTo>
                <a:cubicBezTo>
                  <a:pt x="1689413" y="62148"/>
                  <a:pt x="1686379" y="59948"/>
                  <a:pt x="1682803" y="58319"/>
                </a:cubicBezTo>
                <a:cubicBezTo>
                  <a:pt x="1679228" y="56689"/>
                  <a:pt x="1675219" y="55874"/>
                  <a:pt x="1670776" y="55874"/>
                </a:cubicBezTo>
                <a:cubicBezTo>
                  <a:pt x="1666333" y="55874"/>
                  <a:pt x="1662351" y="56689"/>
                  <a:pt x="1658829" y="58319"/>
                </a:cubicBezTo>
                <a:cubicBezTo>
                  <a:pt x="1655307" y="59948"/>
                  <a:pt x="1652299" y="62148"/>
                  <a:pt x="1649806" y="64919"/>
                </a:cubicBezTo>
                <a:cubicBezTo>
                  <a:pt x="1647314" y="67689"/>
                  <a:pt x="1645391" y="70948"/>
                  <a:pt x="1644037" y="74696"/>
                </a:cubicBezTo>
                <a:cubicBezTo>
                  <a:pt x="1642683" y="78443"/>
                  <a:pt x="1642006" y="82434"/>
                  <a:pt x="1642006" y="86671"/>
                </a:cubicBezTo>
                <a:cubicBezTo>
                  <a:pt x="1642006" y="90907"/>
                  <a:pt x="1642683" y="94899"/>
                  <a:pt x="1644037" y="98648"/>
                </a:cubicBezTo>
                <a:cubicBezTo>
                  <a:pt x="1645391" y="102394"/>
                  <a:pt x="1647314" y="105653"/>
                  <a:pt x="1649806" y="108424"/>
                </a:cubicBezTo>
                <a:cubicBezTo>
                  <a:pt x="1652299" y="111194"/>
                  <a:pt x="1655307" y="113367"/>
                  <a:pt x="1658829" y="114942"/>
                </a:cubicBezTo>
                <a:cubicBezTo>
                  <a:pt x="1662351" y="116517"/>
                  <a:pt x="1666333" y="117304"/>
                  <a:pt x="1670776" y="117304"/>
                </a:cubicBezTo>
                <a:cubicBezTo>
                  <a:pt x="1675219" y="117304"/>
                  <a:pt x="1679228" y="116517"/>
                  <a:pt x="1682803" y="114942"/>
                </a:cubicBezTo>
                <a:cubicBezTo>
                  <a:pt x="1686379" y="113367"/>
                  <a:pt x="1689413" y="111194"/>
                  <a:pt x="1691905" y="108424"/>
                </a:cubicBezTo>
                <a:cubicBezTo>
                  <a:pt x="1694398" y="105653"/>
                  <a:pt x="1696322" y="102394"/>
                  <a:pt x="1697676" y="98648"/>
                </a:cubicBezTo>
                <a:cubicBezTo>
                  <a:pt x="1699031" y="94899"/>
                  <a:pt x="1699708" y="90907"/>
                  <a:pt x="1699708" y="86671"/>
                </a:cubicBezTo>
                <a:close/>
                <a:moveTo>
                  <a:pt x="1735142" y="65378"/>
                </a:moveTo>
                <a:cubicBezTo>
                  <a:pt x="1735142" y="63316"/>
                  <a:pt x="1735087" y="60660"/>
                  <a:pt x="1734978" y="57409"/>
                </a:cubicBezTo>
                <a:cubicBezTo>
                  <a:pt x="1734871" y="54159"/>
                  <a:pt x="1734709" y="51233"/>
                  <a:pt x="1734492" y="48632"/>
                </a:cubicBezTo>
                <a:lnTo>
                  <a:pt x="1745058" y="48632"/>
                </a:lnTo>
                <a:cubicBezTo>
                  <a:pt x="1745274" y="50690"/>
                  <a:pt x="1745436" y="52966"/>
                  <a:pt x="1745544" y="55460"/>
                </a:cubicBezTo>
                <a:cubicBezTo>
                  <a:pt x="1745653" y="57952"/>
                  <a:pt x="1745707" y="60010"/>
                  <a:pt x="1745707" y="61635"/>
                </a:cubicBezTo>
                <a:lnTo>
                  <a:pt x="1746032" y="61635"/>
                </a:lnTo>
                <a:cubicBezTo>
                  <a:pt x="1748200" y="57188"/>
                  <a:pt x="1751451" y="53581"/>
                  <a:pt x="1755784" y="50817"/>
                </a:cubicBezTo>
                <a:cubicBezTo>
                  <a:pt x="1760120" y="48051"/>
                  <a:pt x="1764997" y="46667"/>
                  <a:pt x="1770415" y="46667"/>
                </a:cubicBezTo>
                <a:cubicBezTo>
                  <a:pt x="1771824" y="46667"/>
                  <a:pt x="1773097" y="46731"/>
                  <a:pt x="1774235" y="46858"/>
                </a:cubicBezTo>
                <a:cubicBezTo>
                  <a:pt x="1775372" y="46986"/>
                  <a:pt x="1776537" y="47240"/>
                  <a:pt x="1777729" y="47620"/>
                </a:cubicBezTo>
                <a:lnTo>
                  <a:pt x="1776266" y="57962"/>
                </a:lnTo>
                <a:cubicBezTo>
                  <a:pt x="1775616" y="57746"/>
                  <a:pt x="1774532" y="57529"/>
                  <a:pt x="1773014" y="57312"/>
                </a:cubicBezTo>
                <a:cubicBezTo>
                  <a:pt x="1771498" y="57094"/>
                  <a:pt x="1769981" y="56985"/>
                  <a:pt x="1768463" y="56985"/>
                </a:cubicBezTo>
                <a:cubicBezTo>
                  <a:pt x="1765538" y="56985"/>
                  <a:pt x="1762721" y="57527"/>
                  <a:pt x="1760011" y="58612"/>
                </a:cubicBezTo>
                <a:cubicBezTo>
                  <a:pt x="1757302" y="59695"/>
                  <a:pt x="1754945" y="61402"/>
                  <a:pt x="1752940" y="63731"/>
                </a:cubicBezTo>
                <a:cubicBezTo>
                  <a:pt x="1750936" y="66061"/>
                  <a:pt x="1749310" y="69041"/>
                  <a:pt x="1748064" y="72672"/>
                </a:cubicBezTo>
                <a:cubicBezTo>
                  <a:pt x="1746819" y="76302"/>
                  <a:pt x="1746196" y="80663"/>
                  <a:pt x="1746196" y="85755"/>
                </a:cubicBezTo>
                <a:lnTo>
                  <a:pt x="1746196" y="124764"/>
                </a:lnTo>
                <a:lnTo>
                  <a:pt x="1735142" y="124764"/>
                </a:lnTo>
                <a:lnTo>
                  <a:pt x="1735142" y="65378"/>
                </a:lnTo>
                <a:close/>
                <a:moveTo>
                  <a:pt x="1882242" y="75646"/>
                </a:moveTo>
                <a:cubicBezTo>
                  <a:pt x="1882242" y="69001"/>
                  <a:pt x="1880509" y="64045"/>
                  <a:pt x="1877041" y="60777"/>
                </a:cubicBezTo>
                <a:cubicBezTo>
                  <a:pt x="1873574" y="57508"/>
                  <a:pt x="1868535" y="55874"/>
                  <a:pt x="1861924" y="55874"/>
                </a:cubicBezTo>
                <a:cubicBezTo>
                  <a:pt x="1857374" y="55874"/>
                  <a:pt x="1853148" y="56687"/>
                  <a:pt x="1849246" y="58312"/>
                </a:cubicBezTo>
                <a:cubicBezTo>
                  <a:pt x="1845345" y="59937"/>
                  <a:pt x="1842041" y="62105"/>
                  <a:pt x="1839332" y="64815"/>
                </a:cubicBezTo>
                <a:lnTo>
                  <a:pt x="1833154" y="57501"/>
                </a:lnTo>
                <a:cubicBezTo>
                  <a:pt x="1836297" y="54371"/>
                  <a:pt x="1840443" y="51783"/>
                  <a:pt x="1845590" y="49738"/>
                </a:cubicBezTo>
                <a:cubicBezTo>
                  <a:pt x="1850737" y="47691"/>
                  <a:pt x="1856561" y="46667"/>
                  <a:pt x="1863063" y="46667"/>
                </a:cubicBezTo>
                <a:cubicBezTo>
                  <a:pt x="1867182" y="46667"/>
                  <a:pt x="1871028" y="47237"/>
                  <a:pt x="1874603" y="48376"/>
                </a:cubicBezTo>
                <a:cubicBezTo>
                  <a:pt x="1878180" y="49516"/>
                  <a:pt x="1881322" y="51224"/>
                  <a:pt x="1884030" y="53503"/>
                </a:cubicBezTo>
                <a:cubicBezTo>
                  <a:pt x="1886740" y="55780"/>
                  <a:pt x="1888854" y="58653"/>
                  <a:pt x="1890370" y="62124"/>
                </a:cubicBezTo>
                <a:cubicBezTo>
                  <a:pt x="1891888" y="65595"/>
                  <a:pt x="1892647" y="69662"/>
                  <a:pt x="1892647" y="74327"/>
                </a:cubicBezTo>
                <a:lnTo>
                  <a:pt x="1892647" y="107680"/>
                </a:lnTo>
                <a:cubicBezTo>
                  <a:pt x="1892647" y="110609"/>
                  <a:pt x="1892755" y="113646"/>
                  <a:pt x="1892972" y="116793"/>
                </a:cubicBezTo>
                <a:cubicBezTo>
                  <a:pt x="1893188" y="119938"/>
                  <a:pt x="1893513" y="122595"/>
                  <a:pt x="1893946" y="124764"/>
                </a:cubicBezTo>
                <a:lnTo>
                  <a:pt x="1884033" y="124764"/>
                </a:lnTo>
                <a:cubicBezTo>
                  <a:pt x="1883707" y="122914"/>
                  <a:pt x="1883436" y="120901"/>
                  <a:pt x="1883219" y="118725"/>
                </a:cubicBezTo>
                <a:cubicBezTo>
                  <a:pt x="1883003" y="116549"/>
                  <a:pt x="1882894" y="114427"/>
                  <a:pt x="1882894" y="112361"/>
                </a:cubicBezTo>
                <a:lnTo>
                  <a:pt x="1882567" y="112361"/>
                </a:lnTo>
                <a:cubicBezTo>
                  <a:pt x="1879100" y="117455"/>
                  <a:pt x="1875171" y="121113"/>
                  <a:pt x="1870781" y="123335"/>
                </a:cubicBezTo>
                <a:cubicBezTo>
                  <a:pt x="1866393" y="125558"/>
                  <a:pt x="1861111" y="126669"/>
                  <a:pt x="1854935" y="126669"/>
                </a:cubicBezTo>
                <a:cubicBezTo>
                  <a:pt x="1852009" y="126669"/>
                  <a:pt x="1849001" y="126263"/>
                  <a:pt x="1845912" y="125451"/>
                </a:cubicBezTo>
                <a:cubicBezTo>
                  <a:pt x="1842825" y="124639"/>
                  <a:pt x="1840008" y="123313"/>
                  <a:pt x="1837462" y="121473"/>
                </a:cubicBezTo>
                <a:cubicBezTo>
                  <a:pt x="1834916" y="119631"/>
                  <a:pt x="1832803" y="117248"/>
                  <a:pt x="1831123" y="114325"/>
                </a:cubicBezTo>
                <a:cubicBezTo>
                  <a:pt x="1829443" y="111400"/>
                  <a:pt x="1828603" y="107825"/>
                  <a:pt x="1828603" y="103600"/>
                </a:cubicBezTo>
                <a:cubicBezTo>
                  <a:pt x="1828603" y="97752"/>
                  <a:pt x="1830093" y="93122"/>
                  <a:pt x="1833072" y="89711"/>
                </a:cubicBezTo>
                <a:cubicBezTo>
                  <a:pt x="1836052" y="86300"/>
                  <a:pt x="1840034" y="83756"/>
                  <a:pt x="1845019" y="82077"/>
                </a:cubicBezTo>
                <a:cubicBezTo>
                  <a:pt x="1850005" y="80397"/>
                  <a:pt x="1855721" y="79314"/>
                  <a:pt x="1862167" y="78828"/>
                </a:cubicBezTo>
                <a:cubicBezTo>
                  <a:pt x="1868616" y="78340"/>
                  <a:pt x="1875308" y="78097"/>
                  <a:pt x="1882242" y="78097"/>
                </a:cubicBezTo>
                <a:lnTo>
                  <a:pt x="1882242" y="75646"/>
                </a:lnTo>
                <a:moveTo>
                  <a:pt x="1878991" y="86827"/>
                </a:moveTo>
                <a:cubicBezTo>
                  <a:pt x="1874440" y="86827"/>
                  <a:pt x="1869862" y="87016"/>
                  <a:pt x="1865255" y="87395"/>
                </a:cubicBezTo>
                <a:cubicBezTo>
                  <a:pt x="1860650" y="87772"/>
                  <a:pt x="1856479" y="88528"/>
                  <a:pt x="1852740" y="89664"/>
                </a:cubicBezTo>
                <a:cubicBezTo>
                  <a:pt x="1849003" y="90799"/>
                  <a:pt x="1845943" y="92446"/>
                  <a:pt x="1843558" y="94607"/>
                </a:cubicBezTo>
                <a:cubicBezTo>
                  <a:pt x="1841174" y="96768"/>
                  <a:pt x="1839982" y="99631"/>
                  <a:pt x="1839982" y="103196"/>
                </a:cubicBezTo>
                <a:cubicBezTo>
                  <a:pt x="1839982" y="105898"/>
                  <a:pt x="1840496" y="108167"/>
                  <a:pt x="1841525" y="110004"/>
                </a:cubicBezTo>
                <a:cubicBezTo>
                  <a:pt x="1842555" y="111841"/>
                  <a:pt x="1843936" y="113327"/>
                  <a:pt x="1845669" y="114461"/>
                </a:cubicBezTo>
                <a:cubicBezTo>
                  <a:pt x="1847404" y="115596"/>
                  <a:pt x="1849327" y="116406"/>
                  <a:pt x="1851441" y="116892"/>
                </a:cubicBezTo>
                <a:cubicBezTo>
                  <a:pt x="1853554" y="117378"/>
                  <a:pt x="1855694" y="117621"/>
                  <a:pt x="1857862" y="117621"/>
                </a:cubicBezTo>
                <a:cubicBezTo>
                  <a:pt x="1861762" y="117621"/>
                  <a:pt x="1865230" y="116946"/>
                  <a:pt x="1868264" y="115595"/>
                </a:cubicBezTo>
                <a:cubicBezTo>
                  <a:pt x="1871298" y="114244"/>
                  <a:pt x="1873844" y="112407"/>
                  <a:pt x="1875903" y="110084"/>
                </a:cubicBezTo>
                <a:cubicBezTo>
                  <a:pt x="1877961" y="107761"/>
                  <a:pt x="1879532" y="105087"/>
                  <a:pt x="1880615" y="102063"/>
                </a:cubicBezTo>
                <a:cubicBezTo>
                  <a:pt x="1881700" y="99037"/>
                  <a:pt x="1882242" y="95849"/>
                  <a:pt x="1882242" y="92499"/>
                </a:cubicBezTo>
                <a:lnTo>
                  <a:pt x="1882242" y="86827"/>
                </a:lnTo>
                <a:lnTo>
                  <a:pt x="1878991" y="86827"/>
                </a:lnTo>
                <a:close/>
                <a:moveTo>
                  <a:pt x="2002200" y="66603"/>
                </a:moveTo>
                <a:cubicBezTo>
                  <a:pt x="2000575" y="63460"/>
                  <a:pt x="1998109" y="60886"/>
                  <a:pt x="1994804" y="58882"/>
                </a:cubicBezTo>
                <a:cubicBezTo>
                  <a:pt x="1991499" y="56877"/>
                  <a:pt x="1987733" y="55874"/>
                  <a:pt x="1983507" y="55874"/>
                </a:cubicBezTo>
                <a:cubicBezTo>
                  <a:pt x="1981557" y="55874"/>
                  <a:pt x="1979607" y="56091"/>
                  <a:pt x="1977656" y="56526"/>
                </a:cubicBezTo>
                <a:cubicBezTo>
                  <a:pt x="1975705" y="56959"/>
                  <a:pt x="1973970" y="57665"/>
                  <a:pt x="1972452" y="58642"/>
                </a:cubicBezTo>
                <a:cubicBezTo>
                  <a:pt x="1970936" y="59617"/>
                  <a:pt x="1969718" y="60865"/>
                  <a:pt x="1968797" y="62385"/>
                </a:cubicBezTo>
                <a:cubicBezTo>
                  <a:pt x="1967876" y="63902"/>
                  <a:pt x="1967415" y="65692"/>
                  <a:pt x="1967415" y="67754"/>
                </a:cubicBezTo>
                <a:cubicBezTo>
                  <a:pt x="1967415" y="71336"/>
                  <a:pt x="1968878" y="74075"/>
                  <a:pt x="1971803" y="75974"/>
                </a:cubicBezTo>
                <a:cubicBezTo>
                  <a:pt x="1974729" y="77872"/>
                  <a:pt x="1979335" y="79472"/>
                  <a:pt x="1985620" y="80775"/>
                </a:cubicBezTo>
                <a:cubicBezTo>
                  <a:pt x="1994615" y="82619"/>
                  <a:pt x="2001252" y="85304"/>
                  <a:pt x="2005531" y="88831"/>
                </a:cubicBezTo>
                <a:cubicBezTo>
                  <a:pt x="2009812" y="92356"/>
                  <a:pt x="2011952" y="97102"/>
                  <a:pt x="2011952" y="103070"/>
                </a:cubicBezTo>
                <a:cubicBezTo>
                  <a:pt x="2011952" y="107410"/>
                  <a:pt x="2011112" y="111073"/>
                  <a:pt x="2009432" y="114057"/>
                </a:cubicBezTo>
                <a:cubicBezTo>
                  <a:pt x="2007752" y="117040"/>
                  <a:pt x="2005557" y="119481"/>
                  <a:pt x="2002847" y="121381"/>
                </a:cubicBezTo>
                <a:cubicBezTo>
                  <a:pt x="2000139" y="123279"/>
                  <a:pt x="1997078" y="124635"/>
                  <a:pt x="1993666" y="125449"/>
                </a:cubicBezTo>
                <a:cubicBezTo>
                  <a:pt x="1990253" y="126262"/>
                  <a:pt x="1986813" y="126669"/>
                  <a:pt x="1983345" y="126669"/>
                </a:cubicBezTo>
                <a:cubicBezTo>
                  <a:pt x="1977601" y="126669"/>
                  <a:pt x="1972020" y="125485"/>
                  <a:pt x="1966602" y="123117"/>
                </a:cubicBezTo>
                <a:cubicBezTo>
                  <a:pt x="1961185" y="120748"/>
                  <a:pt x="1956742" y="117023"/>
                  <a:pt x="1953273" y="111941"/>
                </a:cubicBezTo>
                <a:lnTo>
                  <a:pt x="1962050" y="105438"/>
                </a:lnTo>
                <a:cubicBezTo>
                  <a:pt x="1964002" y="108798"/>
                  <a:pt x="1966873" y="111616"/>
                  <a:pt x="1970664" y="113891"/>
                </a:cubicBezTo>
                <a:cubicBezTo>
                  <a:pt x="1974457" y="116166"/>
                  <a:pt x="1978630" y="117304"/>
                  <a:pt x="1983182" y="117304"/>
                </a:cubicBezTo>
                <a:cubicBezTo>
                  <a:pt x="1985566" y="117304"/>
                  <a:pt x="1987841" y="117087"/>
                  <a:pt x="1990007" y="116654"/>
                </a:cubicBezTo>
                <a:cubicBezTo>
                  <a:pt x="1992175" y="116219"/>
                  <a:pt x="1994071" y="115459"/>
                  <a:pt x="1995697" y="114374"/>
                </a:cubicBezTo>
                <a:cubicBezTo>
                  <a:pt x="1997322" y="113290"/>
                  <a:pt x="1998623" y="111907"/>
                  <a:pt x="1999598" y="110225"/>
                </a:cubicBezTo>
                <a:cubicBezTo>
                  <a:pt x="2000574" y="108542"/>
                  <a:pt x="2001062" y="106453"/>
                  <a:pt x="2001062" y="103958"/>
                </a:cubicBezTo>
                <a:cubicBezTo>
                  <a:pt x="2001062" y="99943"/>
                  <a:pt x="1999138" y="96932"/>
                  <a:pt x="1995290" y="94925"/>
                </a:cubicBezTo>
                <a:cubicBezTo>
                  <a:pt x="1991444" y="92917"/>
                  <a:pt x="1985891" y="91046"/>
                  <a:pt x="1978631" y="89310"/>
                </a:cubicBezTo>
                <a:cubicBezTo>
                  <a:pt x="1976355" y="88767"/>
                  <a:pt x="1973944" y="88089"/>
                  <a:pt x="1971396" y="87276"/>
                </a:cubicBezTo>
                <a:cubicBezTo>
                  <a:pt x="1968849" y="86462"/>
                  <a:pt x="1966492" y="85269"/>
                  <a:pt x="1964325" y="83697"/>
                </a:cubicBezTo>
                <a:cubicBezTo>
                  <a:pt x="1962159" y="82123"/>
                  <a:pt x="1960371" y="80142"/>
                  <a:pt x="1958963" y="77754"/>
                </a:cubicBezTo>
                <a:cubicBezTo>
                  <a:pt x="1957554" y="75367"/>
                  <a:pt x="1956849" y="72383"/>
                  <a:pt x="1956849" y="68803"/>
                </a:cubicBezTo>
                <a:cubicBezTo>
                  <a:pt x="1956849" y="64896"/>
                  <a:pt x="1957608" y="61559"/>
                  <a:pt x="1959124" y="58793"/>
                </a:cubicBezTo>
                <a:cubicBezTo>
                  <a:pt x="1960642" y="56025"/>
                  <a:pt x="1962674" y="53747"/>
                  <a:pt x="1965220" y="51958"/>
                </a:cubicBezTo>
                <a:cubicBezTo>
                  <a:pt x="1967766" y="50167"/>
                  <a:pt x="1970665" y="48838"/>
                  <a:pt x="1973916" y="47970"/>
                </a:cubicBezTo>
                <a:cubicBezTo>
                  <a:pt x="1977168" y="47102"/>
                  <a:pt x="1980528" y="46667"/>
                  <a:pt x="1983995" y="46667"/>
                </a:cubicBezTo>
                <a:cubicBezTo>
                  <a:pt x="1989305" y="46667"/>
                  <a:pt x="1994451" y="47852"/>
                  <a:pt x="1999435" y="50222"/>
                </a:cubicBezTo>
                <a:cubicBezTo>
                  <a:pt x="2004420" y="52589"/>
                  <a:pt x="2008159" y="55937"/>
                  <a:pt x="2010652" y="60264"/>
                </a:cubicBezTo>
                <a:lnTo>
                  <a:pt x="2002200" y="66603"/>
                </a:lnTo>
                <a:close/>
                <a:moveTo>
                  <a:pt x="2109476" y="86668"/>
                </a:moveTo>
                <a:cubicBezTo>
                  <a:pt x="2109476" y="92414"/>
                  <a:pt x="2108473" y="97726"/>
                  <a:pt x="2106468" y="102603"/>
                </a:cubicBezTo>
                <a:cubicBezTo>
                  <a:pt x="2104464" y="107481"/>
                  <a:pt x="2101673" y="111709"/>
                  <a:pt x="2098097" y="115287"/>
                </a:cubicBezTo>
                <a:cubicBezTo>
                  <a:pt x="2094522" y="118864"/>
                  <a:pt x="2090242" y="121655"/>
                  <a:pt x="2085257" y="123660"/>
                </a:cubicBezTo>
                <a:cubicBezTo>
                  <a:pt x="2080273" y="125666"/>
                  <a:pt x="2074801" y="126669"/>
                  <a:pt x="2068841" y="126669"/>
                </a:cubicBezTo>
                <a:cubicBezTo>
                  <a:pt x="2062989" y="126669"/>
                  <a:pt x="2057571" y="125666"/>
                  <a:pt x="2052585" y="123660"/>
                </a:cubicBezTo>
                <a:cubicBezTo>
                  <a:pt x="2047602" y="121655"/>
                  <a:pt x="2043322" y="118864"/>
                  <a:pt x="2039745" y="115287"/>
                </a:cubicBezTo>
                <a:cubicBezTo>
                  <a:pt x="2036171" y="111709"/>
                  <a:pt x="2033380" y="107481"/>
                  <a:pt x="2031375" y="102603"/>
                </a:cubicBezTo>
                <a:cubicBezTo>
                  <a:pt x="2029371" y="97726"/>
                  <a:pt x="2028369" y="92414"/>
                  <a:pt x="2028369" y="86668"/>
                </a:cubicBezTo>
                <a:cubicBezTo>
                  <a:pt x="2028369" y="80922"/>
                  <a:pt x="2029371" y="75611"/>
                  <a:pt x="2031375" y="70733"/>
                </a:cubicBezTo>
                <a:cubicBezTo>
                  <a:pt x="2033380" y="65855"/>
                  <a:pt x="2036171" y="61628"/>
                  <a:pt x="2039745" y="58052"/>
                </a:cubicBezTo>
                <a:cubicBezTo>
                  <a:pt x="2043322" y="54473"/>
                  <a:pt x="2047602" y="51682"/>
                  <a:pt x="2052585" y="49676"/>
                </a:cubicBezTo>
                <a:cubicBezTo>
                  <a:pt x="2057571" y="47670"/>
                  <a:pt x="2062989" y="46667"/>
                  <a:pt x="2068841" y="46667"/>
                </a:cubicBezTo>
                <a:cubicBezTo>
                  <a:pt x="2074801" y="46667"/>
                  <a:pt x="2080273" y="47670"/>
                  <a:pt x="2085257" y="49676"/>
                </a:cubicBezTo>
                <a:cubicBezTo>
                  <a:pt x="2090242" y="51682"/>
                  <a:pt x="2094522" y="54473"/>
                  <a:pt x="2098097" y="58052"/>
                </a:cubicBezTo>
                <a:cubicBezTo>
                  <a:pt x="2101673" y="61628"/>
                  <a:pt x="2104464" y="65855"/>
                  <a:pt x="2106468" y="70733"/>
                </a:cubicBezTo>
                <a:cubicBezTo>
                  <a:pt x="2108473" y="75611"/>
                  <a:pt x="2109476" y="80922"/>
                  <a:pt x="2109476" y="86668"/>
                </a:cubicBezTo>
                <a:moveTo>
                  <a:pt x="2097775" y="86671"/>
                </a:moveTo>
                <a:cubicBezTo>
                  <a:pt x="2097775" y="82434"/>
                  <a:pt x="2097098" y="78443"/>
                  <a:pt x="2095743" y="74696"/>
                </a:cubicBezTo>
                <a:cubicBezTo>
                  <a:pt x="2094389" y="70948"/>
                  <a:pt x="2092465" y="67689"/>
                  <a:pt x="2089972" y="64919"/>
                </a:cubicBezTo>
                <a:cubicBezTo>
                  <a:pt x="2087480" y="62148"/>
                  <a:pt x="2084446" y="59948"/>
                  <a:pt x="2080870" y="58319"/>
                </a:cubicBezTo>
                <a:cubicBezTo>
                  <a:pt x="2077295" y="56689"/>
                  <a:pt x="2073286" y="55874"/>
                  <a:pt x="2068843" y="55874"/>
                </a:cubicBezTo>
                <a:cubicBezTo>
                  <a:pt x="2064400" y="55874"/>
                  <a:pt x="2060418" y="56689"/>
                  <a:pt x="2056896" y="58319"/>
                </a:cubicBezTo>
                <a:cubicBezTo>
                  <a:pt x="2053374" y="59948"/>
                  <a:pt x="2050366" y="62148"/>
                  <a:pt x="2047873" y="64919"/>
                </a:cubicBezTo>
                <a:cubicBezTo>
                  <a:pt x="2045381" y="67689"/>
                  <a:pt x="2043458" y="70948"/>
                  <a:pt x="2042104" y="74696"/>
                </a:cubicBezTo>
                <a:cubicBezTo>
                  <a:pt x="2040750" y="78443"/>
                  <a:pt x="2040073" y="82434"/>
                  <a:pt x="2040073" y="86671"/>
                </a:cubicBezTo>
                <a:cubicBezTo>
                  <a:pt x="2040073" y="90907"/>
                  <a:pt x="2040750" y="94899"/>
                  <a:pt x="2042104" y="98648"/>
                </a:cubicBezTo>
                <a:cubicBezTo>
                  <a:pt x="2043458" y="102394"/>
                  <a:pt x="2045381" y="105653"/>
                  <a:pt x="2047873" y="108424"/>
                </a:cubicBezTo>
                <a:cubicBezTo>
                  <a:pt x="2050366" y="111194"/>
                  <a:pt x="2053374" y="113367"/>
                  <a:pt x="2056896" y="114942"/>
                </a:cubicBezTo>
                <a:cubicBezTo>
                  <a:pt x="2060418" y="116517"/>
                  <a:pt x="2064400" y="117304"/>
                  <a:pt x="2068843" y="117304"/>
                </a:cubicBezTo>
                <a:cubicBezTo>
                  <a:pt x="2073286" y="117304"/>
                  <a:pt x="2077295" y="116517"/>
                  <a:pt x="2080870" y="114942"/>
                </a:cubicBezTo>
                <a:cubicBezTo>
                  <a:pt x="2084446" y="113367"/>
                  <a:pt x="2087480" y="111194"/>
                  <a:pt x="2089972" y="108424"/>
                </a:cubicBezTo>
                <a:cubicBezTo>
                  <a:pt x="2092465" y="105653"/>
                  <a:pt x="2094389" y="102394"/>
                  <a:pt x="2095743" y="98648"/>
                </a:cubicBezTo>
                <a:cubicBezTo>
                  <a:pt x="2097098" y="94899"/>
                  <a:pt x="2097775" y="90907"/>
                  <a:pt x="2097775" y="86671"/>
                </a:cubicBezTo>
                <a:close/>
                <a:moveTo>
                  <a:pt x="2187986" y="65954"/>
                </a:moveTo>
                <a:cubicBezTo>
                  <a:pt x="2186144" y="63027"/>
                  <a:pt x="2183462" y="60615"/>
                  <a:pt x="2179940" y="58719"/>
                </a:cubicBezTo>
                <a:cubicBezTo>
                  <a:pt x="2176418" y="56822"/>
                  <a:pt x="2172598" y="55874"/>
                  <a:pt x="2168481" y="55874"/>
                </a:cubicBezTo>
                <a:cubicBezTo>
                  <a:pt x="2164038" y="55874"/>
                  <a:pt x="2160029" y="56662"/>
                  <a:pt x="2156452" y="58238"/>
                </a:cubicBezTo>
                <a:cubicBezTo>
                  <a:pt x="2152876" y="59812"/>
                  <a:pt x="2149814" y="61984"/>
                  <a:pt x="2147268" y="64756"/>
                </a:cubicBezTo>
                <a:cubicBezTo>
                  <a:pt x="2144722" y="67525"/>
                  <a:pt x="2142771" y="70784"/>
                  <a:pt x="2141417" y="74533"/>
                </a:cubicBezTo>
                <a:cubicBezTo>
                  <a:pt x="2140063" y="78279"/>
                  <a:pt x="2139386" y="82325"/>
                  <a:pt x="2139386" y="86671"/>
                </a:cubicBezTo>
                <a:cubicBezTo>
                  <a:pt x="2139386" y="91016"/>
                  <a:pt x="2140063" y="95036"/>
                  <a:pt x="2141417" y="98729"/>
                </a:cubicBezTo>
                <a:cubicBezTo>
                  <a:pt x="2142771" y="102422"/>
                  <a:pt x="2144694" y="105653"/>
                  <a:pt x="2147186" y="108424"/>
                </a:cubicBezTo>
                <a:cubicBezTo>
                  <a:pt x="2149680" y="111194"/>
                  <a:pt x="2152714" y="113367"/>
                  <a:pt x="2156289" y="114942"/>
                </a:cubicBezTo>
                <a:cubicBezTo>
                  <a:pt x="2159865" y="116517"/>
                  <a:pt x="2163875" y="117304"/>
                  <a:pt x="2168318" y="117304"/>
                </a:cubicBezTo>
                <a:cubicBezTo>
                  <a:pt x="2173194" y="117304"/>
                  <a:pt x="2177311" y="116383"/>
                  <a:pt x="2180669" y="114541"/>
                </a:cubicBezTo>
                <a:cubicBezTo>
                  <a:pt x="2184029" y="112699"/>
                  <a:pt x="2186793" y="110315"/>
                  <a:pt x="2188960" y="107390"/>
                </a:cubicBezTo>
                <a:lnTo>
                  <a:pt x="2197249" y="113566"/>
                </a:lnTo>
                <a:cubicBezTo>
                  <a:pt x="2193998" y="117564"/>
                  <a:pt x="2190016" y="120748"/>
                  <a:pt x="2185302" y="123117"/>
                </a:cubicBezTo>
                <a:cubicBezTo>
                  <a:pt x="2180590" y="125485"/>
                  <a:pt x="2174928" y="126669"/>
                  <a:pt x="2168318" y="126669"/>
                </a:cubicBezTo>
                <a:cubicBezTo>
                  <a:pt x="2162140" y="126669"/>
                  <a:pt x="2156559" y="125666"/>
                  <a:pt x="2151574" y="123660"/>
                </a:cubicBezTo>
                <a:cubicBezTo>
                  <a:pt x="2146590" y="121655"/>
                  <a:pt x="2142337" y="118864"/>
                  <a:pt x="2138816" y="115287"/>
                </a:cubicBezTo>
                <a:cubicBezTo>
                  <a:pt x="2135295" y="111709"/>
                  <a:pt x="2132560" y="107481"/>
                  <a:pt x="2130609" y="102603"/>
                </a:cubicBezTo>
                <a:cubicBezTo>
                  <a:pt x="2128657" y="97726"/>
                  <a:pt x="2127682" y="92414"/>
                  <a:pt x="2127682" y="86668"/>
                </a:cubicBezTo>
                <a:cubicBezTo>
                  <a:pt x="2127682" y="80922"/>
                  <a:pt x="2128657" y="75611"/>
                  <a:pt x="2130609" y="70733"/>
                </a:cubicBezTo>
                <a:cubicBezTo>
                  <a:pt x="2132560" y="65855"/>
                  <a:pt x="2135295" y="61628"/>
                  <a:pt x="2138816" y="58052"/>
                </a:cubicBezTo>
                <a:cubicBezTo>
                  <a:pt x="2142337" y="54473"/>
                  <a:pt x="2146590" y="51682"/>
                  <a:pt x="2151574" y="49676"/>
                </a:cubicBezTo>
                <a:cubicBezTo>
                  <a:pt x="2156559" y="47670"/>
                  <a:pt x="2162140" y="46667"/>
                  <a:pt x="2168318" y="46667"/>
                </a:cubicBezTo>
                <a:cubicBezTo>
                  <a:pt x="2173410" y="46667"/>
                  <a:pt x="2178584" y="47771"/>
                  <a:pt x="2183839" y="49979"/>
                </a:cubicBezTo>
                <a:cubicBezTo>
                  <a:pt x="2189095" y="52186"/>
                  <a:pt x="2193349" y="55452"/>
                  <a:pt x="2196599" y="59775"/>
                </a:cubicBezTo>
                <a:lnTo>
                  <a:pt x="2187986" y="65954"/>
                </a:lnTo>
                <a:close/>
                <a:moveTo>
                  <a:pt x="2225694" y="124764"/>
                </a:moveTo>
                <a:lnTo>
                  <a:pt x="2214643" y="124764"/>
                </a:lnTo>
                <a:lnTo>
                  <a:pt x="2214643" y="48694"/>
                </a:lnTo>
                <a:lnTo>
                  <a:pt x="2225694" y="48694"/>
                </a:lnTo>
                <a:lnTo>
                  <a:pt x="2225694" y="124764"/>
                </a:lnTo>
                <a:moveTo>
                  <a:pt x="2227971" y="19365"/>
                </a:moveTo>
                <a:cubicBezTo>
                  <a:pt x="2227971" y="21634"/>
                  <a:pt x="2227158" y="23497"/>
                  <a:pt x="2225533" y="24956"/>
                </a:cubicBezTo>
                <a:cubicBezTo>
                  <a:pt x="2223908" y="26414"/>
                  <a:pt x="2222120" y="27143"/>
                  <a:pt x="2220168" y="27143"/>
                </a:cubicBezTo>
                <a:cubicBezTo>
                  <a:pt x="2218217" y="27143"/>
                  <a:pt x="2216429" y="26414"/>
                  <a:pt x="2214804" y="24956"/>
                </a:cubicBezTo>
                <a:cubicBezTo>
                  <a:pt x="2213178" y="23497"/>
                  <a:pt x="2212366" y="21634"/>
                  <a:pt x="2212366" y="19365"/>
                </a:cubicBezTo>
                <a:cubicBezTo>
                  <a:pt x="2212366" y="17097"/>
                  <a:pt x="2213178" y="15233"/>
                  <a:pt x="2214804" y="13775"/>
                </a:cubicBezTo>
                <a:cubicBezTo>
                  <a:pt x="2216429" y="12317"/>
                  <a:pt x="2218217" y="11587"/>
                  <a:pt x="2220168" y="11587"/>
                </a:cubicBezTo>
                <a:cubicBezTo>
                  <a:pt x="2222120" y="11587"/>
                  <a:pt x="2223908" y="12317"/>
                  <a:pt x="2225533" y="13775"/>
                </a:cubicBezTo>
                <a:cubicBezTo>
                  <a:pt x="2227158" y="15233"/>
                  <a:pt x="2227971" y="17097"/>
                  <a:pt x="2227971" y="19365"/>
                </a:cubicBezTo>
                <a:close/>
                <a:moveTo>
                  <a:pt x="2303064" y="75646"/>
                </a:moveTo>
                <a:cubicBezTo>
                  <a:pt x="2303064" y="69001"/>
                  <a:pt x="2301331" y="64045"/>
                  <a:pt x="2297863" y="60777"/>
                </a:cubicBezTo>
                <a:cubicBezTo>
                  <a:pt x="2294396" y="57508"/>
                  <a:pt x="2289357" y="55874"/>
                  <a:pt x="2282746" y="55874"/>
                </a:cubicBezTo>
                <a:cubicBezTo>
                  <a:pt x="2278196" y="55874"/>
                  <a:pt x="2273970" y="56687"/>
                  <a:pt x="2270068" y="58312"/>
                </a:cubicBezTo>
                <a:cubicBezTo>
                  <a:pt x="2266167" y="59937"/>
                  <a:pt x="2262863" y="62105"/>
                  <a:pt x="2260154" y="64815"/>
                </a:cubicBezTo>
                <a:lnTo>
                  <a:pt x="2253976" y="57501"/>
                </a:lnTo>
                <a:cubicBezTo>
                  <a:pt x="2257119" y="54371"/>
                  <a:pt x="2261265" y="51783"/>
                  <a:pt x="2266412" y="49738"/>
                </a:cubicBezTo>
                <a:cubicBezTo>
                  <a:pt x="2271559" y="47691"/>
                  <a:pt x="2277383" y="46667"/>
                  <a:pt x="2283885" y="46667"/>
                </a:cubicBezTo>
                <a:cubicBezTo>
                  <a:pt x="2288004" y="46667"/>
                  <a:pt x="2291850" y="47237"/>
                  <a:pt x="2295425" y="48376"/>
                </a:cubicBezTo>
                <a:cubicBezTo>
                  <a:pt x="2299002" y="49516"/>
                  <a:pt x="2302144" y="51224"/>
                  <a:pt x="2304852" y="53503"/>
                </a:cubicBezTo>
                <a:cubicBezTo>
                  <a:pt x="2307562" y="55780"/>
                  <a:pt x="2309676" y="58653"/>
                  <a:pt x="2311192" y="62124"/>
                </a:cubicBezTo>
                <a:cubicBezTo>
                  <a:pt x="2312710" y="65595"/>
                  <a:pt x="2313469" y="69662"/>
                  <a:pt x="2313469" y="74327"/>
                </a:cubicBezTo>
                <a:lnTo>
                  <a:pt x="2313469" y="107680"/>
                </a:lnTo>
                <a:cubicBezTo>
                  <a:pt x="2313469" y="110609"/>
                  <a:pt x="2313577" y="113646"/>
                  <a:pt x="2313794" y="116793"/>
                </a:cubicBezTo>
                <a:cubicBezTo>
                  <a:pt x="2314010" y="119938"/>
                  <a:pt x="2314335" y="122595"/>
                  <a:pt x="2314768" y="124764"/>
                </a:cubicBezTo>
                <a:lnTo>
                  <a:pt x="2304855" y="124764"/>
                </a:lnTo>
                <a:cubicBezTo>
                  <a:pt x="2304529" y="122914"/>
                  <a:pt x="2304258" y="120901"/>
                  <a:pt x="2304041" y="118725"/>
                </a:cubicBezTo>
                <a:cubicBezTo>
                  <a:pt x="2303825" y="116549"/>
                  <a:pt x="2303717" y="114427"/>
                  <a:pt x="2303717" y="112361"/>
                </a:cubicBezTo>
                <a:lnTo>
                  <a:pt x="2303389" y="112361"/>
                </a:lnTo>
                <a:cubicBezTo>
                  <a:pt x="2299922" y="117455"/>
                  <a:pt x="2295993" y="121113"/>
                  <a:pt x="2291603" y="123335"/>
                </a:cubicBezTo>
                <a:cubicBezTo>
                  <a:pt x="2287215" y="125558"/>
                  <a:pt x="2281933" y="126669"/>
                  <a:pt x="2275757" y="126669"/>
                </a:cubicBezTo>
                <a:cubicBezTo>
                  <a:pt x="2272831" y="126669"/>
                  <a:pt x="2269823" y="126263"/>
                  <a:pt x="2266734" y="125451"/>
                </a:cubicBezTo>
                <a:cubicBezTo>
                  <a:pt x="2263647" y="124639"/>
                  <a:pt x="2260831" y="123313"/>
                  <a:pt x="2258284" y="121473"/>
                </a:cubicBezTo>
                <a:cubicBezTo>
                  <a:pt x="2255738" y="119631"/>
                  <a:pt x="2253625" y="117248"/>
                  <a:pt x="2251945" y="114325"/>
                </a:cubicBezTo>
                <a:cubicBezTo>
                  <a:pt x="2250265" y="111400"/>
                  <a:pt x="2249425" y="107825"/>
                  <a:pt x="2249425" y="103600"/>
                </a:cubicBezTo>
                <a:cubicBezTo>
                  <a:pt x="2249425" y="97752"/>
                  <a:pt x="2250915" y="93122"/>
                  <a:pt x="2253894" y="89711"/>
                </a:cubicBezTo>
                <a:cubicBezTo>
                  <a:pt x="2256874" y="86300"/>
                  <a:pt x="2260856" y="83756"/>
                  <a:pt x="2265841" y="82077"/>
                </a:cubicBezTo>
                <a:cubicBezTo>
                  <a:pt x="2270827" y="80397"/>
                  <a:pt x="2276543" y="79314"/>
                  <a:pt x="2282989" y="78828"/>
                </a:cubicBezTo>
                <a:cubicBezTo>
                  <a:pt x="2289438" y="78340"/>
                  <a:pt x="2296130" y="78097"/>
                  <a:pt x="2303064" y="78097"/>
                </a:cubicBezTo>
                <a:lnTo>
                  <a:pt x="2303064" y="75646"/>
                </a:lnTo>
                <a:moveTo>
                  <a:pt x="2299813" y="86827"/>
                </a:moveTo>
                <a:cubicBezTo>
                  <a:pt x="2295262" y="86827"/>
                  <a:pt x="2290684" y="87016"/>
                  <a:pt x="2286077" y="87395"/>
                </a:cubicBezTo>
                <a:cubicBezTo>
                  <a:pt x="2281472" y="87772"/>
                  <a:pt x="2277301" y="88528"/>
                  <a:pt x="2273562" y="89664"/>
                </a:cubicBezTo>
                <a:cubicBezTo>
                  <a:pt x="2269825" y="90799"/>
                  <a:pt x="2266765" y="92446"/>
                  <a:pt x="2264381" y="94607"/>
                </a:cubicBezTo>
                <a:cubicBezTo>
                  <a:pt x="2261996" y="96768"/>
                  <a:pt x="2260804" y="99631"/>
                  <a:pt x="2260804" y="103196"/>
                </a:cubicBezTo>
                <a:cubicBezTo>
                  <a:pt x="2260804" y="105898"/>
                  <a:pt x="2261318" y="108167"/>
                  <a:pt x="2262347" y="110004"/>
                </a:cubicBezTo>
                <a:cubicBezTo>
                  <a:pt x="2263377" y="111841"/>
                  <a:pt x="2264758" y="113327"/>
                  <a:pt x="2266491" y="114461"/>
                </a:cubicBezTo>
                <a:cubicBezTo>
                  <a:pt x="2268226" y="115596"/>
                  <a:pt x="2270149" y="116406"/>
                  <a:pt x="2272263" y="116892"/>
                </a:cubicBezTo>
                <a:cubicBezTo>
                  <a:pt x="2274376" y="117378"/>
                  <a:pt x="2276516" y="117621"/>
                  <a:pt x="2278684" y="117621"/>
                </a:cubicBezTo>
                <a:cubicBezTo>
                  <a:pt x="2282584" y="117621"/>
                  <a:pt x="2286052" y="116946"/>
                  <a:pt x="2289086" y="115595"/>
                </a:cubicBezTo>
                <a:cubicBezTo>
                  <a:pt x="2292120" y="114244"/>
                  <a:pt x="2294666" y="112407"/>
                  <a:pt x="2296725" y="110084"/>
                </a:cubicBezTo>
                <a:cubicBezTo>
                  <a:pt x="2298783" y="107761"/>
                  <a:pt x="2300354" y="105087"/>
                  <a:pt x="2301437" y="102063"/>
                </a:cubicBezTo>
                <a:cubicBezTo>
                  <a:pt x="2302522" y="99037"/>
                  <a:pt x="2303064" y="95849"/>
                  <a:pt x="2303064" y="92499"/>
                </a:cubicBezTo>
                <a:lnTo>
                  <a:pt x="2303064" y="86827"/>
                </a:lnTo>
                <a:lnTo>
                  <a:pt x="2299813" y="86827"/>
                </a:lnTo>
                <a:close/>
                <a:moveTo>
                  <a:pt x="2353291" y="124764"/>
                </a:moveTo>
                <a:lnTo>
                  <a:pt x="2342237" y="124764"/>
                </a:lnTo>
                <a:lnTo>
                  <a:pt x="2342237" y="1882"/>
                </a:lnTo>
                <a:lnTo>
                  <a:pt x="2353291" y="1882"/>
                </a:lnTo>
                <a:lnTo>
                  <a:pt x="2353291" y="1247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1" name="Text mediapagefocusedonsuccess,">
            <a:extLst xmlns:a="http://schemas.openxmlformats.org/drawingml/2006/main">
              <a:ext uri="{FF2B5EF4-FFF2-40B4-BE49-F238E27FC236}">
                <a16:creationId xmlns:a16="http://schemas.microsoft.com/office/drawing/2014/main" id="{BEC57A75-B17C-4A24-9FB9-E0F6A29E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076" y="5008149"/>
            <a:ext cx="2383361" cy="163812"/>
          </a:xfrm>
          <a:custGeom xmlns:a="http://schemas.openxmlformats.org/drawingml/2006/main">
            <a:pathLst>
              <a:path w="2383361" h="163812">
                <a:moveTo>
                  <a:pt x="11540" y="61635"/>
                </a:moveTo>
                <a:cubicBezTo>
                  <a:pt x="13708" y="57189"/>
                  <a:pt x="17040" y="53583"/>
                  <a:pt x="21536" y="50817"/>
                </a:cubicBezTo>
                <a:cubicBezTo>
                  <a:pt x="26033" y="48051"/>
                  <a:pt x="31046" y="46667"/>
                  <a:pt x="36573" y="46667"/>
                </a:cubicBezTo>
                <a:cubicBezTo>
                  <a:pt x="38632" y="46667"/>
                  <a:pt x="40771" y="46885"/>
                  <a:pt x="42992" y="47320"/>
                </a:cubicBezTo>
                <a:cubicBezTo>
                  <a:pt x="45214" y="47753"/>
                  <a:pt x="47382" y="48593"/>
                  <a:pt x="49495" y="49840"/>
                </a:cubicBezTo>
                <a:cubicBezTo>
                  <a:pt x="51608" y="51086"/>
                  <a:pt x="53558" y="52741"/>
                  <a:pt x="55346" y="54803"/>
                </a:cubicBezTo>
                <a:cubicBezTo>
                  <a:pt x="57135" y="56863"/>
                  <a:pt x="58679" y="59520"/>
                  <a:pt x="59979" y="62774"/>
                </a:cubicBezTo>
                <a:cubicBezTo>
                  <a:pt x="62580" y="57567"/>
                  <a:pt x="66128" y="53581"/>
                  <a:pt x="70624" y="50817"/>
                </a:cubicBezTo>
                <a:cubicBezTo>
                  <a:pt x="75121" y="48051"/>
                  <a:pt x="80459" y="46667"/>
                  <a:pt x="86636" y="46667"/>
                </a:cubicBezTo>
                <a:cubicBezTo>
                  <a:pt x="96279" y="46667"/>
                  <a:pt x="103511" y="49542"/>
                  <a:pt x="108333" y="55291"/>
                </a:cubicBezTo>
                <a:cubicBezTo>
                  <a:pt x="113156" y="61040"/>
                  <a:pt x="115567" y="68633"/>
                  <a:pt x="115567" y="78069"/>
                </a:cubicBezTo>
                <a:lnTo>
                  <a:pt x="115567" y="124764"/>
                </a:lnTo>
                <a:lnTo>
                  <a:pt x="104516" y="124764"/>
                </a:lnTo>
                <a:lnTo>
                  <a:pt x="104516" y="82583"/>
                </a:lnTo>
                <a:cubicBezTo>
                  <a:pt x="104516" y="74549"/>
                  <a:pt x="103026" y="68089"/>
                  <a:pt x="100046" y="63203"/>
                </a:cubicBezTo>
                <a:cubicBezTo>
                  <a:pt x="97067" y="58317"/>
                  <a:pt x="92001" y="55874"/>
                  <a:pt x="84848" y="55874"/>
                </a:cubicBezTo>
                <a:cubicBezTo>
                  <a:pt x="80838" y="55874"/>
                  <a:pt x="77452" y="56688"/>
                  <a:pt x="74689" y="58317"/>
                </a:cubicBezTo>
                <a:cubicBezTo>
                  <a:pt x="71926" y="59946"/>
                  <a:pt x="69704" y="62090"/>
                  <a:pt x="68024" y="64751"/>
                </a:cubicBezTo>
                <a:cubicBezTo>
                  <a:pt x="66345" y="67409"/>
                  <a:pt x="65125" y="70422"/>
                  <a:pt x="64366" y="73788"/>
                </a:cubicBezTo>
                <a:cubicBezTo>
                  <a:pt x="63609" y="77155"/>
                  <a:pt x="63230" y="80630"/>
                  <a:pt x="63230" y="84213"/>
                </a:cubicBezTo>
                <a:lnTo>
                  <a:pt x="63230" y="124764"/>
                </a:lnTo>
                <a:lnTo>
                  <a:pt x="52176" y="124764"/>
                </a:lnTo>
                <a:lnTo>
                  <a:pt x="52176" y="80304"/>
                </a:lnTo>
                <a:cubicBezTo>
                  <a:pt x="52176" y="76612"/>
                  <a:pt x="51905" y="73246"/>
                  <a:pt x="51362" y="70207"/>
                </a:cubicBezTo>
                <a:cubicBezTo>
                  <a:pt x="50822" y="67166"/>
                  <a:pt x="49874" y="64588"/>
                  <a:pt x="48518" y="62471"/>
                </a:cubicBezTo>
                <a:cubicBezTo>
                  <a:pt x="47164" y="60353"/>
                  <a:pt x="45294" y="58725"/>
                  <a:pt x="42910" y="57585"/>
                </a:cubicBezTo>
                <a:cubicBezTo>
                  <a:pt x="40527" y="56444"/>
                  <a:pt x="37494" y="55874"/>
                  <a:pt x="33810" y="55874"/>
                </a:cubicBezTo>
                <a:cubicBezTo>
                  <a:pt x="31209" y="55874"/>
                  <a:pt x="28581" y="56472"/>
                  <a:pt x="25926" y="57667"/>
                </a:cubicBezTo>
                <a:cubicBezTo>
                  <a:pt x="23272" y="58861"/>
                  <a:pt x="20888" y="60680"/>
                  <a:pt x="18775" y="63124"/>
                </a:cubicBezTo>
                <a:cubicBezTo>
                  <a:pt x="16662" y="65566"/>
                  <a:pt x="14955" y="68659"/>
                  <a:pt x="13654" y="72405"/>
                </a:cubicBezTo>
                <a:cubicBezTo>
                  <a:pt x="12354" y="76150"/>
                  <a:pt x="11704" y="80574"/>
                  <a:pt x="11704" y="85679"/>
                </a:cubicBezTo>
                <a:lnTo>
                  <a:pt x="11704" y="124764"/>
                </a:lnTo>
                <a:lnTo>
                  <a:pt x="650" y="124764"/>
                </a:lnTo>
                <a:lnTo>
                  <a:pt x="650" y="65378"/>
                </a:lnTo>
                <a:cubicBezTo>
                  <a:pt x="650" y="63318"/>
                  <a:pt x="595" y="60661"/>
                  <a:pt x="486" y="57407"/>
                </a:cubicBezTo>
                <a:cubicBezTo>
                  <a:pt x="379" y="54153"/>
                  <a:pt x="217" y="51224"/>
                  <a:pt x="0" y="48619"/>
                </a:cubicBezTo>
                <a:lnTo>
                  <a:pt x="10566" y="48619"/>
                </a:lnTo>
                <a:cubicBezTo>
                  <a:pt x="10782" y="50681"/>
                  <a:pt x="10944" y="52960"/>
                  <a:pt x="11052" y="55455"/>
                </a:cubicBezTo>
                <a:cubicBezTo>
                  <a:pt x="11161" y="57948"/>
                  <a:pt x="11215" y="60008"/>
                  <a:pt x="11215" y="61635"/>
                </a:cubicBezTo>
                <a:lnTo>
                  <a:pt x="11540" y="61635"/>
                </a:lnTo>
                <a:close/>
                <a:moveTo>
                  <a:pt x="202204" y="80954"/>
                </a:moveTo>
                <a:cubicBezTo>
                  <a:pt x="201878" y="73741"/>
                  <a:pt x="199575" y="67758"/>
                  <a:pt x="195294" y="63005"/>
                </a:cubicBezTo>
                <a:cubicBezTo>
                  <a:pt x="191015" y="58251"/>
                  <a:pt x="184920" y="55874"/>
                  <a:pt x="177010" y="55874"/>
                </a:cubicBezTo>
                <a:cubicBezTo>
                  <a:pt x="173326" y="55874"/>
                  <a:pt x="169912" y="56557"/>
                  <a:pt x="166769" y="57923"/>
                </a:cubicBezTo>
                <a:cubicBezTo>
                  <a:pt x="163628" y="59288"/>
                  <a:pt x="160865" y="61146"/>
                  <a:pt x="158480" y="63496"/>
                </a:cubicBezTo>
                <a:cubicBezTo>
                  <a:pt x="156096" y="65845"/>
                  <a:pt x="154200" y="68523"/>
                  <a:pt x="152791" y="71529"/>
                </a:cubicBezTo>
                <a:cubicBezTo>
                  <a:pt x="151382" y="74533"/>
                  <a:pt x="150569" y="77675"/>
                  <a:pt x="150353" y="80954"/>
                </a:cubicBezTo>
                <a:lnTo>
                  <a:pt x="202204" y="80954"/>
                </a:lnTo>
                <a:moveTo>
                  <a:pt x="213419" y="84471"/>
                </a:moveTo>
                <a:cubicBezTo>
                  <a:pt x="213419" y="85231"/>
                  <a:pt x="213419" y="86046"/>
                  <a:pt x="213419" y="86916"/>
                </a:cubicBezTo>
                <a:cubicBezTo>
                  <a:pt x="213419" y="87784"/>
                  <a:pt x="213365" y="88707"/>
                  <a:pt x="213256" y="89684"/>
                </a:cubicBezTo>
                <a:lnTo>
                  <a:pt x="150189" y="89684"/>
                </a:lnTo>
                <a:cubicBezTo>
                  <a:pt x="150298" y="93475"/>
                  <a:pt x="151056" y="97050"/>
                  <a:pt x="152463" y="100408"/>
                </a:cubicBezTo>
                <a:cubicBezTo>
                  <a:pt x="153872" y="103765"/>
                  <a:pt x="155822" y="106689"/>
                  <a:pt x="158314" y="109181"/>
                </a:cubicBezTo>
                <a:cubicBezTo>
                  <a:pt x="160808" y="111671"/>
                  <a:pt x="163733" y="113648"/>
                  <a:pt x="167092" y="115111"/>
                </a:cubicBezTo>
                <a:cubicBezTo>
                  <a:pt x="170452" y="116573"/>
                  <a:pt x="174083" y="117304"/>
                  <a:pt x="177985" y="117304"/>
                </a:cubicBezTo>
                <a:cubicBezTo>
                  <a:pt x="183727" y="117304"/>
                  <a:pt x="188684" y="115977"/>
                  <a:pt x="192856" y="113323"/>
                </a:cubicBezTo>
                <a:cubicBezTo>
                  <a:pt x="197028" y="110667"/>
                  <a:pt x="200197" y="107606"/>
                  <a:pt x="202365" y="104139"/>
                </a:cubicBezTo>
                <a:lnTo>
                  <a:pt x="210654" y="110639"/>
                </a:lnTo>
                <a:cubicBezTo>
                  <a:pt x="206104" y="116374"/>
                  <a:pt x="201092" y="120479"/>
                  <a:pt x="195619" y="122956"/>
                </a:cubicBezTo>
                <a:cubicBezTo>
                  <a:pt x="190148" y="125431"/>
                  <a:pt x="184270" y="126669"/>
                  <a:pt x="177985" y="126669"/>
                </a:cubicBezTo>
                <a:cubicBezTo>
                  <a:pt x="172350" y="126669"/>
                  <a:pt x="167121" y="125666"/>
                  <a:pt x="162297" y="123660"/>
                </a:cubicBezTo>
                <a:cubicBezTo>
                  <a:pt x="157476" y="121655"/>
                  <a:pt x="153332" y="118864"/>
                  <a:pt x="149864" y="115287"/>
                </a:cubicBezTo>
                <a:cubicBezTo>
                  <a:pt x="146397" y="111709"/>
                  <a:pt x="143660" y="107481"/>
                  <a:pt x="141655" y="102603"/>
                </a:cubicBezTo>
                <a:cubicBezTo>
                  <a:pt x="139651" y="97726"/>
                  <a:pt x="138649" y="92414"/>
                  <a:pt x="138649" y="86668"/>
                </a:cubicBezTo>
                <a:cubicBezTo>
                  <a:pt x="138649" y="80922"/>
                  <a:pt x="139623" y="75611"/>
                  <a:pt x="141573" y="70733"/>
                </a:cubicBezTo>
                <a:cubicBezTo>
                  <a:pt x="143524" y="65855"/>
                  <a:pt x="146233" y="61628"/>
                  <a:pt x="149700" y="58052"/>
                </a:cubicBezTo>
                <a:cubicBezTo>
                  <a:pt x="153169" y="54473"/>
                  <a:pt x="157234" y="51682"/>
                  <a:pt x="161893" y="49676"/>
                </a:cubicBezTo>
                <a:cubicBezTo>
                  <a:pt x="166553" y="47670"/>
                  <a:pt x="171592" y="46667"/>
                  <a:pt x="177010" y="46667"/>
                </a:cubicBezTo>
                <a:cubicBezTo>
                  <a:pt x="182969" y="46667"/>
                  <a:pt x="188224" y="47673"/>
                  <a:pt x="192774" y="49683"/>
                </a:cubicBezTo>
                <a:cubicBezTo>
                  <a:pt x="197326" y="51692"/>
                  <a:pt x="201119" y="54408"/>
                  <a:pt x="204153" y="57831"/>
                </a:cubicBezTo>
                <a:cubicBezTo>
                  <a:pt x="207187" y="61252"/>
                  <a:pt x="209490" y="65243"/>
                  <a:pt x="211061" y="69805"/>
                </a:cubicBezTo>
                <a:cubicBezTo>
                  <a:pt x="212633" y="74367"/>
                  <a:pt x="213419" y="79256"/>
                  <a:pt x="213419" y="84471"/>
                </a:cubicBezTo>
                <a:close/>
                <a:moveTo>
                  <a:pt x="299729" y="111924"/>
                </a:moveTo>
                <a:cubicBezTo>
                  <a:pt x="296479" y="116800"/>
                  <a:pt x="292252" y="120477"/>
                  <a:pt x="287050" y="122954"/>
                </a:cubicBezTo>
                <a:cubicBezTo>
                  <a:pt x="281849" y="125430"/>
                  <a:pt x="276485" y="126669"/>
                  <a:pt x="270959" y="126669"/>
                </a:cubicBezTo>
                <a:cubicBezTo>
                  <a:pt x="264998" y="126669"/>
                  <a:pt x="259607" y="125640"/>
                  <a:pt x="254786" y="123581"/>
                </a:cubicBezTo>
                <a:cubicBezTo>
                  <a:pt x="249964" y="121521"/>
                  <a:pt x="245846" y="118702"/>
                  <a:pt x="242432" y="115126"/>
                </a:cubicBezTo>
                <a:cubicBezTo>
                  <a:pt x="239019" y="111548"/>
                  <a:pt x="236364" y="107320"/>
                  <a:pt x="234468" y="102442"/>
                </a:cubicBezTo>
                <a:cubicBezTo>
                  <a:pt x="232571" y="97563"/>
                  <a:pt x="231623" y="92305"/>
                  <a:pt x="231623" y="86668"/>
                </a:cubicBezTo>
                <a:cubicBezTo>
                  <a:pt x="231623" y="81031"/>
                  <a:pt x="232571" y="75774"/>
                  <a:pt x="234468" y="70897"/>
                </a:cubicBezTo>
                <a:cubicBezTo>
                  <a:pt x="236364" y="66017"/>
                  <a:pt x="239019" y="61789"/>
                  <a:pt x="242432" y="58213"/>
                </a:cubicBezTo>
                <a:cubicBezTo>
                  <a:pt x="245846" y="54635"/>
                  <a:pt x="249964" y="51816"/>
                  <a:pt x="254786" y="49758"/>
                </a:cubicBezTo>
                <a:cubicBezTo>
                  <a:pt x="259607" y="47698"/>
                  <a:pt x="264998" y="46667"/>
                  <a:pt x="270959" y="46667"/>
                </a:cubicBezTo>
                <a:cubicBezTo>
                  <a:pt x="276485" y="46667"/>
                  <a:pt x="281849" y="47941"/>
                  <a:pt x="287050" y="50489"/>
                </a:cubicBezTo>
                <a:cubicBezTo>
                  <a:pt x="292252" y="53036"/>
                  <a:pt x="296479" y="56802"/>
                  <a:pt x="299729" y="61789"/>
                </a:cubicBezTo>
                <a:lnTo>
                  <a:pt x="300054" y="61789"/>
                </a:lnTo>
                <a:lnTo>
                  <a:pt x="300054" y="1811"/>
                </a:lnTo>
                <a:lnTo>
                  <a:pt x="311106" y="1811"/>
                </a:lnTo>
                <a:lnTo>
                  <a:pt x="311106" y="124764"/>
                </a:lnTo>
                <a:lnTo>
                  <a:pt x="300054" y="124764"/>
                </a:lnTo>
                <a:lnTo>
                  <a:pt x="300054" y="111924"/>
                </a:lnTo>
                <a:lnTo>
                  <a:pt x="299729" y="111924"/>
                </a:lnTo>
                <a:moveTo>
                  <a:pt x="243327" y="86671"/>
                </a:moveTo>
                <a:cubicBezTo>
                  <a:pt x="243327" y="90907"/>
                  <a:pt x="243977" y="94899"/>
                  <a:pt x="245276" y="98648"/>
                </a:cubicBezTo>
                <a:cubicBezTo>
                  <a:pt x="246576" y="102394"/>
                  <a:pt x="248445" y="105653"/>
                  <a:pt x="250884" y="108424"/>
                </a:cubicBezTo>
                <a:cubicBezTo>
                  <a:pt x="253323" y="111194"/>
                  <a:pt x="256330" y="113367"/>
                  <a:pt x="259905" y="114942"/>
                </a:cubicBezTo>
                <a:cubicBezTo>
                  <a:pt x="263481" y="116517"/>
                  <a:pt x="267544" y="117304"/>
                  <a:pt x="272095" y="117304"/>
                </a:cubicBezTo>
                <a:cubicBezTo>
                  <a:pt x="276321" y="117304"/>
                  <a:pt x="280222" y="116517"/>
                  <a:pt x="283799" y="114942"/>
                </a:cubicBezTo>
                <a:cubicBezTo>
                  <a:pt x="287375" y="113367"/>
                  <a:pt x="290463" y="111221"/>
                  <a:pt x="293062" y="108506"/>
                </a:cubicBezTo>
                <a:cubicBezTo>
                  <a:pt x="295663" y="105790"/>
                  <a:pt x="297695" y="102558"/>
                  <a:pt x="299159" y="98811"/>
                </a:cubicBezTo>
                <a:cubicBezTo>
                  <a:pt x="300622" y="95063"/>
                  <a:pt x="301354" y="91016"/>
                  <a:pt x="301354" y="86671"/>
                </a:cubicBezTo>
                <a:cubicBezTo>
                  <a:pt x="301354" y="82325"/>
                  <a:pt x="300622" y="78279"/>
                  <a:pt x="299159" y="74533"/>
                </a:cubicBezTo>
                <a:cubicBezTo>
                  <a:pt x="297695" y="70784"/>
                  <a:pt x="295663" y="67525"/>
                  <a:pt x="293062" y="64756"/>
                </a:cubicBezTo>
                <a:cubicBezTo>
                  <a:pt x="290463" y="61984"/>
                  <a:pt x="287375" y="59812"/>
                  <a:pt x="283799" y="58238"/>
                </a:cubicBezTo>
                <a:cubicBezTo>
                  <a:pt x="280222" y="56662"/>
                  <a:pt x="276321" y="55874"/>
                  <a:pt x="272095" y="55874"/>
                </a:cubicBezTo>
                <a:cubicBezTo>
                  <a:pt x="267544" y="55874"/>
                  <a:pt x="263481" y="56689"/>
                  <a:pt x="259905" y="58319"/>
                </a:cubicBezTo>
                <a:cubicBezTo>
                  <a:pt x="256330" y="59948"/>
                  <a:pt x="253323" y="62148"/>
                  <a:pt x="250884" y="64919"/>
                </a:cubicBezTo>
                <a:cubicBezTo>
                  <a:pt x="248445" y="67689"/>
                  <a:pt x="246576" y="70948"/>
                  <a:pt x="245276" y="74696"/>
                </a:cubicBezTo>
                <a:cubicBezTo>
                  <a:pt x="243977" y="78443"/>
                  <a:pt x="243327" y="82434"/>
                  <a:pt x="243327" y="86671"/>
                </a:cubicBezTo>
                <a:close/>
                <a:moveTo>
                  <a:pt x="351904" y="124764"/>
                </a:moveTo>
                <a:lnTo>
                  <a:pt x="340853" y="124764"/>
                </a:lnTo>
                <a:lnTo>
                  <a:pt x="340853" y="48694"/>
                </a:lnTo>
                <a:lnTo>
                  <a:pt x="351904" y="48694"/>
                </a:lnTo>
                <a:lnTo>
                  <a:pt x="351904" y="124764"/>
                </a:lnTo>
                <a:moveTo>
                  <a:pt x="354181" y="19365"/>
                </a:moveTo>
                <a:cubicBezTo>
                  <a:pt x="354181" y="21634"/>
                  <a:pt x="353368" y="23497"/>
                  <a:pt x="351743" y="24956"/>
                </a:cubicBezTo>
                <a:cubicBezTo>
                  <a:pt x="350118" y="26414"/>
                  <a:pt x="348330" y="27143"/>
                  <a:pt x="346378" y="27143"/>
                </a:cubicBezTo>
                <a:cubicBezTo>
                  <a:pt x="344427" y="27143"/>
                  <a:pt x="342639" y="26414"/>
                  <a:pt x="341014" y="24956"/>
                </a:cubicBezTo>
                <a:cubicBezTo>
                  <a:pt x="339388" y="23497"/>
                  <a:pt x="338576" y="21634"/>
                  <a:pt x="338576" y="19365"/>
                </a:cubicBezTo>
                <a:cubicBezTo>
                  <a:pt x="338576" y="17097"/>
                  <a:pt x="339388" y="15233"/>
                  <a:pt x="341014" y="13775"/>
                </a:cubicBezTo>
                <a:cubicBezTo>
                  <a:pt x="342639" y="12317"/>
                  <a:pt x="344427" y="11587"/>
                  <a:pt x="346378" y="11587"/>
                </a:cubicBezTo>
                <a:cubicBezTo>
                  <a:pt x="348330" y="11587"/>
                  <a:pt x="350118" y="12317"/>
                  <a:pt x="351743" y="13775"/>
                </a:cubicBezTo>
                <a:cubicBezTo>
                  <a:pt x="353368" y="15233"/>
                  <a:pt x="354181" y="17097"/>
                  <a:pt x="354181" y="19365"/>
                </a:cubicBezTo>
                <a:close/>
                <a:moveTo>
                  <a:pt x="429274" y="75646"/>
                </a:moveTo>
                <a:cubicBezTo>
                  <a:pt x="429274" y="69001"/>
                  <a:pt x="427540" y="64045"/>
                  <a:pt x="424073" y="60777"/>
                </a:cubicBezTo>
                <a:cubicBezTo>
                  <a:pt x="420605" y="57508"/>
                  <a:pt x="415566" y="55874"/>
                  <a:pt x="408956" y="55874"/>
                </a:cubicBezTo>
                <a:cubicBezTo>
                  <a:pt x="404406" y="55874"/>
                  <a:pt x="400179" y="56687"/>
                  <a:pt x="396277" y="58312"/>
                </a:cubicBezTo>
                <a:cubicBezTo>
                  <a:pt x="392377" y="59937"/>
                  <a:pt x="389072" y="62105"/>
                  <a:pt x="386364" y="64815"/>
                </a:cubicBezTo>
                <a:lnTo>
                  <a:pt x="380186" y="57501"/>
                </a:lnTo>
                <a:cubicBezTo>
                  <a:pt x="383329" y="54371"/>
                  <a:pt x="387474" y="51783"/>
                  <a:pt x="392621" y="49738"/>
                </a:cubicBezTo>
                <a:cubicBezTo>
                  <a:pt x="397769" y="47691"/>
                  <a:pt x="403593" y="46667"/>
                  <a:pt x="410094" y="46667"/>
                </a:cubicBezTo>
                <a:cubicBezTo>
                  <a:pt x="414213" y="46667"/>
                  <a:pt x="418060" y="47237"/>
                  <a:pt x="421635" y="48376"/>
                </a:cubicBezTo>
                <a:cubicBezTo>
                  <a:pt x="425211" y="49516"/>
                  <a:pt x="428354" y="51224"/>
                  <a:pt x="431062" y="53503"/>
                </a:cubicBezTo>
                <a:cubicBezTo>
                  <a:pt x="433772" y="55780"/>
                  <a:pt x="435885" y="58653"/>
                  <a:pt x="437401" y="62124"/>
                </a:cubicBezTo>
                <a:cubicBezTo>
                  <a:pt x="438919" y="65595"/>
                  <a:pt x="439678" y="69662"/>
                  <a:pt x="439678" y="74327"/>
                </a:cubicBezTo>
                <a:lnTo>
                  <a:pt x="439678" y="107680"/>
                </a:lnTo>
                <a:cubicBezTo>
                  <a:pt x="439678" y="110609"/>
                  <a:pt x="439786" y="113646"/>
                  <a:pt x="440003" y="116793"/>
                </a:cubicBezTo>
                <a:cubicBezTo>
                  <a:pt x="440220" y="119938"/>
                  <a:pt x="440545" y="122595"/>
                  <a:pt x="440978" y="124764"/>
                </a:cubicBezTo>
                <a:lnTo>
                  <a:pt x="431064" y="124764"/>
                </a:lnTo>
                <a:cubicBezTo>
                  <a:pt x="430739" y="122914"/>
                  <a:pt x="430468" y="120901"/>
                  <a:pt x="430251" y="118725"/>
                </a:cubicBezTo>
                <a:cubicBezTo>
                  <a:pt x="430034" y="116549"/>
                  <a:pt x="429926" y="114427"/>
                  <a:pt x="429926" y="112361"/>
                </a:cubicBezTo>
                <a:lnTo>
                  <a:pt x="429599" y="112361"/>
                </a:lnTo>
                <a:cubicBezTo>
                  <a:pt x="426131" y="117455"/>
                  <a:pt x="422203" y="121113"/>
                  <a:pt x="417813" y="123335"/>
                </a:cubicBezTo>
                <a:cubicBezTo>
                  <a:pt x="413424" y="125558"/>
                  <a:pt x="408142" y="126669"/>
                  <a:pt x="401967" y="126669"/>
                </a:cubicBezTo>
                <a:cubicBezTo>
                  <a:pt x="399040" y="126669"/>
                  <a:pt x="396032" y="126263"/>
                  <a:pt x="392944" y="125451"/>
                </a:cubicBezTo>
                <a:cubicBezTo>
                  <a:pt x="389857" y="124639"/>
                  <a:pt x="387040" y="123313"/>
                  <a:pt x="384494" y="121473"/>
                </a:cubicBezTo>
                <a:cubicBezTo>
                  <a:pt x="381947" y="119631"/>
                  <a:pt x="379834" y="117248"/>
                  <a:pt x="378154" y="114325"/>
                </a:cubicBezTo>
                <a:cubicBezTo>
                  <a:pt x="376474" y="111400"/>
                  <a:pt x="375634" y="107825"/>
                  <a:pt x="375634" y="103600"/>
                </a:cubicBezTo>
                <a:cubicBezTo>
                  <a:pt x="375634" y="97752"/>
                  <a:pt x="377124" y="93122"/>
                  <a:pt x="380104" y="89711"/>
                </a:cubicBezTo>
                <a:cubicBezTo>
                  <a:pt x="383083" y="86300"/>
                  <a:pt x="387066" y="83756"/>
                  <a:pt x="392051" y="82077"/>
                </a:cubicBezTo>
                <a:cubicBezTo>
                  <a:pt x="397036" y="80397"/>
                  <a:pt x="402752" y="79314"/>
                  <a:pt x="409199" y="78828"/>
                </a:cubicBezTo>
                <a:cubicBezTo>
                  <a:pt x="415647" y="78340"/>
                  <a:pt x="422339" y="78097"/>
                  <a:pt x="429274" y="78097"/>
                </a:cubicBezTo>
                <a:lnTo>
                  <a:pt x="429274" y="75646"/>
                </a:lnTo>
                <a:moveTo>
                  <a:pt x="426022" y="86827"/>
                </a:moveTo>
                <a:cubicBezTo>
                  <a:pt x="421472" y="86827"/>
                  <a:pt x="416893" y="87016"/>
                  <a:pt x="412287" y="87395"/>
                </a:cubicBezTo>
                <a:cubicBezTo>
                  <a:pt x="407682" y="87772"/>
                  <a:pt x="403510" y="88528"/>
                  <a:pt x="399772" y="89664"/>
                </a:cubicBezTo>
                <a:cubicBezTo>
                  <a:pt x="396035" y="90799"/>
                  <a:pt x="392974" y="92446"/>
                  <a:pt x="390590" y="94607"/>
                </a:cubicBezTo>
                <a:cubicBezTo>
                  <a:pt x="388206" y="96768"/>
                  <a:pt x="387014" y="99631"/>
                  <a:pt x="387014" y="103196"/>
                </a:cubicBezTo>
                <a:cubicBezTo>
                  <a:pt x="387014" y="105898"/>
                  <a:pt x="387528" y="108167"/>
                  <a:pt x="388556" y="110004"/>
                </a:cubicBezTo>
                <a:cubicBezTo>
                  <a:pt x="389586" y="111841"/>
                  <a:pt x="390968" y="113327"/>
                  <a:pt x="392701" y="114461"/>
                </a:cubicBezTo>
                <a:cubicBezTo>
                  <a:pt x="394435" y="115596"/>
                  <a:pt x="396359" y="116406"/>
                  <a:pt x="398472" y="116892"/>
                </a:cubicBezTo>
                <a:cubicBezTo>
                  <a:pt x="400585" y="117378"/>
                  <a:pt x="402726" y="117621"/>
                  <a:pt x="404893" y="117621"/>
                </a:cubicBezTo>
                <a:cubicBezTo>
                  <a:pt x="408794" y="117621"/>
                  <a:pt x="412261" y="116946"/>
                  <a:pt x="415295" y="115595"/>
                </a:cubicBezTo>
                <a:cubicBezTo>
                  <a:pt x="418329" y="114244"/>
                  <a:pt x="420876" y="112407"/>
                  <a:pt x="422934" y="110084"/>
                </a:cubicBezTo>
                <a:cubicBezTo>
                  <a:pt x="424993" y="107761"/>
                  <a:pt x="426564" y="105087"/>
                  <a:pt x="427647" y="102063"/>
                </a:cubicBezTo>
                <a:cubicBezTo>
                  <a:pt x="428731" y="99037"/>
                  <a:pt x="429274" y="95849"/>
                  <a:pt x="429274" y="92499"/>
                </a:cubicBezTo>
                <a:lnTo>
                  <a:pt x="429274" y="86827"/>
                </a:lnTo>
                <a:lnTo>
                  <a:pt x="426022" y="86827"/>
                </a:lnTo>
                <a:close/>
                <a:moveTo>
                  <a:pt x="519812" y="163723"/>
                </a:moveTo>
                <a:lnTo>
                  <a:pt x="508758" y="163723"/>
                </a:lnTo>
                <a:lnTo>
                  <a:pt x="508758" y="48622"/>
                </a:lnTo>
                <a:lnTo>
                  <a:pt x="519812" y="48622"/>
                </a:lnTo>
                <a:lnTo>
                  <a:pt x="519812" y="61789"/>
                </a:lnTo>
                <a:lnTo>
                  <a:pt x="520298" y="61789"/>
                </a:lnTo>
                <a:cubicBezTo>
                  <a:pt x="523442" y="56802"/>
                  <a:pt x="527640" y="53036"/>
                  <a:pt x="532895" y="50489"/>
                </a:cubicBezTo>
                <a:cubicBezTo>
                  <a:pt x="538152" y="47941"/>
                  <a:pt x="543488" y="46667"/>
                  <a:pt x="548905" y="46667"/>
                </a:cubicBezTo>
                <a:cubicBezTo>
                  <a:pt x="554866" y="46667"/>
                  <a:pt x="560257" y="47698"/>
                  <a:pt x="565078" y="49758"/>
                </a:cubicBezTo>
                <a:cubicBezTo>
                  <a:pt x="569900" y="51816"/>
                  <a:pt x="574017" y="54635"/>
                  <a:pt x="577430" y="58213"/>
                </a:cubicBezTo>
                <a:cubicBezTo>
                  <a:pt x="580844" y="61789"/>
                  <a:pt x="583500" y="66017"/>
                  <a:pt x="585396" y="70897"/>
                </a:cubicBezTo>
                <a:cubicBezTo>
                  <a:pt x="587293" y="75774"/>
                  <a:pt x="588241" y="81031"/>
                  <a:pt x="588241" y="86668"/>
                </a:cubicBezTo>
                <a:cubicBezTo>
                  <a:pt x="588241" y="92305"/>
                  <a:pt x="587293" y="97563"/>
                  <a:pt x="585396" y="102442"/>
                </a:cubicBezTo>
                <a:cubicBezTo>
                  <a:pt x="583500" y="107320"/>
                  <a:pt x="580844" y="111548"/>
                  <a:pt x="577430" y="115126"/>
                </a:cubicBezTo>
                <a:cubicBezTo>
                  <a:pt x="574017" y="118702"/>
                  <a:pt x="569900" y="121521"/>
                  <a:pt x="565078" y="123581"/>
                </a:cubicBezTo>
                <a:cubicBezTo>
                  <a:pt x="560257" y="125640"/>
                  <a:pt x="554866" y="126669"/>
                  <a:pt x="548905" y="126669"/>
                </a:cubicBezTo>
                <a:cubicBezTo>
                  <a:pt x="543488" y="126669"/>
                  <a:pt x="538152" y="125396"/>
                  <a:pt x="532895" y="122849"/>
                </a:cubicBezTo>
                <a:cubicBezTo>
                  <a:pt x="527640" y="120301"/>
                  <a:pt x="523442" y="116642"/>
                  <a:pt x="520298" y="111872"/>
                </a:cubicBezTo>
                <a:lnTo>
                  <a:pt x="519812" y="111872"/>
                </a:lnTo>
                <a:lnTo>
                  <a:pt x="519812" y="163723"/>
                </a:lnTo>
                <a:moveTo>
                  <a:pt x="576539" y="86671"/>
                </a:moveTo>
                <a:cubicBezTo>
                  <a:pt x="576539" y="82434"/>
                  <a:pt x="575889" y="78443"/>
                  <a:pt x="574587" y="74696"/>
                </a:cubicBezTo>
                <a:cubicBezTo>
                  <a:pt x="573288" y="70948"/>
                  <a:pt x="571419" y="67689"/>
                  <a:pt x="568980" y="64919"/>
                </a:cubicBezTo>
                <a:cubicBezTo>
                  <a:pt x="566542" y="62148"/>
                  <a:pt x="563536" y="59948"/>
                  <a:pt x="559959" y="58319"/>
                </a:cubicBezTo>
                <a:cubicBezTo>
                  <a:pt x="556383" y="56689"/>
                  <a:pt x="552319" y="55874"/>
                  <a:pt x="547769" y="55874"/>
                </a:cubicBezTo>
                <a:cubicBezTo>
                  <a:pt x="543543" y="55874"/>
                  <a:pt x="539641" y="56662"/>
                  <a:pt x="536065" y="58238"/>
                </a:cubicBezTo>
                <a:cubicBezTo>
                  <a:pt x="532490" y="59812"/>
                  <a:pt x="529402" y="61984"/>
                  <a:pt x="526801" y="64756"/>
                </a:cubicBezTo>
                <a:cubicBezTo>
                  <a:pt x="524200" y="67525"/>
                  <a:pt x="522168" y="70784"/>
                  <a:pt x="520705" y="74533"/>
                </a:cubicBezTo>
                <a:cubicBezTo>
                  <a:pt x="519242" y="78279"/>
                  <a:pt x="518510" y="82325"/>
                  <a:pt x="518510" y="86671"/>
                </a:cubicBezTo>
                <a:cubicBezTo>
                  <a:pt x="518510" y="91016"/>
                  <a:pt x="519242" y="95063"/>
                  <a:pt x="520705" y="98811"/>
                </a:cubicBezTo>
                <a:cubicBezTo>
                  <a:pt x="522168" y="102558"/>
                  <a:pt x="524200" y="105790"/>
                  <a:pt x="526801" y="108506"/>
                </a:cubicBezTo>
                <a:cubicBezTo>
                  <a:pt x="529402" y="111221"/>
                  <a:pt x="532490" y="113367"/>
                  <a:pt x="536065" y="114942"/>
                </a:cubicBezTo>
                <a:cubicBezTo>
                  <a:pt x="539641" y="116517"/>
                  <a:pt x="543543" y="117304"/>
                  <a:pt x="547769" y="117304"/>
                </a:cubicBezTo>
                <a:cubicBezTo>
                  <a:pt x="552319" y="117304"/>
                  <a:pt x="556383" y="116517"/>
                  <a:pt x="559959" y="114942"/>
                </a:cubicBezTo>
                <a:cubicBezTo>
                  <a:pt x="563536" y="113367"/>
                  <a:pt x="566542" y="111194"/>
                  <a:pt x="568980" y="108424"/>
                </a:cubicBezTo>
                <a:cubicBezTo>
                  <a:pt x="571419" y="105653"/>
                  <a:pt x="573288" y="102394"/>
                  <a:pt x="574587" y="98648"/>
                </a:cubicBezTo>
                <a:cubicBezTo>
                  <a:pt x="575889" y="94899"/>
                  <a:pt x="576539" y="90907"/>
                  <a:pt x="576539" y="86671"/>
                </a:cubicBezTo>
                <a:close/>
                <a:moveTo>
                  <a:pt x="659922" y="75646"/>
                </a:moveTo>
                <a:cubicBezTo>
                  <a:pt x="659922" y="69001"/>
                  <a:pt x="658188" y="64045"/>
                  <a:pt x="654721" y="60777"/>
                </a:cubicBezTo>
                <a:cubicBezTo>
                  <a:pt x="651253" y="57508"/>
                  <a:pt x="646214" y="55874"/>
                  <a:pt x="639604" y="55874"/>
                </a:cubicBezTo>
                <a:cubicBezTo>
                  <a:pt x="635054" y="55874"/>
                  <a:pt x="630827" y="56687"/>
                  <a:pt x="626925" y="58312"/>
                </a:cubicBezTo>
                <a:cubicBezTo>
                  <a:pt x="623025" y="59937"/>
                  <a:pt x="619720" y="62105"/>
                  <a:pt x="617012" y="64815"/>
                </a:cubicBezTo>
                <a:lnTo>
                  <a:pt x="610834" y="57501"/>
                </a:lnTo>
                <a:cubicBezTo>
                  <a:pt x="613977" y="54371"/>
                  <a:pt x="618122" y="51783"/>
                  <a:pt x="623269" y="49738"/>
                </a:cubicBezTo>
                <a:cubicBezTo>
                  <a:pt x="628416" y="47691"/>
                  <a:pt x="634241" y="46667"/>
                  <a:pt x="640742" y="46667"/>
                </a:cubicBezTo>
                <a:cubicBezTo>
                  <a:pt x="644861" y="46667"/>
                  <a:pt x="648708" y="47237"/>
                  <a:pt x="652283" y="48376"/>
                </a:cubicBezTo>
                <a:cubicBezTo>
                  <a:pt x="655859" y="49516"/>
                  <a:pt x="659002" y="51224"/>
                  <a:pt x="661710" y="53503"/>
                </a:cubicBezTo>
                <a:cubicBezTo>
                  <a:pt x="664420" y="55780"/>
                  <a:pt x="666533" y="58653"/>
                  <a:pt x="668049" y="62124"/>
                </a:cubicBezTo>
                <a:cubicBezTo>
                  <a:pt x="669567" y="65595"/>
                  <a:pt x="670326" y="69662"/>
                  <a:pt x="670326" y="74327"/>
                </a:cubicBezTo>
                <a:lnTo>
                  <a:pt x="670326" y="107680"/>
                </a:lnTo>
                <a:cubicBezTo>
                  <a:pt x="670326" y="110609"/>
                  <a:pt x="670434" y="113646"/>
                  <a:pt x="670651" y="116793"/>
                </a:cubicBezTo>
                <a:cubicBezTo>
                  <a:pt x="670868" y="119938"/>
                  <a:pt x="671193" y="122595"/>
                  <a:pt x="671626" y="124764"/>
                </a:cubicBezTo>
                <a:lnTo>
                  <a:pt x="661712" y="124764"/>
                </a:lnTo>
                <a:cubicBezTo>
                  <a:pt x="661387" y="122914"/>
                  <a:pt x="661115" y="120901"/>
                  <a:pt x="660899" y="118725"/>
                </a:cubicBezTo>
                <a:cubicBezTo>
                  <a:pt x="660682" y="116549"/>
                  <a:pt x="660574" y="114427"/>
                  <a:pt x="660574" y="112361"/>
                </a:cubicBezTo>
                <a:lnTo>
                  <a:pt x="660247" y="112361"/>
                </a:lnTo>
                <a:cubicBezTo>
                  <a:pt x="656779" y="117455"/>
                  <a:pt x="652851" y="121113"/>
                  <a:pt x="648461" y="123335"/>
                </a:cubicBezTo>
                <a:cubicBezTo>
                  <a:pt x="644072" y="125558"/>
                  <a:pt x="638790" y="126669"/>
                  <a:pt x="632615" y="126669"/>
                </a:cubicBezTo>
                <a:cubicBezTo>
                  <a:pt x="629688" y="126669"/>
                  <a:pt x="626680" y="126263"/>
                  <a:pt x="623592" y="125451"/>
                </a:cubicBezTo>
                <a:cubicBezTo>
                  <a:pt x="620505" y="124639"/>
                  <a:pt x="617688" y="123313"/>
                  <a:pt x="615142" y="121473"/>
                </a:cubicBezTo>
                <a:cubicBezTo>
                  <a:pt x="612595" y="119631"/>
                  <a:pt x="610482" y="117248"/>
                  <a:pt x="608802" y="114325"/>
                </a:cubicBezTo>
                <a:cubicBezTo>
                  <a:pt x="607122" y="111400"/>
                  <a:pt x="606282" y="107825"/>
                  <a:pt x="606282" y="103600"/>
                </a:cubicBezTo>
                <a:cubicBezTo>
                  <a:pt x="606282" y="97752"/>
                  <a:pt x="607772" y="93122"/>
                  <a:pt x="610752" y="89711"/>
                </a:cubicBezTo>
                <a:cubicBezTo>
                  <a:pt x="613731" y="86300"/>
                  <a:pt x="617714" y="83756"/>
                  <a:pt x="622699" y="82077"/>
                </a:cubicBezTo>
                <a:cubicBezTo>
                  <a:pt x="627684" y="80397"/>
                  <a:pt x="633400" y="79314"/>
                  <a:pt x="639847" y="78828"/>
                </a:cubicBezTo>
                <a:cubicBezTo>
                  <a:pt x="646295" y="78340"/>
                  <a:pt x="652987" y="78097"/>
                  <a:pt x="659922" y="78097"/>
                </a:cubicBezTo>
                <a:lnTo>
                  <a:pt x="659922" y="75646"/>
                </a:lnTo>
                <a:moveTo>
                  <a:pt x="656670" y="86827"/>
                </a:moveTo>
                <a:cubicBezTo>
                  <a:pt x="652120" y="86827"/>
                  <a:pt x="647541" y="87016"/>
                  <a:pt x="642935" y="87395"/>
                </a:cubicBezTo>
                <a:cubicBezTo>
                  <a:pt x="638330" y="87772"/>
                  <a:pt x="634158" y="88528"/>
                  <a:pt x="630420" y="89664"/>
                </a:cubicBezTo>
                <a:cubicBezTo>
                  <a:pt x="626683" y="90799"/>
                  <a:pt x="623622" y="92446"/>
                  <a:pt x="621238" y="94607"/>
                </a:cubicBezTo>
                <a:cubicBezTo>
                  <a:pt x="618854" y="96768"/>
                  <a:pt x="617662" y="99631"/>
                  <a:pt x="617662" y="103196"/>
                </a:cubicBezTo>
                <a:cubicBezTo>
                  <a:pt x="617662" y="105898"/>
                  <a:pt x="618176" y="108167"/>
                  <a:pt x="619204" y="110004"/>
                </a:cubicBezTo>
                <a:cubicBezTo>
                  <a:pt x="620234" y="111841"/>
                  <a:pt x="621616" y="113327"/>
                  <a:pt x="623349" y="114461"/>
                </a:cubicBezTo>
                <a:cubicBezTo>
                  <a:pt x="625083" y="115596"/>
                  <a:pt x="627007" y="116406"/>
                  <a:pt x="629120" y="116892"/>
                </a:cubicBezTo>
                <a:cubicBezTo>
                  <a:pt x="631233" y="117378"/>
                  <a:pt x="633374" y="117621"/>
                  <a:pt x="635541" y="117621"/>
                </a:cubicBezTo>
                <a:cubicBezTo>
                  <a:pt x="639442" y="117621"/>
                  <a:pt x="642909" y="116946"/>
                  <a:pt x="645943" y="115595"/>
                </a:cubicBezTo>
                <a:cubicBezTo>
                  <a:pt x="648977" y="114244"/>
                  <a:pt x="651524" y="112407"/>
                  <a:pt x="653582" y="110084"/>
                </a:cubicBezTo>
                <a:cubicBezTo>
                  <a:pt x="655641" y="107761"/>
                  <a:pt x="657212" y="105087"/>
                  <a:pt x="658295" y="102063"/>
                </a:cubicBezTo>
                <a:cubicBezTo>
                  <a:pt x="659379" y="99037"/>
                  <a:pt x="659922" y="95849"/>
                  <a:pt x="659922" y="92499"/>
                </a:cubicBezTo>
                <a:lnTo>
                  <a:pt x="659922" y="86827"/>
                </a:lnTo>
                <a:lnTo>
                  <a:pt x="656670" y="86827"/>
                </a:lnTo>
                <a:close/>
                <a:moveTo>
                  <a:pt x="702835" y="140151"/>
                </a:moveTo>
                <a:cubicBezTo>
                  <a:pt x="705869" y="144053"/>
                  <a:pt x="710014" y="147359"/>
                  <a:pt x="715269" y="150067"/>
                </a:cubicBezTo>
                <a:cubicBezTo>
                  <a:pt x="720525" y="152775"/>
                  <a:pt x="726079" y="154130"/>
                  <a:pt x="731931" y="154130"/>
                </a:cubicBezTo>
                <a:cubicBezTo>
                  <a:pt x="737347" y="154130"/>
                  <a:pt x="741952" y="153342"/>
                  <a:pt x="745745" y="151766"/>
                </a:cubicBezTo>
                <a:cubicBezTo>
                  <a:pt x="749538" y="150190"/>
                  <a:pt x="752600" y="148043"/>
                  <a:pt x="754929" y="145325"/>
                </a:cubicBezTo>
                <a:cubicBezTo>
                  <a:pt x="757259" y="142608"/>
                  <a:pt x="758966" y="139429"/>
                  <a:pt x="760049" y="135786"/>
                </a:cubicBezTo>
                <a:cubicBezTo>
                  <a:pt x="761133" y="132145"/>
                  <a:pt x="761676" y="128259"/>
                  <a:pt x="761676" y="124129"/>
                </a:cubicBezTo>
                <a:lnTo>
                  <a:pt x="761676" y="109796"/>
                </a:lnTo>
                <a:lnTo>
                  <a:pt x="761351" y="109796"/>
                </a:lnTo>
                <a:cubicBezTo>
                  <a:pt x="758424" y="114568"/>
                  <a:pt x="754279" y="118256"/>
                  <a:pt x="748915" y="120860"/>
                </a:cubicBezTo>
                <a:cubicBezTo>
                  <a:pt x="743551" y="123463"/>
                  <a:pt x="738106" y="124764"/>
                  <a:pt x="732580" y="124764"/>
                </a:cubicBezTo>
                <a:cubicBezTo>
                  <a:pt x="726620" y="124764"/>
                  <a:pt x="721228" y="123788"/>
                  <a:pt x="716407" y="121835"/>
                </a:cubicBezTo>
                <a:cubicBezTo>
                  <a:pt x="711585" y="119882"/>
                  <a:pt x="707467" y="117198"/>
                  <a:pt x="704053" y="113782"/>
                </a:cubicBezTo>
                <a:cubicBezTo>
                  <a:pt x="700640" y="110366"/>
                  <a:pt x="697986" y="106272"/>
                  <a:pt x="696089" y="101500"/>
                </a:cubicBezTo>
                <a:cubicBezTo>
                  <a:pt x="694193" y="96726"/>
                  <a:pt x="693244" y="91573"/>
                  <a:pt x="693244" y="86041"/>
                </a:cubicBezTo>
                <a:cubicBezTo>
                  <a:pt x="693244" y="80617"/>
                  <a:pt x="694193" y="75520"/>
                  <a:pt x="696089" y="70748"/>
                </a:cubicBezTo>
                <a:cubicBezTo>
                  <a:pt x="697986" y="65974"/>
                  <a:pt x="700640" y="61798"/>
                  <a:pt x="704053" y="58220"/>
                </a:cubicBezTo>
                <a:cubicBezTo>
                  <a:pt x="707467" y="54640"/>
                  <a:pt x="711585" y="51820"/>
                  <a:pt x="716407" y="49760"/>
                </a:cubicBezTo>
                <a:cubicBezTo>
                  <a:pt x="721228" y="47698"/>
                  <a:pt x="726620" y="46667"/>
                  <a:pt x="732580" y="46667"/>
                </a:cubicBezTo>
                <a:cubicBezTo>
                  <a:pt x="738106" y="46667"/>
                  <a:pt x="743524" y="47970"/>
                  <a:pt x="748833" y="50574"/>
                </a:cubicBezTo>
                <a:cubicBezTo>
                  <a:pt x="754144" y="53176"/>
                  <a:pt x="758317" y="56918"/>
                  <a:pt x="761351" y="61799"/>
                </a:cubicBezTo>
                <a:lnTo>
                  <a:pt x="761676" y="61799"/>
                </a:lnTo>
                <a:lnTo>
                  <a:pt x="761676" y="48632"/>
                </a:lnTo>
                <a:lnTo>
                  <a:pt x="772727" y="48632"/>
                </a:lnTo>
                <a:lnTo>
                  <a:pt x="772727" y="124129"/>
                </a:lnTo>
                <a:cubicBezTo>
                  <a:pt x="772727" y="128250"/>
                  <a:pt x="772159" y="132640"/>
                  <a:pt x="771021" y="137301"/>
                </a:cubicBezTo>
                <a:cubicBezTo>
                  <a:pt x="769883" y="141964"/>
                  <a:pt x="767770" y="146247"/>
                  <a:pt x="764682" y="150149"/>
                </a:cubicBezTo>
                <a:cubicBezTo>
                  <a:pt x="761593" y="154053"/>
                  <a:pt x="757394" y="157306"/>
                  <a:pt x="752085" y="159909"/>
                </a:cubicBezTo>
                <a:cubicBezTo>
                  <a:pt x="746775" y="162511"/>
                  <a:pt x="739894" y="163812"/>
                  <a:pt x="731442" y="163812"/>
                </a:cubicBezTo>
                <a:cubicBezTo>
                  <a:pt x="724398" y="163812"/>
                  <a:pt x="717679" y="162467"/>
                  <a:pt x="711285" y="159777"/>
                </a:cubicBezTo>
                <a:cubicBezTo>
                  <a:pt x="704893" y="157089"/>
                  <a:pt x="699421" y="153364"/>
                  <a:pt x="694869" y="148604"/>
                </a:cubicBezTo>
                <a:lnTo>
                  <a:pt x="702835" y="140151"/>
                </a:lnTo>
                <a:moveTo>
                  <a:pt x="704948" y="85718"/>
                </a:moveTo>
                <a:cubicBezTo>
                  <a:pt x="704948" y="89741"/>
                  <a:pt x="705598" y="93547"/>
                  <a:pt x="706898" y="97135"/>
                </a:cubicBezTo>
                <a:cubicBezTo>
                  <a:pt x="708197" y="100721"/>
                  <a:pt x="710067" y="103873"/>
                  <a:pt x="712506" y="106592"/>
                </a:cubicBezTo>
                <a:cubicBezTo>
                  <a:pt x="714944" y="109310"/>
                  <a:pt x="717951" y="111458"/>
                  <a:pt x="721526" y="113035"/>
                </a:cubicBezTo>
                <a:cubicBezTo>
                  <a:pt x="725103" y="114611"/>
                  <a:pt x="729166" y="115399"/>
                  <a:pt x="733716" y="115399"/>
                </a:cubicBezTo>
                <a:cubicBezTo>
                  <a:pt x="737943" y="115399"/>
                  <a:pt x="741844" y="114692"/>
                  <a:pt x="745420" y="113278"/>
                </a:cubicBezTo>
                <a:cubicBezTo>
                  <a:pt x="748997" y="111865"/>
                  <a:pt x="752085" y="109853"/>
                  <a:pt x="754684" y="107244"/>
                </a:cubicBezTo>
                <a:cubicBezTo>
                  <a:pt x="757285" y="104635"/>
                  <a:pt x="759317" y="101510"/>
                  <a:pt x="760780" y="97869"/>
                </a:cubicBezTo>
                <a:cubicBezTo>
                  <a:pt x="762244" y="94226"/>
                  <a:pt x="762975" y="90176"/>
                  <a:pt x="762975" y="85718"/>
                </a:cubicBezTo>
                <a:cubicBezTo>
                  <a:pt x="762975" y="81695"/>
                  <a:pt x="762244" y="77890"/>
                  <a:pt x="760780" y="74302"/>
                </a:cubicBezTo>
                <a:cubicBezTo>
                  <a:pt x="759317" y="70714"/>
                  <a:pt x="757285" y="67562"/>
                  <a:pt x="754684" y="64845"/>
                </a:cubicBezTo>
                <a:cubicBezTo>
                  <a:pt x="752085" y="62127"/>
                  <a:pt x="748997" y="59952"/>
                  <a:pt x="745420" y="58322"/>
                </a:cubicBezTo>
                <a:cubicBezTo>
                  <a:pt x="741844" y="56690"/>
                  <a:pt x="737943" y="55874"/>
                  <a:pt x="733716" y="55874"/>
                </a:cubicBezTo>
                <a:cubicBezTo>
                  <a:pt x="729166" y="55874"/>
                  <a:pt x="725103" y="56690"/>
                  <a:pt x="721526" y="58322"/>
                </a:cubicBezTo>
                <a:cubicBezTo>
                  <a:pt x="717951" y="59952"/>
                  <a:pt x="714944" y="62127"/>
                  <a:pt x="712506" y="64845"/>
                </a:cubicBezTo>
                <a:cubicBezTo>
                  <a:pt x="710067" y="67562"/>
                  <a:pt x="708197" y="70714"/>
                  <a:pt x="706898" y="74302"/>
                </a:cubicBezTo>
                <a:cubicBezTo>
                  <a:pt x="705598" y="77890"/>
                  <a:pt x="704948" y="81695"/>
                  <a:pt x="704948" y="85718"/>
                </a:cubicBezTo>
                <a:close/>
                <a:moveTo>
                  <a:pt x="859526" y="80954"/>
                </a:moveTo>
                <a:cubicBezTo>
                  <a:pt x="859200" y="73741"/>
                  <a:pt x="856897" y="67758"/>
                  <a:pt x="852616" y="63005"/>
                </a:cubicBezTo>
                <a:cubicBezTo>
                  <a:pt x="848337" y="58251"/>
                  <a:pt x="842242" y="55874"/>
                  <a:pt x="834332" y="55874"/>
                </a:cubicBezTo>
                <a:cubicBezTo>
                  <a:pt x="830648" y="55874"/>
                  <a:pt x="827234" y="56557"/>
                  <a:pt x="824091" y="57923"/>
                </a:cubicBezTo>
                <a:cubicBezTo>
                  <a:pt x="820950" y="59288"/>
                  <a:pt x="818187" y="61146"/>
                  <a:pt x="815802" y="63496"/>
                </a:cubicBezTo>
                <a:cubicBezTo>
                  <a:pt x="813418" y="65845"/>
                  <a:pt x="811521" y="68523"/>
                  <a:pt x="810113" y="71529"/>
                </a:cubicBezTo>
                <a:cubicBezTo>
                  <a:pt x="808704" y="74533"/>
                  <a:pt x="807891" y="77675"/>
                  <a:pt x="807675" y="80954"/>
                </a:cubicBezTo>
                <a:lnTo>
                  <a:pt x="859526" y="80954"/>
                </a:lnTo>
                <a:moveTo>
                  <a:pt x="870741" y="84471"/>
                </a:moveTo>
                <a:cubicBezTo>
                  <a:pt x="870741" y="85231"/>
                  <a:pt x="870741" y="86046"/>
                  <a:pt x="870741" y="86916"/>
                </a:cubicBezTo>
                <a:cubicBezTo>
                  <a:pt x="870741" y="87784"/>
                  <a:pt x="870687" y="88707"/>
                  <a:pt x="870578" y="89684"/>
                </a:cubicBezTo>
                <a:lnTo>
                  <a:pt x="807511" y="89684"/>
                </a:lnTo>
                <a:cubicBezTo>
                  <a:pt x="807620" y="93475"/>
                  <a:pt x="808378" y="97050"/>
                  <a:pt x="809785" y="100408"/>
                </a:cubicBezTo>
                <a:cubicBezTo>
                  <a:pt x="811194" y="103765"/>
                  <a:pt x="813144" y="106689"/>
                  <a:pt x="815636" y="109181"/>
                </a:cubicBezTo>
                <a:cubicBezTo>
                  <a:pt x="818130" y="111671"/>
                  <a:pt x="821055" y="113648"/>
                  <a:pt x="824414" y="115111"/>
                </a:cubicBezTo>
                <a:cubicBezTo>
                  <a:pt x="827773" y="116573"/>
                  <a:pt x="831404" y="117304"/>
                  <a:pt x="835307" y="117304"/>
                </a:cubicBezTo>
                <a:cubicBezTo>
                  <a:pt x="841049" y="117304"/>
                  <a:pt x="846006" y="115977"/>
                  <a:pt x="850178" y="113323"/>
                </a:cubicBezTo>
                <a:cubicBezTo>
                  <a:pt x="854350" y="110667"/>
                  <a:pt x="857519" y="107606"/>
                  <a:pt x="859687" y="104139"/>
                </a:cubicBezTo>
                <a:lnTo>
                  <a:pt x="867976" y="110639"/>
                </a:lnTo>
                <a:cubicBezTo>
                  <a:pt x="863425" y="116374"/>
                  <a:pt x="858414" y="120479"/>
                  <a:pt x="852941" y="122956"/>
                </a:cubicBezTo>
                <a:cubicBezTo>
                  <a:pt x="847469" y="125431"/>
                  <a:pt x="841591" y="126669"/>
                  <a:pt x="835307" y="126669"/>
                </a:cubicBezTo>
                <a:cubicBezTo>
                  <a:pt x="829672" y="126669"/>
                  <a:pt x="824442" y="125666"/>
                  <a:pt x="819619" y="123660"/>
                </a:cubicBezTo>
                <a:cubicBezTo>
                  <a:pt x="814798" y="121655"/>
                  <a:pt x="810653" y="118864"/>
                  <a:pt x="807186" y="115287"/>
                </a:cubicBezTo>
                <a:cubicBezTo>
                  <a:pt x="803719" y="111709"/>
                  <a:pt x="800982" y="107481"/>
                  <a:pt x="798977" y="102603"/>
                </a:cubicBezTo>
                <a:cubicBezTo>
                  <a:pt x="796973" y="97726"/>
                  <a:pt x="795971" y="92414"/>
                  <a:pt x="795971" y="86668"/>
                </a:cubicBezTo>
                <a:cubicBezTo>
                  <a:pt x="795971" y="80922"/>
                  <a:pt x="796945" y="75611"/>
                  <a:pt x="798895" y="70733"/>
                </a:cubicBezTo>
                <a:cubicBezTo>
                  <a:pt x="800846" y="65855"/>
                  <a:pt x="803555" y="61628"/>
                  <a:pt x="807022" y="58052"/>
                </a:cubicBezTo>
                <a:cubicBezTo>
                  <a:pt x="810491" y="54473"/>
                  <a:pt x="814556" y="51682"/>
                  <a:pt x="819215" y="49676"/>
                </a:cubicBezTo>
                <a:cubicBezTo>
                  <a:pt x="823875" y="47670"/>
                  <a:pt x="828913" y="46667"/>
                  <a:pt x="834332" y="46667"/>
                </a:cubicBezTo>
                <a:cubicBezTo>
                  <a:pt x="840291" y="46667"/>
                  <a:pt x="845546" y="47673"/>
                  <a:pt x="850096" y="49683"/>
                </a:cubicBezTo>
                <a:cubicBezTo>
                  <a:pt x="854648" y="51692"/>
                  <a:pt x="858441" y="54408"/>
                  <a:pt x="861475" y="57831"/>
                </a:cubicBezTo>
                <a:cubicBezTo>
                  <a:pt x="864509" y="61252"/>
                  <a:pt x="866812" y="65243"/>
                  <a:pt x="868383" y="69805"/>
                </a:cubicBezTo>
                <a:cubicBezTo>
                  <a:pt x="869955" y="74367"/>
                  <a:pt x="870741" y="79256"/>
                  <a:pt x="870741" y="84471"/>
                </a:cubicBezTo>
                <a:close/>
                <a:moveTo>
                  <a:pt x="967290" y="57938"/>
                </a:moveTo>
                <a:lnTo>
                  <a:pt x="949410" y="57938"/>
                </a:lnTo>
                <a:lnTo>
                  <a:pt x="949410" y="124764"/>
                </a:lnTo>
                <a:lnTo>
                  <a:pt x="938358" y="124764"/>
                </a:lnTo>
                <a:lnTo>
                  <a:pt x="938358" y="57938"/>
                </a:lnTo>
                <a:lnTo>
                  <a:pt x="922428" y="57938"/>
                </a:lnTo>
                <a:lnTo>
                  <a:pt x="922428" y="48731"/>
                </a:lnTo>
                <a:lnTo>
                  <a:pt x="938358" y="48731"/>
                </a:lnTo>
                <a:lnTo>
                  <a:pt x="938358" y="27939"/>
                </a:lnTo>
                <a:cubicBezTo>
                  <a:pt x="938358" y="19275"/>
                  <a:pt x="940471" y="12453"/>
                  <a:pt x="944698" y="7473"/>
                </a:cubicBezTo>
                <a:cubicBezTo>
                  <a:pt x="948924" y="2491"/>
                  <a:pt x="955425" y="0"/>
                  <a:pt x="964202" y="0"/>
                </a:cubicBezTo>
                <a:cubicBezTo>
                  <a:pt x="965611" y="0"/>
                  <a:pt x="967128" y="81"/>
                  <a:pt x="968753" y="243"/>
                </a:cubicBezTo>
                <a:cubicBezTo>
                  <a:pt x="970378" y="403"/>
                  <a:pt x="971895" y="699"/>
                  <a:pt x="973304" y="1128"/>
                </a:cubicBezTo>
                <a:lnTo>
                  <a:pt x="971355" y="10819"/>
                </a:lnTo>
                <a:cubicBezTo>
                  <a:pt x="970163" y="10495"/>
                  <a:pt x="968970" y="10224"/>
                  <a:pt x="967778" y="10008"/>
                </a:cubicBezTo>
                <a:cubicBezTo>
                  <a:pt x="966586" y="9791"/>
                  <a:pt x="965232" y="9683"/>
                  <a:pt x="963716" y="9683"/>
                </a:cubicBezTo>
                <a:cubicBezTo>
                  <a:pt x="960789" y="9683"/>
                  <a:pt x="958378" y="10171"/>
                  <a:pt x="956481" y="11148"/>
                </a:cubicBezTo>
                <a:cubicBezTo>
                  <a:pt x="954584" y="12124"/>
                  <a:pt x="953121" y="13507"/>
                  <a:pt x="952091" y="15298"/>
                </a:cubicBezTo>
                <a:cubicBezTo>
                  <a:pt x="951063" y="17087"/>
                  <a:pt x="950358" y="19174"/>
                  <a:pt x="949978" y="21560"/>
                </a:cubicBezTo>
                <a:cubicBezTo>
                  <a:pt x="949599" y="23946"/>
                  <a:pt x="949410" y="26495"/>
                  <a:pt x="949410" y="29207"/>
                </a:cubicBezTo>
                <a:lnTo>
                  <a:pt x="949410" y="48731"/>
                </a:lnTo>
                <a:lnTo>
                  <a:pt x="967290" y="48731"/>
                </a:lnTo>
                <a:lnTo>
                  <a:pt x="967290" y="57938"/>
                </a:lnTo>
                <a:close/>
                <a:moveTo>
                  <a:pt x="1058639" y="86668"/>
                </a:moveTo>
                <a:cubicBezTo>
                  <a:pt x="1058639" y="92414"/>
                  <a:pt x="1057636" y="97726"/>
                  <a:pt x="1055630" y="102603"/>
                </a:cubicBezTo>
                <a:cubicBezTo>
                  <a:pt x="1053626" y="107481"/>
                  <a:pt x="1050836" y="111709"/>
                  <a:pt x="1047259" y="115287"/>
                </a:cubicBezTo>
                <a:cubicBezTo>
                  <a:pt x="1043685" y="118864"/>
                  <a:pt x="1039405" y="121655"/>
                  <a:pt x="1034419" y="123660"/>
                </a:cubicBezTo>
                <a:cubicBezTo>
                  <a:pt x="1029436" y="125666"/>
                  <a:pt x="1023964" y="126669"/>
                  <a:pt x="1018003" y="126669"/>
                </a:cubicBezTo>
                <a:cubicBezTo>
                  <a:pt x="1012151" y="126669"/>
                  <a:pt x="1006733" y="125666"/>
                  <a:pt x="1001748" y="123660"/>
                </a:cubicBezTo>
                <a:cubicBezTo>
                  <a:pt x="996764" y="121655"/>
                  <a:pt x="992484" y="118864"/>
                  <a:pt x="988908" y="115287"/>
                </a:cubicBezTo>
                <a:cubicBezTo>
                  <a:pt x="985333" y="111709"/>
                  <a:pt x="982543" y="107481"/>
                  <a:pt x="980537" y="102603"/>
                </a:cubicBezTo>
                <a:cubicBezTo>
                  <a:pt x="978533" y="97726"/>
                  <a:pt x="977531" y="92414"/>
                  <a:pt x="977531" y="86668"/>
                </a:cubicBezTo>
                <a:cubicBezTo>
                  <a:pt x="977531" y="80922"/>
                  <a:pt x="978533" y="75611"/>
                  <a:pt x="980537" y="70733"/>
                </a:cubicBezTo>
                <a:cubicBezTo>
                  <a:pt x="982543" y="65855"/>
                  <a:pt x="985333" y="61628"/>
                  <a:pt x="988908" y="58052"/>
                </a:cubicBezTo>
                <a:cubicBezTo>
                  <a:pt x="992484" y="54473"/>
                  <a:pt x="996764" y="51682"/>
                  <a:pt x="1001748" y="49676"/>
                </a:cubicBezTo>
                <a:cubicBezTo>
                  <a:pt x="1006733" y="47670"/>
                  <a:pt x="1012151" y="46667"/>
                  <a:pt x="1018003" y="46667"/>
                </a:cubicBezTo>
                <a:cubicBezTo>
                  <a:pt x="1023964" y="46667"/>
                  <a:pt x="1029436" y="47670"/>
                  <a:pt x="1034419" y="49676"/>
                </a:cubicBezTo>
                <a:cubicBezTo>
                  <a:pt x="1039405" y="51682"/>
                  <a:pt x="1043685" y="54473"/>
                  <a:pt x="1047259" y="58052"/>
                </a:cubicBezTo>
                <a:cubicBezTo>
                  <a:pt x="1050836" y="61628"/>
                  <a:pt x="1053626" y="65855"/>
                  <a:pt x="1055630" y="70733"/>
                </a:cubicBezTo>
                <a:cubicBezTo>
                  <a:pt x="1057636" y="75611"/>
                  <a:pt x="1058639" y="80922"/>
                  <a:pt x="1058639" y="86668"/>
                </a:cubicBezTo>
                <a:moveTo>
                  <a:pt x="1046937" y="86671"/>
                </a:moveTo>
                <a:cubicBezTo>
                  <a:pt x="1046937" y="82434"/>
                  <a:pt x="1046260" y="78443"/>
                  <a:pt x="1044906" y="74696"/>
                </a:cubicBezTo>
                <a:cubicBezTo>
                  <a:pt x="1043551" y="70948"/>
                  <a:pt x="1041628" y="67689"/>
                  <a:pt x="1039134" y="64919"/>
                </a:cubicBezTo>
                <a:cubicBezTo>
                  <a:pt x="1036642" y="62148"/>
                  <a:pt x="1033608" y="59948"/>
                  <a:pt x="1030032" y="58319"/>
                </a:cubicBezTo>
                <a:cubicBezTo>
                  <a:pt x="1026457" y="56689"/>
                  <a:pt x="1022448" y="55874"/>
                  <a:pt x="1018005" y="55874"/>
                </a:cubicBezTo>
                <a:cubicBezTo>
                  <a:pt x="1013563" y="55874"/>
                  <a:pt x="1009580" y="56689"/>
                  <a:pt x="1006058" y="58319"/>
                </a:cubicBezTo>
                <a:cubicBezTo>
                  <a:pt x="1002536" y="59948"/>
                  <a:pt x="999529" y="62148"/>
                  <a:pt x="997035" y="64919"/>
                </a:cubicBezTo>
                <a:cubicBezTo>
                  <a:pt x="994544" y="67689"/>
                  <a:pt x="992621" y="70948"/>
                  <a:pt x="991266" y="74696"/>
                </a:cubicBezTo>
                <a:cubicBezTo>
                  <a:pt x="989912" y="78443"/>
                  <a:pt x="989235" y="82434"/>
                  <a:pt x="989235" y="86671"/>
                </a:cubicBezTo>
                <a:cubicBezTo>
                  <a:pt x="989235" y="90907"/>
                  <a:pt x="989912" y="94899"/>
                  <a:pt x="991266" y="98648"/>
                </a:cubicBezTo>
                <a:cubicBezTo>
                  <a:pt x="992621" y="102394"/>
                  <a:pt x="994544" y="105653"/>
                  <a:pt x="997035" y="108424"/>
                </a:cubicBezTo>
                <a:cubicBezTo>
                  <a:pt x="999529" y="111194"/>
                  <a:pt x="1002536" y="113367"/>
                  <a:pt x="1006058" y="114942"/>
                </a:cubicBezTo>
                <a:cubicBezTo>
                  <a:pt x="1009580" y="116517"/>
                  <a:pt x="1013563" y="117304"/>
                  <a:pt x="1018005" y="117304"/>
                </a:cubicBezTo>
                <a:cubicBezTo>
                  <a:pt x="1022448" y="117304"/>
                  <a:pt x="1026457" y="116517"/>
                  <a:pt x="1030032" y="114942"/>
                </a:cubicBezTo>
                <a:cubicBezTo>
                  <a:pt x="1033608" y="113367"/>
                  <a:pt x="1036642" y="111194"/>
                  <a:pt x="1039134" y="108424"/>
                </a:cubicBezTo>
                <a:cubicBezTo>
                  <a:pt x="1041628" y="105653"/>
                  <a:pt x="1043551" y="102394"/>
                  <a:pt x="1044906" y="98648"/>
                </a:cubicBezTo>
                <a:cubicBezTo>
                  <a:pt x="1046260" y="94899"/>
                  <a:pt x="1046937" y="90907"/>
                  <a:pt x="1046937" y="86671"/>
                </a:cubicBezTo>
                <a:close/>
                <a:moveTo>
                  <a:pt x="1137148" y="65954"/>
                </a:moveTo>
                <a:cubicBezTo>
                  <a:pt x="1135306" y="63027"/>
                  <a:pt x="1132624" y="60615"/>
                  <a:pt x="1129102" y="58719"/>
                </a:cubicBezTo>
                <a:cubicBezTo>
                  <a:pt x="1125580" y="56822"/>
                  <a:pt x="1121760" y="55874"/>
                  <a:pt x="1117643" y="55874"/>
                </a:cubicBezTo>
                <a:cubicBezTo>
                  <a:pt x="1113200" y="55874"/>
                  <a:pt x="1109191" y="56662"/>
                  <a:pt x="1105614" y="58238"/>
                </a:cubicBezTo>
                <a:cubicBezTo>
                  <a:pt x="1102038" y="59812"/>
                  <a:pt x="1098976" y="61984"/>
                  <a:pt x="1096430" y="64756"/>
                </a:cubicBezTo>
                <a:cubicBezTo>
                  <a:pt x="1093884" y="67525"/>
                  <a:pt x="1091934" y="70784"/>
                  <a:pt x="1090579" y="74533"/>
                </a:cubicBezTo>
                <a:cubicBezTo>
                  <a:pt x="1089225" y="78279"/>
                  <a:pt x="1088548" y="82325"/>
                  <a:pt x="1088548" y="86671"/>
                </a:cubicBezTo>
                <a:cubicBezTo>
                  <a:pt x="1088548" y="91016"/>
                  <a:pt x="1089225" y="95036"/>
                  <a:pt x="1090579" y="98729"/>
                </a:cubicBezTo>
                <a:cubicBezTo>
                  <a:pt x="1091934" y="102422"/>
                  <a:pt x="1093857" y="105653"/>
                  <a:pt x="1096348" y="108424"/>
                </a:cubicBezTo>
                <a:cubicBezTo>
                  <a:pt x="1098842" y="111194"/>
                  <a:pt x="1101876" y="113367"/>
                  <a:pt x="1105451" y="114942"/>
                </a:cubicBezTo>
                <a:cubicBezTo>
                  <a:pt x="1109027" y="116517"/>
                  <a:pt x="1113037" y="117304"/>
                  <a:pt x="1117480" y="117304"/>
                </a:cubicBezTo>
                <a:cubicBezTo>
                  <a:pt x="1122356" y="117304"/>
                  <a:pt x="1126473" y="116383"/>
                  <a:pt x="1129831" y="114541"/>
                </a:cubicBezTo>
                <a:cubicBezTo>
                  <a:pt x="1133191" y="112699"/>
                  <a:pt x="1135955" y="110315"/>
                  <a:pt x="1138122" y="107390"/>
                </a:cubicBezTo>
                <a:lnTo>
                  <a:pt x="1146411" y="113566"/>
                </a:lnTo>
                <a:cubicBezTo>
                  <a:pt x="1143160" y="117564"/>
                  <a:pt x="1139178" y="120748"/>
                  <a:pt x="1134464" y="123117"/>
                </a:cubicBezTo>
                <a:cubicBezTo>
                  <a:pt x="1129752" y="125485"/>
                  <a:pt x="1124090" y="126669"/>
                  <a:pt x="1117480" y="126669"/>
                </a:cubicBezTo>
                <a:cubicBezTo>
                  <a:pt x="1111302" y="126669"/>
                  <a:pt x="1105721" y="125666"/>
                  <a:pt x="1100736" y="123660"/>
                </a:cubicBezTo>
                <a:cubicBezTo>
                  <a:pt x="1095752" y="121655"/>
                  <a:pt x="1091499" y="118864"/>
                  <a:pt x="1087978" y="115287"/>
                </a:cubicBezTo>
                <a:cubicBezTo>
                  <a:pt x="1084457" y="111709"/>
                  <a:pt x="1081722" y="107481"/>
                  <a:pt x="1079771" y="102603"/>
                </a:cubicBezTo>
                <a:cubicBezTo>
                  <a:pt x="1077820" y="97726"/>
                  <a:pt x="1076844" y="92414"/>
                  <a:pt x="1076844" y="86668"/>
                </a:cubicBezTo>
                <a:cubicBezTo>
                  <a:pt x="1076844" y="80922"/>
                  <a:pt x="1077820" y="75611"/>
                  <a:pt x="1079771" y="70733"/>
                </a:cubicBezTo>
                <a:cubicBezTo>
                  <a:pt x="1081722" y="65855"/>
                  <a:pt x="1084457" y="61628"/>
                  <a:pt x="1087978" y="58052"/>
                </a:cubicBezTo>
                <a:cubicBezTo>
                  <a:pt x="1091499" y="54473"/>
                  <a:pt x="1095752" y="51682"/>
                  <a:pt x="1100736" y="49676"/>
                </a:cubicBezTo>
                <a:cubicBezTo>
                  <a:pt x="1105721" y="47670"/>
                  <a:pt x="1111302" y="46667"/>
                  <a:pt x="1117480" y="46667"/>
                </a:cubicBezTo>
                <a:cubicBezTo>
                  <a:pt x="1122572" y="46667"/>
                  <a:pt x="1127746" y="47771"/>
                  <a:pt x="1133001" y="49979"/>
                </a:cubicBezTo>
                <a:cubicBezTo>
                  <a:pt x="1138257" y="52186"/>
                  <a:pt x="1142511" y="55452"/>
                  <a:pt x="1145761" y="59775"/>
                </a:cubicBezTo>
                <a:lnTo>
                  <a:pt x="1137148" y="65954"/>
                </a:lnTo>
                <a:close/>
                <a:moveTo>
                  <a:pt x="1218905" y="124764"/>
                </a:moveTo>
                <a:cubicBezTo>
                  <a:pt x="1218688" y="122705"/>
                  <a:pt x="1218525" y="120430"/>
                  <a:pt x="1218416" y="117939"/>
                </a:cubicBezTo>
                <a:cubicBezTo>
                  <a:pt x="1218309" y="115445"/>
                  <a:pt x="1218255" y="113386"/>
                  <a:pt x="1218255" y="111760"/>
                </a:cubicBezTo>
                <a:lnTo>
                  <a:pt x="1217930" y="111760"/>
                </a:lnTo>
                <a:cubicBezTo>
                  <a:pt x="1215762" y="116203"/>
                  <a:pt x="1212240" y="119799"/>
                  <a:pt x="1207364" y="122547"/>
                </a:cubicBezTo>
                <a:cubicBezTo>
                  <a:pt x="1202488" y="125295"/>
                  <a:pt x="1197341" y="126669"/>
                  <a:pt x="1191923" y="126669"/>
                </a:cubicBezTo>
                <a:cubicBezTo>
                  <a:pt x="1182280" y="126669"/>
                  <a:pt x="1175047" y="123808"/>
                  <a:pt x="1170223" y="118085"/>
                </a:cubicBezTo>
                <a:cubicBezTo>
                  <a:pt x="1165402" y="112361"/>
                  <a:pt x="1162991" y="104784"/>
                  <a:pt x="1162991" y="95356"/>
                </a:cubicBezTo>
                <a:lnTo>
                  <a:pt x="1162991" y="48706"/>
                </a:lnTo>
                <a:lnTo>
                  <a:pt x="1174045" y="48706"/>
                </a:lnTo>
                <a:lnTo>
                  <a:pt x="1174045" y="90805"/>
                </a:lnTo>
                <a:cubicBezTo>
                  <a:pt x="1174045" y="94815"/>
                  <a:pt x="1174370" y="98445"/>
                  <a:pt x="1175020" y="101696"/>
                </a:cubicBezTo>
                <a:cubicBezTo>
                  <a:pt x="1175670" y="104946"/>
                  <a:pt x="1176780" y="107737"/>
                  <a:pt x="1178351" y="110066"/>
                </a:cubicBezTo>
                <a:cubicBezTo>
                  <a:pt x="1179923" y="112396"/>
                  <a:pt x="1182037" y="114212"/>
                  <a:pt x="1184690" y="115513"/>
                </a:cubicBezTo>
                <a:cubicBezTo>
                  <a:pt x="1187346" y="116813"/>
                  <a:pt x="1190678" y="117462"/>
                  <a:pt x="1194688" y="117462"/>
                </a:cubicBezTo>
                <a:cubicBezTo>
                  <a:pt x="1197613" y="117462"/>
                  <a:pt x="1200457" y="116866"/>
                  <a:pt x="1203220" y="115674"/>
                </a:cubicBezTo>
                <a:cubicBezTo>
                  <a:pt x="1205985" y="114482"/>
                  <a:pt x="1208450" y="112667"/>
                  <a:pt x="1210616" y="110230"/>
                </a:cubicBezTo>
                <a:cubicBezTo>
                  <a:pt x="1212784" y="107791"/>
                  <a:pt x="1214517" y="104703"/>
                  <a:pt x="1215817" y="100964"/>
                </a:cubicBezTo>
                <a:cubicBezTo>
                  <a:pt x="1217118" y="97226"/>
                  <a:pt x="1217769" y="92810"/>
                  <a:pt x="1217769" y="87717"/>
                </a:cubicBezTo>
                <a:lnTo>
                  <a:pt x="1217769" y="48706"/>
                </a:lnTo>
                <a:lnTo>
                  <a:pt x="1228821" y="48706"/>
                </a:lnTo>
                <a:lnTo>
                  <a:pt x="1228821" y="108035"/>
                </a:lnTo>
                <a:cubicBezTo>
                  <a:pt x="1228821" y="110094"/>
                  <a:pt x="1228874" y="112747"/>
                  <a:pt x="1228982" y="115997"/>
                </a:cubicBezTo>
                <a:cubicBezTo>
                  <a:pt x="1229091" y="119246"/>
                  <a:pt x="1229254" y="122168"/>
                  <a:pt x="1229470" y="124764"/>
                </a:cubicBezTo>
                <a:lnTo>
                  <a:pt x="1218905" y="124764"/>
                </a:lnTo>
                <a:close/>
                <a:moveTo>
                  <a:pt x="1298553" y="66603"/>
                </a:moveTo>
                <a:cubicBezTo>
                  <a:pt x="1296927" y="63460"/>
                  <a:pt x="1294462" y="60886"/>
                  <a:pt x="1291157" y="58882"/>
                </a:cubicBezTo>
                <a:cubicBezTo>
                  <a:pt x="1287851" y="56877"/>
                  <a:pt x="1284086" y="55874"/>
                  <a:pt x="1279859" y="55874"/>
                </a:cubicBezTo>
                <a:cubicBezTo>
                  <a:pt x="1277910" y="55874"/>
                  <a:pt x="1275960" y="56091"/>
                  <a:pt x="1274008" y="56526"/>
                </a:cubicBezTo>
                <a:cubicBezTo>
                  <a:pt x="1272057" y="56959"/>
                  <a:pt x="1270323" y="57665"/>
                  <a:pt x="1268805" y="58642"/>
                </a:cubicBezTo>
                <a:cubicBezTo>
                  <a:pt x="1267289" y="59617"/>
                  <a:pt x="1266070" y="60865"/>
                  <a:pt x="1265149" y="62385"/>
                </a:cubicBezTo>
                <a:cubicBezTo>
                  <a:pt x="1264228" y="63902"/>
                  <a:pt x="1263768" y="65692"/>
                  <a:pt x="1263768" y="67754"/>
                </a:cubicBezTo>
                <a:cubicBezTo>
                  <a:pt x="1263768" y="71336"/>
                  <a:pt x="1265230" y="74075"/>
                  <a:pt x="1268155" y="75974"/>
                </a:cubicBezTo>
                <a:cubicBezTo>
                  <a:pt x="1271082" y="77872"/>
                  <a:pt x="1275688" y="79472"/>
                  <a:pt x="1281972" y="80775"/>
                </a:cubicBezTo>
                <a:cubicBezTo>
                  <a:pt x="1290967" y="82619"/>
                  <a:pt x="1297604" y="85304"/>
                  <a:pt x="1301883" y="88831"/>
                </a:cubicBezTo>
                <a:cubicBezTo>
                  <a:pt x="1306164" y="92356"/>
                  <a:pt x="1308305" y="97102"/>
                  <a:pt x="1308305" y="103070"/>
                </a:cubicBezTo>
                <a:cubicBezTo>
                  <a:pt x="1308305" y="107410"/>
                  <a:pt x="1307465" y="111073"/>
                  <a:pt x="1305785" y="114057"/>
                </a:cubicBezTo>
                <a:cubicBezTo>
                  <a:pt x="1304105" y="117040"/>
                  <a:pt x="1301910" y="119481"/>
                  <a:pt x="1299200" y="121381"/>
                </a:cubicBezTo>
                <a:cubicBezTo>
                  <a:pt x="1296491" y="123279"/>
                  <a:pt x="1293431" y="124635"/>
                  <a:pt x="1290018" y="125449"/>
                </a:cubicBezTo>
                <a:cubicBezTo>
                  <a:pt x="1286605" y="126262"/>
                  <a:pt x="1283165" y="126669"/>
                  <a:pt x="1279698" y="126669"/>
                </a:cubicBezTo>
                <a:cubicBezTo>
                  <a:pt x="1273954" y="126669"/>
                  <a:pt x="1268373" y="125485"/>
                  <a:pt x="1262954" y="123117"/>
                </a:cubicBezTo>
                <a:cubicBezTo>
                  <a:pt x="1257537" y="120748"/>
                  <a:pt x="1253095" y="117023"/>
                  <a:pt x="1249626" y="111941"/>
                </a:cubicBezTo>
                <a:lnTo>
                  <a:pt x="1258403" y="105438"/>
                </a:lnTo>
                <a:cubicBezTo>
                  <a:pt x="1260354" y="108798"/>
                  <a:pt x="1263225" y="111616"/>
                  <a:pt x="1267017" y="113891"/>
                </a:cubicBezTo>
                <a:cubicBezTo>
                  <a:pt x="1270810" y="116166"/>
                  <a:pt x="1274982" y="117304"/>
                  <a:pt x="1279534" y="117304"/>
                </a:cubicBezTo>
                <a:cubicBezTo>
                  <a:pt x="1281919" y="117304"/>
                  <a:pt x="1284194" y="117087"/>
                  <a:pt x="1286360" y="116654"/>
                </a:cubicBezTo>
                <a:cubicBezTo>
                  <a:pt x="1288528" y="116219"/>
                  <a:pt x="1290424" y="115459"/>
                  <a:pt x="1292049" y="114374"/>
                </a:cubicBezTo>
                <a:cubicBezTo>
                  <a:pt x="1293675" y="113290"/>
                  <a:pt x="1294975" y="111907"/>
                  <a:pt x="1295951" y="110225"/>
                </a:cubicBezTo>
                <a:cubicBezTo>
                  <a:pt x="1296926" y="108542"/>
                  <a:pt x="1297414" y="106453"/>
                  <a:pt x="1297414" y="103958"/>
                </a:cubicBezTo>
                <a:cubicBezTo>
                  <a:pt x="1297414" y="99943"/>
                  <a:pt x="1295490" y="96932"/>
                  <a:pt x="1291643" y="94925"/>
                </a:cubicBezTo>
                <a:cubicBezTo>
                  <a:pt x="1287797" y="92917"/>
                  <a:pt x="1282244" y="91046"/>
                  <a:pt x="1274983" y="89310"/>
                </a:cubicBezTo>
                <a:cubicBezTo>
                  <a:pt x="1272708" y="88767"/>
                  <a:pt x="1270296" y="88089"/>
                  <a:pt x="1267748" y="87276"/>
                </a:cubicBezTo>
                <a:cubicBezTo>
                  <a:pt x="1265202" y="86462"/>
                  <a:pt x="1262845" y="85269"/>
                  <a:pt x="1260677" y="83697"/>
                </a:cubicBezTo>
                <a:cubicBezTo>
                  <a:pt x="1258511" y="82123"/>
                  <a:pt x="1256724" y="80142"/>
                  <a:pt x="1255315" y="77754"/>
                </a:cubicBezTo>
                <a:cubicBezTo>
                  <a:pt x="1253906" y="75367"/>
                  <a:pt x="1253202" y="72383"/>
                  <a:pt x="1253202" y="68803"/>
                </a:cubicBezTo>
                <a:cubicBezTo>
                  <a:pt x="1253202" y="64896"/>
                  <a:pt x="1253960" y="61559"/>
                  <a:pt x="1255476" y="58793"/>
                </a:cubicBezTo>
                <a:cubicBezTo>
                  <a:pt x="1256994" y="56025"/>
                  <a:pt x="1259026" y="53747"/>
                  <a:pt x="1261573" y="51958"/>
                </a:cubicBezTo>
                <a:cubicBezTo>
                  <a:pt x="1264119" y="50167"/>
                  <a:pt x="1267018" y="48838"/>
                  <a:pt x="1270268" y="47970"/>
                </a:cubicBezTo>
                <a:cubicBezTo>
                  <a:pt x="1273521" y="47102"/>
                  <a:pt x="1276881" y="46667"/>
                  <a:pt x="1280348" y="46667"/>
                </a:cubicBezTo>
                <a:cubicBezTo>
                  <a:pt x="1285657" y="46667"/>
                  <a:pt x="1290804" y="47852"/>
                  <a:pt x="1295787" y="50222"/>
                </a:cubicBezTo>
                <a:cubicBezTo>
                  <a:pt x="1300772" y="52589"/>
                  <a:pt x="1304512" y="55937"/>
                  <a:pt x="1307005" y="60264"/>
                </a:cubicBezTo>
                <a:lnTo>
                  <a:pt x="1298553" y="66603"/>
                </a:lnTo>
                <a:close/>
                <a:moveTo>
                  <a:pt x="1388276" y="80954"/>
                </a:moveTo>
                <a:cubicBezTo>
                  <a:pt x="1387951" y="73741"/>
                  <a:pt x="1385647" y="67758"/>
                  <a:pt x="1381367" y="63005"/>
                </a:cubicBezTo>
                <a:cubicBezTo>
                  <a:pt x="1377087" y="58251"/>
                  <a:pt x="1370993" y="55874"/>
                  <a:pt x="1363083" y="55874"/>
                </a:cubicBezTo>
                <a:cubicBezTo>
                  <a:pt x="1359399" y="55874"/>
                  <a:pt x="1355985" y="56557"/>
                  <a:pt x="1352842" y="57923"/>
                </a:cubicBezTo>
                <a:cubicBezTo>
                  <a:pt x="1349700" y="59288"/>
                  <a:pt x="1346937" y="61146"/>
                  <a:pt x="1344553" y="63496"/>
                </a:cubicBezTo>
                <a:cubicBezTo>
                  <a:pt x="1342169" y="65845"/>
                  <a:pt x="1340272" y="68523"/>
                  <a:pt x="1338863" y="71529"/>
                </a:cubicBezTo>
                <a:cubicBezTo>
                  <a:pt x="1337455" y="74533"/>
                  <a:pt x="1336642" y="77675"/>
                  <a:pt x="1336425" y="80954"/>
                </a:cubicBezTo>
                <a:lnTo>
                  <a:pt x="1388276" y="80954"/>
                </a:lnTo>
                <a:moveTo>
                  <a:pt x="1399492" y="84471"/>
                </a:moveTo>
                <a:cubicBezTo>
                  <a:pt x="1399492" y="85231"/>
                  <a:pt x="1399492" y="86046"/>
                  <a:pt x="1399492" y="86916"/>
                </a:cubicBezTo>
                <a:cubicBezTo>
                  <a:pt x="1399492" y="87784"/>
                  <a:pt x="1399437" y="88707"/>
                  <a:pt x="1399328" y="89684"/>
                </a:cubicBezTo>
                <a:lnTo>
                  <a:pt x="1336262" y="89684"/>
                </a:lnTo>
                <a:cubicBezTo>
                  <a:pt x="1336371" y="93475"/>
                  <a:pt x="1337129" y="97050"/>
                  <a:pt x="1338536" y="100408"/>
                </a:cubicBezTo>
                <a:cubicBezTo>
                  <a:pt x="1339945" y="103765"/>
                  <a:pt x="1341895" y="106689"/>
                  <a:pt x="1344387" y="109181"/>
                </a:cubicBezTo>
                <a:cubicBezTo>
                  <a:pt x="1346880" y="111671"/>
                  <a:pt x="1349806" y="113648"/>
                  <a:pt x="1353164" y="115111"/>
                </a:cubicBezTo>
                <a:cubicBezTo>
                  <a:pt x="1356524" y="116573"/>
                  <a:pt x="1360155" y="117304"/>
                  <a:pt x="1364057" y="117304"/>
                </a:cubicBezTo>
                <a:cubicBezTo>
                  <a:pt x="1369800" y="117304"/>
                  <a:pt x="1374757" y="115977"/>
                  <a:pt x="1378929" y="113323"/>
                </a:cubicBezTo>
                <a:cubicBezTo>
                  <a:pt x="1383100" y="110667"/>
                  <a:pt x="1386270" y="107606"/>
                  <a:pt x="1388438" y="104139"/>
                </a:cubicBezTo>
                <a:lnTo>
                  <a:pt x="1396726" y="110639"/>
                </a:lnTo>
                <a:cubicBezTo>
                  <a:pt x="1392176" y="116374"/>
                  <a:pt x="1387164" y="120479"/>
                  <a:pt x="1381691" y="122956"/>
                </a:cubicBezTo>
                <a:cubicBezTo>
                  <a:pt x="1376220" y="125431"/>
                  <a:pt x="1370342" y="126669"/>
                  <a:pt x="1364057" y="126669"/>
                </a:cubicBezTo>
                <a:cubicBezTo>
                  <a:pt x="1358422" y="126669"/>
                  <a:pt x="1353193" y="125666"/>
                  <a:pt x="1348370" y="123660"/>
                </a:cubicBezTo>
                <a:cubicBezTo>
                  <a:pt x="1343548" y="121655"/>
                  <a:pt x="1339404" y="118864"/>
                  <a:pt x="1335937" y="115287"/>
                </a:cubicBezTo>
                <a:cubicBezTo>
                  <a:pt x="1332469" y="111709"/>
                  <a:pt x="1329733" y="107481"/>
                  <a:pt x="1327727" y="102603"/>
                </a:cubicBezTo>
                <a:cubicBezTo>
                  <a:pt x="1325723" y="97726"/>
                  <a:pt x="1324721" y="92414"/>
                  <a:pt x="1324721" y="86668"/>
                </a:cubicBezTo>
                <a:cubicBezTo>
                  <a:pt x="1324721" y="80922"/>
                  <a:pt x="1325696" y="75611"/>
                  <a:pt x="1327645" y="70733"/>
                </a:cubicBezTo>
                <a:cubicBezTo>
                  <a:pt x="1329596" y="65855"/>
                  <a:pt x="1332306" y="61628"/>
                  <a:pt x="1335773" y="58052"/>
                </a:cubicBezTo>
                <a:cubicBezTo>
                  <a:pt x="1339242" y="54473"/>
                  <a:pt x="1343306" y="51682"/>
                  <a:pt x="1347966" y="49676"/>
                </a:cubicBezTo>
                <a:cubicBezTo>
                  <a:pt x="1352625" y="47670"/>
                  <a:pt x="1357664" y="46667"/>
                  <a:pt x="1363083" y="46667"/>
                </a:cubicBezTo>
                <a:cubicBezTo>
                  <a:pt x="1369042" y="46667"/>
                  <a:pt x="1374296" y="47673"/>
                  <a:pt x="1378847" y="49683"/>
                </a:cubicBezTo>
                <a:cubicBezTo>
                  <a:pt x="1383399" y="51692"/>
                  <a:pt x="1387192" y="54408"/>
                  <a:pt x="1390226" y="57831"/>
                </a:cubicBezTo>
                <a:cubicBezTo>
                  <a:pt x="1393260" y="61252"/>
                  <a:pt x="1395562" y="65243"/>
                  <a:pt x="1397133" y="69805"/>
                </a:cubicBezTo>
                <a:cubicBezTo>
                  <a:pt x="1398706" y="74367"/>
                  <a:pt x="1399492" y="79256"/>
                  <a:pt x="1399492" y="84471"/>
                </a:cubicBezTo>
                <a:close/>
                <a:moveTo>
                  <a:pt x="1485802" y="111924"/>
                </a:moveTo>
                <a:cubicBezTo>
                  <a:pt x="1482551" y="116800"/>
                  <a:pt x="1478325" y="120477"/>
                  <a:pt x="1473123" y="122954"/>
                </a:cubicBezTo>
                <a:cubicBezTo>
                  <a:pt x="1467921" y="125430"/>
                  <a:pt x="1462558" y="126669"/>
                  <a:pt x="1457032" y="126669"/>
                </a:cubicBezTo>
                <a:cubicBezTo>
                  <a:pt x="1451071" y="126669"/>
                  <a:pt x="1445680" y="125640"/>
                  <a:pt x="1440858" y="123581"/>
                </a:cubicBezTo>
                <a:cubicBezTo>
                  <a:pt x="1436037" y="121521"/>
                  <a:pt x="1431919" y="118702"/>
                  <a:pt x="1428504" y="115126"/>
                </a:cubicBezTo>
                <a:cubicBezTo>
                  <a:pt x="1425092" y="111548"/>
                  <a:pt x="1422437" y="107320"/>
                  <a:pt x="1420541" y="102442"/>
                </a:cubicBezTo>
                <a:cubicBezTo>
                  <a:pt x="1418644" y="97563"/>
                  <a:pt x="1417696" y="92305"/>
                  <a:pt x="1417696" y="86668"/>
                </a:cubicBezTo>
                <a:cubicBezTo>
                  <a:pt x="1417696" y="81031"/>
                  <a:pt x="1418644" y="75774"/>
                  <a:pt x="1420541" y="70897"/>
                </a:cubicBezTo>
                <a:cubicBezTo>
                  <a:pt x="1422437" y="66017"/>
                  <a:pt x="1425092" y="61789"/>
                  <a:pt x="1428504" y="58213"/>
                </a:cubicBezTo>
                <a:cubicBezTo>
                  <a:pt x="1431919" y="54635"/>
                  <a:pt x="1436037" y="51816"/>
                  <a:pt x="1440858" y="49758"/>
                </a:cubicBezTo>
                <a:cubicBezTo>
                  <a:pt x="1445680" y="47698"/>
                  <a:pt x="1451071" y="46667"/>
                  <a:pt x="1457032" y="46667"/>
                </a:cubicBezTo>
                <a:cubicBezTo>
                  <a:pt x="1462558" y="46667"/>
                  <a:pt x="1467921" y="47941"/>
                  <a:pt x="1473123" y="50489"/>
                </a:cubicBezTo>
                <a:cubicBezTo>
                  <a:pt x="1478325" y="53036"/>
                  <a:pt x="1482551" y="56802"/>
                  <a:pt x="1485802" y="61789"/>
                </a:cubicBezTo>
                <a:lnTo>
                  <a:pt x="1486127" y="61789"/>
                </a:lnTo>
                <a:lnTo>
                  <a:pt x="1486127" y="1811"/>
                </a:lnTo>
                <a:lnTo>
                  <a:pt x="1497179" y="1811"/>
                </a:lnTo>
                <a:lnTo>
                  <a:pt x="1497179" y="124764"/>
                </a:lnTo>
                <a:lnTo>
                  <a:pt x="1486127" y="124764"/>
                </a:lnTo>
                <a:lnTo>
                  <a:pt x="1486127" y="111924"/>
                </a:lnTo>
                <a:lnTo>
                  <a:pt x="1485802" y="111924"/>
                </a:lnTo>
                <a:moveTo>
                  <a:pt x="1429400" y="86671"/>
                </a:moveTo>
                <a:cubicBezTo>
                  <a:pt x="1429400" y="90907"/>
                  <a:pt x="1430050" y="94899"/>
                  <a:pt x="1431349" y="98648"/>
                </a:cubicBezTo>
                <a:cubicBezTo>
                  <a:pt x="1432649" y="102394"/>
                  <a:pt x="1434518" y="105653"/>
                  <a:pt x="1436957" y="108424"/>
                </a:cubicBezTo>
                <a:cubicBezTo>
                  <a:pt x="1439396" y="111194"/>
                  <a:pt x="1442403" y="113367"/>
                  <a:pt x="1445977" y="114942"/>
                </a:cubicBezTo>
                <a:cubicBezTo>
                  <a:pt x="1449554" y="116517"/>
                  <a:pt x="1453617" y="117304"/>
                  <a:pt x="1458168" y="117304"/>
                </a:cubicBezTo>
                <a:cubicBezTo>
                  <a:pt x="1462394" y="117304"/>
                  <a:pt x="1466295" y="116517"/>
                  <a:pt x="1469872" y="114942"/>
                </a:cubicBezTo>
                <a:cubicBezTo>
                  <a:pt x="1473448" y="113367"/>
                  <a:pt x="1476536" y="111221"/>
                  <a:pt x="1479135" y="108506"/>
                </a:cubicBezTo>
                <a:cubicBezTo>
                  <a:pt x="1481736" y="105790"/>
                  <a:pt x="1483768" y="102558"/>
                  <a:pt x="1485232" y="98811"/>
                </a:cubicBezTo>
                <a:cubicBezTo>
                  <a:pt x="1486695" y="95063"/>
                  <a:pt x="1487427" y="91016"/>
                  <a:pt x="1487427" y="86671"/>
                </a:cubicBezTo>
                <a:cubicBezTo>
                  <a:pt x="1487427" y="82325"/>
                  <a:pt x="1486695" y="78279"/>
                  <a:pt x="1485232" y="74533"/>
                </a:cubicBezTo>
                <a:cubicBezTo>
                  <a:pt x="1483768" y="70784"/>
                  <a:pt x="1481736" y="67525"/>
                  <a:pt x="1479135" y="64756"/>
                </a:cubicBezTo>
                <a:cubicBezTo>
                  <a:pt x="1476536" y="61984"/>
                  <a:pt x="1473448" y="59812"/>
                  <a:pt x="1469872" y="58238"/>
                </a:cubicBezTo>
                <a:cubicBezTo>
                  <a:pt x="1466295" y="56662"/>
                  <a:pt x="1462394" y="55874"/>
                  <a:pt x="1458168" y="55874"/>
                </a:cubicBezTo>
                <a:cubicBezTo>
                  <a:pt x="1453617" y="55874"/>
                  <a:pt x="1449554" y="56689"/>
                  <a:pt x="1445977" y="58319"/>
                </a:cubicBezTo>
                <a:cubicBezTo>
                  <a:pt x="1442403" y="59948"/>
                  <a:pt x="1439396" y="62148"/>
                  <a:pt x="1436957" y="64919"/>
                </a:cubicBezTo>
                <a:cubicBezTo>
                  <a:pt x="1434518" y="67689"/>
                  <a:pt x="1432649" y="70948"/>
                  <a:pt x="1431349" y="74696"/>
                </a:cubicBezTo>
                <a:cubicBezTo>
                  <a:pt x="1430050" y="78443"/>
                  <a:pt x="1429400" y="82434"/>
                  <a:pt x="1429400" y="86671"/>
                </a:cubicBezTo>
                <a:close/>
                <a:moveTo>
                  <a:pt x="1642978" y="86668"/>
                </a:moveTo>
                <a:cubicBezTo>
                  <a:pt x="1642978" y="92414"/>
                  <a:pt x="1641976" y="97726"/>
                  <a:pt x="1639970" y="102603"/>
                </a:cubicBezTo>
                <a:cubicBezTo>
                  <a:pt x="1637966" y="107481"/>
                  <a:pt x="1635176" y="111709"/>
                  <a:pt x="1631599" y="115287"/>
                </a:cubicBezTo>
                <a:cubicBezTo>
                  <a:pt x="1628024" y="118864"/>
                  <a:pt x="1623744" y="121655"/>
                  <a:pt x="1618759" y="123660"/>
                </a:cubicBezTo>
                <a:cubicBezTo>
                  <a:pt x="1613776" y="125666"/>
                  <a:pt x="1608304" y="126669"/>
                  <a:pt x="1602343" y="126669"/>
                </a:cubicBezTo>
                <a:cubicBezTo>
                  <a:pt x="1596491" y="126669"/>
                  <a:pt x="1591073" y="125666"/>
                  <a:pt x="1586088" y="123660"/>
                </a:cubicBezTo>
                <a:cubicBezTo>
                  <a:pt x="1581104" y="121655"/>
                  <a:pt x="1576824" y="118864"/>
                  <a:pt x="1573248" y="115287"/>
                </a:cubicBezTo>
                <a:cubicBezTo>
                  <a:pt x="1569673" y="111709"/>
                  <a:pt x="1566883" y="107481"/>
                  <a:pt x="1564877" y="102603"/>
                </a:cubicBezTo>
                <a:cubicBezTo>
                  <a:pt x="1562873" y="97726"/>
                  <a:pt x="1561871" y="92414"/>
                  <a:pt x="1561871" y="86668"/>
                </a:cubicBezTo>
                <a:cubicBezTo>
                  <a:pt x="1561871" y="80922"/>
                  <a:pt x="1562873" y="75611"/>
                  <a:pt x="1564877" y="70733"/>
                </a:cubicBezTo>
                <a:cubicBezTo>
                  <a:pt x="1566883" y="65855"/>
                  <a:pt x="1569673" y="61628"/>
                  <a:pt x="1573248" y="58052"/>
                </a:cubicBezTo>
                <a:cubicBezTo>
                  <a:pt x="1576824" y="54473"/>
                  <a:pt x="1581104" y="51682"/>
                  <a:pt x="1586088" y="49676"/>
                </a:cubicBezTo>
                <a:cubicBezTo>
                  <a:pt x="1591073" y="47670"/>
                  <a:pt x="1596491" y="46667"/>
                  <a:pt x="1602343" y="46667"/>
                </a:cubicBezTo>
                <a:cubicBezTo>
                  <a:pt x="1608304" y="46667"/>
                  <a:pt x="1613776" y="47670"/>
                  <a:pt x="1618759" y="49676"/>
                </a:cubicBezTo>
                <a:cubicBezTo>
                  <a:pt x="1623744" y="51682"/>
                  <a:pt x="1628024" y="54473"/>
                  <a:pt x="1631599" y="58052"/>
                </a:cubicBezTo>
                <a:cubicBezTo>
                  <a:pt x="1635176" y="61628"/>
                  <a:pt x="1637966" y="65855"/>
                  <a:pt x="1639970" y="70733"/>
                </a:cubicBezTo>
                <a:cubicBezTo>
                  <a:pt x="1641976" y="75611"/>
                  <a:pt x="1642978" y="80922"/>
                  <a:pt x="1642978" y="86668"/>
                </a:cubicBezTo>
                <a:moveTo>
                  <a:pt x="1631277" y="86671"/>
                </a:moveTo>
                <a:cubicBezTo>
                  <a:pt x="1631277" y="82434"/>
                  <a:pt x="1630600" y="78443"/>
                  <a:pt x="1629246" y="74696"/>
                </a:cubicBezTo>
                <a:cubicBezTo>
                  <a:pt x="1627891" y="70948"/>
                  <a:pt x="1625968" y="67689"/>
                  <a:pt x="1623474" y="64919"/>
                </a:cubicBezTo>
                <a:cubicBezTo>
                  <a:pt x="1620982" y="62148"/>
                  <a:pt x="1617948" y="59948"/>
                  <a:pt x="1614372" y="58319"/>
                </a:cubicBezTo>
                <a:cubicBezTo>
                  <a:pt x="1610797" y="56689"/>
                  <a:pt x="1606788" y="55874"/>
                  <a:pt x="1602345" y="55874"/>
                </a:cubicBezTo>
                <a:cubicBezTo>
                  <a:pt x="1597902" y="55874"/>
                  <a:pt x="1593920" y="56689"/>
                  <a:pt x="1590398" y="58319"/>
                </a:cubicBezTo>
                <a:cubicBezTo>
                  <a:pt x="1586876" y="59948"/>
                  <a:pt x="1583869" y="62148"/>
                  <a:pt x="1581375" y="64919"/>
                </a:cubicBezTo>
                <a:cubicBezTo>
                  <a:pt x="1578883" y="67689"/>
                  <a:pt x="1576960" y="70948"/>
                  <a:pt x="1575606" y="74696"/>
                </a:cubicBezTo>
                <a:cubicBezTo>
                  <a:pt x="1574252" y="78443"/>
                  <a:pt x="1573575" y="82434"/>
                  <a:pt x="1573575" y="86671"/>
                </a:cubicBezTo>
                <a:cubicBezTo>
                  <a:pt x="1573575" y="90907"/>
                  <a:pt x="1574252" y="94899"/>
                  <a:pt x="1575606" y="98648"/>
                </a:cubicBezTo>
                <a:cubicBezTo>
                  <a:pt x="1576960" y="102394"/>
                  <a:pt x="1578883" y="105653"/>
                  <a:pt x="1581375" y="108424"/>
                </a:cubicBezTo>
                <a:cubicBezTo>
                  <a:pt x="1583869" y="111194"/>
                  <a:pt x="1586876" y="113367"/>
                  <a:pt x="1590398" y="114942"/>
                </a:cubicBezTo>
                <a:cubicBezTo>
                  <a:pt x="1593920" y="116517"/>
                  <a:pt x="1597902" y="117304"/>
                  <a:pt x="1602345" y="117304"/>
                </a:cubicBezTo>
                <a:cubicBezTo>
                  <a:pt x="1606788" y="117304"/>
                  <a:pt x="1610797" y="116517"/>
                  <a:pt x="1614372" y="114942"/>
                </a:cubicBezTo>
                <a:cubicBezTo>
                  <a:pt x="1617948" y="113367"/>
                  <a:pt x="1620982" y="111194"/>
                  <a:pt x="1623474" y="108424"/>
                </a:cubicBezTo>
                <a:cubicBezTo>
                  <a:pt x="1625968" y="105653"/>
                  <a:pt x="1627891" y="102394"/>
                  <a:pt x="1629246" y="98648"/>
                </a:cubicBezTo>
                <a:cubicBezTo>
                  <a:pt x="1630600" y="94899"/>
                  <a:pt x="1631277" y="90907"/>
                  <a:pt x="1631277" y="86671"/>
                </a:cubicBezTo>
                <a:close/>
                <a:moveTo>
                  <a:pt x="1676626" y="48632"/>
                </a:moveTo>
                <a:cubicBezTo>
                  <a:pt x="1676843" y="50690"/>
                  <a:pt x="1677005" y="52966"/>
                  <a:pt x="1677113" y="55460"/>
                </a:cubicBezTo>
                <a:cubicBezTo>
                  <a:pt x="1677222" y="57952"/>
                  <a:pt x="1677276" y="60010"/>
                  <a:pt x="1677276" y="61635"/>
                </a:cubicBezTo>
                <a:lnTo>
                  <a:pt x="1677601" y="61635"/>
                </a:lnTo>
                <a:cubicBezTo>
                  <a:pt x="1679769" y="57188"/>
                  <a:pt x="1683291" y="53581"/>
                  <a:pt x="1688167" y="50817"/>
                </a:cubicBezTo>
                <a:cubicBezTo>
                  <a:pt x="1693043" y="48051"/>
                  <a:pt x="1698190" y="46667"/>
                  <a:pt x="1703609" y="46667"/>
                </a:cubicBezTo>
                <a:cubicBezTo>
                  <a:pt x="1713252" y="46667"/>
                  <a:pt x="1720484" y="49542"/>
                  <a:pt x="1725305" y="55291"/>
                </a:cubicBezTo>
                <a:cubicBezTo>
                  <a:pt x="1730129" y="61040"/>
                  <a:pt x="1732540" y="68633"/>
                  <a:pt x="1732540" y="78069"/>
                </a:cubicBezTo>
                <a:lnTo>
                  <a:pt x="1732540" y="124764"/>
                </a:lnTo>
                <a:lnTo>
                  <a:pt x="1721488" y="124764"/>
                </a:lnTo>
                <a:lnTo>
                  <a:pt x="1721488" y="82583"/>
                </a:lnTo>
                <a:cubicBezTo>
                  <a:pt x="1721488" y="78565"/>
                  <a:pt x="1721163" y="74929"/>
                  <a:pt x="1720514" y="71673"/>
                </a:cubicBezTo>
                <a:cubicBezTo>
                  <a:pt x="1719864" y="68416"/>
                  <a:pt x="1718753" y="65620"/>
                  <a:pt x="1717180" y="63285"/>
                </a:cubicBezTo>
                <a:cubicBezTo>
                  <a:pt x="1715609" y="60950"/>
                  <a:pt x="1713496" y="59131"/>
                  <a:pt x="1710841" y="57828"/>
                </a:cubicBezTo>
                <a:cubicBezTo>
                  <a:pt x="1708187" y="56525"/>
                  <a:pt x="1704855" y="55874"/>
                  <a:pt x="1700846" y="55874"/>
                </a:cubicBezTo>
                <a:cubicBezTo>
                  <a:pt x="1697921" y="55874"/>
                  <a:pt x="1695076" y="56472"/>
                  <a:pt x="1692311" y="57667"/>
                </a:cubicBezTo>
                <a:cubicBezTo>
                  <a:pt x="1689548" y="58861"/>
                  <a:pt x="1687083" y="60680"/>
                  <a:pt x="1684915" y="63124"/>
                </a:cubicBezTo>
                <a:cubicBezTo>
                  <a:pt x="1682749" y="65566"/>
                  <a:pt x="1681016" y="68659"/>
                  <a:pt x="1679714" y="72405"/>
                </a:cubicBezTo>
                <a:cubicBezTo>
                  <a:pt x="1678415" y="76150"/>
                  <a:pt x="1677765" y="80574"/>
                  <a:pt x="1677765" y="85679"/>
                </a:cubicBezTo>
                <a:lnTo>
                  <a:pt x="1677765" y="124764"/>
                </a:lnTo>
                <a:lnTo>
                  <a:pt x="1666711" y="124764"/>
                </a:lnTo>
                <a:lnTo>
                  <a:pt x="1666711" y="65378"/>
                </a:lnTo>
                <a:cubicBezTo>
                  <a:pt x="1666711" y="63316"/>
                  <a:pt x="1666656" y="60660"/>
                  <a:pt x="1666547" y="57409"/>
                </a:cubicBezTo>
                <a:cubicBezTo>
                  <a:pt x="1666439" y="54159"/>
                  <a:pt x="1666277" y="51233"/>
                  <a:pt x="1666061" y="48632"/>
                </a:cubicBezTo>
                <a:lnTo>
                  <a:pt x="1676626" y="48632"/>
                </a:lnTo>
                <a:close/>
                <a:moveTo>
                  <a:pt x="1842258" y="66603"/>
                </a:moveTo>
                <a:cubicBezTo>
                  <a:pt x="1840633" y="63460"/>
                  <a:pt x="1838167" y="60886"/>
                  <a:pt x="1834862" y="58882"/>
                </a:cubicBezTo>
                <a:cubicBezTo>
                  <a:pt x="1831557" y="56877"/>
                  <a:pt x="1827791" y="55874"/>
                  <a:pt x="1823565" y="55874"/>
                </a:cubicBezTo>
                <a:cubicBezTo>
                  <a:pt x="1821615" y="55874"/>
                  <a:pt x="1819665" y="56091"/>
                  <a:pt x="1817714" y="56526"/>
                </a:cubicBezTo>
                <a:cubicBezTo>
                  <a:pt x="1815763" y="56959"/>
                  <a:pt x="1814028" y="57665"/>
                  <a:pt x="1812510" y="58642"/>
                </a:cubicBezTo>
                <a:cubicBezTo>
                  <a:pt x="1810994" y="59617"/>
                  <a:pt x="1809776" y="60865"/>
                  <a:pt x="1808855" y="62385"/>
                </a:cubicBezTo>
                <a:cubicBezTo>
                  <a:pt x="1807934" y="63902"/>
                  <a:pt x="1807473" y="65692"/>
                  <a:pt x="1807473" y="67754"/>
                </a:cubicBezTo>
                <a:cubicBezTo>
                  <a:pt x="1807473" y="71336"/>
                  <a:pt x="1808936" y="74075"/>
                  <a:pt x="1811861" y="75974"/>
                </a:cubicBezTo>
                <a:cubicBezTo>
                  <a:pt x="1814787" y="77872"/>
                  <a:pt x="1819393" y="79472"/>
                  <a:pt x="1825678" y="80775"/>
                </a:cubicBezTo>
                <a:cubicBezTo>
                  <a:pt x="1834673" y="82619"/>
                  <a:pt x="1841310" y="85304"/>
                  <a:pt x="1845589" y="88831"/>
                </a:cubicBezTo>
                <a:cubicBezTo>
                  <a:pt x="1849870" y="92356"/>
                  <a:pt x="1852010" y="97102"/>
                  <a:pt x="1852010" y="103070"/>
                </a:cubicBezTo>
                <a:cubicBezTo>
                  <a:pt x="1852010" y="107410"/>
                  <a:pt x="1851170" y="111073"/>
                  <a:pt x="1849490" y="114057"/>
                </a:cubicBezTo>
                <a:cubicBezTo>
                  <a:pt x="1847810" y="117040"/>
                  <a:pt x="1845615" y="119481"/>
                  <a:pt x="1842905" y="121381"/>
                </a:cubicBezTo>
                <a:cubicBezTo>
                  <a:pt x="1840197" y="123279"/>
                  <a:pt x="1837136" y="124635"/>
                  <a:pt x="1833724" y="125449"/>
                </a:cubicBezTo>
                <a:cubicBezTo>
                  <a:pt x="1830311" y="126262"/>
                  <a:pt x="1826871" y="126669"/>
                  <a:pt x="1823403" y="126669"/>
                </a:cubicBezTo>
                <a:cubicBezTo>
                  <a:pt x="1817659" y="126669"/>
                  <a:pt x="1812078" y="125485"/>
                  <a:pt x="1806660" y="123117"/>
                </a:cubicBezTo>
                <a:cubicBezTo>
                  <a:pt x="1801243" y="120748"/>
                  <a:pt x="1796800" y="117023"/>
                  <a:pt x="1793331" y="111941"/>
                </a:cubicBezTo>
                <a:lnTo>
                  <a:pt x="1802108" y="105438"/>
                </a:lnTo>
                <a:cubicBezTo>
                  <a:pt x="1804059" y="108798"/>
                  <a:pt x="1806931" y="111616"/>
                  <a:pt x="1810722" y="113891"/>
                </a:cubicBezTo>
                <a:cubicBezTo>
                  <a:pt x="1814515" y="116166"/>
                  <a:pt x="1818688" y="117304"/>
                  <a:pt x="1823240" y="117304"/>
                </a:cubicBezTo>
                <a:cubicBezTo>
                  <a:pt x="1825624" y="117304"/>
                  <a:pt x="1827899" y="117087"/>
                  <a:pt x="1830065" y="116654"/>
                </a:cubicBezTo>
                <a:cubicBezTo>
                  <a:pt x="1832233" y="116219"/>
                  <a:pt x="1834129" y="115459"/>
                  <a:pt x="1835755" y="114374"/>
                </a:cubicBezTo>
                <a:cubicBezTo>
                  <a:pt x="1837380" y="113290"/>
                  <a:pt x="1838681" y="111907"/>
                  <a:pt x="1839656" y="110225"/>
                </a:cubicBezTo>
                <a:cubicBezTo>
                  <a:pt x="1840632" y="108542"/>
                  <a:pt x="1841119" y="106453"/>
                  <a:pt x="1841119" y="103958"/>
                </a:cubicBezTo>
                <a:cubicBezTo>
                  <a:pt x="1841119" y="99943"/>
                  <a:pt x="1839196" y="96932"/>
                  <a:pt x="1835348" y="94925"/>
                </a:cubicBezTo>
                <a:cubicBezTo>
                  <a:pt x="1831502" y="92917"/>
                  <a:pt x="1825949" y="91046"/>
                  <a:pt x="1818689" y="89310"/>
                </a:cubicBezTo>
                <a:cubicBezTo>
                  <a:pt x="1816413" y="88767"/>
                  <a:pt x="1814002" y="88089"/>
                  <a:pt x="1811454" y="87276"/>
                </a:cubicBezTo>
                <a:cubicBezTo>
                  <a:pt x="1808907" y="86462"/>
                  <a:pt x="1806550" y="85269"/>
                  <a:pt x="1804383" y="83697"/>
                </a:cubicBezTo>
                <a:cubicBezTo>
                  <a:pt x="1802217" y="82123"/>
                  <a:pt x="1800429" y="80142"/>
                  <a:pt x="1799021" y="77754"/>
                </a:cubicBezTo>
                <a:cubicBezTo>
                  <a:pt x="1797612" y="75367"/>
                  <a:pt x="1796907" y="72383"/>
                  <a:pt x="1796907" y="68803"/>
                </a:cubicBezTo>
                <a:cubicBezTo>
                  <a:pt x="1796907" y="64896"/>
                  <a:pt x="1797666" y="61559"/>
                  <a:pt x="1799182" y="58793"/>
                </a:cubicBezTo>
                <a:cubicBezTo>
                  <a:pt x="1800700" y="56025"/>
                  <a:pt x="1802732" y="53747"/>
                  <a:pt x="1805278" y="51958"/>
                </a:cubicBezTo>
                <a:cubicBezTo>
                  <a:pt x="1807824" y="50167"/>
                  <a:pt x="1810723" y="48838"/>
                  <a:pt x="1813974" y="47970"/>
                </a:cubicBezTo>
                <a:cubicBezTo>
                  <a:pt x="1817226" y="47102"/>
                  <a:pt x="1820586" y="46667"/>
                  <a:pt x="1824053" y="46667"/>
                </a:cubicBezTo>
                <a:cubicBezTo>
                  <a:pt x="1829363" y="46667"/>
                  <a:pt x="1834509" y="47852"/>
                  <a:pt x="1839492" y="50222"/>
                </a:cubicBezTo>
                <a:cubicBezTo>
                  <a:pt x="1844478" y="52589"/>
                  <a:pt x="1848217" y="55937"/>
                  <a:pt x="1850710" y="60264"/>
                </a:cubicBezTo>
                <a:lnTo>
                  <a:pt x="1842258" y="66603"/>
                </a:lnTo>
                <a:close/>
                <a:moveTo>
                  <a:pt x="1929216" y="124764"/>
                </a:moveTo>
                <a:cubicBezTo>
                  <a:pt x="1929000" y="122705"/>
                  <a:pt x="1928837" y="120430"/>
                  <a:pt x="1928728" y="117939"/>
                </a:cubicBezTo>
                <a:cubicBezTo>
                  <a:pt x="1928620" y="115445"/>
                  <a:pt x="1928567" y="113386"/>
                  <a:pt x="1928567" y="111760"/>
                </a:cubicBezTo>
                <a:lnTo>
                  <a:pt x="1928242" y="111760"/>
                </a:lnTo>
                <a:cubicBezTo>
                  <a:pt x="1926074" y="116203"/>
                  <a:pt x="1922552" y="119799"/>
                  <a:pt x="1917676" y="122547"/>
                </a:cubicBezTo>
                <a:cubicBezTo>
                  <a:pt x="1912800" y="125295"/>
                  <a:pt x="1907653" y="126669"/>
                  <a:pt x="1902234" y="126669"/>
                </a:cubicBezTo>
                <a:cubicBezTo>
                  <a:pt x="1892591" y="126669"/>
                  <a:pt x="1885358" y="123808"/>
                  <a:pt x="1880535" y="118085"/>
                </a:cubicBezTo>
                <a:cubicBezTo>
                  <a:pt x="1875713" y="112361"/>
                  <a:pt x="1873303" y="104784"/>
                  <a:pt x="1873303" y="95356"/>
                </a:cubicBezTo>
                <a:lnTo>
                  <a:pt x="1873303" y="48706"/>
                </a:lnTo>
                <a:lnTo>
                  <a:pt x="1884357" y="48706"/>
                </a:lnTo>
                <a:lnTo>
                  <a:pt x="1884357" y="90805"/>
                </a:lnTo>
                <a:cubicBezTo>
                  <a:pt x="1884357" y="94815"/>
                  <a:pt x="1884682" y="98445"/>
                  <a:pt x="1885332" y="101696"/>
                </a:cubicBezTo>
                <a:cubicBezTo>
                  <a:pt x="1885981" y="104946"/>
                  <a:pt x="1887092" y="107737"/>
                  <a:pt x="1888663" y="110066"/>
                </a:cubicBezTo>
                <a:cubicBezTo>
                  <a:pt x="1890235" y="112396"/>
                  <a:pt x="1892348" y="114212"/>
                  <a:pt x="1895002" y="115513"/>
                </a:cubicBezTo>
                <a:cubicBezTo>
                  <a:pt x="1897657" y="116813"/>
                  <a:pt x="1900990" y="117462"/>
                  <a:pt x="1905000" y="117462"/>
                </a:cubicBezTo>
                <a:cubicBezTo>
                  <a:pt x="1907925" y="117462"/>
                  <a:pt x="1910769" y="116866"/>
                  <a:pt x="1913532" y="115674"/>
                </a:cubicBezTo>
                <a:cubicBezTo>
                  <a:pt x="1916296" y="114482"/>
                  <a:pt x="1918761" y="112667"/>
                  <a:pt x="1920928" y="110230"/>
                </a:cubicBezTo>
                <a:cubicBezTo>
                  <a:pt x="1923095" y="107791"/>
                  <a:pt x="1924829" y="104703"/>
                  <a:pt x="1926129" y="100964"/>
                </a:cubicBezTo>
                <a:cubicBezTo>
                  <a:pt x="1927430" y="97226"/>
                  <a:pt x="1928080" y="92810"/>
                  <a:pt x="1928080" y="87717"/>
                </a:cubicBezTo>
                <a:lnTo>
                  <a:pt x="1928080" y="48706"/>
                </a:lnTo>
                <a:lnTo>
                  <a:pt x="1939132" y="48706"/>
                </a:lnTo>
                <a:lnTo>
                  <a:pt x="1939132" y="108035"/>
                </a:lnTo>
                <a:cubicBezTo>
                  <a:pt x="1939132" y="110094"/>
                  <a:pt x="1939186" y="112747"/>
                  <a:pt x="1939293" y="115997"/>
                </a:cubicBezTo>
                <a:cubicBezTo>
                  <a:pt x="1939403" y="119246"/>
                  <a:pt x="1939565" y="122168"/>
                  <a:pt x="1939782" y="124764"/>
                </a:cubicBezTo>
                <a:lnTo>
                  <a:pt x="1929216" y="124764"/>
                </a:lnTo>
                <a:close/>
                <a:moveTo>
                  <a:pt x="2023167" y="65954"/>
                </a:moveTo>
                <a:cubicBezTo>
                  <a:pt x="2021325" y="63027"/>
                  <a:pt x="2018643" y="60615"/>
                  <a:pt x="2015121" y="58719"/>
                </a:cubicBezTo>
                <a:cubicBezTo>
                  <a:pt x="2011600" y="56822"/>
                  <a:pt x="2007780" y="55874"/>
                  <a:pt x="2003663" y="55874"/>
                </a:cubicBezTo>
                <a:cubicBezTo>
                  <a:pt x="1999220" y="55874"/>
                  <a:pt x="1995210" y="56662"/>
                  <a:pt x="1991634" y="58238"/>
                </a:cubicBezTo>
                <a:cubicBezTo>
                  <a:pt x="1988057" y="59812"/>
                  <a:pt x="1984996" y="61984"/>
                  <a:pt x="1982450" y="64756"/>
                </a:cubicBezTo>
                <a:cubicBezTo>
                  <a:pt x="1979903" y="67525"/>
                  <a:pt x="1977953" y="70784"/>
                  <a:pt x="1976599" y="74533"/>
                </a:cubicBezTo>
                <a:cubicBezTo>
                  <a:pt x="1975245" y="78279"/>
                  <a:pt x="1974568" y="82325"/>
                  <a:pt x="1974568" y="86671"/>
                </a:cubicBezTo>
                <a:cubicBezTo>
                  <a:pt x="1974568" y="91016"/>
                  <a:pt x="1975245" y="95036"/>
                  <a:pt x="1976599" y="98729"/>
                </a:cubicBezTo>
                <a:cubicBezTo>
                  <a:pt x="1977953" y="102422"/>
                  <a:pt x="1979876" y="105653"/>
                  <a:pt x="1982368" y="108424"/>
                </a:cubicBezTo>
                <a:cubicBezTo>
                  <a:pt x="1984861" y="111194"/>
                  <a:pt x="1987895" y="113367"/>
                  <a:pt x="1991470" y="114942"/>
                </a:cubicBezTo>
                <a:cubicBezTo>
                  <a:pt x="1995047" y="116517"/>
                  <a:pt x="1999056" y="117304"/>
                  <a:pt x="2003499" y="117304"/>
                </a:cubicBezTo>
                <a:cubicBezTo>
                  <a:pt x="2008375" y="117304"/>
                  <a:pt x="2012492" y="116383"/>
                  <a:pt x="2015851" y="114541"/>
                </a:cubicBezTo>
                <a:cubicBezTo>
                  <a:pt x="2019210" y="112699"/>
                  <a:pt x="2021974" y="110315"/>
                  <a:pt x="2024142" y="107390"/>
                </a:cubicBezTo>
                <a:lnTo>
                  <a:pt x="2032431" y="113566"/>
                </a:lnTo>
                <a:cubicBezTo>
                  <a:pt x="2029180" y="117564"/>
                  <a:pt x="2025198" y="120748"/>
                  <a:pt x="2020484" y="123117"/>
                </a:cubicBezTo>
                <a:cubicBezTo>
                  <a:pt x="2015771" y="125485"/>
                  <a:pt x="2010110" y="126669"/>
                  <a:pt x="2003499" y="126669"/>
                </a:cubicBezTo>
                <a:cubicBezTo>
                  <a:pt x="1997322" y="126669"/>
                  <a:pt x="1991741" y="125666"/>
                  <a:pt x="1986755" y="123660"/>
                </a:cubicBezTo>
                <a:cubicBezTo>
                  <a:pt x="1981772" y="121655"/>
                  <a:pt x="1977519" y="118864"/>
                  <a:pt x="1973997" y="115287"/>
                </a:cubicBezTo>
                <a:cubicBezTo>
                  <a:pt x="1970477" y="111709"/>
                  <a:pt x="1967741" y="107481"/>
                  <a:pt x="1965790" y="102603"/>
                </a:cubicBezTo>
                <a:cubicBezTo>
                  <a:pt x="1963839" y="97726"/>
                  <a:pt x="1962864" y="92414"/>
                  <a:pt x="1962864" y="86668"/>
                </a:cubicBezTo>
                <a:cubicBezTo>
                  <a:pt x="1962864" y="80922"/>
                  <a:pt x="1963839" y="75611"/>
                  <a:pt x="1965790" y="70733"/>
                </a:cubicBezTo>
                <a:cubicBezTo>
                  <a:pt x="1967741" y="65855"/>
                  <a:pt x="1970477" y="61628"/>
                  <a:pt x="1973997" y="58052"/>
                </a:cubicBezTo>
                <a:cubicBezTo>
                  <a:pt x="1977519" y="54473"/>
                  <a:pt x="1981772" y="51682"/>
                  <a:pt x="1986755" y="49676"/>
                </a:cubicBezTo>
                <a:cubicBezTo>
                  <a:pt x="1991741" y="47670"/>
                  <a:pt x="1997322" y="46667"/>
                  <a:pt x="2003499" y="46667"/>
                </a:cubicBezTo>
                <a:cubicBezTo>
                  <a:pt x="2008592" y="46667"/>
                  <a:pt x="2013766" y="47771"/>
                  <a:pt x="2019020" y="49979"/>
                </a:cubicBezTo>
                <a:cubicBezTo>
                  <a:pt x="2024277" y="52186"/>
                  <a:pt x="2028530" y="55452"/>
                  <a:pt x="2031781" y="59775"/>
                </a:cubicBezTo>
                <a:lnTo>
                  <a:pt x="2023167" y="65954"/>
                </a:lnTo>
                <a:close/>
                <a:moveTo>
                  <a:pt x="2104438" y="65954"/>
                </a:moveTo>
                <a:cubicBezTo>
                  <a:pt x="2102596" y="63027"/>
                  <a:pt x="2099914" y="60615"/>
                  <a:pt x="2096392" y="58719"/>
                </a:cubicBezTo>
                <a:cubicBezTo>
                  <a:pt x="2092870" y="56822"/>
                  <a:pt x="2089051" y="55874"/>
                  <a:pt x="2084934" y="55874"/>
                </a:cubicBezTo>
                <a:cubicBezTo>
                  <a:pt x="2080491" y="55874"/>
                  <a:pt x="2076481" y="56662"/>
                  <a:pt x="2072905" y="58238"/>
                </a:cubicBezTo>
                <a:cubicBezTo>
                  <a:pt x="2069328" y="59812"/>
                  <a:pt x="2066267" y="61984"/>
                  <a:pt x="2063720" y="64756"/>
                </a:cubicBezTo>
                <a:cubicBezTo>
                  <a:pt x="2061174" y="67525"/>
                  <a:pt x="2059224" y="70784"/>
                  <a:pt x="2057870" y="74533"/>
                </a:cubicBezTo>
                <a:cubicBezTo>
                  <a:pt x="2056515" y="78279"/>
                  <a:pt x="2055838" y="82325"/>
                  <a:pt x="2055838" y="86671"/>
                </a:cubicBezTo>
                <a:cubicBezTo>
                  <a:pt x="2055838" y="91016"/>
                  <a:pt x="2056515" y="95036"/>
                  <a:pt x="2057870" y="98729"/>
                </a:cubicBezTo>
                <a:cubicBezTo>
                  <a:pt x="2059224" y="102422"/>
                  <a:pt x="2061147" y="105653"/>
                  <a:pt x="2063639" y="108424"/>
                </a:cubicBezTo>
                <a:cubicBezTo>
                  <a:pt x="2066132" y="111194"/>
                  <a:pt x="2069166" y="113367"/>
                  <a:pt x="2072741" y="114942"/>
                </a:cubicBezTo>
                <a:cubicBezTo>
                  <a:pt x="2076317" y="116517"/>
                  <a:pt x="2080327" y="117304"/>
                  <a:pt x="2084770" y="117304"/>
                </a:cubicBezTo>
                <a:cubicBezTo>
                  <a:pt x="2089646" y="117304"/>
                  <a:pt x="2093763" y="116383"/>
                  <a:pt x="2097121" y="114541"/>
                </a:cubicBezTo>
                <a:cubicBezTo>
                  <a:pt x="2100481" y="112699"/>
                  <a:pt x="2103245" y="110315"/>
                  <a:pt x="2105413" y="107390"/>
                </a:cubicBezTo>
                <a:lnTo>
                  <a:pt x="2113701" y="113566"/>
                </a:lnTo>
                <a:cubicBezTo>
                  <a:pt x="2110451" y="117564"/>
                  <a:pt x="2106468" y="120748"/>
                  <a:pt x="2101754" y="123117"/>
                </a:cubicBezTo>
                <a:cubicBezTo>
                  <a:pt x="2097042" y="125485"/>
                  <a:pt x="2091380" y="126669"/>
                  <a:pt x="2084770" y="126669"/>
                </a:cubicBezTo>
                <a:cubicBezTo>
                  <a:pt x="2078593" y="126669"/>
                  <a:pt x="2073011" y="125666"/>
                  <a:pt x="2068026" y="123660"/>
                </a:cubicBezTo>
                <a:cubicBezTo>
                  <a:pt x="2063043" y="121655"/>
                  <a:pt x="2058790" y="118864"/>
                  <a:pt x="2055268" y="115287"/>
                </a:cubicBezTo>
                <a:cubicBezTo>
                  <a:pt x="2051748" y="111709"/>
                  <a:pt x="2049012" y="107481"/>
                  <a:pt x="2047061" y="102603"/>
                </a:cubicBezTo>
                <a:cubicBezTo>
                  <a:pt x="2045110" y="97726"/>
                  <a:pt x="2044134" y="92414"/>
                  <a:pt x="2044134" y="86668"/>
                </a:cubicBezTo>
                <a:cubicBezTo>
                  <a:pt x="2044134" y="80922"/>
                  <a:pt x="2045110" y="75611"/>
                  <a:pt x="2047061" y="70733"/>
                </a:cubicBezTo>
                <a:cubicBezTo>
                  <a:pt x="2049012" y="65855"/>
                  <a:pt x="2051748" y="61628"/>
                  <a:pt x="2055268" y="58052"/>
                </a:cubicBezTo>
                <a:cubicBezTo>
                  <a:pt x="2058790" y="54473"/>
                  <a:pt x="2063043" y="51682"/>
                  <a:pt x="2068026" y="49676"/>
                </a:cubicBezTo>
                <a:cubicBezTo>
                  <a:pt x="2073011" y="47670"/>
                  <a:pt x="2078593" y="46667"/>
                  <a:pt x="2084770" y="46667"/>
                </a:cubicBezTo>
                <a:cubicBezTo>
                  <a:pt x="2089863" y="46667"/>
                  <a:pt x="2095036" y="47771"/>
                  <a:pt x="2100291" y="49979"/>
                </a:cubicBezTo>
                <a:cubicBezTo>
                  <a:pt x="2105547" y="52186"/>
                  <a:pt x="2109801" y="55452"/>
                  <a:pt x="2113052" y="59775"/>
                </a:cubicBezTo>
                <a:lnTo>
                  <a:pt x="2104438" y="65954"/>
                </a:lnTo>
                <a:close/>
                <a:moveTo>
                  <a:pt x="2188962" y="80954"/>
                </a:moveTo>
                <a:cubicBezTo>
                  <a:pt x="2188636" y="73741"/>
                  <a:pt x="2186333" y="67758"/>
                  <a:pt x="2182052" y="63005"/>
                </a:cubicBezTo>
                <a:cubicBezTo>
                  <a:pt x="2177773" y="58251"/>
                  <a:pt x="2171678" y="55874"/>
                  <a:pt x="2163768" y="55874"/>
                </a:cubicBezTo>
                <a:cubicBezTo>
                  <a:pt x="2160084" y="55874"/>
                  <a:pt x="2156670" y="56557"/>
                  <a:pt x="2153527" y="57923"/>
                </a:cubicBezTo>
                <a:cubicBezTo>
                  <a:pt x="2150385" y="59288"/>
                  <a:pt x="2147622" y="61146"/>
                  <a:pt x="2145238" y="63496"/>
                </a:cubicBezTo>
                <a:cubicBezTo>
                  <a:pt x="2142854" y="65845"/>
                  <a:pt x="2140957" y="68523"/>
                  <a:pt x="2139549" y="71529"/>
                </a:cubicBezTo>
                <a:cubicBezTo>
                  <a:pt x="2138140" y="74533"/>
                  <a:pt x="2137327" y="77675"/>
                  <a:pt x="2137111" y="80954"/>
                </a:cubicBezTo>
                <a:lnTo>
                  <a:pt x="2188962" y="80954"/>
                </a:lnTo>
                <a:moveTo>
                  <a:pt x="2200177" y="84471"/>
                </a:moveTo>
                <a:cubicBezTo>
                  <a:pt x="2200177" y="85231"/>
                  <a:pt x="2200177" y="86046"/>
                  <a:pt x="2200177" y="86916"/>
                </a:cubicBezTo>
                <a:cubicBezTo>
                  <a:pt x="2200177" y="87784"/>
                  <a:pt x="2200123" y="88707"/>
                  <a:pt x="2200013" y="89684"/>
                </a:cubicBezTo>
                <a:lnTo>
                  <a:pt x="2136947" y="89684"/>
                </a:lnTo>
                <a:cubicBezTo>
                  <a:pt x="2137056" y="93475"/>
                  <a:pt x="2137814" y="97050"/>
                  <a:pt x="2139221" y="100408"/>
                </a:cubicBezTo>
                <a:cubicBezTo>
                  <a:pt x="2140630" y="103765"/>
                  <a:pt x="2142580" y="106689"/>
                  <a:pt x="2145072" y="109181"/>
                </a:cubicBezTo>
                <a:cubicBezTo>
                  <a:pt x="2147565" y="111671"/>
                  <a:pt x="2150491" y="113648"/>
                  <a:pt x="2153849" y="115111"/>
                </a:cubicBezTo>
                <a:cubicBezTo>
                  <a:pt x="2157209" y="116573"/>
                  <a:pt x="2160840" y="117304"/>
                  <a:pt x="2164742" y="117304"/>
                </a:cubicBezTo>
                <a:cubicBezTo>
                  <a:pt x="2170485" y="117304"/>
                  <a:pt x="2175442" y="115977"/>
                  <a:pt x="2179614" y="113323"/>
                </a:cubicBezTo>
                <a:cubicBezTo>
                  <a:pt x="2183785" y="110667"/>
                  <a:pt x="2186955" y="107606"/>
                  <a:pt x="2189123" y="104139"/>
                </a:cubicBezTo>
                <a:lnTo>
                  <a:pt x="2197412" y="110639"/>
                </a:lnTo>
                <a:cubicBezTo>
                  <a:pt x="2192861" y="116374"/>
                  <a:pt x="2187850" y="120479"/>
                  <a:pt x="2182377" y="122956"/>
                </a:cubicBezTo>
                <a:cubicBezTo>
                  <a:pt x="2176905" y="125431"/>
                  <a:pt x="2171027" y="126669"/>
                  <a:pt x="2164742" y="126669"/>
                </a:cubicBezTo>
                <a:cubicBezTo>
                  <a:pt x="2159107" y="126669"/>
                  <a:pt x="2153878" y="125666"/>
                  <a:pt x="2149055" y="123660"/>
                </a:cubicBezTo>
                <a:cubicBezTo>
                  <a:pt x="2144234" y="121655"/>
                  <a:pt x="2140089" y="118864"/>
                  <a:pt x="2136622" y="115287"/>
                </a:cubicBezTo>
                <a:cubicBezTo>
                  <a:pt x="2133155" y="111709"/>
                  <a:pt x="2130418" y="107481"/>
                  <a:pt x="2128412" y="102603"/>
                </a:cubicBezTo>
                <a:cubicBezTo>
                  <a:pt x="2126408" y="97726"/>
                  <a:pt x="2125406" y="92414"/>
                  <a:pt x="2125406" y="86668"/>
                </a:cubicBezTo>
                <a:cubicBezTo>
                  <a:pt x="2125406" y="80922"/>
                  <a:pt x="2126381" y="75611"/>
                  <a:pt x="2128331" y="70733"/>
                </a:cubicBezTo>
                <a:cubicBezTo>
                  <a:pt x="2130282" y="65855"/>
                  <a:pt x="2132991" y="61628"/>
                  <a:pt x="2136458" y="58052"/>
                </a:cubicBezTo>
                <a:cubicBezTo>
                  <a:pt x="2139927" y="54473"/>
                  <a:pt x="2143991" y="51682"/>
                  <a:pt x="2148651" y="49676"/>
                </a:cubicBezTo>
                <a:cubicBezTo>
                  <a:pt x="2153310" y="47670"/>
                  <a:pt x="2158349" y="46667"/>
                  <a:pt x="2163768" y="46667"/>
                </a:cubicBezTo>
                <a:cubicBezTo>
                  <a:pt x="2169727" y="46667"/>
                  <a:pt x="2174982" y="47673"/>
                  <a:pt x="2179532" y="49683"/>
                </a:cubicBezTo>
                <a:cubicBezTo>
                  <a:pt x="2184084" y="51692"/>
                  <a:pt x="2187877" y="54408"/>
                  <a:pt x="2190911" y="57831"/>
                </a:cubicBezTo>
                <a:cubicBezTo>
                  <a:pt x="2193945" y="61252"/>
                  <a:pt x="2196248" y="65243"/>
                  <a:pt x="2197818" y="69805"/>
                </a:cubicBezTo>
                <a:cubicBezTo>
                  <a:pt x="2199391" y="74367"/>
                  <a:pt x="2200177" y="79256"/>
                  <a:pt x="2200177" y="84471"/>
                </a:cubicBezTo>
                <a:close/>
                <a:moveTo>
                  <a:pt x="2264380" y="66603"/>
                </a:moveTo>
                <a:cubicBezTo>
                  <a:pt x="2262755" y="63460"/>
                  <a:pt x="2260289" y="60886"/>
                  <a:pt x="2256984" y="58882"/>
                </a:cubicBezTo>
                <a:cubicBezTo>
                  <a:pt x="2253679" y="56877"/>
                  <a:pt x="2249913" y="55874"/>
                  <a:pt x="2245687" y="55874"/>
                </a:cubicBezTo>
                <a:cubicBezTo>
                  <a:pt x="2243737" y="55874"/>
                  <a:pt x="2241787" y="56091"/>
                  <a:pt x="2239836" y="56526"/>
                </a:cubicBezTo>
                <a:cubicBezTo>
                  <a:pt x="2237885" y="56959"/>
                  <a:pt x="2236150" y="57665"/>
                  <a:pt x="2234633" y="58642"/>
                </a:cubicBezTo>
                <a:cubicBezTo>
                  <a:pt x="2233116" y="59617"/>
                  <a:pt x="2231898" y="60865"/>
                  <a:pt x="2230977" y="62385"/>
                </a:cubicBezTo>
                <a:cubicBezTo>
                  <a:pt x="2230056" y="63902"/>
                  <a:pt x="2229595" y="65692"/>
                  <a:pt x="2229595" y="67754"/>
                </a:cubicBezTo>
                <a:cubicBezTo>
                  <a:pt x="2229595" y="71336"/>
                  <a:pt x="2231058" y="74075"/>
                  <a:pt x="2233983" y="75974"/>
                </a:cubicBezTo>
                <a:cubicBezTo>
                  <a:pt x="2236909" y="77872"/>
                  <a:pt x="2241515" y="79472"/>
                  <a:pt x="2247800" y="80775"/>
                </a:cubicBezTo>
                <a:cubicBezTo>
                  <a:pt x="2256795" y="82619"/>
                  <a:pt x="2263432" y="85304"/>
                  <a:pt x="2267711" y="88831"/>
                </a:cubicBezTo>
                <a:cubicBezTo>
                  <a:pt x="2271992" y="92356"/>
                  <a:pt x="2274132" y="97102"/>
                  <a:pt x="2274132" y="103070"/>
                </a:cubicBezTo>
                <a:cubicBezTo>
                  <a:pt x="2274132" y="107410"/>
                  <a:pt x="2273292" y="111073"/>
                  <a:pt x="2271612" y="114057"/>
                </a:cubicBezTo>
                <a:cubicBezTo>
                  <a:pt x="2269932" y="117040"/>
                  <a:pt x="2267737" y="119481"/>
                  <a:pt x="2265027" y="121381"/>
                </a:cubicBezTo>
                <a:cubicBezTo>
                  <a:pt x="2262319" y="123279"/>
                  <a:pt x="2259258" y="124635"/>
                  <a:pt x="2255846" y="125449"/>
                </a:cubicBezTo>
                <a:cubicBezTo>
                  <a:pt x="2252433" y="126262"/>
                  <a:pt x="2248993" y="126669"/>
                  <a:pt x="2245526" y="126669"/>
                </a:cubicBezTo>
                <a:cubicBezTo>
                  <a:pt x="2239781" y="126669"/>
                  <a:pt x="2234200" y="125485"/>
                  <a:pt x="2228782" y="123117"/>
                </a:cubicBezTo>
                <a:cubicBezTo>
                  <a:pt x="2223365" y="120748"/>
                  <a:pt x="2218922" y="117023"/>
                  <a:pt x="2215453" y="111941"/>
                </a:cubicBezTo>
                <a:lnTo>
                  <a:pt x="2224231" y="105438"/>
                </a:lnTo>
                <a:cubicBezTo>
                  <a:pt x="2226182" y="108798"/>
                  <a:pt x="2229053" y="111616"/>
                  <a:pt x="2232844" y="113891"/>
                </a:cubicBezTo>
                <a:cubicBezTo>
                  <a:pt x="2236637" y="116166"/>
                  <a:pt x="2240810" y="117304"/>
                  <a:pt x="2245362" y="117304"/>
                </a:cubicBezTo>
                <a:cubicBezTo>
                  <a:pt x="2247746" y="117304"/>
                  <a:pt x="2250021" y="117087"/>
                  <a:pt x="2252187" y="116654"/>
                </a:cubicBezTo>
                <a:cubicBezTo>
                  <a:pt x="2254355" y="116219"/>
                  <a:pt x="2256252" y="115459"/>
                  <a:pt x="2257877" y="114374"/>
                </a:cubicBezTo>
                <a:cubicBezTo>
                  <a:pt x="2259502" y="113290"/>
                  <a:pt x="2260803" y="111907"/>
                  <a:pt x="2261778" y="110225"/>
                </a:cubicBezTo>
                <a:cubicBezTo>
                  <a:pt x="2262754" y="108542"/>
                  <a:pt x="2263242" y="106453"/>
                  <a:pt x="2263242" y="103958"/>
                </a:cubicBezTo>
                <a:cubicBezTo>
                  <a:pt x="2263242" y="99943"/>
                  <a:pt x="2261318" y="96932"/>
                  <a:pt x="2257470" y="94925"/>
                </a:cubicBezTo>
                <a:cubicBezTo>
                  <a:pt x="2253624" y="92917"/>
                  <a:pt x="2248071" y="91046"/>
                  <a:pt x="2240811" y="89310"/>
                </a:cubicBezTo>
                <a:cubicBezTo>
                  <a:pt x="2238536" y="88767"/>
                  <a:pt x="2236124" y="88089"/>
                  <a:pt x="2233576" y="87276"/>
                </a:cubicBezTo>
                <a:cubicBezTo>
                  <a:pt x="2231030" y="86462"/>
                  <a:pt x="2228673" y="85269"/>
                  <a:pt x="2226505" y="83697"/>
                </a:cubicBezTo>
                <a:cubicBezTo>
                  <a:pt x="2224339" y="82123"/>
                  <a:pt x="2222551" y="80142"/>
                  <a:pt x="2221143" y="77754"/>
                </a:cubicBezTo>
                <a:cubicBezTo>
                  <a:pt x="2219734" y="75367"/>
                  <a:pt x="2219030" y="72383"/>
                  <a:pt x="2219030" y="68803"/>
                </a:cubicBezTo>
                <a:cubicBezTo>
                  <a:pt x="2219030" y="64896"/>
                  <a:pt x="2219788" y="61559"/>
                  <a:pt x="2221304" y="58793"/>
                </a:cubicBezTo>
                <a:cubicBezTo>
                  <a:pt x="2222822" y="56025"/>
                  <a:pt x="2224854" y="53747"/>
                  <a:pt x="2227400" y="51958"/>
                </a:cubicBezTo>
                <a:cubicBezTo>
                  <a:pt x="2229947" y="50167"/>
                  <a:pt x="2232845" y="48838"/>
                  <a:pt x="2236096" y="47970"/>
                </a:cubicBezTo>
                <a:cubicBezTo>
                  <a:pt x="2239348" y="47102"/>
                  <a:pt x="2242708" y="46667"/>
                  <a:pt x="2246175" y="46667"/>
                </a:cubicBezTo>
                <a:cubicBezTo>
                  <a:pt x="2251485" y="46667"/>
                  <a:pt x="2256631" y="47852"/>
                  <a:pt x="2261615" y="50222"/>
                </a:cubicBezTo>
                <a:cubicBezTo>
                  <a:pt x="2266600" y="52589"/>
                  <a:pt x="2270339" y="55937"/>
                  <a:pt x="2272833" y="60264"/>
                </a:cubicBezTo>
                <a:lnTo>
                  <a:pt x="2264380" y="66603"/>
                </a:lnTo>
                <a:close/>
                <a:moveTo>
                  <a:pt x="2336549" y="66603"/>
                </a:moveTo>
                <a:cubicBezTo>
                  <a:pt x="2334924" y="63460"/>
                  <a:pt x="2332459" y="60886"/>
                  <a:pt x="2329153" y="58882"/>
                </a:cubicBezTo>
                <a:cubicBezTo>
                  <a:pt x="2325848" y="56877"/>
                  <a:pt x="2322082" y="55874"/>
                  <a:pt x="2317856" y="55874"/>
                </a:cubicBezTo>
                <a:cubicBezTo>
                  <a:pt x="2315907" y="55874"/>
                  <a:pt x="2313956" y="56091"/>
                  <a:pt x="2312005" y="56526"/>
                </a:cubicBezTo>
                <a:cubicBezTo>
                  <a:pt x="2310054" y="56959"/>
                  <a:pt x="2308320" y="57665"/>
                  <a:pt x="2306802" y="58642"/>
                </a:cubicBezTo>
                <a:cubicBezTo>
                  <a:pt x="2305286" y="59617"/>
                  <a:pt x="2304067" y="60865"/>
                  <a:pt x="2303146" y="62385"/>
                </a:cubicBezTo>
                <a:cubicBezTo>
                  <a:pt x="2302225" y="63902"/>
                  <a:pt x="2301765" y="65692"/>
                  <a:pt x="2301765" y="67754"/>
                </a:cubicBezTo>
                <a:cubicBezTo>
                  <a:pt x="2301765" y="71336"/>
                  <a:pt x="2303227" y="74075"/>
                  <a:pt x="2306152" y="75974"/>
                </a:cubicBezTo>
                <a:cubicBezTo>
                  <a:pt x="2309079" y="77872"/>
                  <a:pt x="2313684" y="79472"/>
                  <a:pt x="2319969" y="80775"/>
                </a:cubicBezTo>
                <a:cubicBezTo>
                  <a:pt x="2328964" y="82619"/>
                  <a:pt x="2335601" y="85304"/>
                  <a:pt x="2339880" y="88831"/>
                </a:cubicBezTo>
                <a:cubicBezTo>
                  <a:pt x="2344161" y="92356"/>
                  <a:pt x="2346302" y="97102"/>
                  <a:pt x="2346302" y="103070"/>
                </a:cubicBezTo>
                <a:cubicBezTo>
                  <a:pt x="2346302" y="107410"/>
                  <a:pt x="2345462" y="111073"/>
                  <a:pt x="2343782" y="114057"/>
                </a:cubicBezTo>
                <a:cubicBezTo>
                  <a:pt x="2342102" y="117040"/>
                  <a:pt x="2339907" y="119481"/>
                  <a:pt x="2337197" y="121381"/>
                </a:cubicBezTo>
                <a:cubicBezTo>
                  <a:pt x="2334488" y="123279"/>
                  <a:pt x="2331428" y="124635"/>
                  <a:pt x="2328015" y="125449"/>
                </a:cubicBezTo>
                <a:cubicBezTo>
                  <a:pt x="2324602" y="126262"/>
                  <a:pt x="2321162" y="126669"/>
                  <a:pt x="2317695" y="126669"/>
                </a:cubicBezTo>
                <a:cubicBezTo>
                  <a:pt x="2311951" y="126669"/>
                  <a:pt x="2306369" y="125485"/>
                  <a:pt x="2300951" y="123117"/>
                </a:cubicBezTo>
                <a:cubicBezTo>
                  <a:pt x="2295534" y="120748"/>
                  <a:pt x="2291091" y="117023"/>
                  <a:pt x="2287622" y="111941"/>
                </a:cubicBezTo>
                <a:lnTo>
                  <a:pt x="2296400" y="105438"/>
                </a:lnTo>
                <a:cubicBezTo>
                  <a:pt x="2298351" y="108798"/>
                  <a:pt x="2301222" y="111616"/>
                  <a:pt x="2305014" y="113891"/>
                </a:cubicBezTo>
                <a:cubicBezTo>
                  <a:pt x="2308807" y="116166"/>
                  <a:pt x="2312979" y="117304"/>
                  <a:pt x="2317531" y="117304"/>
                </a:cubicBezTo>
                <a:cubicBezTo>
                  <a:pt x="2319916" y="117304"/>
                  <a:pt x="2322191" y="117087"/>
                  <a:pt x="2324357" y="116654"/>
                </a:cubicBezTo>
                <a:cubicBezTo>
                  <a:pt x="2326524" y="116219"/>
                  <a:pt x="2328421" y="115459"/>
                  <a:pt x="2330046" y="114374"/>
                </a:cubicBezTo>
                <a:cubicBezTo>
                  <a:pt x="2331672" y="113290"/>
                  <a:pt x="2332972" y="111907"/>
                  <a:pt x="2333948" y="110225"/>
                </a:cubicBezTo>
                <a:cubicBezTo>
                  <a:pt x="2334923" y="108542"/>
                  <a:pt x="2335411" y="106453"/>
                  <a:pt x="2335411" y="103958"/>
                </a:cubicBezTo>
                <a:cubicBezTo>
                  <a:pt x="2335411" y="99943"/>
                  <a:pt x="2333487" y="96932"/>
                  <a:pt x="2329640" y="94925"/>
                </a:cubicBezTo>
                <a:cubicBezTo>
                  <a:pt x="2325794" y="92917"/>
                  <a:pt x="2320240" y="91046"/>
                  <a:pt x="2312980" y="89310"/>
                </a:cubicBezTo>
                <a:cubicBezTo>
                  <a:pt x="2310705" y="88767"/>
                  <a:pt x="2308293" y="88089"/>
                  <a:pt x="2305745" y="87276"/>
                </a:cubicBezTo>
                <a:cubicBezTo>
                  <a:pt x="2303199" y="86462"/>
                  <a:pt x="2300842" y="85269"/>
                  <a:pt x="2298674" y="83697"/>
                </a:cubicBezTo>
                <a:cubicBezTo>
                  <a:pt x="2296508" y="82123"/>
                  <a:pt x="2294721" y="80142"/>
                  <a:pt x="2293312" y="77754"/>
                </a:cubicBezTo>
                <a:cubicBezTo>
                  <a:pt x="2291903" y="75367"/>
                  <a:pt x="2291199" y="72383"/>
                  <a:pt x="2291199" y="68803"/>
                </a:cubicBezTo>
                <a:cubicBezTo>
                  <a:pt x="2291199" y="64896"/>
                  <a:pt x="2291957" y="61559"/>
                  <a:pt x="2293473" y="58793"/>
                </a:cubicBezTo>
                <a:cubicBezTo>
                  <a:pt x="2294991" y="56025"/>
                  <a:pt x="2297023" y="53747"/>
                  <a:pt x="2299570" y="51958"/>
                </a:cubicBezTo>
                <a:cubicBezTo>
                  <a:pt x="2302116" y="50167"/>
                  <a:pt x="2305014" y="48838"/>
                  <a:pt x="2308265" y="47970"/>
                </a:cubicBezTo>
                <a:cubicBezTo>
                  <a:pt x="2311518" y="47102"/>
                  <a:pt x="2314877" y="46667"/>
                  <a:pt x="2318345" y="46667"/>
                </a:cubicBezTo>
                <a:cubicBezTo>
                  <a:pt x="2323654" y="46667"/>
                  <a:pt x="2328800" y="47852"/>
                  <a:pt x="2333784" y="50222"/>
                </a:cubicBezTo>
                <a:cubicBezTo>
                  <a:pt x="2338769" y="52589"/>
                  <a:pt x="2342508" y="55937"/>
                  <a:pt x="2345002" y="60264"/>
                </a:cubicBezTo>
                <a:lnTo>
                  <a:pt x="2336549" y="66603"/>
                </a:lnTo>
                <a:close/>
                <a:moveTo>
                  <a:pt x="2370196" y="147622"/>
                </a:moveTo>
                <a:lnTo>
                  <a:pt x="2360930" y="147622"/>
                </a:lnTo>
                <a:lnTo>
                  <a:pt x="2371820" y="109367"/>
                </a:lnTo>
                <a:lnTo>
                  <a:pt x="2383361" y="109367"/>
                </a:lnTo>
                <a:lnTo>
                  <a:pt x="2370196" y="1476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2" name="Text wealth,andself-help.(sim=1.0)">
            <a:extLst xmlns:a="http://schemas.openxmlformats.org/drawingml/2006/main">
              <a:ext uri="{FF2B5EF4-FFF2-40B4-BE49-F238E27FC236}">
                <a16:creationId xmlns:a16="http://schemas.microsoft.com/office/drawing/2014/main" id="{CB6F272B-CE28-495C-81C4-195F982C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8324" y="5209297"/>
            <a:ext cx="2369543" cy="163723"/>
          </a:xfrm>
          <a:custGeom xmlns:a="http://schemas.openxmlformats.org/drawingml/2006/main">
            <a:pathLst>
              <a:path w="2369543" h="163723">
                <a:moveTo>
                  <a:pt x="11865" y="48731"/>
                </a:moveTo>
                <a:lnTo>
                  <a:pt x="30234" y="110468"/>
                </a:lnTo>
                <a:lnTo>
                  <a:pt x="30559" y="110468"/>
                </a:lnTo>
                <a:lnTo>
                  <a:pt x="51038" y="48731"/>
                </a:lnTo>
                <a:lnTo>
                  <a:pt x="61767" y="48731"/>
                </a:lnTo>
                <a:lnTo>
                  <a:pt x="82571" y="110468"/>
                </a:lnTo>
                <a:lnTo>
                  <a:pt x="82896" y="110468"/>
                </a:lnTo>
                <a:lnTo>
                  <a:pt x="101100" y="48731"/>
                </a:lnTo>
                <a:lnTo>
                  <a:pt x="112805" y="48731"/>
                </a:lnTo>
                <a:lnTo>
                  <a:pt x="88749" y="124764"/>
                </a:lnTo>
                <a:lnTo>
                  <a:pt x="76720" y="124764"/>
                </a:lnTo>
                <a:lnTo>
                  <a:pt x="56402" y="63191"/>
                </a:lnTo>
                <a:lnTo>
                  <a:pt x="56077" y="63191"/>
                </a:lnTo>
                <a:lnTo>
                  <a:pt x="36084" y="124764"/>
                </a:lnTo>
                <a:lnTo>
                  <a:pt x="24055" y="124764"/>
                </a:lnTo>
                <a:lnTo>
                  <a:pt x="0" y="48731"/>
                </a:lnTo>
                <a:lnTo>
                  <a:pt x="11865" y="48731"/>
                </a:lnTo>
                <a:close/>
                <a:moveTo>
                  <a:pt x="189688" y="80954"/>
                </a:moveTo>
                <a:cubicBezTo>
                  <a:pt x="189362" y="73741"/>
                  <a:pt x="187059" y="67758"/>
                  <a:pt x="182778" y="63005"/>
                </a:cubicBezTo>
                <a:cubicBezTo>
                  <a:pt x="178499" y="58251"/>
                  <a:pt x="172404" y="55874"/>
                  <a:pt x="164494" y="55874"/>
                </a:cubicBezTo>
                <a:cubicBezTo>
                  <a:pt x="160810" y="55874"/>
                  <a:pt x="157396" y="56557"/>
                  <a:pt x="154253" y="57923"/>
                </a:cubicBezTo>
                <a:cubicBezTo>
                  <a:pt x="151111" y="59288"/>
                  <a:pt x="148348" y="61146"/>
                  <a:pt x="145964" y="63496"/>
                </a:cubicBezTo>
                <a:cubicBezTo>
                  <a:pt x="143580" y="65845"/>
                  <a:pt x="141683" y="68523"/>
                  <a:pt x="140274" y="71529"/>
                </a:cubicBezTo>
                <a:cubicBezTo>
                  <a:pt x="138866" y="74533"/>
                  <a:pt x="138053" y="77675"/>
                  <a:pt x="137836" y="80954"/>
                </a:cubicBezTo>
                <a:lnTo>
                  <a:pt x="189688" y="80954"/>
                </a:lnTo>
                <a:moveTo>
                  <a:pt x="200903" y="84471"/>
                </a:moveTo>
                <a:cubicBezTo>
                  <a:pt x="200903" y="85231"/>
                  <a:pt x="200903" y="86046"/>
                  <a:pt x="200903" y="86916"/>
                </a:cubicBezTo>
                <a:cubicBezTo>
                  <a:pt x="200903" y="87784"/>
                  <a:pt x="200848" y="88707"/>
                  <a:pt x="200739" y="89684"/>
                </a:cubicBezTo>
                <a:lnTo>
                  <a:pt x="137673" y="89684"/>
                </a:lnTo>
                <a:cubicBezTo>
                  <a:pt x="137782" y="93475"/>
                  <a:pt x="138540" y="97050"/>
                  <a:pt x="139947" y="100408"/>
                </a:cubicBezTo>
                <a:cubicBezTo>
                  <a:pt x="141356" y="103765"/>
                  <a:pt x="143306" y="106689"/>
                  <a:pt x="145798" y="109181"/>
                </a:cubicBezTo>
                <a:cubicBezTo>
                  <a:pt x="148291" y="111671"/>
                  <a:pt x="151217" y="113648"/>
                  <a:pt x="154575" y="115111"/>
                </a:cubicBezTo>
                <a:cubicBezTo>
                  <a:pt x="157935" y="116573"/>
                  <a:pt x="161566" y="117304"/>
                  <a:pt x="165468" y="117304"/>
                </a:cubicBezTo>
                <a:cubicBezTo>
                  <a:pt x="171211" y="117304"/>
                  <a:pt x="176168" y="115977"/>
                  <a:pt x="180340" y="113323"/>
                </a:cubicBezTo>
                <a:cubicBezTo>
                  <a:pt x="184511" y="110667"/>
                  <a:pt x="187681" y="107606"/>
                  <a:pt x="189849" y="104139"/>
                </a:cubicBezTo>
                <a:lnTo>
                  <a:pt x="198138" y="110639"/>
                </a:lnTo>
                <a:cubicBezTo>
                  <a:pt x="193587" y="116374"/>
                  <a:pt x="188576" y="120479"/>
                  <a:pt x="183103" y="122956"/>
                </a:cubicBezTo>
                <a:cubicBezTo>
                  <a:pt x="177631" y="125431"/>
                  <a:pt x="171753" y="126669"/>
                  <a:pt x="165468" y="126669"/>
                </a:cubicBezTo>
                <a:cubicBezTo>
                  <a:pt x="159833" y="126669"/>
                  <a:pt x="154604" y="125666"/>
                  <a:pt x="149781" y="123660"/>
                </a:cubicBezTo>
                <a:cubicBezTo>
                  <a:pt x="144960" y="121655"/>
                  <a:pt x="140815" y="118864"/>
                  <a:pt x="137348" y="115287"/>
                </a:cubicBezTo>
                <a:cubicBezTo>
                  <a:pt x="133881" y="111709"/>
                  <a:pt x="131144" y="107481"/>
                  <a:pt x="129138" y="102603"/>
                </a:cubicBezTo>
                <a:cubicBezTo>
                  <a:pt x="127134" y="97726"/>
                  <a:pt x="126132" y="92414"/>
                  <a:pt x="126132" y="86668"/>
                </a:cubicBezTo>
                <a:cubicBezTo>
                  <a:pt x="126132" y="80922"/>
                  <a:pt x="127107" y="75611"/>
                  <a:pt x="129057" y="70733"/>
                </a:cubicBezTo>
                <a:cubicBezTo>
                  <a:pt x="131008" y="65855"/>
                  <a:pt x="133717" y="61628"/>
                  <a:pt x="137184" y="58052"/>
                </a:cubicBezTo>
                <a:cubicBezTo>
                  <a:pt x="140653" y="54473"/>
                  <a:pt x="144717" y="51682"/>
                  <a:pt x="149377" y="49676"/>
                </a:cubicBezTo>
                <a:cubicBezTo>
                  <a:pt x="154036" y="47670"/>
                  <a:pt x="159075" y="46667"/>
                  <a:pt x="164494" y="46667"/>
                </a:cubicBezTo>
                <a:cubicBezTo>
                  <a:pt x="170453" y="46667"/>
                  <a:pt x="175707" y="47673"/>
                  <a:pt x="180258" y="49683"/>
                </a:cubicBezTo>
                <a:cubicBezTo>
                  <a:pt x="184810" y="51692"/>
                  <a:pt x="188603" y="54408"/>
                  <a:pt x="191637" y="57831"/>
                </a:cubicBezTo>
                <a:cubicBezTo>
                  <a:pt x="194671" y="61252"/>
                  <a:pt x="196974" y="65243"/>
                  <a:pt x="198544" y="69805"/>
                </a:cubicBezTo>
                <a:cubicBezTo>
                  <a:pt x="200117" y="74367"/>
                  <a:pt x="200903" y="79256"/>
                  <a:pt x="200903" y="84471"/>
                </a:cubicBezTo>
                <a:close/>
                <a:moveTo>
                  <a:pt x="271607" y="75646"/>
                </a:moveTo>
                <a:cubicBezTo>
                  <a:pt x="271607" y="69001"/>
                  <a:pt x="269873" y="64045"/>
                  <a:pt x="266406" y="60777"/>
                </a:cubicBezTo>
                <a:cubicBezTo>
                  <a:pt x="262939" y="57508"/>
                  <a:pt x="257900" y="55874"/>
                  <a:pt x="251289" y="55874"/>
                </a:cubicBezTo>
                <a:cubicBezTo>
                  <a:pt x="246739" y="55874"/>
                  <a:pt x="242513" y="56687"/>
                  <a:pt x="238610" y="58312"/>
                </a:cubicBezTo>
                <a:cubicBezTo>
                  <a:pt x="234710" y="59937"/>
                  <a:pt x="231405" y="62105"/>
                  <a:pt x="228697" y="64815"/>
                </a:cubicBezTo>
                <a:lnTo>
                  <a:pt x="222519" y="57501"/>
                </a:lnTo>
                <a:cubicBezTo>
                  <a:pt x="225662" y="54371"/>
                  <a:pt x="229807" y="51783"/>
                  <a:pt x="234955" y="49738"/>
                </a:cubicBezTo>
                <a:cubicBezTo>
                  <a:pt x="240102" y="47691"/>
                  <a:pt x="245926" y="46667"/>
                  <a:pt x="252428" y="46667"/>
                </a:cubicBezTo>
                <a:cubicBezTo>
                  <a:pt x="256546" y="46667"/>
                  <a:pt x="260393" y="47237"/>
                  <a:pt x="263968" y="48376"/>
                </a:cubicBezTo>
                <a:cubicBezTo>
                  <a:pt x="267544" y="49516"/>
                  <a:pt x="270687" y="51224"/>
                  <a:pt x="273395" y="53503"/>
                </a:cubicBezTo>
                <a:cubicBezTo>
                  <a:pt x="276105" y="55780"/>
                  <a:pt x="278218" y="58653"/>
                  <a:pt x="279735" y="62124"/>
                </a:cubicBezTo>
                <a:cubicBezTo>
                  <a:pt x="281252" y="65595"/>
                  <a:pt x="282011" y="69662"/>
                  <a:pt x="282011" y="74327"/>
                </a:cubicBezTo>
                <a:lnTo>
                  <a:pt x="282011" y="107680"/>
                </a:lnTo>
                <a:cubicBezTo>
                  <a:pt x="282011" y="110609"/>
                  <a:pt x="282120" y="113646"/>
                  <a:pt x="282336" y="116793"/>
                </a:cubicBezTo>
                <a:cubicBezTo>
                  <a:pt x="282553" y="119938"/>
                  <a:pt x="282878" y="122595"/>
                  <a:pt x="283311" y="124764"/>
                </a:cubicBezTo>
                <a:lnTo>
                  <a:pt x="273398" y="124764"/>
                </a:lnTo>
                <a:cubicBezTo>
                  <a:pt x="273072" y="122914"/>
                  <a:pt x="272801" y="120901"/>
                  <a:pt x="272584" y="118725"/>
                </a:cubicBezTo>
                <a:cubicBezTo>
                  <a:pt x="272368" y="116549"/>
                  <a:pt x="272259" y="114427"/>
                  <a:pt x="272259" y="112361"/>
                </a:cubicBezTo>
                <a:lnTo>
                  <a:pt x="271932" y="112361"/>
                </a:lnTo>
                <a:cubicBezTo>
                  <a:pt x="268465" y="117455"/>
                  <a:pt x="264536" y="121113"/>
                  <a:pt x="260146" y="123335"/>
                </a:cubicBezTo>
                <a:cubicBezTo>
                  <a:pt x="255758" y="125558"/>
                  <a:pt x="250476" y="126669"/>
                  <a:pt x="244300" y="126669"/>
                </a:cubicBezTo>
                <a:cubicBezTo>
                  <a:pt x="241373" y="126669"/>
                  <a:pt x="238366" y="126263"/>
                  <a:pt x="235277" y="125451"/>
                </a:cubicBezTo>
                <a:cubicBezTo>
                  <a:pt x="232190" y="124639"/>
                  <a:pt x="229373" y="123313"/>
                  <a:pt x="226827" y="121473"/>
                </a:cubicBezTo>
                <a:cubicBezTo>
                  <a:pt x="224281" y="119631"/>
                  <a:pt x="222167" y="117248"/>
                  <a:pt x="220487" y="114325"/>
                </a:cubicBezTo>
                <a:cubicBezTo>
                  <a:pt x="218808" y="111400"/>
                  <a:pt x="217968" y="107825"/>
                  <a:pt x="217968" y="103600"/>
                </a:cubicBezTo>
                <a:cubicBezTo>
                  <a:pt x="217968" y="97752"/>
                  <a:pt x="219457" y="93122"/>
                  <a:pt x="222437" y="89711"/>
                </a:cubicBezTo>
                <a:cubicBezTo>
                  <a:pt x="225416" y="86300"/>
                  <a:pt x="229399" y="83756"/>
                  <a:pt x="234384" y="82077"/>
                </a:cubicBezTo>
                <a:cubicBezTo>
                  <a:pt x="239369" y="80397"/>
                  <a:pt x="245085" y="79314"/>
                  <a:pt x="251532" y="78828"/>
                </a:cubicBezTo>
                <a:cubicBezTo>
                  <a:pt x="257981" y="78340"/>
                  <a:pt x="264672" y="78097"/>
                  <a:pt x="271607" y="78097"/>
                </a:cubicBezTo>
                <a:lnTo>
                  <a:pt x="271607" y="75646"/>
                </a:lnTo>
                <a:moveTo>
                  <a:pt x="268355" y="86827"/>
                </a:moveTo>
                <a:cubicBezTo>
                  <a:pt x="263805" y="86827"/>
                  <a:pt x="259227" y="87016"/>
                  <a:pt x="254620" y="87395"/>
                </a:cubicBezTo>
                <a:cubicBezTo>
                  <a:pt x="250015" y="87772"/>
                  <a:pt x="245843" y="88528"/>
                  <a:pt x="242105" y="89664"/>
                </a:cubicBezTo>
                <a:cubicBezTo>
                  <a:pt x="238368" y="90799"/>
                  <a:pt x="235308" y="92446"/>
                  <a:pt x="232923" y="94607"/>
                </a:cubicBezTo>
                <a:cubicBezTo>
                  <a:pt x="230539" y="96768"/>
                  <a:pt x="229347" y="99631"/>
                  <a:pt x="229347" y="103196"/>
                </a:cubicBezTo>
                <a:cubicBezTo>
                  <a:pt x="229347" y="105898"/>
                  <a:pt x="229861" y="108167"/>
                  <a:pt x="230889" y="110004"/>
                </a:cubicBezTo>
                <a:cubicBezTo>
                  <a:pt x="231920" y="111841"/>
                  <a:pt x="233301" y="113327"/>
                  <a:pt x="235034" y="114461"/>
                </a:cubicBezTo>
                <a:cubicBezTo>
                  <a:pt x="236768" y="115596"/>
                  <a:pt x="238692" y="116406"/>
                  <a:pt x="240805" y="116892"/>
                </a:cubicBezTo>
                <a:cubicBezTo>
                  <a:pt x="242918" y="117378"/>
                  <a:pt x="245059" y="117621"/>
                  <a:pt x="247227" y="117621"/>
                </a:cubicBezTo>
                <a:cubicBezTo>
                  <a:pt x="251127" y="117621"/>
                  <a:pt x="254594" y="116946"/>
                  <a:pt x="257629" y="115595"/>
                </a:cubicBezTo>
                <a:cubicBezTo>
                  <a:pt x="260663" y="114244"/>
                  <a:pt x="263209" y="112407"/>
                  <a:pt x="265268" y="110084"/>
                </a:cubicBezTo>
                <a:cubicBezTo>
                  <a:pt x="267326" y="107761"/>
                  <a:pt x="268897" y="105087"/>
                  <a:pt x="269980" y="102063"/>
                </a:cubicBezTo>
                <a:cubicBezTo>
                  <a:pt x="271065" y="99037"/>
                  <a:pt x="271607" y="95849"/>
                  <a:pt x="271607" y="92499"/>
                </a:cubicBezTo>
                <a:lnTo>
                  <a:pt x="271607" y="86827"/>
                </a:lnTo>
                <a:lnTo>
                  <a:pt x="268355" y="86827"/>
                </a:lnTo>
                <a:close/>
                <a:moveTo>
                  <a:pt x="321834" y="124764"/>
                </a:moveTo>
                <a:lnTo>
                  <a:pt x="310780" y="124764"/>
                </a:lnTo>
                <a:lnTo>
                  <a:pt x="310780" y="1882"/>
                </a:lnTo>
                <a:lnTo>
                  <a:pt x="321834" y="1882"/>
                </a:lnTo>
                <a:lnTo>
                  <a:pt x="321834" y="124764"/>
                </a:lnTo>
                <a:close/>
                <a:moveTo>
                  <a:pt x="385712" y="57938"/>
                </a:moveTo>
                <a:lnTo>
                  <a:pt x="364258" y="57938"/>
                </a:lnTo>
                <a:lnTo>
                  <a:pt x="364258" y="102358"/>
                </a:lnTo>
                <a:cubicBezTo>
                  <a:pt x="364258" y="105179"/>
                  <a:pt x="364529" y="107511"/>
                  <a:pt x="365069" y="109355"/>
                </a:cubicBezTo>
                <a:cubicBezTo>
                  <a:pt x="365612" y="111198"/>
                  <a:pt x="366397" y="112636"/>
                  <a:pt x="367425" y="113668"/>
                </a:cubicBezTo>
                <a:cubicBezTo>
                  <a:pt x="368456" y="114698"/>
                  <a:pt x="369675" y="115403"/>
                  <a:pt x="371084" y="115783"/>
                </a:cubicBezTo>
                <a:cubicBezTo>
                  <a:pt x="372492" y="116162"/>
                  <a:pt x="374010" y="116351"/>
                  <a:pt x="375635" y="116351"/>
                </a:cubicBezTo>
                <a:cubicBezTo>
                  <a:pt x="377153" y="116351"/>
                  <a:pt x="378751" y="116130"/>
                  <a:pt x="380429" y="115689"/>
                </a:cubicBezTo>
                <a:cubicBezTo>
                  <a:pt x="382109" y="115246"/>
                  <a:pt x="383708" y="114637"/>
                  <a:pt x="385226" y="113861"/>
                </a:cubicBezTo>
                <a:lnTo>
                  <a:pt x="385712" y="123442"/>
                </a:lnTo>
                <a:cubicBezTo>
                  <a:pt x="383763" y="124201"/>
                  <a:pt x="381731" y="124770"/>
                  <a:pt x="379618" y="125148"/>
                </a:cubicBezTo>
                <a:cubicBezTo>
                  <a:pt x="377505" y="125527"/>
                  <a:pt x="375202" y="125716"/>
                  <a:pt x="372708" y="125716"/>
                </a:cubicBezTo>
                <a:cubicBezTo>
                  <a:pt x="370650" y="125716"/>
                  <a:pt x="368483" y="125445"/>
                  <a:pt x="366208" y="124903"/>
                </a:cubicBezTo>
                <a:cubicBezTo>
                  <a:pt x="363932" y="124362"/>
                  <a:pt x="361819" y="123334"/>
                  <a:pt x="359868" y="121818"/>
                </a:cubicBezTo>
                <a:cubicBezTo>
                  <a:pt x="357919" y="120300"/>
                  <a:pt x="356321" y="118240"/>
                  <a:pt x="355074" y="115639"/>
                </a:cubicBezTo>
                <a:cubicBezTo>
                  <a:pt x="353827" y="113038"/>
                  <a:pt x="353204" y="109625"/>
                  <a:pt x="353204" y="105399"/>
                </a:cubicBezTo>
                <a:lnTo>
                  <a:pt x="353204" y="57938"/>
                </a:lnTo>
                <a:lnTo>
                  <a:pt x="337437" y="57938"/>
                </a:lnTo>
                <a:lnTo>
                  <a:pt x="337437" y="48731"/>
                </a:lnTo>
                <a:lnTo>
                  <a:pt x="353204" y="48731"/>
                </a:lnTo>
                <a:lnTo>
                  <a:pt x="353204" y="27275"/>
                </a:lnTo>
                <a:lnTo>
                  <a:pt x="364258" y="27275"/>
                </a:lnTo>
                <a:lnTo>
                  <a:pt x="364258" y="48731"/>
                </a:lnTo>
                <a:lnTo>
                  <a:pt x="385712" y="48731"/>
                </a:lnTo>
                <a:lnTo>
                  <a:pt x="385712" y="57938"/>
                </a:lnTo>
                <a:close/>
                <a:moveTo>
                  <a:pt x="414646" y="61147"/>
                </a:moveTo>
                <a:cubicBezTo>
                  <a:pt x="416705" y="56701"/>
                  <a:pt x="420118" y="53176"/>
                  <a:pt x="424885" y="50574"/>
                </a:cubicBezTo>
                <a:cubicBezTo>
                  <a:pt x="429653" y="47970"/>
                  <a:pt x="434747" y="46667"/>
                  <a:pt x="440165" y="46667"/>
                </a:cubicBezTo>
                <a:cubicBezTo>
                  <a:pt x="449808" y="46667"/>
                  <a:pt x="457040" y="49542"/>
                  <a:pt x="461862" y="55291"/>
                </a:cubicBezTo>
                <a:cubicBezTo>
                  <a:pt x="466685" y="61040"/>
                  <a:pt x="469097" y="68633"/>
                  <a:pt x="469097" y="78069"/>
                </a:cubicBezTo>
                <a:lnTo>
                  <a:pt x="469097" y="124764"/>
                </a:lnTo>
                <a:lnTo>
                  <a:pt x="458045" y="124764"/>
                </a:lnTo>
                <a:lnTo>
                  <a:pt x="458045" y="82583"/>
                </a:lnTo>
                <a:cubicBezTo>
                  <a:pt x="458045" y="78565"/>
                  <a:pt x="457720" y="74929"/>
                  <a:pt x="457070" y="71673"/>
                </a:cubicBezTo>
                <a:cubicBezTo>
                  <a:pt x="456420" y="68416"/>
                  <a:pt x="455309" y="65620"/>
                  <a:pt x="453737" y="63285"/>
                </a:cubicBezTo>
                <a:cubicBezTo>
                  <a:pt x="452166" y="60950"/>
                  <a:pt x="450053" y="59131"/>
                  <a:pt x="447397" y="57828"/>
                </a:cubicBezTo>
                <a:cubicBezTo>
                  <a:pt x="444743" y="56525"/>
                  <a:pt x="441412" y="55874"/>
                  <a:pt x="437402" y="55874"/>
                </a:cubicBezTo>
                <a:cubicBezTo>
                  <a:pt x="434477" y="55874"/>
                  <a:pt x="431632" y="56472"/>
                  <a:pt x="428868" y="57667"/>
                </a:cubicBezTo>
                <a:cubicBezTo>
                  <a:pt x="426105" y="58861"/>
                  <a:pt x="423639" y="60680"/>
                  <a:pt x="421472" y="63124"/>
                </a:cubicBezTo>
                <a:cubicBezTo>
                  <a:pt x="419306" y="65566"/>
                  <a:pt x="417572" y="68659"/>
                  <a:pt x="416271" y="72405"/>
                </a:cubicBezTo>
                <a:cubicBezTo>
                  <a:pt x="414971" y="76150"/>
                  <a:pt x="414321" y="80574"/>
                  <a:pt x="414321" y="85679"/>
                </a:cubicBezTo>
                <a:lnTo>
                  <a:pt x="414321" y="124764"/>
                </a:lnTo>
                <a:lnTo>
                  <a:pt x="403267" y="124764"/>
                </a:lnTo>
                <a:lnTo>
                  <a:pt x="403267" y="1806"/>
                </a:lnTo>
                <a:lnTo>
                  <a:pt x="414321" y="1806"/>
                </a:lnTo>
                <a:lnTo>
                  <a:pt x="414321" y="61147"/>
                </a:lnTo>
                <a:lnTo>
                  <a:pt x="414646" y="61147"/>
                </a:lnTo>
                <a:close/>
                <a:moveTo>
                  <a:pt x="499656" y="147622"/>
                </a:moveTo>
                <a:lnTo>
                  <a:pt x="490390" y="147622"/>
                </a:lnTo>
                <a:lnTo>
                  <a:pt x="501280" y="109367"/>
                </a:lnTo>
                <a:lnTo>
                  <a:pt x="512821" y="109367"/>
                </a:lnTo>
                <a:lnTo>
                  <a:pt x="499656" y="147622"/>
                </a:lnTo>
                <a:close/>
                <a:moveTo>
                  <a:pt x="623674" y="75646"/>
                </a:moveTo>
                <a:cubicBezTo>
                  <a:pt x="623674" y="69001"/>
                  <a:pt x="621940" y="64045"/>
                  <a:pt x="618473" y="60777"/>
                </a:cubicBezTo>
                <a:cubicBezTo>
                  <a:pt x="615005" y="57508"/>
                  <a:pt x="609967" y="55874"/>
                  <a:pt x="603356" y="55874"/>
                </a:cubicBezTo>
                <a:cubicBezTo>
                  <a:pt x="598806" y="55874"/>
                  <a:pt x="594579" y="56687"/>
                  <a:pt x="590677" y="58312"/>
                </a:cubicBezTo>
                <a:cubicBezTo>
                  <a:pt x="586777" y="59937"/>
                  <a:pt x="583472" y="62105"/>
                  <a:pt x="580764" y="64815"/>
                </a:cubicBezTo>
                <a:lnTo>
                  <a:pt x="574586" y="57501"/>
                </a:lnTo>
                <a:cubicBezTo>
                  <a:pt x="577729" y="54371"/>
                  <a:pt x="581874" y="51783"/>
                  <a:pt x="587021" y="49738"/>
                </a:cubicBezTo>
                <a:cubicBezTo>
                  <a:pt x="592169" y="47691"/>
                  <a:pt x="597993" y="46667"/>
                  <a:pt x="604494" y="46667"/>
                </a:cubicBezTo>
                <a:cubicBezTo>
                  <a:pt x="608613" y="46667"/>
                  <a:pt x="612460" y="47237"/>
                  <a:pt x="616035" y="48376"/>
                </a:cubicBezTo>
                <a:cubicBezTo>
                  <a:pt x="619611" y="49516"/>
                  <a:pt x="622754" y="51224"/>
                  <a:pt x="625462" y="53503"/>
                </a:cubicBezTo>
                <a:cubicBezTo>
                  <a:pt x="628172" y="55780"/>
                  <a:pt x="630285" y="58653"/>
                  <a:pt x="631801" y="62124"/>
                </a:cubicBezTo>
                <a:cubicBezTo>
                  <a:pt x="633319" y="65595"/>
                  <a:pt x="634078" y="69662"/>
                  <a:pt x="634078" y="74327"/>
                </a:cubicBezTo>
                <a:lnTo>
                  <a:pt x="634078" y="107680"/>
                </a:lnTo>
                <a:cubicBezTo>
                  <a:pt x="634078" y="110609"/>
                  <a:pt x="634187" y="113646"/>
                  <a:pt x="634403" y="116793"/>
                </a:cubicBezTo>
                <a:cubicBezTo>
                  <a:pt x="634620" y="119938"/>
                  <a:pt x="634945" y="122595"/>
                  <a:pt x="635378" y="124764"/>
                </a:cubicBezTo>
                <a:lnTo>
                  <a:pt x="625464" y="124764"/>
                </a:lnTo>
                <a:cubicBezTo>
                  <a:pt x="625139" y="122914"/>
                  <a:pt x="624868" y="120901"/>
                  <a:pt x="624651" y="118725"/>
                </a:cubicBezTo>
                <a:cubicBezTo>
                  <a:pt x="624434" y="116549"/>
                  <a:pt x="624326" y="114427"/>
                  <a:pt x="624326" y="112361"/>
                </a:cubicBezTo>
                <a:lnTo>
                  <a:pt x="623999" y="112361"/>
                </a:lnTo>
                <a:cubicBezTo>
                  <a:pt x="620531" y="117455"/>
                  <a:pt x="616603" y="121113"/>
                  <a:pt x="612213" y="123335"/>
                </a:cubicBezTo>
                <a:cubicBezTo>
                  <a:pt x="607824" y="125558"/>
                  <a:pt x="602542" y="126669"/>
                  <a:pt x="596367" y="126669"/>
                </a:cubicBezTo>
                <a:cubicBezTo>
                  <a:pt x="593440" y="126669"/>
                  <a:pt x="590432" y="126263"/>
                  <a:pt x="587344" y="125451"/>
                </a:cubicBezTo>
                <a:cubicBezTo>
                  <a:pt x="584257" y="124639"/>
                  <a:pt x="581440" y="123313"/>
                  <a:pt x="578894" y="121473"/>
                </a:cubicBezTo>
                <a:cubicBezTo>
                  <a:pt x="576347" y="119631"/>
                  <a:pt x="574234" y="117248"/>
                  <a:pt x="572554" y="114325"/>
                </a:cubicBezTo>
                <a:cubicBezTo>
                  <a:pt x="570874" y="111400"/>
                  <a:pt x="570034" y="107825"/>
                  <a:pt x="570034" y="103600"/>
                </a:cubicBezTo>
                <a:cubicBezTo>
                  <a:pt x="570034" y="97752"/>
                  <a:pt x="571524" y="93122"/>
                  <a:pt x="574504" y="89711"/>
                </a:cubicBezTo>
                <a:cubicBezTo>
                  <a:pt x="577483" y="86300"/>
                  <a:pt x="581466" y="83756"/>
                  <a:pt x="586451" y="82077"/>
                </a:cubicBezTo>
                <a:cubicBezTo>
                  <a:pt x="591436" y="80397"/>
                  <a:pt x="597152" y="79314"/>
                  <a:pt x="603599" y="78828"/>
                </a:cubicBezTo>
                <a:cubicBezTo>
                  <a:pt x="610048" y="78340"/>
                  <a:pt x="616739" y="78097"/>
                  <a:pt x="623674" y="78097"/>
                </a:cubicBezTo>
                <a:lnTo>
                  <a:pt x="623674" y="75646"/>
                </a:lnTo>
                <a:moveTo>
                  <a:pt x="620422" y="86827"/>
                </a:moveTo>
                <a:cubicBezTo>
                  <a:pt x="615872" y="86827"/>
                  <a:pt x="611293" y="87016"/>
                  <a:pt x="606687" y="87395"/>
                </a:cubicBezTo>
                <a:cubicBezTo>
                  <a:pt x="602082" y="87772"/>
                  <a:pt x="597910" y="88528"/>
                  <a:pt x="594172" y="89664"/>
                </a:cubicBezTo>
                <a:cubicBezTo>
                  <a:pt x="590435" y="90799"/>
                  <a:pt x="587374" y="92446"/>
                  <a:pt x="584990" y="94607"/>
                </a:cubicBezTo>
                <a:cubicBezTo>
                  <a:pt x="582606" y="96768"/>
                  <a:pt x="581414" y="99631"/>
                  <a:pt x="581414" y="103196"/>
                </a:cubicBezTo>
                <a:cubicBezTo>
                  <a:pt x="581414" y="105898"/>
                  <a:pt x="581928" y="108167"/>
                  <a:pt x="582956" y="110004"/>
                </a:cubicBezTo>
                <a:cubicBezTo>
                  <a:pt x="583986" y="111841"/>
                  <a:pt x="585368" y="113327"/>
                  <a:pt x="587101" y="114461"/>
                </a:cubicBezTo>
                <a:cubicBezTo>
                  <a:pt x="588835" y="115596"/>
                  <a:pt x="590759" y="116406"/>
                  <a:pt x="592872" y="116892"/>
                </a:cubicBezTo>
                <a:cubicBezTo>
                  <a:pt x="594985" y="117378"/>
                  <a:pt x="597126" y="117621"/>
                  <a:pt x="599293" y="117621"/>
                </a:cubicBezTo>
                <a:cubicBezTo>
                  <a:pt x="603194" y="117621"/>
                  <a:pt x="606661" y="116946"/>
                  <a:pt x="609695" y="115595"/>
                </a:cubicBezTo>
                <a:cubicBezTo>
                  <a:pt x="612729" y="114244"/>
                  <a:pt x="615276" y="112407"/>
                  <a:pt x="617334" y="110084"/>
                </a:cubicBezTo>
                <a:cubicBezTo>
                  <a:pt x="619393" y="107761"/>
                  <a:pt x="620964" y="105087"/>
                  <a:pt x="622047" y="102063"/>
                </a:cubicBezTo>
                <a:cubicBezTo>
                  <a:pt x="623131" y="99037"/>
                  <a:pt x="623674" y="95849"/>
                  <a:pt x="623674" y="92499"/>
                </a:cubicBezTo>
                <a:lnTo>
                  <a:pt x="623674" y="86827"/>
                </a:lnTo>
                <a:lnTo>
                  <a:pt x="620422" y="86827"/>
                </a:lnTo>
                <a:close/>
                <a:moveTo>
                  <a:pt x="672438" y="48632"/>
                </a:moveTo>
                <a:cubicBezTo>
                  <a:pt x="672654" y="50690"/>
                  <a:pt x="672817" y="52966"/>
                  <a:pt x="672924" y="55460"/>
                </a:cubicBezTo>
                <a:cubicBezTo>
                  <a:pt x="673033" y="57952"/>
                  <a:pt x="673088" y="60010"/>
                  <a:pt x="673088" y="61635"/>
                </a:cubicBezTo>
                <a:lnTo>
                  <a:pt x="673413" y="61635"/>
                </a:lnTo>
                <a:cubicBezTo>
                  <a:pt x="675580" y="57188"/>
                  <a:pt x="679102" y="53581"/>
                  <a:pt x="683978" y="50817"/>
                </a:cubicBezTo>
                <a:cubicBezTo>
                  <a:pt x="688854" y="48051"/>
                  <a:pt x="694002" y="46667"/>
                  <a:pt x="699420" y="46667"/>
                </a:cubicBezTo>
                <a:cubicBezTo>
                  <a:pt x="709063" y="46667"/>
                  <a:pt x="716295" y="49542"/>
                  <a:pt x="721117" y="55291"/>
                </a:cubicBezTo>
                <a:cubicBezTo>
                  <a:pt x="725940" y="61040"/>
                  <a:pt x="728352" y="68633"/>
                  <a:pt x="728352" y="78069"/>
                </a:cubicBezTo>
                <a:lnTo>
                  <a:pt x="728352" y="124764"/>
                </a:lnTo>
                <a:lnTo>
                  <a:pt x="717300" y="124764"/>
                </a:lnTo>
                <a:lnTo>
                  <a:pt x="717300" y="82583"/>
                </a:lnTo>
                <a:cubicBezTo>
                  <a:pt x="717300" y="78565"/>
                  <a:pt x="716975" y="74929"/>
                  <a:pt x="716325" y="71673"/>
                </a:cubicBezTo>
                <a:cubicBezTo>
                  <a:pt x="715675" y="68416"/>
                  <a:pt x="714564" y="65620"/>
                  <a:pt x="712992" y="63285"/>
                </a:cubicBezTo>
                <a:cubicBezTo>
                  <a:pt x="711421" y="60950"/>
                  <a:pt x="709308" y="59131"/>
                  <a:pt x="706652" y="57828"/>
                </a:cubicBezTo>
                <a:cubicBezTo>
                  <a:pt x="703998" y="56525"/>
                  <a:pt x="700667" y="55874"/>
                  <a:pt x="696657" y="55874"/>
                </a:cubicBezTo>
                <a:cubicBezTo>
                  <a:pt x="693732" y="55874"/>
                  <a:pt x="690887" y="56472"/>
                  <a:pt x="688123" y="57667"/>
                </a:cubicBezTo>
                <a:cubicBezTo>
                  <a:pt x="685360" y="58861"/>
                  <a:pt x="682894" y="60680"/>
                  <a:pt x="680727" y="63124"/>
                </a:cubicBezTo>
                <a:cubicBezTo>
                  <a:pt x="678561" y="65566"/>
                  <a:pt x="676827" y="68659"/>
                  <a:pt x="675526" y="72405"/>
                </a:cubicBezTo>
                <a:cubicBezTo>
                  <a:pt x="674226" y="76150"/>
                  <a:pt x="673576" y="80574"/>
                  <a:pt x="673576" y="85679"/>
                </a:cubicBezTo>
                <a:lnTo>
                  <a:pt x="673576" y="124764"/>
                </a:lnTo>
                <a:lnTo>
                  <a:pt x="662522" y="124764"/>
                </a:lnTo>
                <a:lnTo>
                  <a:pt x="662522" y="65378"/>
                </a:lnTo>
                <a:cubicBezTo>
                  <a:pt x="662522" y="63316"/>
                  <a:pt x="662467" y="60660"/>
                  <a:pt x="662358" y="57409"/>
                </a:cubicBezTo>
                <a:cubicBezTo>
                  <a:pt x="662251" y="54159"/>
                  <a:pt x="662089" y="51233"/>
                  <a:pt x="661872" y="48632"/>
                </a:cubicBezTo>
                <a:lnTo>
                  <a:pt x="672438" y="48632"/>
                </a:lnTo>
                <a:close/>
                <a:moveTo>
                  <a:pt x="819540" y="111924"/>
                </a:moveTo>
                <a:cubicBezTo>
                  <a:pt x="816289" y="116800"/>
                  <a:pt x="812063" y="120477"/>
                  <a:pt x="806861" y="122954"/>
                </a:cubicBezTo>
                <a:cubicBezTo>
                  <a:pt x="801659" y="125430"/>
                  <a:pt x="796296" y="126669"/>
                  <a:pt x="790770" y="126669"/>
                </a:cubicBezTo>
                <a:cubicBezTo>
                  <a:pt x="784809" y="126669"/>
                  <a:pt x="779418" y="125640"/>
                  <a:pt x="774596" y="123581"/>
                </a:cubicBezTo>
                <a:cubicBezTo>
                  <a:pt x="769775" y="121521"/>
                  <a:pt x="765657" y="118702"/>
                  <a:pt x="762242" y="115126"/>
                </a:cubicBezTo>
                <a:cubicBezTo>
                  <a:pt x="758830" y="111548"/>
                  <a:pt x="756175" y="107320"/>
                  <a:pt x="754278" y="102442"/>
                </a:cubicBezTo>
                <a:cubicBezTo>
                  <a:pt x="752382" y="97563"/>
                  <a:pt x="751434" y="92305"/>
                  <a:pt x="751434" y="86668"/>
                </a:cubicBezTo>
                <a:cubicBezTo>
                  <a:pt x="751434" y="81031"/>
                  <a:pt x="752382" y="75774"/>
                  <a:pt x="754278" y="70897"/>
                </a:cubicBezTo>
                <a:cubicBezTo>
                  <a:pt x="756175" y="66017"/>
                  <a:pt x="758830" y="61789"/>
                  <a:pt x="762242" y="58213"/>
                </a:cubicBezTo>
                <a:cubicBezTo>
                  <a:pt x="765657" y="54635"/>
                  <a:pt x="769775" y="51816"/>
                  <a:pt x="774596" y="49758"/>
                </a:cubicBezTo>
                <a:cubicBezTo>
                  <a:pt x="779418" y="47698"/>
                  <a:pt x="784809" y="46667"/>
                  <a:pt x="790770" y="46667"/>
                </a:cubicBezTo>
                <a:cubicBezTo>
                  <a:pt x="796296" y="46667"/>
                  <a:pt x="801659" y="47941"/>
                  <a:pt x="806861" y="50489"/>
                </a:cubicBezTo>
                <a:cubicBezTo>
                  <a:pt x="812063" y="53036"/>
                  <a:pt x="816289" y="56802"/>
                  <a:pt x="819540" y="61789"/>
                </a:cubicBezTo>
                <a:lnTo>
                  <a:pt x="819865" y="61789"/>
                </a:lnTo>
                <a:lnTo>
                  <a:pt x="819865" y="1811"/>
                </a:lnTo>
                <a:lnTo>
                  <a:pt x="830917" y="1811"/>
                </a:lnTo>
                <a:lnTo>
                  <a:pt x="830917" y="124764"/>
                </a:lnTo>
                <a:lnTo>
                  <a:pt x="819865" y="124764"/>
                </a:lnTo>
                <a:lnTo>
                  <a:pt x="819865" y="111924"/>
                </a:lnTo>
                <a:lnTo>
                  <a:pt x="819540" y="111924"/>
                </a:lnTo>
                <a:moveTo>
                  <a:pt x="763138" y="86671"/>
                </a:moveTo>
                <a:cubicBezTo>
                  <a:pt x="763138" y="90907"/>
                  <a:pt x="763788" y="94899"/>
                  <a:pt x="765087" y="98648"/>
                </a:cubicBezTo>
                <a:cubicBezTo>
                  <a:pt x="766387" y="102394"/>
                  <a:pt x="768256" y="105653"/>
                  <a:pt x="770695" y="108424"/>
                </a:cubicBezTo>
                <a:cubicBezTo>
                  <a:pt x="773134" y="111194"/>
                  <a:pt x="776141" y="113367"/>
                  <a:pt x="779715" y="114942"/>
                </a:cubicBezTo>
                <a:cubicBezTo>
                  <a:pt x="783292" y="116517"/>
                  <a:pt x="787355" y="117304"/>
                  <a:pt x="791906" y="117304"/>
                </a:cubicBezTo>
                <a:cubicBezTo>
                  <a:pt x="796132" y="117304"/>
                  <a:pt x="800033" y="116517"/>
                  <a:pt x="803610" y="114942"/>
                </a:cubicBezTo>
                <a:cubicBezTo>
                  <a:pt x="807186" y="113367"/>
                  <a:pt x="810274" y="111221"/>
                  <a:pt x="812873" y="108506"/>
                </a:cubicBezTo>
                <a:cubicBezTo>
                  <a:pt x="815474" y="105790"/>
                  <a:pt x="817506" y="102558"/>
                  <a:pt x="818970" y="98811"/>
                </a:cubicBezTo>
                <a:cubicBezTo>
                  <a:pt x="820433" y="95063"/>
                  <a:pt x="821165" y="91016"/>
                  <a:pt x="821165" y="86671"/>
                </a:cubicBezTo>
                <a:cubicBezTo>
                  <a:pt x="821165" y="82325"/>
                  <a:pt x="820433" y="78279"/>
                  <a:pt x="818970" y="74533"/>
                </a:cubicBezTo>
                <a:cubicBezTo>
                  <a:pt x="817506" y="70784"/>
                  <a:pt x="815474" y="67525"/>
                  <a:pt x="812873" y="64756"/>
                </a:cubicBezTo>
                <a:cubicBezTo>
                  <a:pt x="810274" y="61984"/>
                  <a:pt x="807186" y="59812"/>
                  <a:pt x="803610" y="58238"/>
                </a:cubicBezTo>
                <a:cubicBezTo>
                  <a:pt x="800033" y="56662"/>
                  <a:pt x="796132" y="55874"/>
                  <a:pt x="791906" y="55874"/>
                </a:cubicBezTo>
                <a:cubicBezTo>
                  <a:pt x="787355" y="55874"/>
                  <a:pt x="783292" y="56689"/>
                  <a:pt x="779715" y="58319"/>
                </a:cubicBezTo>
                <a:cubicBezTo>
                  <a:pt x="776141" y="59948"/>
                  <a:pt x="773134" y="62148"/>
                  <a:pt x="770695" y="64919"/>
                </a:cubicBezTo>
                <a:cubicBezTo>
                  <a:pt x="768256" y="67689"/>
                  <a:pt x="766387" y="70948"/>
                  <a:pt x="765087" y="74696"/>
                </a:cubicBezTo>
                <a:cubicBezTo>
                  <a:pt x="763788" y="78443"/>
                  <a:pt x="763138" y="82434"/>
                  <a:pt x="763138" y="86671"/>
                </a:cubicBezTo>
                <a:close/>
                <a:moveTo>
                  <a:pt x="941609" y="66603"/>
                </a:moveTo>
                <a:cubicBezTo>
                  <a:pt x="939984" y="63460"/>
                  <a:pt x="937519" y="60886"/>
                  <a:pt x="934213" y="58882"/>
                </a:cubicBezTo>
                <a:cubicBezTo>
                  <a:pt x="930908" y="56877"/>
                  <a:pt x="927142" y="55874"/>
                  <a:pt x="922916" y="55874"/>
                </a:cubicBezTo>
                <a:cubicBezTo>
                  <a:pt x="920967" y="55874"/>
                  <a:pt x="919016" y="56091"/>
                  <a:pt x="917065" y="56526"/>
                </a:cubicBezTo>
                <a:cubicBezTo>
                  <a:pt x="915114" y="56959"/>
                  <a:pt x="913380" y="57665"/>
                  <a:pt x="911862" y="58642"/>
                </a:cubicBezTo>
                <a:cubicBezTo>
                  <a:pt x="910346" y="59617"/>
                  <a:pt x="909127" y="60865"/>
                  <a:pt x="908206" y="62385"/>
                </a:cubicBezTo>
                <a:cubicBezTo>
                  <a:pt x="907285" y="63902"/>
                  <a:pt x="906825" y="65692"/>
                  <a:pt x="906825" y="67754"/>
                </a:cubicBezTo>
                <a:cubicBezTo>
                  <a:pt x="906825" y="71336"/>
                  <a:pt x="908287" y="74075"/>
                  <a:pt x="911212" y="75974"/>
                </a:cubicBezTo>
                <a:cubicBezTo>
                  <a:pt x="914139" y="77872"/>
                  <a:pt x="918744" y="79472"/>
                  <a:pt x="925029" y="80775"/>
                </a:cubicBezTo>
                <a:cubicBezTo>
                  <a:pt x="934024" y="82619"/>
                  <a:pt x="940661" y="85304"/>
                  <a:pt x="944940" y="88831"/>
                </a:cubicBezTo>
                <a:cubicBezTo>
                  <a:pt x="949221" y="92356"/>
                  <a:pt x="951362" y="97102"/>
                  <a:pt x="951362" y="103070"/>
                </a:cubicBezTo>
                <a:cubicBezTo>
                  <a:pt x="951362" y="107410"/>
                  <a:pt x="950522" y="111073"/>
                  <a:pt x="948842" y="114057"/>
                </a:cubicBezTo>
                <a:cubicBezTo>
                  <a:pt x="947162" y="117040"/>
                  <a:pt x="944967" y="119481"/>
                  <a:pt x="942257" y="121381"/>
                </a:cubicBezTo>
                <a:cubicBezTo>
                  <a:pt x="939548" y="123279"/>
                  <a:pt x="936488" y="124635"/>
                  <a:pt x="933075" y="125449"/>
                </a:cubicBezTo>
                <a:cubicBezTo>
                  <a:pt x="929662" y="126262"/>
                  <a:pt x="926222" y="126669"/>
                  <a:pt x="922755" y="126669"/>
                </a:cubicBezTo>
                <a:cubicBezTo>
                  <a:pt x="917011" y="126669"/>
                  <a:pt x="911429" y="125485"/>
                  <a:pt x="906011" y="123117"/>
                </a:cubicBezTo>
                <a:cubicBezTo>
                  <a:pt x="900594" y="120748"/>
                  <a:pt x="896151" y="117023"/>
                  <a:pt x="892682" y="111941"/>
                </a:cubicBezTo>
                <a:lnTo>
                  <a:pt x="901460" y="105438"/>
                </a:lnTo>
                <a:cubicBezTo>
                  <a:pt x="903411" y="108798"/>
                  <a:pt x="906282" y="111616"/>
                  <a:pt x="910074" y="113891"/>
                </a:cubicBezTo>
                <a:cubicBezTo>
                  <a:pt x="913867" y="116166"/>
                  <a:pt x="918039" y="117304"/>
                  <a:pt x="922591" y="117304"/>
                </a:cubicBezTo>
                <a:cubicBezTo>
                  <a:pt x="924976" y="117304"/>
                  <a:pt x="927251" y="117087"/>
                  <a:pt x="929417" y="116654"/>
                </a:cubicBezTo>
                <a:cubicBezTo>
                  <a:pt x="931584" y="116219"/>
                  <a:pt x="933481" y="115459"/>
                  <a:pt x="935106" y="114374"/>
                </a:cubicBezTo>
                <a:cubicBezTo>
                  <a:pt x="936732" y="113290"/>
                  <a:pt x="938032" y="111907"/>
                  <a:pt x="939008" y="110225"/>
                </a:cubicBezTo>
                <a:cubicBezTo>
                  <a:pt x="939983" y="108542"/>
                  <a:pt x="940471" y="106453"/>
                  <a:pt x="940471" y="103958"/>
                </a:cubicBezTo>
                <a:cubicBezTo>
                  <a:pt x="940471" y="99943"/>
                  <a:pt x="938547" y="96932"/>
                  <a:pt x="934700" y="94925"/>
                </a:cubicBezTo>
                <a:cubicBezTo>
                  <a:pt x="930854" y="92917"/>
                  <a:pt x="925300" y="91046"/>
                  <a:pt x="918040" y="89310"/>
                </a:cubicBezTo>
                <a:cubicBezTo>
                  <a:pt x="915765" y="88767"/>
                  <a:pt x="913353" y="88089"/>
                  <a:pt x="910805" y="87276"/>
                </a:cubicBezTo>
                <a:cubicBezTo>
                  <a:pt x="908259" y="86462"/>
                  <a:pt x="905902" y="85269"/>
                  <a:pt x="903734" y="83697"/>
                </a:cubicBezTo>
                <a:cubicBezTo>
                  <a:pt x="901568" y="82123"/>
                  <a:pt x="899781" y="80142"/>
                  <a:pt x="898372" y="77754"/>
                </a:cubicBezTo>
                <a:cubicBezTo>
                  <a:pt x="896963" y="75367"/>
                  <a:pt x="896259" y="72383"/>
                  <a:pt x="896259" y="68803"/>
                </a:cubicBezTo>
                <a:cubicBezTo>
                  <a:pt x="896259" y="64896"/>
                  <a:pt x="897017" y="61559"/>
                  <a:pt x="898533" y="58793"/>
                </a:cubicBezTo>
                <a:cubicBezTo>
                  <a:pt x="900051" y="56025"/>
                  <a:pt x="902083" y="53747"/>
                  <a:pt x="904630" y="51958"/>
                </a:cubicBezTo>
                <a:cubicBezTo>
                  <a:pt x="907176" y="50167"/>
                  <a:pt x="910074" y="48838"/>
                  <a:pt x="913325" y="47970"/>
                </a:cubicBezTo>
                <a:cubicBezTo>
                  <a:pt x="916578" y="47102"/>
                  <a:pt x="919937" y="46667"/>
                  <a:pt x="923405" y="46667"/>
                </a:cubicBezTo>
                <a:cubicBezTo>
                  <a:pt x="928714" y="46667"/>
                  <a:pt x="933860" y="47852"/>
                  <a:pt x="938844" y="50222"/>
                </a:cubicBezTo>
                <a:cubicBezTo>
                  <a:pt x="943829" y="52589"/>
                  <a:pt x="947569" y="55937"/>
                  <a:pt x="950062" y="60264"/>
                </a:cubicBezTo>
                <a:lnTo>
                  <a:pt x="941609" y="66603"/>
                </a:lnTo>
                <a:close/>
                <a:moveTo>
                  <a:pt x="1031333" y="80954"/>
                </a:moveTo>
                <a:cubicBezTo>
                  <a:pt x="1031008" y="73741"/>
                  <a:pt x="1028704" y="67758"/>
                  <a:pt x="1024423" y="63005"/>
                </a:cubicBezTo>
                <a:cubicBezTo>
                  <a:pt x="1020144" y="58251"/>
                  <a:pt x="1014050" y="55874"/>
                  <a:pt x="1006139" y="55874"/>
                </a:cubicBezTo>
                <a:cubicBezTo>
                  <a:pt x="1002455" y="55874"/>
                  <a:pt x="999042" y="56557"/>
                  <a:pt x="995899" y="57923"/>
                </a:cubicBezTo>
                <a:cubicBezTo>
                  <a:pt x="992757" y="59288"/>
                  <a:pt x="989994" y="61146"/>
                  <a:pt x="987610" y="63496"/>
                </a:cubicBezTo>
                <a:cubicBezTo>
                  <a:pt x="985226" y="65845"/>
                  <a:pt x="983329" y="68523"/>
                  <a:pt x="981920" y="71529"/>
                </a:cubicBezTo>
                <a:cubicBezTo>
                  <a:pt x="980511" y="74533"/>
                  <a:pt x="979699" y="77675"/>
                  <a:pt x="979482" y="80954"/>
                </a:cubicBezTo>
                <a:lnTo>
                  <a:pt x="1031333" y="80954"/>
                </a:lnTo>
                <a:moveTo>
                  <a:pt x="1042549" y="84471"/>
                </a:moveTo>
                <a:cubicBezTo>
                  <a:pt x="1042549" y="85231"/>
                  <a:pt x="1042549" y="86046"/>
                  <a:pt x="1042549" y="86916"/>
                </a:cubicBezTo>
                <a:cubicBezTo>
                  <a:pt x="1042549" y="87784"/>
                  <a:pt x="1042494" y="88707"/>
                  <a:pt x="1042385" y="89684"/>
                </a:cubicBezTo>
                <a:lnTo>
                  <a:pt x="979319" y="89684"/>
                </a:lnTo>
                <a:cubicBezTo>
                  <a:pt x="979428" y="93475"/>
                  <a:pt x="980186" y="97050"/>
                  <a:pt x="981593" y="100408"/>
                </a:cubicBezTo>
                <a:cubicBezTo>
                  <a:pt x="983002" y="103765"/>
                  <a:pt x="984952" y="106689"/>
                  <a:pt x="987444" y="109181"/>
                </a:cubicBezTo>
                <a:cubicBezTo>
                  <a:pt x="989937" y="111671"/>
                  <a:pt x="992863" y="113648"/>
                  <a:pt x="996221" y="115111"/>
                </a:cubicBezTo>
                <a:cubicBezTo>
                  <a:pt x="999581" y="116573"/>
                  <a:pt x="1003212" y="117304"/>
                  <a:pt x="1007114" y="117304"/>
                </a:cubicBezTo>
                <a:cubicBezTo>
                  <a:pt x="1012857" y="117304"/>
                  <a:pt x="1017814" y="115977"/>
                  <a:pt x="1021985" y="113323"/>
                </a:cubicBezTo>
                <a:cubicBezTo>
                  <a:pt x="1026157" y="110667"/>
                  <a:pt x="1029327" y="107606"/>
                  <a:pt x="1031495" y="104139"/>
                </a:cubicBezTo>
                <a:lnTo>
                  <a:pt x="1039783" y="110639"/>
                </a:lnTo>
                <a:cubicBezTo>
                  <a:pt x="1035233" y="116374"/>
                  <a:pt x="1030221" y="120479"/>
                  <a:pt x="1024748" y="122956"/>
                </a:cubicBezTo>
                <a:cubicBezTo>
                  <a:pt x="1019277" y="125431"/>
                  <a:pt x="1013399" y="126669"/>
                  <a:pt x="1007114" y="126669"/>
                </a:cubicBezTo>
                <a:cubicBezTo>
                  <a:pt x="1001479" y="126669"/>
                  <a:pt x="996250" y="125666"/>
                  <a:pt x="991427" y="123660"/>
                </a:cubicBezTo>
                <a:cubicBezTo>
                  <a:pt x="986605" y="121655"/>
                  <a:pt x="982461" y="118864"/>
                  <a:pt x="978994" y="115287"/>
                </a:cubicBezTo>
                <a:cubicBezTo>
                  <a:pt x="975526" y="111709"/>
                  <a:pt x="972790" y="107481"/>
                  <a:pt x="970784" y="102603"/>
                </a:cubicBezTo>
                <a:cubicBezTo>
                  <a:pt x="968780" y="97726"/>
                  <a:pt x="967778" y="92414"/>
                  <a:pt x="967778" y="86668"/>
                </a:cubicBezTo>
                <a:cubicBezTo>
                  <a:pt x="967778" y="80922"/>
                  <a:pt x="968753" y="75611"/>
                  <a:pt x="970702" y="70733"/>
                </a:cubicBezTo>
                <a:cubicBezTo>
                  <a:pt x="972653" y="65855"/>
                  <a:pt x="975363" y="61628"/>
                  <a:pt x="978830" y="58052"/>
                </a:cubicBezTo>
                <a:cubicBezTo>
                  <a:pt x="982299" y="54473"/>
                  <a:pt x="986363" y="51682"/>
                  <a:pt x="991023" y="49676"/>
                </a:cubicBezTo>
                <a:cubicBezTo>
                  <a:pt x="995682" y="47670"/>
                  <a:pt x="1000721" y="46667"/>
                  <a:pt x="1006139" y="46667"/>
                </a:cubicBezTo>
                <a:cubicBezTo>
                  <a:pt x="1012099" y="46667"/>
                  <a:pt x="1017353" y="47673"/>
                  <a:pt x="1021904" y="49683"/>
                </a:cubicBezTo>
                <a:cubicBezTo>
                  <a:pt x="1026456" y="51692"/>
                  <a:pt x="1030249" y="54408"/>
                  <a:pt x="1033283" y="57831"/>
                </a:cubicBezTo>
                <a:cubicBezTo>
                  <a:pt x="1036317" y="61252"/>
                  <a:pt x="1038619" y="65243"/>
                  <a:pt x="1040190" y="69805"/>
                </a:cubicBezTo>
                <a:cubicBezTo>
                  <a:pt x="1041763" y="74367"/>
                  <a:pt x="1042549" y="79256"/>
                  <a:pt x="1042549" y="84471"/>
                </a:cubicBezTo>
                <a:close/>
                <a:moveTo>
                  <a:pt x="1077657" y="124764"/>
                </a:moveTo>
                <a:lnTo>
                  <a:pt x="1066603" y="124764"/>
                </a:lnTo>
                <a:lnTo>
                  <a:pt x="1066603" y="1882"/>
                </a:lnTo>
                <a:lnTo>
                  <a:pt x="1077657" y="1882"/>
                </a:lnTo>
                <a:lnTo>
                  <a:pt x="1077657" y="124764"/>
                </a:lnTo>
                <a:close/>
                <a:moveTo>
                  <a:pt x="1139422" y="57938"/>
                </a:moveTo>
                <a:lnTo>
                  <a:pt x="1121542" y="57938"/>
                </a:lnTo>
                <a:lnTo>
                  <a:pt x="1121542" y="124764"/>
                </a:lnTo>
                <a:lnTo>
                  <a:pt x="1110490" y="124764"/>
                </a:lnTo>
                <a:lnTo>
                  <a:pt x="1110490" y="57938"/>
                </a:lnTo>
                <a:lnTo>
                  <a:pt x="1094560" y="57938"/>
                </a:lnTo>
                <a:lnTo>
                  <a:pt x="1094560" y="48731"/>
                </a:lnTo>
                <a:lnTo>
                  <a:pt x="1110490" y="48731"/>
                </a:lnTo>
                <a:lnTo>
                  <a:pt x="1110490" y="27939"/>
                </a:lnTo>
                <a:cubicBezTo>
                  <a:pt x="1110490" y="19275"/>
                  <a:pt x="1112603" y="12453"/>
                  <a:pt x="1116830" y="7473"/>
                </a:cubicBezTo>
                <a:cubicBezTo>
                  <a:pt x="1121056" y="2491"/>
                  <a:pt x="1127557" y="0"/>
                  <a:pt x="1136334" y="0"/>
                </a:cubicBezTo>
                <a:cubicBezTo>
                  <a:pt x="1137743" y="0"/>
                  <a:pt x="1139260" y="81"/>
                  <a:pt x="1140885" y="243"/>
                </a:cubicBezTo>
                <a:cubicBezTo>
                  <a:pt x="1142511" y="403"/>
                  <a:pt x="1144028" y="699"/>
                  <a:pt x="1145436" y="1128"/>
                </a:cubicBezTo>
                <a:lnTo>
                  <a:pt x="1143487" y="10819"/>
                </a:lnTo>
                <a:cubicBezTo>
                  <a:pt x="1142295" y="10495"/>
                  <a:pt x="1141103" y="10224"/>
                  <a:pt x="1139910" y="10008"/>
                </a:cubicBezTo>
                <a:cubicBezTo>
                  <a:pt x="1138718" y="9791"/>
                  <a:pt x="1137364" y="9683"/>
                  <a:pt x="1135848" y="9683"/>
                </a:cubicBezTo>
                <a:cubicBezTo>
                  <a:pt x="1132921" y="9683"/>
                  <a:pt x="1130510" y="10171"/>
                  <a:pt x="1128613" y="11148"/>
                </a:cubicBezTo>
                <a:cubicBezTo>
                  <a:pt x="1126717" y="12124"/>
                  <a:pt x="1125253" y="13507"/>
                  <a:pt x="1124223" y="15298"/>
                </a:cubicBezTo>
                <a:cubicBezTo>
                  <a:pt x="1123195" y="17087"/>
                  <a:pt x="1122490" y="19174"/>
                  <a:pt x="1122110" y="21560"/>
                </a:cubicBezTo>
                <a:cubicBezTo>
                  <a:pt x="1121731" y="23946"/>
                  <a:pt x="1121542" y="26495"/>
                  <a:pt x="1121542" y="29207"/>
                </a:cubicBezTo>
                <a:lnTo>
                  <a:pt x="1121542" y="48731"/>
                </a:lnTo>
                <a:lnTo>
                  <a:pt x="1139422" y="48731"/>
                </a:lnTo>
                <a:lnTo>
                  <a:pt x="1139422" y="57938"/>
                </a:lnTo>
                <a:close/>
                <a:moveTo>
                  <a:pt x="1184773" y="90002"/>
                </a:moveTo>
                <a:lnTo>
                  <a:pt x="1148363" y="90002"/>
                </a:lnTo>
                <a:lnTo>
                  <a:pt x="1148363" y="80795"/>
                </a:lnTo>
                <a:lnTo>
                  <a:pt x="1184773" y="80795"/>
                </a:lnTo>
                <a:lnTo>
                  <a:pt x="1184773" y="90002"/>
                </a:lnTo>
                <a:close/>
                <a:moveTo>
                  <a:pt x="1218907" y="61147"/>
                </a:moveTo>
                <a:cubicBezTo>
                  <a:pt x="1220965" y="56701"/>
                  <a:pt x="1224378" y="53176"/>
                  <a:pt x="1229145" y="50574"/>
                </a:cubicBezTo>
                <a:cubicBezTo>
                  <a:pt x="1233914" y="47970"/>
                  <a:pt x="1239007" y="46667"/>
                  <a:pt x="1244426" y="46667"/>
                </a:cubicBezTo>
                <a:cubicBezTo>
                  <a:pt x="1254069" y="46667"/>
                  <a:pt x="1261301" y="49542"/>
                  <a:pt x="1266122" y="55291"/>
                </a:cubicBezTo>
                <a:cubicBezTo>
                  <a:pt x="1270946" y="61040"/>
                  <a:pt x="1273357" y="68633"/>
                  <a:pt x="1273357" y="78069"/>
                </a:cubicBezTo>
                <a:lnTo>
                  <a:pt x="1273357" y="124764"/>
                </a:lnTo>
                <a:lnTo>
                  <a:pt x="1262305" y="124764"/>
                </a:lnTo>
                <a:lnTo>
                  <a:pt x="1262305" y="82583"/>
                </a:lnTo>
                <a:cubicBezTo>
                  <a:pt x="1262305" y="78565"/>
                  <a:pt x="1261980" y="74929"/>
                  <a:pt x="1261331" y="71673"/>
                </a:cubicBezTo>
                <a:cubicBezTo>
                  <a:pt x="1260681" y="68416"/>
                  <a:pt x="1259570" y="65620"/>
                  <a:pt x="1257997" y="63285"/>
                </a:cubicBezTo>
                <a:cubicBezTo>
                  <a:pt x="1256426" y="60950"/>
                  <a:pt x="1254313" y="59131"/>
                  <a:pt x="1251658" y="57828"/>
                </a:cubicBezTo>
                <a:cubicBezTo>
                  <a:pt x="1249004" y="56525"/>
                  <a:pt x="1245672" y="55874"/>
                  <a:pt x="1241663" y="55874"/>
                </a:cubicBezTo>
                <a:cubicBezTo>
                  <a:pt x="1238738" y="55874"/>
                  <a:pt x="1235893" y="56472"/>
                  <a:pt x="1233128" y="57667"/>
                </a:cubicBezTo>
                <a:cubicBezTo>
                  <a:pt x="1230365" y="58861"/>
                  <a:pt x="1227900" y="60680"/>
                  <a:pt x="1225732" y="63124"/>
                </a:cubicBezTo>
                <a:cubicBezTo>
                  <a:pt x="1223566" y="65566"/>
                  <a:pt x="1221833" y="68659"/>
                  <a:pt x="1220531" y="72405"/>
                </a:cubicBezTo>
                <a:cubicBezTo>
                  <a:pt x="1219232" y="76150"/>
                  <a:pt x="1218582" y="80574"/>
                  <a:pt x="1218582" y="85679"/>
                </a:cubicBezTo>
                <a:lnTo>
                  <a:pt x="1218582" y="124764"/>
                </a:lnTo>
                <a:lnTo>
                  <a:pt x="1207528" y="124764"/>
                </a:lnTo>
                <a:lnTo>
                  <a:pt x="1207528" y="1806"/>
                </a:lnTo>
                <a:lnTo>
                  <a:pt x="1218582" y="1806"/>
                </a:lnTo>
                <a:lnTo>
                  <a:pt x="1218582" y="61147"/>
                </a:lnTo>
                <a:lnTo>
                  <a:pt x="1218907" y="61147"/>
                </a:lnTo>
                <a:close/>
                <a:moveTo>
                  <a:pt x="1359994" y="80954"/>
                </a:moveTo>
                <a:cubicBezTo>
                  <a:pt x="1359668" y="73741"/>
                  <a:pt x="1357365" y="67758"/>
                  <a:pt x="1353084" y="63005"/>
                </a:cubicBezTo>
                <a:cubicBezTo>
                  <a:pt x="1348805" y="58251"/>
                  <a:pt x="1342710" y="55874"/>
                  <a:pt x="1334800" y="55874"/>
                </a:cubicBezTo>
                <a:cubicBezTo>
                  <a:pt x="1331116" y="55874"/>
                  <a:pt x="1327702" y="56557"/>
                  <a:pt x="1324559" y="57923"/>
                </a:cubicBezTo>
                <a:cubicBezTo>
                  <a:pt x="1321418" y="59288"/>
                  <a:pt x="1318655" y="61146"/>
                  <a:pt x="1316270" y="63496"/>
                </a:cubicBezTo>
                <a:cubicBezTo>
                  <a:pt x="1313886" y="65845"/>
                  <a:pt x="1311990" y="68523"/>
                  <a:pt x="1310581" y="71529"/>
                </a:cubicBezTo>
                <a:cubicBezTo>
                  <a:pt x="1309172" y="74533"/>
                  <a:pt x="1308359" y="77675"/>
                  <a:pt x="1308143" y="80954"/>
                </a:cubicBezTo>
                <a:lnTo>
                  <a:pt x="1359994" y="80954"/>
                </a:lnTo>
                <a:moveTo>
                  <a:pt x="1371209" y="84471"/>
                </a:moveTo>
                <a:cubicBezTo>
                  <a:pt x="1371209" y="85231"/>
                  <a:pt x="1371209" y="86046"/>
                  <a:pt x="1371209" y="86916"/>
                </a:cubicBezTo>
                <a:cubicBezTo>
                  <a:pt x="1371209" y="87784"/>
                  <a:pt x="1371155" y="88707"/>
                  <a:pt x="1371046" y="89684"/>
                </a:cubicBezTo>
                <a:lnTo>
                  <a:pt x="1307979" y="89684"/>
                </a:lnTo>
                <a:cubicBezTo>
                  <a:pt x="1308088" y="93475"/>
                  <a:pt x="1308846" y="97050"/>
                  <a:pt x="1310253" y="100408"/>
                </a:cubicBezTo>
                <a:cubicBezTo>
                  <a:pt x="1311662" y="103765"/>
                  <a:pt x="1313612" y="106689"/>
                  <a:pt x="1316104" y="109181"/>
                </a:cubicBezTo>
                <a:cubicBezTo>
                  <a:pt x="1318598" y="111671"/>
                  <a:pt x="1321523" y="113648"/>
                  <a:pt x="1324882" y="115111"/>
                </a:cubicBezTo>
                <a:cubicBezTo>
                  <a:pt x="1328241" y="116573"/>
                  <a:pt x="1331872" y="117304"/>
                  <a:pt x="1335775" y="117304"/>
                </a:cubicBezTo>
                <a:cubicBezTo>
                  <a:pt x="1341517" y="117304"/>
                  <a:pt x="1346474" y="115977"/>
                  <a:pt x="1350646" y="113323"/>
                </a:cubicBezTo>
                <a:cubicBezTo>
                  <a:pt x="1354818" y="110667"/>
                  <a:pt x="1357987" y="107606"/>
                  <a:pt x="1360155" y="104139"/>
                </a:cubicBezTo>
                <a:lnTo>
                  <a:pt x="1368444" y="110639"/>
                </a:lnTo>
                <a:cubicBezTo>
                  <a:pt x="1363894" y="116374"/>
                  <a:pt x="1358882" y="120479"/>
                  <a:pt x="1353409" y="122956"/>
                </a:cubicBezTo>
                <a:cubicBezTo>
                  <a:pt x="1347938" y="125431"/>
                  <a:pt x="1342059" y="126669"/>
                  <a:pt x="1335775" y="126669"/>
                </a:cubicBezTo>
                <a:cubicBezTo>
                  <a:pt x="1330140" y="126669"/>
                  <a:pt x="1324911" y="125666"/>
                  <a:pt x="1320087" y="123660"/>
                </a:cubicBezTo>
                <a:cubicBezTo>
                  <a:pt x="1315266" y="121655"/>
                  <a:pt x="1311121" y="118864"/>
                  <a:pt x="1307654" y="115287"/>
                </a:cubicBezTo>
                <a:cubicBezTo>
                  <a:pt x="1304187" y="111709"/>
                  <a:pt x="1301450" y="107481"/>
                  <a:pt x="1299445" y="102603"/>
                </a:cubicBezTo>
                <a:cubicBezTo>
                  <a:pt x="1297441" y="97726"/>
                  <a:pt x="1296439" y="92414"/>
                  <a:pt x="1296439" y="86668"/>
                </a:cubicBezTo>
                <a:cubicBezTo>
                  <a:pt x="1296439" y="80922"/>
                  <a:pt x="1297413" y="75611"/>
                  <a:pt x="1299363" y="70733"/>
                </a:cubicBezTo>
                <a:cubicBezTo>
                  <a:pt x="1301314" y="65855"/>
                  <a:pt x="1304023" y="61628"/>
                  <a:pt x="1307490" y="58052"/>
                </a:cubicBezTo>
                <a:cubicBezTo>
                  <a:pt x="1310959" y="54473"/>
                  <a:pt x="1315024" y="51682"/>
                  <a:pt x="1319683" y="49676"/>
                </a:cubicBezTo>
                <a:cubicBezTo>
                  <a:pt x="1324343" y="47670"/>
                  <a:pt x="1329382" y="46667"/>
                  <a:pt x="1334800" y="46667"/>
                </a:cubicBezTo>
                <a:cubicBezTo>
                  <a:pt x="1340759" y="46667"/>
                  <a:pt x="1346014" y="47673"/>
                  <a:pt x="1350564" y="49683"/>
                </a:cubicBezTo>
                <a:cubicBezTo>
                  <a:pt x="1355116" y="51692"/>
                  <a:pt x="1358909" y="54408"/>
                  <a:pt x="1361943" y="57831"/>
                </a:cubicBezTo>
                <a:cubicBezTo>
                  <a:pt x="1364977" y="61252"/>
                  <a:pt x="1367280" y="65243"/>
                  <a:pt x="1368851" y="69805"/>
                </a:cubicBezTo>
                <a:cubicBezTo>
                  <a:pt x="1370423" y="74367"/>
                  <a:pt x="1371209" y="79256"/>
                  <a:pt x="1371209" y="84471"/>
                </a:cubicBezTo>
                <a:close/>
                <a:moveTo>
                  <a:pt x="1406318" y="124764"/>
                </a:moveTo>
                <a:lnTo>
                  <a:pt x="1395264" y="124764"/>
                </a:lnTo>
                <a:lnTo>
                  <a:pt x="1395264" y="1882"/>
                </a:lnTo>
                <a:lnTo>
                  <a:pt x="1406318" y="1882"/>
                </a:lnTo>
                <a:lnTo>
                  <a:pt x="1406318" y="124764"/>
                </a:lnTo>
                <a:close/>
                <a:moveTo>
                  <a:pt x="1446954" y="163723"/>
                </a:moveTo>
                <a:lnTo>
                  <a:pt x="1435899" y="163723"/>
                </a:lnTo>
                <a:lnTo>
                  <a:pt x="1435899" y="48622"/>
                </a:lnTo>
                <a:lnTo>
                  <a:pt x="1446954" y="48622"/>
                </a:lnTo>
                <a:lnTo>
                  <a:pt x="1446954" y="61789"/>
                </a:lnTo>
                <a:lnTo>
                  <a:pt x="1447440" y="61789"/>
                </a:lnTo>
                <a:cubicBezTo>
                  <a:pt x="1450583" y="56802"/>
                  <a:pt x="1454782" y="53036"/>
                  <a:pt x="1460037" y="50489"/>
                </a:cubicBezTo>
                <a:cubicBezTo>
                  <a:pt x="1465293" y="47941"/>
                  <a:pt x="1470630" y="46667"/>
                  <a:pt x="1476046" y="46667"/>
                </a:cubicBezTo>
                <a:cubicBezTo>
                  <a:pt x="1482007" y="46667"/>
                  <a:pt x="1487398" y="47698"/>
                  <a:pt x="1492220" y="49758"/>
                </a:cubicBezTo>
                <a:cubicBezTo>
                  <a:pt x="1497041" y="51816"/>
                  <a:pt x="1501158" y="54635"/>
                  <a:pt x="1504571" y="58213"/>
                </a:cubicBezTo>
                <a:cubicBezTo>
                  <a:pt x="1507986" y="61789"/>
                  <a:pt x="1510641" y="66017"/>
                  <a:pt x="1512537" y="70897"/>
                </a:cubicBezTo>
                <a:cubicBezTo>
                  <a:pt x="1514434" y="75774"/>
                  <a:pt x="1515382" y="81031"/>
                  <a:pt x="1515382" y="86668"/>
                </a:cubicBezTo>
                <a:cubicBezTo>
                  <a:pt x="1515382" y="92305"/>
                  <a:pt x="1514434" y="97563"/>
                  <a:pt x="1512537" y="102442"/>
                </a:cubicBezTo>
                <a:cubicBezTo>
                  <a:pt x="1510641" y="107320"/>
                  <a:pt x="1507986" y="111548"/>
                  <a:pt x="1504571" y="115126"/>
                </a:cubicBezTo>
                <a:cubicBezTo>
                  <a:pt x="1501158" y="118702"/>
                  <a:pt x="1497041" y="121521"/>
                  <a:pt x="1492220" y="123581"/>
                </a:cubicBezTo>
                <a:cubicBezTo>
                  <a:pt x="1487398" y="125640"/>
                  <a:pt x="1482007" y="126669"/>
                  <a:pt x="1476046" y="126669"/>
                </a:cubicBezTo>
                <a:cubicBezTo>
                  <a:pt x="1470630" y="126669"/>
                  <a:pt x="1465293" y="125396"/>
                  <a:pt x="1460037" y="122849"/>
                </a:cubicBezTo>
                <a:cubicBezTo>
                  <a:pt x="1454782" y="120301"/>
                  <a:pt x="1450583" y="116642"/>
                  <a:pt x="1447440" y="111872"/>
                </a:cubicBezTo>
                <a:lnTo>
                  <a:pt x="1446954" y="111872"/>
                </a:lnTo>
                <a:lnTo>
                  <a:pt x="1446954" y="163723"/>
                </a:lnTo>
                <a:moveTo>
                  <a:pt x="1503681" y="86671"/>
                </a:moveTo>
                <a:cubicBezTo>
                  <a:pt x="1503681" y="82434"/>
                  <a:pt x="1503030" y="78443"/>
                  <a:pt x="1501729" y="74696"/>
                </a:cubicBezTo>
                <a:cubicBezTo>
                  <a:pt x="1500429" y="70948"/>
                  <a:pt x="1498560" y="67689"/>
                  <a:pt x="1496121" y="64919"/>
                </a:cubicBezTo>
                <a:cubicBezTo>
                  <a:pt x="1493684" y="62148"/>
                  <a:pt x="1490677" y="59948"/>
                  <a:pt x="1487101" y="58319"/>
                </a:cubicBezTo>
                <a:cubicBezTo>
                  <a:pt x="1483524" y="56689"/>
                  <a:pt x="1479461" y="55874"/>
                  <a:pt x="1474910" y="55874"/>
                </a:cubicBezTo>
                <a:cubicBezTo>
                  <a:pt x="1470684" y="55874"/>
                  <a:pt x="1466783" y="56662"/>
                  <a:pt x="1463206" y="58238"/>
                </a:cubicBezTo>
                <a:cubicBezTo>
                  <a:pt x="1459631" y="59812"/>
                  <a:pt x="1456544" y="61984"/>
                  <a:pt x="1453943" y="64756"/>
                </a:cubicBezTo>
                <a:cubicBezTo>
                  <a:pt x="1451342" y="67525"/>
                  <a:pt x="1449310" y="70784"/>
                  <a:pt x="1447846" y="74533"/>
                </a:cubicBezTo>
                <a:cubicBezTo>
                  <a:pt x="1446383" y="78279"/>
                  <a:pt x="1445651" y="82325"/>
                  <a:pt x="1445651" y="86671"/>
                </a:cubicBezTo>
                <a:cubicBezTo>
                  <a:pt x="1445651" y="91016"/>
                  <a:pt x="1446383" y="95063"/>
                  <a:pt x="1447846" y="98811"/>
                </a:cubicBezTo>
                <a:cubicBezTo>
                  <a:pt x="1449310" y="102558"/>
                  <a:pt x="1451342" y="105790"/>
                  <a:pt x="1453943" y="108506"/>
                </a:cubicBezTo>
                <a:cubicBezTo>
                  <a:pt x="1456544" y="111221"/>
                  <a:pt x="1459631" y="113367"/>
                  <a:pt x="1463206" y="114942"/>
                </a:cubicBezTo>
                <a:cubicBezTo>
                  <a:pt x="1466783" y="116517"/>
                  <a:pt x="1470684" y="117304"/>
                  <a:pt x="1474910" y="117304"/>
                </a:cubicBezTo>
                <a:cubicBezTo>
                  <a:pt x="1479461" y="117304"/>
                  <a:pt x="1483524" y="116517"/>
                  <a:pt x="1487101" y="114942"/>
                </a:cubicBezTo>
                <a:cubicBezTo>
                  <a:pt x="1490677" y="113367"/>
                  <a:pt x="1493684" y="111194"/>
                  <a:pt x="1496121" y="108424"/>
                </a:cubicBezTo>
                <a:cubicBezTo>
                  <a:pt x="1498560" y="105653"/>
                  <a:pt x="1500429" y="102394"/>
                  <a:pt x="1501729" y="98648"/>
                </a:cubicBezTo>
                <a:cubicBezTo>
                  <a:pt x="1503030" y="94899"/>
                  <a:pt x="1503681" y="90907"/>
                  <a:pt x="1503681" y="86671"/>
                </a:cubicBezTo>
                <a:close/>
                <a:moveTo>
                  <a:pt x="1552444" y="116907"/>
                </a:moveTo>
                <a:cubicBezTo>
                  <a:pt x="1552444" y="119190"/>
                  <a:pt x="1551631" y="121230"/>
                  <a:pt x="1550006" y="123025"/>
                </a:cubicBezTo>
                <a:cubicBezTo>
                  <a:pt x="1548380" y="124819"/>
                  <a:pt x="1546267" y="125716"/>
                  <a:pt x="1543666" y="125716"/>
                </a:cubicBezTo>
                <a:cubicBezTo>
                  <a:pt x="1541066" y="125716"/>
                  <a:pt x="1538952" y="124819"/>
                  <a:pt x="1537327" y="123025"/>
                </a:cubicBezTo>
                <a:cubicBezTo>
                  <a:pt x="1535702" y="121230"/>
                  <a:pt x="1534889" y="119190"/>
                  <a:pt x="1534889" y="116907"/>
                </a:cubicBezTo>
                <a:cubicBezTo>
                  <a:pt x="1534889" y="114623"/>
                  <a:pt x="1535702" y="112585"/>
                  <a:pt x="1537327" y="110791"/>
                </a:cubicBezTo>
                <a:cubicBezTo>
                  <a:pt x="1538952" y="108995"/>
                  <a:pt x="1541066" y="108097"/>
                  <a:pt x="1543666" y="108097"/>
                </a:cubicBezTo>
                <a:cubicBezTo>
                  <a:pt x="1546267" y="108097"/>
                  <a:pt x="1548380" y="108995"/>
                  <a:pt x="1550006" y="110791"/>
                </a:cubicBezTo>
                <a:cubicBezTo>
                  <a:pt x="1551631" y="112585"/>
                  <a:pt x="1552444" y="114623"/>
                  <a:pt x="1552444" y="116907"/>
                </a:cubicBezTo>
                <a:close/>
                <a:moveTo>
                  <a:pt x="1614045" y="97678"/>
                </a:moveTo>
                <a:cubicBezTo>
                  <a:pt x="1614045" y="107101"/>
                  <a:pt x="1615021" y="115874"/>
                  <a:pt x="1616972" y="123998"/>
                </a:cubicBezTo>
                <a:cubicBezTo>
                  <a:pt x="1618923" y="132121"/>
                  <a:pt x="1621686" y="139432"/>
                  <a:pt x="1625261" y="145930"/>
                </a:cubicBezTo>
                <a:lnTo>
                  <a:pt x="1616811" y="150479"/>
                </a:lnTo>
                <a:cubicBezTo>
                  <a:pt x="1612692" y="143872"/>
                  <a:pt x="1609413" y="135937"/>
                  <a:pt x="1606974" y="126676"/>
                </a:cubicBezTo>
                <a:cubicBezTo>
                  <a:pt x="1604537" y="117417"/>
                  <a:pt x="1603318" y="107751"/>
                  <a:pt x="1603318" y="97678"/>
                </a:cubicBezTo>
                <a:cubicBezTo>
                  <a:pt x="1603318" y="88688"/>
                  <a:pt x="1604320" y="79915"/>
                  <a:pt x="1606324" y="71358"/>
                </a:cubicBezTo>
                <a:cubicBezTo>
                  <a:pt x="1608330" y="62801"/>
                  <a:pt x="1611067" y="54569"/>
                  <a:pt x="1614534" y="46663"/>
                </a:cubicBezTo>
                <a:cubicBezTo>
                  <a:pt x="1618001" y="38756"/>
                  <a:pt x="1622065" y="31337"/>
                  <a:pt x="1626724" y="24405"/>
                </a:cubicBezTo>
                <a:cubicBezTo>
                  <a:pt x="1631384" y="17474"/>
                  <a:pt x="1636422" y="11138"/>
                  <a:pt x="1641841" y="5397"/>
                </a:cubicBezTo>
                <a:lnTo>
                  <a:pt x="1649319" y="10759"/>
                </a:lnTo>
                <a:cubicBezTo>
                  <a:pt x="1644333" y="16282"/>
                  <a:pt x="1639700" y="22401"/>
                  <a:pt x="1635420" y="29118"/>
                </a:cubicBezTo>
                <a:cubicBezTo>
                  <a:pt x="1631140" y="35832"/>
                  <a:pt x="1627402" y="42899"/>
                  <a:pt x="1624204" y="50318"/>
                </a:cubicBezTo>
                <a:cubicBezTo>
                  <a:pt x="1621008" y="57737"/>
                  <a:pt x="1618515" y="65455"/>
                  <a:pt x="1616726" y="73471"/>
                </a:cubicBezTo>
                <a:cubicBezTo>
                  <a:pt x="1614939" y="81485"/>
                  <a:pt x="1614045" y="89554"/>
                  <a:pt x="1614045" y="97678"/>
                </a:cubicBezTo>
                <a:close/>
                <a:moveTo>
                  <a:pt x="1706858" y="65304"/>
                </a:moveTo>
                <a:cubicBezTo>
                  <a:pt x="1705340" y="62486"/>
                  <a:pt x="1703064" y="60184"/>
                  <a:pt x="1700030" y="58396"/>
                </a:cubicBezTo>
                <a:cubicBezTo>
                  <a:pt x="1696996" y="56609"/>
                  <a:pt x="1693366" y="55715"/>
                  <a:pt x="1689140" y="55715"/>
                </a:cubicBezTo>
                <a:cubicBezTo>
                  <a:pt x="1687190" y="55715"/>
                  <a:pt x="1685159" y="55933"/>
                  <a:pt x="1683046" y="56368"/>
                </a:cubicBezTo>
                <a:cubicBezTo>
                  <a:pt x="1680933" y="56801"/>
                  <a:pt x="1678982" y="57506"/>
                  <a:pt x="1677193" y="58483"/>
                </a:cubicBezTo>
                <a:cubicBezTo>
                  <a:pt x="1675405" y="59459"/>
                  <a:pt x="1673943" y="60734"/>
                  <a:pt x="1672805" y="62308"/>
                </a:cubicBezTo>
                <a:cubicBezTo>
                  <a:pt x="1671667" y="63880"/>
                  <a:pt x="1671099" y="65806"/>
                  <a:pt x="1671099" y="68084"/>
                </a:cubicBezTo>
                <a:cubicBezTo>
                  <a:pt x="1671099" y="70144"/>
                  <a:pt x="1671451" y="71826"/>
                  <a:pt x="1672155" y="73129"/>
                </a:cubicBezTo>
                <a:cubicBezTo>
                  <a:pt x="1672860" y="74430"/>
                  <a:pt x="1673862" y="75542"/>
                  <a:pt x="1675161" y="76465"/>
                </a:cubicBezTo>
                <a:cubicBezTo>
                  <a:pt x="1676463" y="77387"/>
                  <a:pt x="1678034" y="78202"/>
                  <a:pt x="1679876" y="78908"/>
                </a:cubicBezTo>
                <a:cubicBezTo>
                  <a:pt x="1681718" y="79612"/>
                  <a:pt x="1683831" y="80289"/>
                  <a:pt x="1686216" y="80939"/>
                </a:cubicBezTo>
                <a:cubicBezTo>
                  <a:pt x="1693692" y="83110"/>
                  <a:pt x="1699381" y="85850"/>
                  <a:pt x="1703282" y="89158"/>
                </a:cubicBezTo>
                <a:cubicBezTo>
                  <a:pt x="1707182" y="92467"/>
                  <a:pt x="1709133" y="97159"/>
                  <a:pt x="1709133" y="103233"/>
                </a:cubicBezTo>
                <a:cubicBezTo>
                  <a:pt x="1709133" y="107357"/>
                  <a:pt x="1708212" y="110911"/>
                  <a:pt x="1706370" y="113896"/>
                </a:cubicBezTo>
                <a:cubicBezTo>
                  <a:pt x="1704528" y="116879"/>
                  <a:pt x="1702198" y="119319"/>
                  <a:pt x="1699380" y="121217"/>
                </a:cubicBezTo>
                <a:cubicBezTo>
                  <a:pt x="1696563" y="123116"/>
                  <a:pt x="1693420" y="124499"/>
                  <a:pt x="1689953" y="125367"/>
                </a:cubicBezTo>
                <a:cubicBezTo>
                  <a:pt x="1686486" y="126235"/>
                  <a:pt x="1683072" y="126669"/>
                  <a:pt x="1679712" y="126669"/>
                </a:cubicBezTo>
                <a:cubicBezTo>
                  <a:pt x="1673320" y="126669"/>
                  <a:pt x="1667333" y="125485"/>
                  <a:pt x="1661751" y="123117"/>
                </a:cubicBezTo>
                <a:cubicBezTo>
                  <a:pt x="1656170" y="120748"/>
                  <a:pt x="1651809" y="117129"/>
                  <a:pt x="1648668" y="112261"/>
                </a:cubicBezTo>
                <a:lnTo>
                  <a:pt x="1658095" y="106083"/>
                </a:lnTo>
                <a:cubicBezTo>
                  <a:pt x="1659937" y="109226"/>
                  <a:pt x="1662700" y="111909"/>
                  <a:pt x="1666384" y="114131"/>
                </a:cubicBezTo>
                <a:cubicBezTo>
                  <a:pt x="1670069" y="116352"/>
                  <a:pt x="1674350" y="117462"/>
                  <a:pt x="1679226" y="117462"/>
                </a:cubicBezTo>
                <a:cubicBezTo>
                  <a:pt x="1681609" y="117462"/>
                  <a:pt x="1683938" y="117218"/>
                  <a:pt x="1686213" y="116731"/>
                </a:cubicBezTo>
                <a:cubicBezTo>
                  <a:pt x="1688490" y="116241"/>
                  <a:pt x="1690522" y="115481"/>
                  <a:pt x="1692309" y="114451"/>
                </a:cubicBezTo>
                <a:cubicBezTo>
                  <a:pt x="1694098" y="113421"/>
                  <a:pt x="1695534" y="112065"/>
                  <a:pt x="1696617" y="110384"/>
                </a:cubicBezTo>
                <a:cubicBezTo>
                  <a:pt x="1697700" y="108702"/>
                  <a:pt x="1698242" y="106722"/>
                  <a:pt x="1698242" y="104444"/>
                </a:cubicBezTo>
                <a:cubicBezTo>
                  <a:pt x="1698242" y="100429"/>
                  <a:pt x="1696643" y="97364"/>
                  <a:pt x="1693445" y="95250"/>
                </a:cubicBezTo>
                <a:cubicBezTo>
                  <a:pt x="1690249" y="93133"/>
                  <a:pt x="1685672" y="91098"/>
                  <a:pt x="1679712" y="89143"/>
                </a:cubicBezTo>
                <a:cubicBezTo>
                  <a:pt x="1677437" y="88384"/>
                  <a:pt x="1675161" y="87517"/>
                  <a:pt x="1672884" y="86542"/>
                </a:cubicBezTo>
                <a:cubicBezTo>
                  <a:pt x="1670609" y="85564"/>
                  <a:pt x="1668551" y="84290"/>
                  <a:pt x="1666709" y="82717"/>
                </a:cubicBezTo>
                <a:cubicBezTo>
                  <a:pt x="1664867" y="81143"/>
                  <a:pt x="1663377" y="79244"/>
                  <a:pt x="1662239" y="77020"/>
                </a:cubicBezTo>
                <a:cubicBezTo>
                  <a:pt x="1661102" y="74796"/>
                  <a:pt x="1660533" y="72111"/>
                  <a:pt x="1660533" y="68964"/>
                </a:cubicBezTo>
                <a:cubicBezTo>
                  <a:pt x="1660533" y="65057"/>
                  <a:pt x="1661427" y="61693"/>
                  <a:pt x="1663214" y="58873"/>
                </a:cubicBezTo>
                <a:cubicBezTo>
                  <a:pt x="1665003" y="56052"/>
                  <a:pt x="1667279" y="53747"/>
                  <a:pt x="1670042" y="51958"/>
                </a:cubicBezTo>
                <a:cubicBezTo>
                  <a:pt x="1672805" y="50167"/>
                  <a:pt x="1675920" y="48838"/>
                  <a:pt x="1679388" y="47970"/>
                </a:cubicBezTo>
                <a:cubicBezTo>
                  <a:pt x="1682855" y="47102"/>
                  <a:pt x="1686322" y="46667"/>
                  <a:pt x="1689789" y="46667"/>
                </a:cubicBezTo>
                <a:cubicBezTo>
                  <a:pt x="1695641" y="46667"/>
                  <a:pt x="1700869" y="47798"/>
                  <a:pt x="1705474" y="50060"/>
                </a:cubicBezTo>
                <a:cubicBezTo>
                  <a:pt x="1710081" y="52322"/>
                  <a:pt x="1713413" y="55345"/>
                  <a:pt x="1715472" y="59128"/>
                </a:cubicBezTo>
                <a:lnTo>
                  <a:pt x="1706858" y="65304"/>
                </a:lnTo>
                <a:close/>
                <a:moveTo>
                  <a:pt x="1738392" y="124764"/>
                </a:moveTo>
                <a:lnTo>
                  <a:pt x="1727502" y="124764"/>
                </a:lnTo>
                <a:lnTo>
                  <a:pt x="1740992" y="48694"/>
                </a:lnTo>
                <a:lnTo>
                  <a:pt x="1751882" y="48694"/>
                </a:lnTo>
                <a:lnTo>
                  <a:pt x="1738392" y="124764"/>
                </a:lnTo>
                <a:moveTo>
                  <a:pt x="1758385" y="19204"/>
                </a:moveTo>
                <a:cubicBezTo>
                  <a:pt x="1758385" y="21365"/>
                  <a:pt x="1757654" y="23202"/>
                  <a:pt x="1756190" y="24715"/>
                </a:cubicBezTo>
                <a:cubicBezTo>
                  <a:pt x="1754727" y="26228"/>
                  <a:pt x="1752912" y="26985"/>
                  <a:pt x="1750746" y="26985"/>
                </a:cubicBezTo>
                <a:cubicBezTo>
                  <a:pt x="1748688" y="26985"/>
                  <a:pt x="1746927" y="26336"/>
                  <a:pt x="1745464" y="25040"/>
                </a:cubicBezTo>
                <a:cubicBezTo>
                  <a:pt x="1744000" y="23742"/>
                  <a:pt x="1743269" y="21959"/>
                  <a:pt x="1743269" y="19690"/>
                </a:cubicBezTo>
                <a:cubicBezTo>
                  <a:pt x="1743269" y="17420"/>
                  <a:pt x="1744054" y="15529"/>
                  <a:pt x="1745625" y="14016"/>
                </a:cubicBezTo>
                <a:cubicBezTo>
                  <a:pt x="1747197" y="12503"/>
                  <a:pt x="1749013" y="11746"/>
                  <a:pt x="1751071" y="11746"/>
                </a:cubicBezTo>
                <a:cubicBezTo>
                  <a:pt x="1753130" y="11746"/>
                  <a:pt x="1754863" y="12422"/>
                  <a:pt x="1756272" y="13773"/>
                </a:cubicBezTo>
                <a:cubicBezTo>
                  <a:pt x="1757681" y="15123"/>
                  <a:pt x="1758385" y="16934"/>
                  <a:pt x="1758385" y="19204"/>
                </a:cubicBezTo>
                <a:close/>
                <a:moveTo>
                  <a:pt x="1864200" y="46667"/>
                </a:moveTo>
                <a:cubicBezTo>
                  <a:pt x="1872435" y="46667"/>
                  <a:pt x="1878854" y="48756"/>
                  <a:pt x="1883459" y="52932"/>
                </a:cubicBezTo>
                <a:cubicBezTo>
                  <a:pt x="1888066" y="57107"/>
                  <a:pt x="1890369" y="62775"/>
                  <a:pt x="1890369" y="69934"/>
                </a:cubicBezTo>
                <a:cubicBezTo>
                  <a:pt x="1890369" y="71236"/>
                  <a:pt x="1890287" y="72537"/>
                  <a:pt x="1890124" y="73838"/>
                </a:cubicBezTo>
                <a:cubicBezTo>
                  <a:pt x="1889961" y="75139"/>
                  <a:pt x="1889772" y="76550"/>
                  <a:pt x="1889556" y="78069"/>
                </a:cubicBezTo>
                <a:lnTo>
                  <a:pt x="1881267" y="124764"/>
                </a:lnTo>
                <a:lnTo>
                  <a:pt x="1870376" y="124764"/>
                </a:lnTo>
                <a:lnTo>
                  <a:pt x="1877854" y="82586"/>
                </a:lnTo>
                <a:cubicBezTo>
                  <a:pt x="1878504" y="79219"/>
                  <a:pt x="1878829" y="76017"/>
                  <a:pt x="1878829" y="72977"/>
                </a:cubicBezTo>
                <a:cubicBezTo>
                  <a:pt x="1878829" y="67658"/>
                  <a:pt x="1877582" y="63452"/>
                  <a:pt x="1875089" y="60358"/>
                </a:cubicBezTo>
                <a:cubicBezTo>
                  <a:pt x="1872597" y="57263"/>
                  <a:pt x="1868208" y="55715"/>
                  <a:pt x="1861924" y="55715"/>
                </a:cubicBezTo>
                <a:cubicBezTo>
                  <a:pt x="1857914" y="55715"/>
                  <a:pt x="1854473" y="56530"/>
                  <a:pt x="1851601" y="58158"/>
                </a:cubicBezTo>
                <a:cubicBezTo>
                  <a:pt x="1848731" y="59787"/>
                  <a:pt x="1846293" y="61959"/>
                  <a:pt x="1844287" y="64674"/>
                </a:cubicBezTo>
                <a:cubicBezTo>
                  <a:pt x="1842283" y="67387"/>
                  <a:pt x="1840712" y="70427"/>
                  <a:pt x="1839575" y="73793"/>
                </a:cubicBezTo>
                <a:cubicBezTo>
                  <a:pt x="1838437" y="77158"/>
                  <a:pt x="1837543" y="80632"/>
                  <a:pt x="1836893" y="84215"/>
                </a:cubicBezTo>
                <a:lnTo>
                  <a:pt x="1829741" y="124764"/>
                </a:lnTo>
                <a:lnTo>
                  <a:pt x="1818850" y="124764"/>
                </a:lnTo>
                <a:lnTo>
                  <a:pt x="1826816" y="80468"/>
                </a:lnTo>
                <a:cubicBezTo>
                  <a:pt x="1827466" y="76886"/>
                  <a:pt x="1827791" y="73575"/>
                  <a:pt x="1827791" y="70534"/>
                </a:cubicBezTo>
                <a:cubicBezTo>
                  <a:pt x="1827791" y="65974"/>
                  <a:pt x="1826680" y="62365"/>
                  <a:pt x="1824458" y="59706"/>
                </a:cubicBezTo>
                <a:cubicBezTo>
                  <a:pt x="1822237" y="57045"/>
                  <a:pt x="1818309" y="55715"/>
                  <a:pt x="1812674" y="55715"/>
                </a:cubicBezTo>
                <a:cubicBezTo>
                  <a:pt x="1810073" y="55715"/>
                  <a:pt x="1807364" y="56313"/>
                  <a:pt x="1804547" y="57508"/>
                </a:cubicBezTo>
                <a:cubicBezTo>
                  <a:pt x="1801729" y="58702"/>
                  <a:pt x="1799074" y="60548"/>
                  <a:pt x="1796583" y="63044"/>
                </a:cubicBezTo>
                <a:cubicBezTo>
                  <a:pt x="1794091" y="65541"/>
                  <a:pt x="1791870" y="68662"/>
                  <a:pt x="1789918" y="72407"/>
                </a:cubicBezTo>
                <a:cubicBezTo>
                  <a:pt x="1787967" y="76152"/>
                  <a:pt x="1786559" y="80577"/>
                  <a:pt x="1785692" y="85681"/>
                </a:cubicBezTo>
                <a:lnTo>
                  <a:pt x="1778864" y="124764"/>
                </a:lnTo>
                <a:lnTo>
                  <a:pt x="1767974" y="124764"/>
                </a:lnTo>
                <a:lnTo>
                  <a:pt x="1778378" y="65378"/>
                </a:lnTo>
                <a:cubicBezTo>
                  <a:pt x="1778811" y="63316"/>
                  <a:pt x="1779272" y="60660"/>
                  <a:pt x="1779760" y="57409"/>
                </a:cubicBezTo>
                <a:cubicBezTo>
                  <a:pt x="1780247" y="54159"/>
                  <a:pt x="1780599" y="51233"/>
                  <a:pt x="1780816" y="48632"/>
                </a:cubicBezTo>
                <a:lnTo>
                  <a:pt x="1791218" y="48632"/>
                </a:lnTo>
                <a:cubicBezTo>
                  <a:pt x="1791001" y="50690"/>
                  <a:pt x="1790730" y="52966"/>
                  <a:pt x="1790405" y="55460"/>
                </a:cubicBezTo>
                <a:cubicBezTo>
                  <a:pt x="1790080" y="57952"/>
                  <a:pt x="1789756" y="60010"/>
                  <a:pt x="1789430" y="61635"/>
                </a:cubicBezTo>
                <a:lnTo>
                  <a:pt x="1789755" y="61635"/>
                </a:lnTo>
                <a:cubicBezTo>
                  <a:pt x="1792898" y="56971"/>
                  <a:pt x="1796690" y="53310"/>
                  <a:pt x="1801131" y="50653"/>
                </a:cubicBezTo>
                <a:cubicBezTo>
                  <a:pt x="1805574" y="47996"/>
                  <a:pt x="1810559" y="46667"/>
                  <a:pt x="1816087" y="46667"/>
                </a:cubicBezTo>
                <a:cubicBezTo>
                  <a:pt x="1818146" y="46667"/>
                  <a:pt x="1820285" y="46885"/>
                  <a:pt x="1822506" y="47320"/>
                </a:cubicBezTo>
                <a:cubicBezTo>
                  <a:pt x="1824728" y="47753"/>
                  <a:pt x="1826841" y="48593"/>
                  <a:pt x="1828845" y="49840"/>
                </a:cubicBezTo>
                <a:cubicBezTo>
                  <a:pt x="1830851" y="51086"/>
                  <a:pt x="1832612" y="52741"/>
                  <a:pt x="1834128" y="54803"/>
                </a:cubicBezTo>
                <a:cubicBezTo>
                  <a:pt x="1835646" y="56863"/>
                  <a:pt x="1836730" y="59520"/>
                  <a:pt x="1837380" y="62774"/>
                </a:cubicBezTo>
                <a:cubicBezTo>
                  <a:pt x="1840305" y="57567"/>
                  <a:pt x="1844043" y="53581"/>
                  <a:pt x="1848595" y="50817"/>
                </a:cubicBezTo>
                <a:cubicBezTo>
                  <a:pt x="1853147" y="48051"/>
                  <a:pt x="1858349" y="46667"/>
                  <a:pt x="1864200" y="46667"/>
                </a:cubicBezTo>
                <a:close/>
                <a:moveTo>
                  <a:pt x="2040395" y="58414"/>
                </a:moveTo>
                <a:lnTo>
                  <a:pt x="2040395" y="68096"/>
                </a:lnTo>
                <a:lnTo>
                  <a:pt x="1957499" y="68096"/>
                </a:lnTo>
                <a:lnTo>
                  <a:pt x="1957499" y="58414"/>
                </a:lnTo>
                <a:lnTo>
                  <a:pt x="2040395" y="58414"/>
                </a:lnTo>
                <a:moveTo>
                  <a:pt x="2040395" y="82859"/>
                </a:moveTo>
                <a:lnTo>
                  <a:pt x="2040395" y="92541"/>
                </a:lnTo>
                <a:lnTo>
                  <a:pt x="1957499" y="92541"/>
                </a:lnTo>
                <a:lnTo>
                  <a:pt x="1957499" y="82859"/>
                </a:lnTo>
                <a:lnTo>
                  <a:pt x="2040395" y="82859"/>
                </a:lnTo>
                <a:close/>
                <a:moveTo>
                  <a:pt x="2143123" y="124764"/>
                </a:moveTo>
                <a:lnTo>
                  <a:pt x="2131744" y="124764"/>
                </a:lnTo>
                <a:lnTo>
                  <a:pt x="2149462" y="23825"/>
                </a:lnTo>
                <a:lnTo>
                  <a:pt x="2125243" y="41868"/>
                </a:lnTo>
                <a:lnTo>
                  <a:pt x="2119553" y="33416"/>
                </a:lnTo>
                <a:lnTo>
                  <a:pt x="2153039" y="9683"/>
                </a:lnTo>
                <a:lnTo>
                  <a:pt x="2163441" y="9683"/>
                </a:lnTo>
                <a:lnTo>
                  <a:pt x="2143123" y="124764"/>
                </a:lnTo>
                <a:close/>
                <a:moveTo>
                  <a:pt x="2209277" y="116743"/>
                </a:moveTo>
                <a:cubicBezTo>
                  <a:pt x="2209277" y="119136"/>
                  <a:pt x="2208437" y="121230"/>
                  <a:pt x="2206757" y="123025"/>
                </a:cubicBezTo>
                <a:cubicBezTo>
                  <a:pt x="2205077" y="124819"/>
                  <a:pt x="2202991" y="125716"/>
                  <a:pt x="2200499" y="125716"/>
                </a:cubicBezTo>
                <a:cubicBezTo>
                  <a:pt x="2198117" y="125716"/>
                  <a:pt x="2196085" y="124955"/>
                  <a:pt x="2194406" y="123432"/>
                </a:cubicBezTo>
                <a:cubicBezTo>
                  <a:pt x="2192726" y="121909"/>
                  <a:pt x="2191886" y="119843"/>
                  <a:pt x="2191886" y="117234"/>
                </a:cubicBezTo>
                <a:cubicBezTo>
                  <a:pt x="2191886" y="114623"/>
                  <a:pt x="2192779" y="112448"/>
                  <a:pt x="2194567" y="110709"/>
                </a:cubicBezTo>
                <a:cubicBezTo>
                  <a:pt x="2196356" y="108968"/>
                  <a:pt x="2198442" y="108097"/>
                  <a:pt x="2200824" y="108097"/>
                </a:cubicBezTo>
                <a:cubicBezTo>
                  <a:pt x="2203209" y="108097"/>
                  <a:pt x="2205213" y="108859"/>
                  <a:pt x="2206839" y="110381"/>
                </a:cubicBezTo>
                <a:cubicBezTo>
                  <a:pt x="2208464" y="111904"/>
                  <a:pt x="2209277" y="114025"/>
                  <a:pt x="2209277" y="116743"/>
                </a:cubicBezTo>
                <a:close/>
                <a:moveTo>
                  <a:pt x="2288436" y="6826"/>
                </a:moveTo>
                <a:cubicBezTo>
                  <a:pt x="2293855" y="6826"/>
                  <a:pt x="2298460" y="7854"/>
                  <a:pt x="2302251" y="9911"/>
                </a:cubicBezTo>
                <a:cubicBezTo>
                  <a:pt x="2306044" y="11968"/>
                  <a:pt x="2309159" y="14782"/>
                  <a:pt x="2311596" y="18353"/>
                </a:cubicBezTo>
                <a:cubicBezTo>
                  <a:pt x="2314035" y="21925"/>
                  <a:pt x="2315796" y="26093"/>
                  <a:pt x="2316879" y="30856"/>
                </a:cubicBezTo>
                <a:cubicBezTo>
                  <a:pt x="2317964" y="35618"/>
                  <a:pt x="2318506" y="40650"/>
                  <a:pt x="2318506" y="45953"/>
                </a:cubicBezTo>
                <a:cubicBezTo>
                  <a:pt x="2318506" y="51474"/>
                  <a:pt x="2318100" y="57320"/>
                  <a:pt x="2317286" y="63491"/>
                </a:cubicBezTo>
                <a:cubicBezTo>
                  <a:pt x="2316474" y="69660"/>
                  <a:pt x="2315228" y="75775"/>
                  <a:pt x="2313548" y="81837"/>
                </a:cubicBezTo>
                <a:cubicBezTo>
                  <a:pt x="2311868" y="87898"/>
                  <a:pt x="2309728" y="93690"/>
                  <a:pt x="2307127" y="99211"/>
                </a:cubicBezTo>
                <a:cubicBezTo>
                  <a:pt x="2304528" y="104730"/>
                  <a:pt x="2301385" y="109600"/>
                  <a:pt x="2297700" y="113821"/>
                </a:cubicBezTo>
                <a:cubicBezTo>
                  <a:pt x="2294016" y="118043"/>
                  <a:pt x="2289817" y="121398"/>
                  <a:pt x="2285103" y="123889"/>
                </a:cubicBezTo>
                <a:cubicBezTo>
                  <a:pt x="2280391" y="126377"/>
                  <a:pt x="2275054" y="127621"/>
                  <a:pt x="2269093" y="127621"/>
                </a:cubicBezTo>
                <a:cubicBezTo>
                  <a:pt x="2263567" y="127621"/>
                  <a:pt x="2258908" y="126593"/>
                  <a:pt x="2255115" y="124536"/>
                </a:cubicBezTo>
                <a:cubicBezTo>
                  <a:pt x="2251322" y="122479"/>
                  <a:pt x="2248233" y="119719"/>
                  <a:pt x="2245849" y="116257"/>
                </a:cubicBezTo>
                <a:cubicBezTo>
                  <a:pt x="2243466" y="112793"/>
                  <a:pt x="2241733" y="108707"/>
                  <a:pt x="2240648" y="104000"/>
                </a:cubicBezTo>
                <a:cubicBezTo>
                  <a:pt x="2239565" y="99291"/>
                  <a:pt x="2239023" y="94229"/>
                  <a:pt x="2239023" y="88816"/>
                </a:cubicBezTo>
                <a:cubicBezTo>
                  <a:pt x="2239023" y="83188"/>
                  <a:pt x="2239403" y="77262"/>
                  <a:pt x="2240162" y="71038"/>
                </a:cubicBezTo>
                <a:cubicBezTo>
                  <a:pt x="2240921" y="64814"/>
                  <a:pt x="2242139" y="58672"/>
                  <a:pt x="2243818" y="52610"/>
                </a:cubicBezTo>
                <a:cubicBezTo>
                  <a:pt x="2245497" y="46548"/>
                  <a:pt x="2247664" y="40758"/>
                  <a:pt x="2250318" y="35239"/>
                </a:cubicBezTo>
                <a:cubicBezTo>
                  <a:pt x="2252974" y="29718"/>
                  <a:pt x="2256116" y="24847"/>
                  <a:pt x="2259745" y="20625"/>
                </a:cubicBezTo>
                <a:cubicBezTo>
                  <a:pt x="2263376" y="16404"/>
                  <a:pt x="2267575" y="13049"/>
                  <a:pt x="2272342" y="10561"/>
                </a:cubicBezTo>
                <a:cubicBezTo>
                  <a:pt x="2277111" y="8071"/>
                  <a:pt x="2282476" y="6826"/>
                  <a:pt x="2288436" y="6826"/>
                </a:cubicBezTo>
                <a:moveTo>
                  <a:pt x="2287623" y="16508"/>
                </a:moveTo>
                <a:cubicBezTo>
                  <a:pt x="2282206" y="16508"/>
                  <a:pt x="2277249" y="18595"/>
                  <a:pt x="2272752" y="22768"/>
                </a:cubicBezTo>
                <a:cubicBezTo>
                  <a:pt x="2268254" y="26940"/>
                  <a:pt x="2264380" y="32412"/>
                  <a:pt x="2261129" y="39185"/>
                </a:cubicBezTo>
                <a:cubicBezTo>
                  <a:pt x="2257879" y="45957"/>
                  <a:pt x="2255332" y="53597"/>
                  <a:pt x="2253490" y="62104"/>
                </a:cubicBezTo>
                <a:cubicBezTo>
                  <a:pt x="2251648" y="70611"/>
                  <a:pt x="2250727" y="79199"/>
                  <a:pt x="2250727" y="87869"/>
                </a:cubicBezTo>
                <a:cubicBezTo>
                  <a:pt x="2250727" y="91878"/>
                  <a:pt x="2251052" y="95699"/>
                  <a:pt x="2251702" y="99330"/>
                </a:cubicBezTo>
                <a:cubicBezTo>
                  <a:pt x="2252352" y="102961"/>
                  <a:pt x="2253408" y="106131"/>
                  <a:pt x="2254872" y="108841"/>
                </a:cubicBezTo>
                <a:cubicBezTo>
                  <a:pt x="2256335" y="111550"/>
                  <a:pt x="2258313" y="113716"/>
                  <a:pt x="2260804" y="115342"/>
                </a:cubicBezTo>
                <a:cubicBezTo>
                  <a:pt x="2263296" y="116967"/>
                  <a:pt x="2266330" y="117780"/>
                  <a:pt x="2269907" y="117780"/>
                </a:cubicBezTo>
                <a:cubicBezTo>
                  <a:pt x="2275216" y="117780"/>
                  <a:pt x="2280119" y="115721"/>
                  <a:pt x="2284617" y="111604"/>
                </a:cubicBezTo>
                <a:cubicBezTo>
                  <a:pt x="2289114" y="107485"/>
                  <a:pt x="2292988" y="102067"/>
                  <a:pt x="2296239" y="95349"/>
                </a:cubicBezTo>
                <a:cubicBezTo>
                  <a:pt x="2299490" y="88629"/>
                  <a:pt x="2302036" y="81043"/>
                  <a:pt x="2303878" y="72591"/>
                </a:cubicBezTo>
                <a:cubicBezTo>
                  <a:pt x="2305720" y="64136"/>
                  <a:pt x="2306641" y="55575"/>
                  <a:pt x="2306641" y="46906"/>
                </a:cubicBezTo>
                <a:cubicBezTo>
                  <a:pt x="2306641" y="42896"/>
                  <a:pt x="2306316" y="39049"/>
                  <a:pt x="2305666" y="35365"/>
                </a:cubicBezTo>
                <a:cubicBezTo>
                  <a:pt x="2305017" y="31680"/>
                  <a:pt x="2303960" y="28428"/>
                  <a:pt x="2302497" y="25611"/>
                </a:cubicBezTo>
                <a:cubicBezTo>
                  <a:pt x="2301033" y="22793"/>
                  <a:pt x="2299082" y="20572"/>
                  <a:pt x="2296643" y="18946"/>
                </a:cubicBezTo>
                <a:cubicBezTo>
                  <a:pt x="2294206" y="17321"/>
                  <a:pt x="2291199" y="16508"/>
                  <a:pt x="2287623" y="16508"/>
                </a:cubicBezTo>
                <a:close/>
                <a:moveTo>
                  <a:pt x="2358816" y="58357"/>
                </a:moveTo>
                <a:cubicBezTo>
                  <a:pt x="2358816" y="48934"/>
                  <a:pt x="2357841" y="40160"/>
                  <a:pt x="2355890" y="32037"/>
                </a:cubicBezTo>
                <a:cubicBezTo>
                  <a:pt x="2353940" y="23913"/>
                  <a:pt x="2351177" y="16602"/>
                  <a:pt x="2347601" y="10104"/>
                </a:cubicBezTo>
                <a:lnTo>
                  <a:pt x="2356054" y="5556"/>
                </a:lnTo>
                <a:cubicBezTo>
                  <a:pt x="2360171" y="12163"/>
                  <a:pt x="2363448" y="20097"/>
                  <a:pt x="2365885" y="29358"/>
                </a:cubicBezTo>
                <a:cubicBezTo>
                  <a:pt x="2368324" y="38618"/>
                  <a:pt x="2369543" y="48284"/>
                  <a:pt x="2369543" y="58357"/>
                </a:cubicBezTo>
                <a:cubicBezTo>
                  <a:pt x="2369543" y="67347"/>
                  <a:pt x="2368540" y="76120"/>
                  <a:pt x="2366535" y="84677"/>
                </a:cubicBezTo>
                <a:cubicBezTo>
                  <a:pt x="2364531" y="93233"/>
                  <a:pt x="2361795" y="101465"/>
                  <a:pt x="2358328" y="109372"/>
                </a:cubicBezTo>
                <a:cubicBezTo>
                  <a:pt x="2354861" y="117279"/>
                  <a:pt x="2350770" y="124698"/>
                  <a:pt x="2346056" y="131629"/>
                </a:cubicBezTo>
                <a:cubicBezTo>
                  <a:pt x="2341343" y="138561"/>
                  <a:pt x="2336332" y="144897"/>
                  <a:pt x="2331021" y="150638"/>
                </a:cubicBezTo>
                <a:lnTo>
                  <a:pt x="2323546" y="145275"/>
                </a:lnTo>
                <a:cubicBezTo>
                  <a:pt x="2328529" y="139753"/>
                  <a:pt x="2333161" y="133633"/>
                  <a:pt x="2337442" y="126917"/>
                </a:cubicBezTo>
                <a:cubicBezTo>
                  <a:pt x="2341723" y="120202"/>
                  <a:pt x="2345461" y="113135"/>
                  <a:pt x="2348658" y="105716"/>
                </a:cubicBezTo>
                <a:cubicBezTo>
                  <a:pt x="2351854" y="98297"/>
                  <a:pt x="2354345" y="90580"/>
                  <a:pt x="2356133" y="82566"/>
                </a:cubicBezTo>
                <a:cubicBezTo>
                  <a:pt x="2357922" y="74550"/>
                  <a:pt x="2358816" y="66480"/>
                  <a:pt x="2358816" y="583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32ADFC-1BA4-4796-B926-0C2D132B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653" y="5564487"/>
            <a:ext cx="1814299" cy="223496"/>
          </a:xfrm>
          <a:custGeom xmlns:a="http://schemas.openxmlformats.org/drawingml/2006/main">
            <a:pathLst>
              <a:path w="1814299" h="223496">
                <a:moveTo>
                  <a:pt x="0" y="0"/>
                </a:moveTo>
                <a:lnTo>
                  <a:pt x="1814299" y="0"/>
                </a:lnTo>
                <a:lnTo>
                  <a:pt x="1814299" y="223496"/>
                </a:lnTo>
                <a:lnTo>
                  <a:pt x="0" y="2234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FD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CD4658-525F-4868-89F5-95C1977B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053" y="5765633"/>
            <a:ext cx="2210179" cy="223496"/>
          </a:xfrm>
          <a:custGeom xmlns:a="http://schemas.openxmlformats.org/drawingml/2006/main">
            <a:pathLst>
              <a:path w="2210179" h="223496">
                <a:moveTo>
                  <a:pt x="0" y="0"/>
                </a:moveTo>
                <a:lnTo>
                  <a:pt x="2210179" y="0"/>
                </a:lnTo>
                <a:lnTo>
                  <a:pt x="2210179" y="223496"/>
                </a:lnTo>
                <a:lnTo>
                  <a:pt x="0" y="2234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FD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53D159-F30B-46EB-8CA6-3974B5B1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3053" y="5966779"/>
            <a:ext cx="1405830" cy="223496"/>
          </a:xfrm>
          <a:custGeom xmlns:a="http://schemas.openxmlformats.org/drawingml/2006/main">
            <a:pathLst>
              <a:path w="1405830" h="223496">
                <a:moveTo>
                  <a:pt x="0" y="0"/>
                </a:moveTo>
                <a:lnTo>
                  <a:pt x="1405830" y="0"/>
                </a:lnTo>
                <a:lnTo>
                  <a:pt x="1405830" y="223496"/>
                </a:lnTo>
                <a:lnTo>
                  <a:pt x="0" y="2234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FD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6" name="Text :EmpowerYourJourney:">
            <a:extLst xmlns:a="http://schemas.openxmlformats.org/drawingml/2006/main">
              <a:ext uri="{FF2B5EF4-FFF2-40B4-BE49-F238E27FC236}">
                <a16:creationId xmlns:a16="http://schemas.microsoft.com/office/drawing/2014/main" id="{CE8AF791-1FF3-4C94-88A0-85959077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4105" y="5613413"/>
            <a:ext cx="1841606" cy="154130"/>
          </a:xfrm>
          <a:custGeom xmlns:a="http://schemas.openxmlformats.org/drawingml/2006/main">
            <a:pathLst>
              <a:path w="1841606" h="154130">
                <a:moveTo>
                  <a:pt x="31861" y="48488"/>
                </a:moveTo>
                <a:cubicBezTo>
                  <a:pt x="31861" y="50661"/>
                  <a:pt x="31427" y="52698"/>
                  <a:pt x="30559" y="54599"/>
                </a:cubicBezTo>
                <a:cubicBezTo>
                  <a:pt x="29692" y="56499"/>
                  <a:pt x="28555" y="58155"/>
                  <a:pt x="27146" y="59567"/>
                </a:cubicBezTo>
                <a:cubicBezTo>
                  <a:pt x="25737" y="60979"/>
                  <a:pt x="24057" y="62093"/>
                  <a:pt x="22106" y="62908"/>
                </a:cubicBezTo>
                <a:cubicBezTo>
                  <a:pt x="20157" y="63721"/>
                  <a:pt x="18153" y="64128"/>
                  <a:pt x="16094" y="64128"/>
                </a:cubicBezTo>
                <a:cubicBezTo>
                  <a:pt x="13926" y="64128"/>
                  <a:pt x="11867" y="63748"/>
                  <a:pt x="9916" y="62987"/>
                </a:cubicBezTo>
                <a:cubicBezTo>
                  <a:pt x="7965" y="62227"/>
                  <a:pt x="6258" y="61141"/>
                  <a:pt x="4794" y="59731"/>
                </a:cubicBezTo>
                <a:cubicBezTo>
                  <a:pt x="3333" y="58319"/>
                  <a:pt x="2168" y="56689"/>
                  <a:pt x="1300" y="54842"/>
                </a:cubicBezTo>
                <a:cubicBezTo>
                  <a:pt x="433" y="52995"/>
                  <a:pt x="0" y="50986"/>
                  <a:pt x="0" y="48815"/>
                </a:cubicBezTo>
                <a:cubicBezTo>
                  <a:pt x="0" y="46643"/>
                  <a:pt x="433" y="44606"/>
                  <a:pt x="1300" y="42707"/>
                </a:cubicBezTo>
                <a:cubicBezTo>
                  <a:pt x="2168" y="40805"/>
                  <a:pt x="3333" y="39148"/>
                  <a:pt x="4794" y="37736"/>
                </a:cubicBezTo>
                <a:cubicBezTo>
                  <a:pt x="6258" y="36324"/>
                  <a:pt x="7965" y="35211"/>
                  <a:pt x="9916" y="34398"/>
                </a:cubicBezTo>
                <a:cubicBezTo>
                  <a:pt x="11867" y="33583"/>
                  <a:pt x="13926" y="33175"/>
                  <a:pt x="16094" y="33175"/>
                </a:cubicBezTo>
                <a:cubicBezTo>
                  <a:pt x="18153" y="33175"/>
                  <a:pt x="20157" y="33583"/>
                  <a:pt x="22106" y="34398"/>
                </a:cubicBezTo>
                <a:cubicBezTo>
                  <a:pt x="24057" y="35211"/>
                  <a:pt x="25737" y="36297"/>
                  <a:pt x="27146" y="37654"/>
                </a:cubicBezTo>
                <a:cubicBezTo>
                  <a:pt x="28555" y="39012"/>
                  <a:pt x="29692" y="40641"/>
                  <a:pt x="30559" y="42543"/>
                </a:cubicBezTo>
                <a:cubicBezTo>
                  <a:pt x="31427" y="44443"/>
                  <a:pt x="31861" y="46424"/>
                  <a:pt x="31861" y="48488"/>
                </a:cubicBezTo>
                <a:moveTo>
                  <a:pt x="31861" y="100557"/>
                </a:moveTo>
                <a:cubicBezTo>
                  <a:pt x="31861" y="102730"/>
                  <a:pt x="31427" y="104767"/>
                  <a:pt x="30559" y="106669"/>
                </a:cubicBezTo>
                <a:cubicBezTo>
                  <a:pt x="29692" y="108568"/>
                  <a:pt x="28555" y="110197"/>
                  <a:pt x="27146" y="111555"/>
                </a:cubicBezTo>
                <a:cubicBezTo>
                  <a:pt x="25737" y="112912"/>
                  <a:pt x="24057" y="113998"/>
                  <a:pt x="22106" y="114813"/>
                </a:cubicBezTo>
                <a:cubicBezTo>
                  <a:pt x="20157" y="115627"/>
                  <a:pt x="18153" y="116034"/>
                  <a:pt x="16094" y="116034"/>
                </a:cubicBezTo>
                <a:cubicBezTo>
                  <a:pt x="13926" y="116034"/>
                  <a:pt x="11867" y="115653"/>
                  <a:pt x="9916" y="114893"/>
                </a:cubicBezTo>
                <a:cubicBezTo>
                  <a:pt x="7965" y="114132"/>
                  <a:pt x="6258" y="113047"/>
                  <a:pt x="4794" y="111636"/>
                </a:cubicBezTo>
                <a:cubicBezTo>
                  <a:pt x="3333" y="110224"/>
                  <a:pt x="2168" y="108595"/>
                  <a:pt x="1300" y="106748"/>
                </a:cubicBezTo>
                <a:cubicBezTo>
                  <a:pt x="433" y="104901"/>
                  <a:pt x="0" y="102892"/>
                  <a:pt x="0" y="100721"/>
                </a:cubicBezTo>
                <a:cubicBezTo>
                  <a:pt x="0" y="98548"/>
                  <a:pt x="433" y="96512"/>
                  <a:pt x="1300" y="94612"/>
                </a:cubicBezTo>
                <a:cubicBezTo>
                  <a:pt x="2168" y="92711"/>
                  <a:pt x="3333" y="91054"/>
                  <a:pt x="4794" y="89642"/>
                </a:cubicBezTo>
                <a:cubicBezTo>
                  <a:pt x="6258" y="88230"/>
                  <a:pt x="7965" y="87117"/>
                  <a:pt x="9916" y="86304"/>
                </a:cubicBezTo>
                <a:cubicBezTo>
                  <a:pt x="11867" y="85488"/>
                  <a:pt x="13926" y="85081"/>
                  <a:pt x="16094" y="85081"/>
                </a:cubicBezTo>
                <a:cubicBezTo>
                  <a:pt x="18153" y="85081"/>
                  <a:pt x="20157" y="85488"/>
                  <a:pt x="22106" y="86304"/>
                </a:cubicBezTo>
                <a:cubicBezTo>
                  <a:pt x="24057" y="87117"/>
                  <a:pt x="25737" y="88203"/>
                  <a:pt x="27146" y="89560"/>
                </a:cubicBezTo>
                <a:cubicBezTo>
                  <a:pt x="28555" y="90918"/>
                  <a:pt x="29692" y="92547"/>
                  <a:pt x="30559" y="94449"/>
                </a:cubicBezTo>
                <a:cubicBezTo>
                  <a:pt x="31427" y="96348"/>
                  <a:pt x="31861" y="98385"/>
                  <a:pt x="31861" y="100557"/>
                </a:cubicBezTo>
                <a:close/>
                <a:moveTo>
                  <a:pt x="110530" y="104605"/>
                </a:moveTo>
                <a:lnTo>
                  <a:pt x="172133" y="104605"/>
                </a:lnTo>
                <a:lnTo>
                  <a:pt x="172133" y="115081"/>
                </a:lnTo>
                <a:lnTo>
                  <a:pt x="98826" y="115081"/>
                </a:lnTo>
                <a:lnTo>
                  <a:pt x="98826" y="0"/>
                </a:lnTo>
                <a:lnTo>
                  <a:pt x="170184" y="0"/>
                </a:lnTo>
                <a:lnTo>
                  <a:pt x="170184" y="10476"/>
                </a:lnTo>
                <a:lnTo>
                  <a:pt x="110530" y="10476"/>
                </a:lnTo>
                <a:lnTo>
                  <a:pt x="110530" y="50001"/>
                </a:lnTo>
                <a:lnTo>
                  <a:pt x="166283" y="50001"/>
                </a:lnTo>
                <a:lnTo>
                  <a:pt x="166283" y="60318"/>
                </a:lnTo>
                <a:lnTo>
                  <a:pt x="110530" y="60318"/>
                </a:lnTo>
                <a:lnTo>
                  <a:pt x="110530" y="104605"/>
                </a:lnTo>
                <a:close/>
                <a:moveTo>
                  <a:pt x="205292" y="51953"/>
                </a:moveTo>
                <a:cubicBezTo>
                  <a:pt x="207460" y="47507"/>
                  <a:pt x="210791" y="43900"/>
                  <a:pt x="215287" y="41134"/>
                </a:cubicBezTo>
                <a:cubicBezTo>
                  <a:pt x="219785" y="38368"/>
                  <a:pt x="224797" y="36985"/>
                  <a:pt x="230325" y="36985"/>
                </a:cubicBezTo>
                <a:cubicBezTo>
                  <a:pt x="232383" y="36985"/>
                  <a:pt x="234523" y="37202"/>
                  <a:pt x="236743" y="37637"/>
                </a:cubicBezTo>
                <a:cubicBezTo>
                  <a:pt x="238966" y="38070"/>
                  <a:pt x="241133" y="38910"/>
                  <a:pt x="243247" y="40157"/>
                </a:cubicBezTo>
                <a:cubicBezTo>
                  <a:pt x="245360" y="41404"/>
                  <a:pt x="247310" y="43058"/>
                  <a:pt x="249097" y="45120"/>
                </a:cubicBezTo>
                <a:cubicBezTo>
                  <a:pt x="250886" y="47180"/>
                  <a:pt x="252431" y="49837"/>
                  <a:pt x="253730" y="53091"/>
                </a:cubicBezTo>
                <a:cubicBezTo>
                  <a:pt x="256331" y="47884"/>
                  <a:pt x="259880" y="43899"/>
                  <a:pt x="264375" y="41134"/>
                </a:cubicBezTo>
                <a:cubicBezTo>
                  <a:pt x="268873" y="38368"/>
                  <a:pt x="274210" y="36985"/>
                  <a:pt x="280388" y="36985"/>
                </a:cubicBezTo>
                <a:cubicBezTo>
                  <a:pt x="290031" y="36985"/>
                  <a:pt x="297263" y="39859"/>
                  <a:pt x="302084" y="45608"/>
                </a:cubicBezTo>
                <a:cubicBezTo>
                  <a:pt x="306908" y="51358"/>
                  <a:pt x="309319" y="58950"/>
                  <a:pt x="309319" y="68387"/>
                </a:cubicBezTo>
                <a:lnTo>
                  <a:pt x="309319" y="115081"/>
                </a:lnTo>
                <a:lnTo>
                  <a:pt x="298267" y="115081"/>
                </a:lnTo>
                <a:lnTo>
                  <a:pt x="298267" y="72901"/>
                </a:lnTo>
                <a:cubicBezTo>
                  <a:pt x="298267" y="64866"/>
                  <a:pt x="296778" y="58406"/>
                  <a:pt x="293798" y="53520"/>
                </a:cubicBezTo>
                <a:cubicBezTo>
                  <a:pt x="290818" y="48634"/>
                  <a:pt x="285752" y="46191"/>
                  <a:pt x="278599" y="46191"/>
                </a:cubicBezTo>
                <a:cubicBezTo>
                  <a:pt x="274590" y="46191"/>
                  <a:pt x="271203" y="47006"/>
                  <a:pt x="268440" y="48634"/>
                </a:cubicBezTo>
                <a:cubicBezTo>
                  <a:pt x="265677" y="50263"/>
                  <a:pt x="263456" y="52407"/>
                  <a:pt x="261776" y="55068"/>
                </a:cubicBezTo>
                <a:cubicBezTo>
                  <a:pt x="260096" y="57727"/>
                  <a:pt x="258877" y="60739"/>
                  <a:pt x="258118" y="64106"/>
                </a:cubicBezTo>
                <a:cubicBezTo>
                  <a:pt x="257361" y="67472"/>
                  <a:pt x="256982" y="70947"/>
                  <a:pt x="256982" y="74530"/>
                </a:cubicBezTo>
                <a:lnTo>
                  <a:pt x="256982" y="115081"/>
                </a:lnTo>
                <a:lnTo>
                  <a:pt x="245928" y="115081"/>
                </a:lnTo>
                <a:lnTo>
                  <a:pt x="245928" y="70621"/>
                </a:lnTo>
                <a:cubicBezTo>
                  <a:pt x="245928" y="66929"/>
                  <a:pt x="245656" y="63563"/>
                  <a:pt x="245114" y="60524"/>
                </a:cubicBezTo>
                <a:cubicBezTo>
                  <a:pt x="244573" y="57484"/>
                  <a:pt x="243625" y="54905"/>
                  <a:pt x="242269" y="52789"/>
                </a:cubicBezTo>
                <a:cubicBezTo>
                  <a:pt x="240915" y="50671"/>
                  <a:pt x="239046" y="49042"/>
                  <a:pt x="236662" y="47903"/>
                </a:cubicBezTo>
                <a:cubicBezTo>
                  <a:pt x="234279" y="46762"/>
                  <a:pt x="231246" y="46191"/>
                  <a:pt x="227562" y="46191"/>
                </a:cubicBezTo>
                <a:cubicBezTo>
                  <a:pt x="224961" y="46191"/>
                  <a:pt x="222333" y="46789"/>
                  <a:pt x="219677" y="47984"/>
                </a:cubicBezTo>
                <a:cubicBezTo>
                  <a:pt x="217023" y="49178"/>
                  <a:pt x="214640" y="50997"/>
                  <a:pt x="212527" y="53441"/>
                </a:cubicBezTo>
                <a:cubicBezTo>
                  <a:pt x="210414" y="55883"/>
                  <a:pt x="208706" y="58977"/>
                  <a:pt x="207405" y="62722"/>
                </a:cubicBezTo>
                <a:cubicBezTo>
                  <a:pt x="206106" y="66467"/>
                  <a:pt x="205456" y="70892"/>
                  <a:pt x="205456" y="75996"/>
                </a:cubicBezTo>
                <a:lnTo>
                  <a:pt x="205456" y="115081"/>
                </a:lnTo>
                <a:lnTo>
                  <a:pt x="194401" y="115081"/>
                </a:lnTo>
                <a:lnTo>
                  <a:pt x="194401" y="55695"/>
                </a:lnTo>
                <a:cubicBezTo>
                  <a:pt x="194401" y="53635"/>
                  <a:pt x="194347" y="50978"/>
                  <a:pt x="194238" y="47724"/>
                </a:cubicBezTo>
                <a:cubicBezTo>
                  <a:pt x="194130" y="44470"/>
                  <a:pt x="193968" y="41541"/>
                  <a:pt x="193752" y="38937"/>
                </a:cubicBezTo>
                <a:lnTo>
                  <a:pt x="204317" y="38937"/>
                </a:lnTo>
                <a:cubicBezTo>
                  <a:pt x="204534" y="40999"/>
                  <a:pt x="204696" y="43277"/>
                  <a:pt x="204803" y="45772"/>
                </a:cubicBezTo>
                <a:cubicBezTo>
                  <a:pt x="204913" y="48266"/>
                  <a:pt x="204967" y="50326"/>
                  <a:pt x="204967" y="51953"/>
                </a:cubicBezTo>
                <a:lnTo>
                  <a:pt x="205292" y="51953"/>
                </a:lnTo>
                <a:close/>
                <a:moveTo>
                  <a:pt x="348980" y="154040"/>
                </a:moveTo>
                <a:lnTo>
                  <a:pt x="337926" y="154040"/>
                </a:lnTo>
                <a:lnTo>
                  <a:pt x="337926" y="38939"/>
                </a:lnTo>
                <a:lnTo>
                  <a:pt x="348980" y="38939"/>
                </a:lnTo>
                <a:lnTo>
                  <a:pt x="348980" y="52107"/>
                </a:lnTo>
                <a:lnTo>
                  <a:pt x="349467" y="52107"/>
                </a:lnTo>
                <a:cubicBezTo>
                  <a:pt x="352610" y="47120"/>
                  <a:pt x="356809" y="43353"/>
                  <a:pt x="362064" y="40807"/>
                </a:cubicBezTo>
                <a:cubicBezTo>
                  <a:pt x="367320" y="38259"/>
                  <a:pt x="372657" y="36985"/>
                  <a:pt x="378073" y="36985"/>
                </a:cubicBezTo>
                <a:cubicBezTo>
                  <a:pt x="384034" y="36985"/>
                  <a:pt x="389425" y="38015"/>
                  <a:pt x="394247" y="40075"/>
                </a:cubicBezTo>
                <a:cubicBezTo>
                  <a:pt x="399068" y="42134"/>
                  <a:pt x="403185" y="44952"/>
                  <a:pt x="406598" y="48530"/>
                </a:cubicBezTo>
                <a:cubicBezTo>
                  <a:pt x="410012" y="52107"/>
                  <a:pt x="412668" y="56334"/>
                  <a:pt x="414564" y="61214"/>
                </a:cubicBezTo>
                <a:cubicBezTo>
                  <a:pt x="416461" y="66092"/>
                  <a:pt x="417409" y="71349"/>
                  <a:pt x="417409" y="76985"/>
                </a:cubicBezTo>
                <a:cubicBezTo>
                  <a:pt x="417409" y="82622"/>
                  <a:pt x="416461" y="87880"/>
                  <a:pt x="414564" y="92760"/>
                </a:cubicBezTo>
                <a:cubicBezTo>
                  <a:pt x="412668" y="97637"/>
                  <a:pt x="410012" y="101865"/>
                  <a:pt x="406598" y="105443"/>
                </a:cubicBezTo>
                <a:cubicBezTo>
                  <a:pt x="403185" y="109020"/>
                  <a:pt x="399068" y="111838"/>
                  <a:pt x="394247" y="113898"/>
                </a:cubicBezTo>
                <a:cubicBezTo>
                  <a:pt x="389425" y="115957"/>
                  <a:pt x="384034" y="116986"/>
                  <a:pt x="378073" y="116986"/>
                </a:cubicBezTo>
                <a:cubicBezTo>
                  <a:pt x="372657" y="116986"/>
                  <a:pt x="367320" y="115713"/>
                  <a:pt x="362064" y="113167"/>
                </a:cubicBezTo>
                <a:cubicBezTo>
                  <a:pt x="356809" y="110619"/>
                  <a:pt x="352610" y="106960"/>
                  <a:pt x="349467" y="102189"/>
                </a:cubicBezTo>
                <a:lnTo>
                  <a:pt x="348980" y="102189"/>
                </a:lnTo>
                <a:lnTo>
                  <a:pt x="348980" y="154040"/>
                </a:lnTo>
                <a:moveTo>
                  <a:pt x="405708" y="76988"/>
                </a:moveTo>
                <a:cubicBezTo>
                  <a:pt x="405708" y="72752"/>
                  <a:pt x="405057" y="68760"/>
                  <a:pt x="403756" y="65014"/>
                </a:cubicBezTo>
                <a:cubicBezTo>
                  <a:pt x="402456" y="61265"/>
                  <a:pt x="400587" y="58006"/>
                  <a:pt x="398148" y="55237"/>
                </a:cubicBezTo>
                <a:cubicBezTo>
                  <a:pt x="395711" y="52465"/>
                  <a:pt x="392704" y="50265"/>
                  <a:pt x="389128" y="48637"/>
                </a:cubicBezTo>
                <a:cubicBezTo>
                  <a:pt x="385551" y="47006"/>
                  <a:pt x="381488" y="46191"/>
                  <a:pt x="376937" y="46191"/>
                </a:cubicBezTo>
                <a:cubicBezTo>
                  <a:pt x="372711" y="46191"/>
                  <a:pt x="368810" y="46979"/>
                  <a:pt x="365233" y="48555"/>
                </a:cubicBezTo>
                <a:cubicBezTo>
                  <a:pt x="361658" y="50129"/>
                  <a:pt x="358571" y="52302"/>
                  <a:pt x="355970" y="55073"/>
                </a:cubicBezTo>
                <a:cubicBezTo>
                  <a:pt x="353369" y="57842"/>
                  <a:pt x="351337" y="61101"/>
                  <a:pt x="349873" y="64850"/>
                </a:cubicBezTo>
                <a:cubicBezTo>
                  <a:pt x="348410" y="68597"/>
                  <a:pt x="347678" y="72643"/>
                  <a:pt x="347678" y="76988"/>
                </a:cubicBezTo>
                <a:cubicBezTo>
                  <a:pt x="347678" y="81333"/>
                  <a:pt x="348410" y="85380"/>
                  <a:pt x="349873" y="89129"/>
                </a:cubicBezTo>
                <a:cubicBezTo>
                  <a:pt x="351337" y="92875"/>
                  <a:pt x="353369" y="96107"/>
                  <a:pt x="355970" y="98824"/>
                </a:cubicBezTo>
                <a:cubicBezTo>
                  <a:pt x="358571" y="101539"/>
                  <a:pt x="361658" y="103684"/>
                  <a:pt x="365233" y="105260"/>
                </a:cubicBezTo>
                <a:cubicBezTo>
                  <a:pt x="368810" y="106834"/>
                  <a:pt x="372711" y="107621"/>
                  <a:pt x="376937" y="107621"/>
                </a:cubicBezTo>
                <a:cubicBezTo>
                  <a:pt x="381488" y="107621"/>
                  <a:pt x="385551" y="106834"/>
                  <a:pt x="389128" y="105260"/>
                </a:cubicBezTo>
                <a:cubicBezTo>
                  <a:pt x="392704" y="103684"/>
                  <a:pt x="395711" y="101511"/>
                  <a:pt x="398148" y="98742"/>
                </a:cubicBezTo>
                <a:cubicBezTo>
                  <a:pt x="400587" y="95971"/>
                  <a:pt x="402456" y="92712"/>
                  <a:pt x="403756" y="88965"/>
                </a:cubicBezTo>
                <a:cubicBezTo>
                  <a:pt x="405057" y="85216"/>
                  <a:pt x="405708" y="81224"/>
                  <a:pt x="405708" y="76988"/>
                </a:cubicBezTo>
                <a:close/>
                <a:moveTo>
                  <a:pt x="516723" y="76985"/>
                </a:moveTo>
                <a:cubicBezTo>
                  <a:pt x="516723" y="82731"/>
                  <a:pt x="515720" y="88043"/>
                  <a:pt x="513714" y="92921"/>
                </a:cubicBezTo>
                <a:cubicBezTo>
                  <a:pt x="511710" y="97798"/>
                  <a:pt x="508920" y="102026"/>
                  <a:pt x="505343" y="105604"/>
                </a:cubicBezTo>
                <a:cubicBezTo>
                  <a:pt x="501769" y="109181"/>
                  <a:pt x="497489" y="111972"/>
                  <a:pt x="492503" y="113978"/>
                </a:cubicBezTo>
                <a:cubicBezTo>
                  <a:pt x="487520" y="115983"/>
                  <a:pt x="482048" y="116986"/>
                  <a:pt x="476087" y="116986"/>
                </a:cubicBezTo>
                <a:cubicBezTo>
                  <a:pt x="470235" y="116986"/>
                  <a:pt x="464817" y="115983"/>
                  <a:pt x="459832" y="113978"/>
                </a:cubicBezTo>
                <a:cubicBezTo>
                  <a:pt x="454848" y="111972"/>
                  <a:pt x="450568" y="109181"/>
                  <a:pt x="446992" y="105604"/>
                </a:cubicBezTo>
                <a:cubicBezTo>
                  <a:pt x="443417" y="102026"/>
                  <a:pt x="440627" y="97798"/>
                  <a:pt x="438621" y="92921"/>
                </a:cubicBezTo>
                <a:cubicBezTo>
                  <a:pt x="436617" y="88043"/>
                  <a:pt x="435615" y="82731"/>
                  <a:pt x="435615" y="76985"/>
                </a:cubicBezTo>
                <a:cubicBezTo>
                  <a:pt x="435615" y="71240"/>
                  <a:pt x="436617" y="65928"/>
                  <a:pt x="438621" y="61050"/>
                </a:cubicBezTo>
                <a:cubicBezTo>
                  <a:pt x="440627" y="56172"/>
                  <a:pt x="443417" y="51945"/>
                  <a:pt x="446992" y="48369"/>
                </a:cubicBezTo>
                <a:cubicBezTo>
                  <a:pt x="450568" y="44791"/>
                  <a:pt x="454848" y="41999"/>
                  <a:pt x="459832" y="39993"/>
                </a:cubicBezTo>
                <a:cubicBezTo>
                  <a:pt x="464817" y="37988"/>
                  <a:pt x="470235" y="36985"/>
                  <a:pt x="476087" y="36985"/>
                </a:cubicBezTo>
                <a:cubicBezTo>
                  <a:pt x="482048" y="36985"/>
                  <a:pt x="487520" y="37988"/>
                  <a:pt x="492503" y="39993"/>
                </a:cubicBezTo>
                <a:cubicBezTo>
                  <a:pt x="497489" y="41999"/>
                  <a:pt x="501769" y="44791"/>
                  <a:pt x="505343" y="48369"/>
                </a:cubicBezTo>
                <a:cubicBezTo>
                  <a:pt x="508920" y="51945"/>
                  <a:pt x="511710" y="56172"/>
                  <a:pt x="513714" y="61050"/>
                </a:cubicBezTo>
                <a:cubicBezTo>
                  <a:pt x="515720" y="65928"/>
                  <a:pt x="516723" y="71240"/>
                  <a:pt x="516723" y="76985"/>
                </a:cubicBezTo>
                <a:moveTo>
                  <a:pt x="505021" y="76988"/>
                </a:moveTo>
                <a:cubicBezTo>
                  <a:pt x="505021" y="72752"/>
                  <a:pt x="504344" y="68760"/>
                  <a:pt x="502990" y="65014"/>
                </a:cubicBezTo>
                <a:cubicBezTo>
                  <a:pt x="501635" y="61265"/>
                  <a:pt x="499712" y="58006"/>
                  <a:pt x="497218" y="55237"/>
                </a:cubicBezTo>
                <a:cubicBezTo>
                  <a:pt x="494726" y="52465"/>
                  <a:pt x="491692" y="50265"/>
                  <a:pt x="488116" y="48637"/>
                </a:cubicBezTo>
                <a:cubicBezTo>
                  <a:pt x="484541" y="47006"/>
                  <a:pt x="480532" y="46191"/>
                  <a:pt x="476089" y="46191"/>
                </a:cubicBezTo>
                <a:cubicBezTo>
                  <a:pt x="471647" y="46191"/>
                  <a:pt x="467664" y="47006"/>
                  <a:pt x="464142" y="48637"/>
                </a:cubicBezTo>
                <a:cubicBezTo>
                  <a:pt x="460620" y="50265"/>
                  <a:pt x="457613" y="52465"/>
                  <a:pt x="455119" y="55237"/>
                </a:cubicBezTo>
                <a:cubicBezTo>
                  <a:pt x="452627" y="58006"/>
                  <a:pt x="450705" y="61265"/>
                  <a:pt x="449350" y="65014"/>
                </a:cubicBezTo>
                <a:cubicBezTo>
                  <a:pt x="447996" y="68760"/>
                  <a:pt x="447319" y="72752"/>
                  <a:pt x="447319" y="76988"/>
                </a:cubicBezTo>
                <a:cubicBezTo>
                  <a:pt x="447319" y="81224"/>
                  <a:pt x="447996" y="85216"/>
                  <a:pt x="449350" y="88965"/>
                </a:cubicBezTo>
                <a:cubicBezTo>
                  <a:pt x="450705" y="92712"/>
                  <a:pt x="452627" y="95971"/>
                  <a:pt x="455119" y="98742"/>
                </a:cubicBezTo>
                <a:cubicBezTo>
                  <a:pt x="457613" y="101511"/>
                  <a:pt x="460620" y="103684"/>
                  <a:pt x="464142" y="105260"/>
                </a:cubicBezTo>
                <a:cubicBezTo>
                  <a:pt x="467664" y="106834"/>
                  <a:pt x="471647" y="107621"/>
                  <a:pt x="476089" y="107621"/>
                </a:cubicBezTo>
                <a:cubicBezTo>
                  <a:pt x="480532" y="107621"/>
                  <a:pt x="484541" y="106834"/>
                  <a:pt x="488116" y="105260"/>
                </a:cubicBezTo>
                <a:cubicBezTo>
                  <a:pt x="491692" y="103684"/>
                  <a:pt x="494726" y="101511"/>
                  <a:pt x="497218" y="98742"/>
                </a:cubicBezTo>
                <a:cubicBezTo>
                  <a:pt x="499712" y="95971"/>
                  <a:pt x="501635" y="92712"/>
                  <a:pt x="502990" y="88965"/>
                </a:cubicBezTo>
                <a:cubicBezTo>
                  <a:pt x="504344" y="85216"/>
                  <a:pt x="505021" y="81224"/>
                  <a:pt x="505021" y="76988"/>
                </a:cubicBezTo>
                <a:close/>
                <a:moveTo>
                  <a:pt x="541917" y="39048"/>
                </a:moveTo>
                <a:lnTo>
                  <a:pt x="560285" y="100785"/>
                </a:lnTo>
                <a:lnTo>
                  <a:pt x="560610" y="100785"/>
                </a:lnTo>
                <a:lnTo>
                  <a:pt x="581089" y="39048"/>
                </a:lnTo>
                <a:lnTo>
                  <a:pt x="591819" y="39048"/>
                </a:lnTo>
                <a:lnTo>
                  <a:pt x="612622" y="100785"/>
                </a:lnTo>
                <a:lnTo>
                  <a:pt x="612947" y="100785"/>
                </a:lnTo>
                <a:lnTo>
                  <a:pt x="631152" y="39048"/>
                </a:lnTo>
                <a:lnTo>
                  <a:pt x="642856" y="39048"/>
                </a:lnTo>
                <a:lnTo>
                  <a:pt x="618801" y="115081"/>
                </a:lnTo>
                <a:lnTo>
                  <a:pt x="606772" y="115081"/>
                </a:lnTo>
                <a:lnTo>
                  <a:pt x="586454" y="53508"/>
                </a:lnTo>
                <a:lnTo>
                  <a:pt x="586129" y="53508"/>
                </a:lnTo>
                <a:lnTo>
                  <a:pt x="566136" y="115081"/>
                </a:lnTo>
                <a:lnTo>
                  <a:pt x="554107" y="115081"/>
                </a:lnTo>
                <a:lnTo>
                  <a:pt x="530052" y="39048"/>
                </a:lnTo>
                <a:lnTo>
                  <a:pt x="541917" y="39048"/>
                </a:lnTo>
                <a:close/>
                <a:moveTo>
                  <a:pt x="719740" y="71271"/>
                </a:moveTo>
                <a:cubicBezTo>
                  <a:pt x="719415" y="64059"/>
                  <a:pt x="717111" y="58076"/>
                  <a:pt x="712830" y="53322"/>
                </a:cubicBezTo>
                <a:cubicBezTo>
                  <a:pt x="708551" y="48568"/>
                  <a:pt x="702457" y="46191"/>
                  <a:pt x="694546" y="46191"/>
                </a:cubicBezTo>
                <a:cubicBezTo>
                  <a:pt x="690862" y="46191"/>
                  <a:pt x="687449" y="46874"/>
                  <a:pt x="684306" y="48240"/>
                </a:cubicBezTo>
                <a:cubicBezTo>
                  <a:pt x="681164" y="49606"/>
                  <a:pt x="678401" y="51463"/>
                  <a:pt x="676017" y="53813"/>
                </a:cubicBezTo>
                <a:cubicBezTo>
                  <a:pt x="673632" y="56163"/>
                  <a:pt x="671736" y="58840"/>
                  <a:pt x="670327" y="61846"/>
                </a:cubicBezTo>
                <a:cubicBezTo>
                  <a:pt x="668918" y="64851"/>
                  <a:pt x="668106" y="67992"/>
                  <a:pt x="667889" y="71271"/>
                </a:cubicBezTo>
                <a:lnTo>
                  <a:pt x="719740" y="71271"/>
                </a:lnTo>
                <a:moveTo>
                  <a:pt x="730956" y="74788"/>
                </a:moveTo>
                <a:cubicBezTo>
                  <a:pt x="730956" y="75549"/>
                  <a:pt x="730956" y="76364"/>
                  <a:pt x="730956" y="77233"/>
                </a:cubicBezTo>
                <a:cubicBezTo>
                  <a:pt x="730956" y="78102"/>
                  <a:pt x="730901" y="79024"/>
                  <a:pt x="730792" y="80001"/>
                </a:cubicBezTo>
                <a:lnTo>
                  <a:pt x="667725" y="80001"/>
                </a:lnTo>
                <a:cubicBezTo>
                  <a:pt x="667835" y="83793"/>
                  <a:pt x="668593" y="87368"/>
                  <a:pt x="670000" y="90726"/>
                </a:cubicBezTo>
                <a:cubicBezTo>
                  <a:pt x="671409" y="94082"/>
                  <a:pt x="673359" y="97006"/>
                  <a:pt x="675851" y="99498"/>
                </a:cubicBezTo>
                <a:cubicBezTo>
                  <a:pt x="678344" y="101988"/>
                  <a:pt x="681270" y="103965"/>
                  <a:pt x="684628" y="105428"/>
                </a:cubicBezTo>
                <a:cubicBezTo>
                  <a:pt x="687988" y="106890"/>
                  <a:pt x="691619" y="107621"/>
                  <a:pt x="695521" y="107621"/>
                </a:cubicBezTo>
                <a:cubicBezTo>
                  <a:pt x="701264" y="107621"/>
                  <a:pt x="706221" y="106294"/>
                  <a:pt x="710392" y="103640"/>
                </a:cubicBezTo>
                <a:cubicBezTo>
                  <a:pt x="714564" y="100985"/>
                  <a:pt x="717734" y="97923"/>
                  <a:pt x="719901" y="94456"/>
                </a:cubicBezTo>
                <a:lnTo>
                  <a:pt x="728190" y="100957"/>
                </a:lnTo>
                <a:cubicBezTo>
                  <a:pt x="723640" y="106691"/>
                  <a:pt x="718628" y="110796"/>
                  <a:pt x="713155" y="113273"/>
                </a:cubicBezTo>
                <a:cubicBezTo>
                  <a:pt x="707684" y="115749"/>
                  <a:pt x="701806" y="116986"/>
                  <a:pt x="695521" y="116986"/>
                </a:cubicBezTo>
                <a:cubicBezTo>
                  <a:pt x="689886" y="116986"/>
                  <a:pt x="684657" y="115983"/>
                  <a:pt x="679834" y="113978"/>
                </a:cubicBezTo>
                <a:cubicBezTo>
                  <a:pt x="675012" y="111972"/>
                  <a:pt x="670868" y="109181"/>
                  <a:pt x="667401" y="105604"/>
                </a:cubicBezTo>
                <a:cubicBezTo>
                  <a:pt x="663933" y="102026"/>
                  <a:pt x="661197" y="97798"/>
                  <a:pt x="659191" y="92921"/>
                </a:cubicBezTo>
                <a:cubicBezTo>
                  <a:pt x="657187" y="88043"/>
                  <a:pt x="656185" y="82731"/>
                  <a:pt x="656185" y="76985"/>
                </a:cubicBezTo>
                <a:cubicBezTo>
                  <a:pt x="656185" y="71240"/>
                  <a:pt x="657160" y="65928"/>
                  <a:pt x="659109" y="61050"/>
                </a:cubicBezTo>
                <a:cubicBezTo>
                  <a:pt x="661060" y="56172"/>
                  <a:pt x="663770" y="51945"/>
                  <a:pt x="667237" y="48369"/>
                </a:cubicBezTo>
                <a:cubicBezTo>
                  <a:pt x="670706" y="44791"/>
                  <a:pt x="674770" y="41999"/>
                  <a:pt x="679430" y="39993"/>
                </a:cubicBezTo>
                <a:cubicBezTo>
                  <a:pt x="684089" y="37988"/>
                  <a:pt x="689128" y="36985"/>
                  <a:pt x="694546" y="36985"/>
                </a:cubicBezTo>
                <a:cubicBezTo>
                  <a:pt x="700505" y="36985"/>
                  <a:pt x="705760" y="37990"/>
                  <a:pt x="710311" y="40001"/>
                </a:cubicBezTo>
                <a:cubicBezTo>
                  <a:pt x="714863" y="42010"/>
                  <a:pt x="718656" y="44725"/>
                  <a:pt x="721690" y="48148"/>
                </a:cubicBezTo>
                <a:cubicBezTo>
                  <a:pt x="724724" y="51569"/>
                  <a:pt x="727026" y="55561"/>
                  <a:pt x="728597" y="60123"/>
                </a:cubicBezTo>
                <a:cubicBezTo>
                  <a:pt x="730170" y="64684"/>
                  <a:pt x="730956" y="69573"/>
                  <a:pt x="730956" y="74788"/>
                </a:cubicBezTo>
                <a:close/>
                <a:moveTo>
                  <a:pt x="754685" y="55695"/>
                </a:moveTo>
                <a:cubicBezTo>
                  <a:pt x="754685" y="53634"/>
                  <a:pt x="754631" y="50977"/>
                  <a:pt x="754521" y="47727"/>
                </a:cubicBezTo>
                <a:cubicBezTo>
                  <a:pt x="754414" y="44476"/>
                  <a:pt x="754252" y="41550"/>
                  <a:pt x="754035" y="38949"/>
                </a:cubicBezTo>
                <a:lnTo>
                  <a:pt x="764601" y="38949"/>
                </a:lnTo>
                <a:cubicBezTo>
                  <a:pt x="764818" y="41008"/>
                  <a:pt x="764980" y="43284"/>
                  <a:pt x="765087" y="45777"/>
                </a:cubicBezTo>
                <a:cubicBezTo>
                  <a:pt x="765196" y="48269"/>
                  <a:pt x="765251" y="50327"/>
                  <a:pt x="765251" y="51953"/>
                </a:cubicBezTo>
                <a:lnTo>
                  <a:pt x="765576" y="51953"/>
                </a:lnTo>
                <a:cubicBezTo>
                  <a:pt x="767743" y="47505"/>
                  <a:pt x="770994" y="43899"/>
                  <a:pt x="775328" y="41134"/>
                </a:cubicBezTo>
                <a:cubicBezTo>
                  <a:pt x="779663" y="38368"/>
                  <a:pt x="784540" y="36985"/>
                  <a:pt x="789959" y="36985"/>
                </a:cubicBezTo>
                <a:cubicBezTo>
                  <a:pt x="791367" y="36985"/>
                  <a:pt x="792641" y="37048"/>
                  <a:pt x="793778" y="37176"/>
                </a:cubicBezTo>
                <a:cubicBezTo>
                  <a:pt x="794916" y="37303"/>
                  <a:pt x="796081" y="37557"/>
                  <a:pt x="797273" y="37937"/>
                </a:cubicBezTo>
                <a:lnTo>
                  <a:pt x="795809" y="48280"/>
                </a:lnTo>
                <a:cubicBezTo>
                  <a:pt x="795160" y="48063"/>
                  <a:pt x="794076" y="47846"/>
                  <a:pt x="792558" y="47630"/>
                </a:cubicBezTo>
                <a:cubicBezTo>
                  <a:pt x="791042" y="47412"/>
                  <a:pt x="789525" y="47302"/>
                  <a:pt x="788007" y="47302"/>
                </a:cubicBezTo>
                <a:cubicBezTo>
                  <a:pt x="785082" y="47302"/>
                  <a:pt x="782264" y="47845"/>
                  <a:pt x="779554" y="48929"/>
                </a:cubicBezTo>
                <a:cubicBezTo>
                  <a:pt x="776846" y="50012"/>
                  <a:pt x="774489" y="51719"/>
                  <a:pt x="772483" y="54049"/>
                </a:cubicBezTo>
                <a:cubicBezTo>
                  <a:pt x="770479" y="56378"/>
                  <a:pt x="768854" y="59359"/>
                  <a:pt x="767607" y="62990"/>
                </a:cubicBezTo>
                <a:cubicBezTo>
                  <a:pt x="766362" y="66619"/>
                  <a:pt x="765739" y="70980"/>
                  <a:pt x="765739" y="76073"/>
                </a:cubicBezTo>
                <a:lnTo>
                  <a:pt x="765739" y="115081"/>
                </a:lnTo>
                <a:lnTo>
                  <a:pt x="754685" y="115081"/>
                </a:lnTo>
                <a:lnTo>
                  <a:pt x="754685" y="55695"/>
                </a:lnTo>
                <a:close/>
                <a:moveTo>
                  <a:pt x="890085" y="115081"/>
                </a:moveTo>
                <a:lnTo>
                  <a:pt x="878381" y="115081"/>
                </a:lnTo>
                <a:lnTo>
                  <a:pt x="878381" y="65505"/>
                </a:lnTo>
                <a:lnTo>
                  <a:pt x="835307" y="0"/>
                </a:lnTo>
                <a:lnTo>
                  <a:pt x="849935" y="0"/>
                </a:lnTo>
                <a:lnTo>
                  <a:pt x="884556" y="55752"/>
                </a:lnTo>
                <a:lnTo>
                  <a:pt x="919505" y="0"/>
                </a:lnTo>
                <a:lnTo>
                  <a:pt x="933158" y="0"/>
                </a:lnTo>
                <a:lnTo>
                  <a:pt x="890085" y="65505"/>
                </a:lnTo>
                <a:lnTo>
                  <a:pt x="890085" y="115081"/>
                </a:lnTo>
                <a:close/>
                <a:moveTo>
                  <a:pt x="1008739" y="76985"/>
                </a:moveTo>
                <a:cubicBezTo>
                  <a:pt x="1008739" y="82731"/>
                  <a:pt x="1007736" y="88043"/>
                  <a:pt x="1005730" y="92921"/>
                </a:cubicBezTo>
                <a:cubicBezTo>
                  <a:pt x="1003726" y="97798"/>
                  <a:pt x="1000936" y="102026"/>
                  <a:pt x="997359" y="105604"/>
                </a:cubicBezTo>
                <a:cubicBezTo>
                  <a:pt x="993785" y="109181"/>
                  <a:pt x="989505" y="111972"/>
                  <a:pt x="984519" y="113978"/>
                </a:cubicBezTo>
                <a:cubicBezTo>
                  <a:pt x="979536" y="115983"/>
                  <a:pt x="974064" y="116986"/>
                  <a:pt x="968103" y="116986"/>
                </a:cubicBezTo>
                <a:cubicBezTo>
                  <a:pt x="962251" y="116986"/>
                  <a:pt x="956833" y="115983"/>
                  <a:pt x="951848" y="113978"/>
                </a:cubicBezTo>
                <a:cubicBezTo>
                  <a:pt x="946864" y="111972"/>
                  <a:pt x="942584" y="109181"/>
                  <a:pt x="939008" y="105604"/>
                </a:cubicBezTo>
                <a:cubicBezTo>
                  <a:pt x="935433" y="102026"/>
                  <a:pt x="932643" y="97798"/>
                  <a:pt x="930637" y="92921"/>
                </a:cubicBezTo>
                <a:cubicBezTo>
                  <a:pt x="928633" y="88043"/>
                  <a:pt x="927631" y="82731"/>
                  <a:pt x="927631" y="76985"/>
                </a:cubicBezTo>
                <a:cubicBezTo>
                  <a:pt x="927631" y="71240"/>
                  <a:pt x="928633" y="65928"/>
                  <a:pt x="930637" y="61050"/>
                </a:cubicBezTo>
                <a:cubicBezTo>
                  <a:pt x="932643" y="56172"/>
                  <a:pt x="935433" y="51945"/>
                  <a:pt x="939008" y="48369"/>
                </a:cubicBezTo>
                <a:cubicBezTo>
                  <a:pt x="942584" y="44791"/>
                  <a:pt x="946864" y="41999"/>
                  <a:pt x="951848" y="39993"/>
                </a:cubicBezTo>
                <a:cubicBezTo>
                  <a:pt x="956833" y="37988"/>
                  <a:pt x="962251" y="36985"/>
                  <a:pt x="968103" y="36985"/>
                </a:cubicBezTo>
                <a:cubicBezTo>
                  <a:pt x="974064" y="36985"/>
                  <a:pt x="979536" y="37988"/>
                  <a:pt x="984519" y="39993"/>
                </a:cubicBezTo>
                <a:cubicBezTo>
                  <a:pt x="989505" y="41999"/>
                  <a:pt x="993785" y="44791"/>
                  <a:pt x="997359" y="48369"/>
                </a:cubicBezTo>
                <a:cubicBezTo>
                  <a:pt x="1000936" y="51945"/>
                  <a:pt x="1003726" y="56172"/>
                  <a:pt x="1005730" y="61050"/>
                </a:cubicBezTo>
                <a:cubicBezTo>
                  <a:pt x="1007736" y="65928"/>
                  <a:pt x="1008739" y="71240"/>
                  <a:pt x="1008739" y="76985"/>
                </a:cubicBezTo>
                <a:moveTo>
                  <a:pt x="997037" y="76988"/>
                </a:moveTo>
                <a:cubicBezTo>
                  <a:pt x="997037" y="72752"/>
                  <a:pt x="996360" y="68760"/>
                  <a:pt x="995006" y="65014"/>
                </a:cubicBezTo>
                <a:cubicBezTo>
                  <a:pt x="993652" y="61265"/>
                  <a:pt x="991728" y="58006"/>
                  <a:pt x="989234" y="55237"/>
                </a:cubicBezTo>
                <a:cubicBezTo>
                  <a:pt x="986743" y="52465"/>
                  <a:pt x="983708" y="50265"/>
                  <a:pt x="980132" y="48637"/>
                </a:cubicBezTo>
                <a:cubicBezTo>
                  <a:pt x="976557" y="47006"/>
                  <a:pt x="972548" y="46191"/>
                  <a:pt x="968105" y="46191"/>
                </a:cubicBezTo>
                <a:cubicBezTo>
                  <a:pt x="963663" y="46191"/>
                  <a:pt x="959680" y="47006"/>
                  <a:pt x="956158" y="48637"/>
                </a:cubicBezTo>
                <a:cubicBezTo>
                  <a:pt x="952636" y="50265"/>
                  <a:pt x="949629" y="52465"/>
                  <a:pt x="947135" y="55237"/>
                </a:cubicBezTo>
                <a:cubicBezTo>
                  <a:pt x="944644" y="58006"/>
                  <a:pt x="942721" y="61265"/>
                  <a:pt x="941366" y="65014"/>
                </a:cubicBezTo>
                <a:cubicBezTo>
                  <a:pt x="940012" y="68760"/>
                  <a:pt x="939335" y="72752"/>
                  <a:pt x="939335" y="76988"/>
                </a:cubicBezTo>
                <a:cubicBezTo>
                  <a:pt x="939335" y="81224"/>
                  <a:pt x="940012" y="85216"/>
                  <a:pt x="941366" y="88965"/>
                </a:cubicBezTo>
                <a:cubicBezTo>
                  <a:pt x="942721" y="92712"/>
                  <a:pt x="944644" y="95971"/>
                  <a:pt x="947135" y="98742"/>
                </a:cubicBezTo>
                <a:cubicBezTo>
                  <a:pt x="949629" y="101511"/>
                  <a:pt x="952636" y="103684"/>
                  <a:pt x="956158" y="105260"/>
                </a:cubicBezTo>
                <a:cubicBezTo>
                  <a:pt x="959680" y="106834"/>
                  <a:pt x="963663" y="107621"/>
                  <a:pt x="968105" y="107621"/>
                </a:cubicBezTo>
                <a:cubicBezTo>
                  <a:pt x="972548" y="107621"/>
                  <a:pt x="976557" y="106834"/>
                  <a:pt x="980132" y="105260"/>
                </a:cubicBezTo>
                <a:cubicBezTo>
                  <a:pt x="983708" y="103684"/>
                  <a:pt x="986743" y="101511"/>
                  <a:pt x="989234" y="98742"/>
                </a:cubicBezTo>
                <a:cubicBezTo>
                  <a:pt x="991728" y="95971"/>
                  <a:pt x="993652" y="92712"/>
                  <a:pt x="995006" y="88965"/>
                </a:cubicBezTo>
                <a:cubicBezTo>
                  <a:pt x="996360" y="85216"/>
                  <a:pt x="997037" y="81224"/>
                  <a:pt x="997037" y="76988"/>
                </a:cubicBezTo>
                <a:close/>
                <a:moveTo>
                  <a:pt x="1087734" y="115081"/>
                </a:moveTo>
                <a:cubicBezTo>
                  <a:pt x="1087517" y="113023"/>
                  <a:pt x="1087355" y="110748"/>
                  <a:pt x="1087245" y="108256"/>
                </a:cubicBezTo>
                <a:cubicBezTo>
                  <a:pt x="1087138" y="105762"/>
                  <a:pt x="1087084" y="103703"/>
                  <a:pt x="1087084" y="102078"/>
                </a:cubicBezTo>
                <a:lnTo>
                  <a:pt x="1086759" y="102078"/>
                </a:lnTo>
                <a:cubicBezTo>
                  <a:pt x="1084592" y="106521"/>
                  <a:pt x="1081070" y="110116"/>
                  <a:pt x="1076194" y="112864"/>
                </a:cubicBezTo>
                <a:cubicBezTo>
                  <a:pt x="1071318" y="115612"/>
                  <a:pt x="1066170" y="116986"/>
                  <a:pt x="1060752" y="116986"/>
                </a:cubicBezTo>
                <a:cubicBezTo>
                  <a:pt x="1051109" y="116986"/>
                  <a:pt x="1043876" y="114125"/>
                  <a:pt x="1039053" y="108402"/>
                </a:cubicBezTo>
                <a:cubicBezTo>
                  <a:pt x="1034231" y="102678"/>
                  <a:pt x="1031820" y="95102"/>
                  <a:pt x="1031820" y="85674"/>
                </a:cubicBezTo>
                <a:lnTo>
                  <a:pt x="1031820" y="39023"/>
                </a:lnTo>
                <a:lnTo>
                  <a:pt x="1042875" y="39023"/>
                </a:lnTo>
                <a:lnTo>
                  <a:pt x="1042875" y="81122"/>
                </a:lnTo>
                <a:cubicBezTo>
                  <a:pt x="1042875" y="85132"/>
                  <a:pt x="1043200" y="88762"/>
                  <a:pt x="1043849" y="92013"/>
                </a:cubicBezTo>
                <a:cubicBezTo>
                  <a:pt x="1044499" y="95264"/>
                  <a:pt x="1045609" y="98054"/>
                  <a:pt x="1047180" y="100384"/>
                </a:cubicBezTo>
                <a:cubicBezTo>
                  <a:pt x="1048753" y="102713"/>
                  <a:pt x="1050866" y="104529"/>
                  <a:pt x="1053520" y="105830"/>
                </a:cubicBezTo>
                <a:cubicBezTo>
                  <a:pt x="1056175" y="107130"/>
                  <a:pt x="1059508" y="107780"/>
                  <a:pt x="1063517" y="107780"/>
                </a:cubicBezTo>
                <a:cubicBezTo>
                  <a:pt x="1066442" y="107780"/>
                  <a:pt x="1069286" y="107184"/>
                  <a:pt x="1072049" y="105991"/>
                </a:cubicBezTo>
                <a:cubicBezTo>
                  <a:pt x="1074814" y="104799"/>
                  <a:pt x="1077279" y="102985"/>
                  <a:pt x="1079445" y="100547"/>
                </a:cubicBezTo>
                <a:cubicBezTo>
                  <a:pt x="1081613" y="98109"/>
                  <a:pt x="1083347" y="95020"/>
                  <a:pt x="1084646" y="91281"/>
                </a:cubicBezTo>
                <a:cubicBezTo>
                  <a:pt x="1085947" y="87543"/>
                  <a:pt x="1086598" y="83127"/>
                  <a:pt x="1086598" y="78035"/>
                </a:cubicBezTo>
                <a:lnTo>
                  <a:pt x="1086598" y="39023"/>
                </a:lnTo>
                <a:lnTo>
                  <a:pt x="1097650" y="39023"/>
                </a:lnTo>
                <a:lnTo>
                  <a:pt x="1097650" y="98352"/>
                </a:lnTo>
                <a:cubicBezTo>
                  <a:pt x="1097650" y="100411"/>
                  <a:pt x="1097704" y="103065"/>
                  <a:pt x="1097811" y="106314"/>
                </a:cubicBezTo>
                <a:cubicBezTo>
                  <a:pt x="1097920" y="109563"/>
                  <a:pt x="1098083" y="112485"/>
                  <a:pt x="1098300" y="115081"/>
                </a:cubicBezTo>
                <a:lnTo>
                  <a:pt x="1087734" y="115081"/>
                </a:lnTo>
                <a:close/>
                <a:moveTo>
                  <a:pt x="1126908" y="55695"/>
                </a:moveTo>
                <a:cubicBezTo>
                  <a:pt x="1126908" y="53634"/>
                  <a:pt x="1126853" y="50977"/>
                  <a:pt x="1126744" y="47727"/>
                </a:cubicBezTo>
                <a:cubicBezTo>
                  <a:pt x="1126637" y="44476"/>
                  <a:pt x="1126474" y="41550"/>
                  <a:pt x="1126258" y="38949"/>
                </a:cubicBezTo>
                <a:lnTo>
                  <a:pt x="1136824" y="38949"/>
                </a:lnTo>
                <a:cubicBezTo>
                  <a:pt x="1137040" y="41008"/>
                  <a:pt x="1137202" y="43284"/>
                  <a:pt x="1137310" y="45777"/>
                </a:cubicBezTo>
                <a:cubicBezTo>
                  <a:pt x="1137419" y="48269"/>
                  <a:pt x="1137473" y="50327"/>
                  <a:pt x="1137473" y="51953"/>
                </a:cubicBezTo>
                <a:lnTo>
                  <a:pt x="1137798" y="51953"/>
                </a:lnTo>
                <a:cubicBezTo>
                  <a:pt x="1139966" y="47505"/>
                  <a:pt x="1143217" y="43899"/>
                  <a:pt x="1147550" y="41134"/>
                </a:cubicBezTo>
                <a:cubicBezTo>
                  <a:pt x="1151886" y="38368"/>
                  <a:pt x="1156763" y="36985"/>
                  <a:pt x="1162181" y="36985"/>
                </a:cubicBezTo>
                <a:cubicBezTo>
                  <a:pt x="1163590" y="36985"/>
                  <a:pt x="1164863" y="37048"/>
                  <a:pt x="1166001" y="37176"/>
                </a:cubicBezTo>
                <a:cubicBezTo>
                  <a:pt x="1167138" y="37303"/>
                  <a:pt x="1168303" y="37557"/>
                  <a:pt x="1169495" y="37937"/>
                </a:cubicBezTo>
                <a:lnTo>
                  <a:pt x="1168032" y="48280"/>
                </a:lnTo>
                <a:cubicBezTo>
                  <a:pt x="1167382" y="48063"/>
                  <a:pt x="1166298" y="47846"/>
                  <a:pt x="1164780" y="47630"/>
                </a:cubicBezTo>
                <a:cubicBezTo>
                  <a:pt x="1163264" y="47412"/>
                  <a:pt x="1161747" y="47302"/>
                  <a:pt x="1160229" y="47302"/>
                </a:cubicBezTo>
                <a:cubicBezTo>
                  <a:pt x="1157304" y="47302"/>
                  <a:pt x="1154487" y="47845"/>
                  <a:pt x="1151777" y="48929"/>
                </a:cubicBezTo>
                <a:cubicBezTo>
                  <a:pt x="1149068" y="50012"/>
                  <a:pt x="1146711" y="51719"/>
                  <a:pt x="1144706" y="54049"/>
                </a:cubicBezTo>
                <a:cubicBezTo>
                  <a:pt x="1142702" y="56378"/>
                  <a:pt x="1141076" y="59359"/>
                  <a:pt x="1139830" y="62990"/>
                </a:cubicBezTo>
                <a:cubicBezTo>
                  <a:pt x="1138584" y="66619"/>
                  <a:pt x="1137962" y="70980"/>
                  <a:pt x="1137962" y="76073"/>
                </a:cubicBezTo>
                <a:lnTo>
                  <a:pt x="1137962" y="115081"/>
                </a:lnTo>
                <a:lnTo>
                  <a:pt x="1126908" y="115081"/>
                </a:lnTo>
                <a:lnTo>
                  <a:pt x="1126908" y="55695"/>
                </a:lnTo>
                <a:close/>
                <a:moveTo>
                  <a:pt x="1224432" y="91529"/>
                </a:moveTo>
                <a:cubicBezTo>
                  <a:pt x="1225301" y="96080"/>
                  <a:pt x="1227333" y="99899"/>
                  <a:pt x="1230529" y="102988"/>
                </a:cubicBezTo>
                <a:cubicBezTo>
                  <a:pt x="1233725" y="106077"/>
                  <a:pt x="1237924" y="107621"/>
                  <a:pt x="1243126" y="107621"/>
                </a:cubicBezTo>
                <a:cubicBezTo>
                  <a:pt x="1247135" y="107621"/>
                  <a:pt x="1250441" y="106891"/>
                  <a:pt x="1253042" y="105431"/>
                </a:cubicBezTo>
                <a:cubicBezTo>
                  <a:pt x="1255643" y="103969"/>
                  <a:pt x="1257728" y="101994"/>
                  <a:pt x="1259299" y="99506"/>
                </a:cubicBezTo>
                <a:cubicBezTo>
                  <a:pt x="1260870" y="97016"/>
                  <a:pt x="1261953" y="94175"/>
                  <a:pt x="1262548" y="90984"/>
                </a:cubicBezTo>
                <a:cubicBezTo>
                  <a:pt x="1263145" y="87791"/>
                  <a:pt x="1263444" y="84463"/>
                  <a:pt x="1263444" y="81001"/>
                </a:cubicBezTo>
                <a:lnTo>
                  <a:pt x="1263444" y="0"/>
                </a:lnTo>
                <a:lnTo>
                  <a:pt x="1275148" y="0"/>
                </a:lnTo>
                <a:lnTo>
                  <a:pt x="1275148" y="81874"/>
                </a:lnTo>
                <a:cubicBezTo>
                  <a:pt x="1275148" y="85665"/>
                  <a:pt x="1274741" y="89673"/>
                  <a:pt x="1273927" y="93898"/>
                </a:cubicBezTo>
                <a:cubicBezTo>
                  <a:pt x="1273116" y="98121"/>
                  <a:pt x="1271571" y="102020"/>
                  <a:pt x="1269294" y="105595"/>
                </a:cubicBezTo>
                <a:cubicBezTo>
                  <a:pt x="1267019" y="109168"/>
                  <a:pt x="1263877" y="112118"/>
                  <a:pt x="1259867" y="114446"/>
                </a:cubicBezTo>
                <a:cubicBezTo>
                  <a:pt x="1255857" y="116774"/>
                  <a:pt x="1250710" y="117939"/>
                  <a:pt x="1244425" y="117939"/>
                </a:cubicBezTo>
                <a:cubicBezTo>
                  <a:pt x="1236082" y="117939"/>
                  <a:pt x="1229201" y="115731"/>
                  <a:pt x="1223783" y="111316"/>
                </a:cubicBezTo>
                <a:cubicBezTo>
                  <a:pt x="1218364" y="106902"/>
                  <a:pt x="1214951" y="101281"/>
                  <a:pt x="1213542" y="94454"/>
                </a:cubicBezTo>
                <a:lnTo>
                  <a:pt x="1224432" y="91529"/>
                </a:lnTo>
                <a:close/>
                <a:moveTo>
                  <a:pt x="1379661" y="76985"/>
                </a:moveTo>
                <a:cubicBezTo>
                  <a:pt x="1379661" y="82731"/>
                  <a:pt x="1378658" y="88043"/>
                  <a:pt x="1376652" y="92921"/>
                </a:cubicBezTo>
                <a:cubicBezTo>
                  <a:pt x="1374648" y="97798"/>
                  <a:pt x="1371858" y="102026"/>
                  <a:pt x="1368281" y="105604"/>
                </a:cubicBezTo>
                <a:cubicBezTo>
                  <a:pt x="1364707" y="109181"/>
                  <a:pt x="1360427" y="111972"/>
                  <a:pt x="1355441" y="113978"/>
                </a:cubicBezTo>
                <a:cubicBezTo>
                  <a:pt x="1350458" y="115983"/>
                  <a:pt x="1344986" y="116986"/>
                  <a:pt x="1339025" y="116986"/>
                </a:cubicBezTo>
                <a:cubicBezTo>
                  <a:pt x="1333173" y="116986"/>
                  <a:pt x="1327755" y="115983"/>
                  <a:pt x="1322770" y="113978"/>
                </a:cubicBezTo>
                <a:cubicBezTo>
                  <a:pt x="1317786" y="111972"/>
                  <a:pt x="1313506" y="109181"/>
                  <a:pt x="1309930" y="105604"/>
                </a:cubicBezTo>
                <a:cubicBezTo>
                  <a:pt x="1306355" y="102026"/>
                  <a:pt x="1303565" y="97798"/>
                  <a:pt x="1301559" y="92921"/>
                </a:cubicBezTo>
                <a:cubicBezTo>
                  <a:pt x="1299555" y="88043"/>
                  <a:pt x="1298553" y="82731"/>
                  <a:pt x="1298553" y="76985"/>
                </a:cubicBezTo>
                <a:cubicBezTo>
                  <a:pt x="1298553" y="71240"/>
                  <a:pt x="1299555" y="65928"/>
                  <a:pt x="1301559" y="61050"/>
                </a:cubicBezTo>
                <a:cubicBezTo>
                  <a:pt x="1303565" y="56172"/>
                  <a:pt x="1306355" y="51945"/>
                  <a:pt x="1309930" y="48369"/>
                </a:cubicBezTo>
                <a:cubicBezTo>
                  <a:pt x="1313506" y="44791"/>
                  <a:pt x="1317786" y="41999"/>
                  <a:pt x="1322770" y="39993"/>
                </a:cubicBezTo>
                <a:cubicBezTo>
                  <a:pt x="1327755" y="37988"/>
                  <a:pt x="1333173" y="36985"/>
                  <a:pt x="1339025" y="36985"/>
                </a:cubicBezTo>
                <a:cubicBezTo>
                  <a:pt x="1344986" y="36985"/>
                  <a:pt x="1350458" y="37988"/>
                  <a:pt x="1355441" y="39993"/>
                </a:cubicBezTo>
                <a:cubicBezTo>
                  <a:pt x="1360427" y="41999"/>
                  <a:pt x="1364707" y="44791"/>
                  <a:pt x="1368281" y="48369"/>
                </a:cubicBezTo>
                <a:cubicBezTo>
                  <a:pt x="1371858" y="51945"/>
                  <a:pt x="1374648" y="56172"/>
                  <a:pt x="1376652" y="61050"/>
                </a:cubicBezTo>
                <a:cubicBezTo>
                  <a:pt x="1378658" y="65928"/>
                  <a:pt x="1379661" y="71240"/>
                  <a:pt x="1379661" y="76985"/>
                </a:cubicBezTo>
                <a:moveTo>
                  <a:pt x="1367959" y="76988"/>
                </a:moveTo>
                <a:cubicBezTo>
                  <a:pt x="1367959" y="72752"/>
                  <a:pt x="1367282" y="68760"/>
                  <a:pt x="1365928" y="65014"/>
                </a:cubicBezTo>
                <a:cubicBezTo>
                  <a:pt x="1364574" y="61265"/>
                  <a:pt x="1362650" y="58006"/>
                  <a:pt x="1360156" y="55237"/>
                </a:cubicBezTo>
                <a:cubicBezTo>
                  <a:pt x="1357665" y="52465"/>
                  <a:pt x="1354630" y="50265"/>
                  <a:pt x="1351054" y="48637"/>
                </a:cubicBezTo>
                <a:cubicBezTo>
                  <a:pt x="1347479" y="47006"/>
                  <a:pt x="1343470" y="46191"/>
                  <a:pt x="1339028" y="46191"/>
                </a:cubicBezTo>
                <a:cubicBezTo>
                  <a:pt x="1334585" y="46191"/>
                  <a:pt x="1330602" y="47006"/>
                  <a:pt x="1327080" y="48637"/>
                </a:cubicBezTo>
                <a:cubicBezTo>
                  <a:pt x="1323558" y="50265"/>
                  <a:pt x="1320551" y="52465"/>
                  <a:pt x="1318057" y="55237"/>
                </a:cubicBezTo>
                <a:cubicBezTo>
                  <a:pt x="1315566" y="58006"/>
                  <a:pt x="1313643" y="61265"/>
                  <a:pt x="1312288" y="65014"/>
                </a:cubicBezTo>
                <a:cubicBezTo>
                  <a:pt x="1310934" y="68760"/>
                  <a:pt x="1310257" y="72752"/>
                  <a:pt x="1310257" y="76988"/>
                </a:cubicBezTo>
                <a:cubicBezTo>
                  <a:pt x="1310257" y="81224"/>
                  <a:pt x="1310934" y="85216"/>
                  <a:pt x="1312288" y="88965"/>
                </a:cubicBezTo>
                <a:cubicBezTo>
                  <a:pt x="1313643" y="92712"/>
                  <a:pt x="1315566" y="95971"/>
                  <a:pt x="1318057" y="98742"/>
                </a:cubicBezTo>
                <a:cubicBezTo>
                  <a:pt x="1320551" y="101511"/>
                  <a:pt x="1323558" y="103684"/>
                  <a:pt x="1327080" y="105260"/>
                </a:cubicBezTo>
                <a:cubicBezTo>
                  <a:pt x="1330602" y="106834"/>
                  <a:pt x="1334585" y="107621"/>
                  <a:pt x="1339028" y="107621"/>
                </a:cubicBezTo>
                <a:cubicBezTo>
                  <a:pt x="1343470" y="107621"/>
                  <a:pt x="1347479" y="106834"/>
                  <a:pt x="1351054" y="105260"/>
                </a:cubicBezTo>
                <a:cubicBezTo>
                  <a:pt x="1354630" y="103684"/>
                  <a:pt x="1357665" y="101511"/>
                  <a:pt x="1360156" y="98742"/>
                </a:cubicBezTo>
                <a:cubicBezTo>
                  <a:pt x="1362650" y="95971"/>
                  <a:pt x="1364574" y="92712"/>
                  <a:pt x="1365928" y="88965"/>
                </a:cubicBezTo>
                <a:cubicBezTo>
                  <a:pt x="1367282" y="85216"/>
                  <a:pt x="1367959" y="81224"/>
                  <a:pt x="1367959" y="76988"/>
                </a:cubicBezTo>
                <a:close/>
                <a:moveTo>
                  <a:pt x="1458656" y="115081"/>
                </a:moveTo>
                <a:cubicBezTo>
                  <a:pt x="1458440" y="113023"/>
                  <a:pt x="1458277" y="110748"/>
                  <a:pt x="1458168" y="108256"/>
                </a:cubicBezTo>
                <a:cubicBezTo>
                  <a:pt x="1458060" y="105762"/>
                  <a:pt x="1458006" y="103703"/>
                  <a:pt x="1458006" y="102078"/>
                </a:cubicBezTo>
                <a:lnTo>
                  <a:pt x="1457681" y="102078"/>
                </a:lnTo>
                <a:cubicBezTo>
                  <a:pt x="1455514" y="106521"/>
                  <a:pt x="1451992" y="110116"/>
                  <a:pt x="1447116" y="112864"/>
                </a:cubicBezTo>
                <a:cubicBezTo>
                  <a:pt x="1442240" y="115612"/>
                  <a:pt x="1437092" y="116986"/>
                  <a:pt x="1431674" y="116986"/>
                </a:cubicBezTo>
                <a:cubicBezTo>
                  <a:pt x="1422031" y="116986"/>
                  <a:pt x="1414798" y="114125"/>
                  <a:pt x="1409975" y="108402"/>
                </a:cubicBezTo>
                <a:cubicBezTo>
                  <a:pt x="1405153" y="102678"/>
                  <a:pt x="1402742" y="95102"/>
                  <a:pt x="1402742" y="85674"/>
                </a:cubicBezTo>
                <a:lnTo>
                  <a:pt x="1402742" y="39023"/>
                </a:lnTo>
                <a:lnTo>
                  <a:pt x="1413797" y="39023"/>
                </a:lnTo>
                <a:lnTo>
                  <a:pt x="1413797" y="81122"/>
                </a:lnTo>
                <a:cubicBezTo>
                  <a:pt x="1413797" y="85132"/>
                  <a:pt x="1414122" y="88762"/>
                  <a:pt x="1414771" y="92013"/>
                </a:cubicBezTo>
                <a:cubicBezTo>
                  <a:pt x="1415421" y="95264"/>
                  <a:pt x="1416532" y="98054"/>
                  <a:pt x="1418102" y="100384"/>
                </a:cubicBezTo>
                <a:cubicBezTo>
                  <a:pt x="1419675" y="102713"/>
                  <a:pt x="1421788" y="104529"/>
                  <a:pt x="1424442" y="105830"/>
                </a:cubicBezTo>
                <a:cubicBezTo>
                  <a:pt x="1427097" y="107130"/>
                  <a:pt x="1430430" y="107780"/>
                  <a:pt x="1434439" y="107780"/>
                </a:cubicBezTo>
                <a:cubicBezTo>
                  <a:pt x="1437364" y="107780"/>
                  <a:pt x="1440208" y="107184"/>
                  <a:pt x="1442971" y="105991"/>
                </a:cubicBezTo>
                <a:cubicBezTo>
                  <a:pt x="1445736" y="104799"/>
                  <a:pt x="1448201" y="102985"/>
                  <a:pt x="1450367" y="100547"/>
                </a:cubicBezTo>
                <a:cubicBezTo>
                  <a:pt x="1452535" y="98109"/>
                  <a:pt x="1454269" y="95020"/>
                  <a:pt x="1455568" y="91281"/>
                </a:cubicBezTo>
                <a:cubicBezTo>
                  <a:pt x="1456870" y="87543"/>
                  <a:pt x="1457520" y="83127"/>
                  <a:pt x="1457520" y="78035"/>
                </a:cubicBezTo>
                <a:lnTo>
                  <a:pt x="1457520" y="39023"/>
                </a:lnTo>
                <a:lnTo>
                  <a:pt x="1468572" y="39023"/>
                </a:lnTo>
                <a:lnTo>
                  <a:pt x="1468572" y="98352"/>
                </a:lnTo>
                <a:cubicBezTo>
                  <a:pt x="1468572" y="100411"/>
                  <a:pt x="1468626" y="103065"/>
                  <a:pt x="1468733" y="106314"/>
                </a:cubicBezTo>
                <a:cubicBezTo>
                  <a:pt x="1468842" y="109563"/>
                  <a:pt x="1469005" y="112485"/>
                  <a:pt x="1469222" y="115081"/>
                </a:cubicBezTo>
                <a:lnTo>
                  <a:pt x="1458656" y="115081"/>
                </a:lnTo>
                <a:close/>
                <a:moveTo>
                  <a:pt x="1497830" y="55695"/>
                </a:moveTo>
                <a:cubicBezTo>
                  <a:pt x="1497830" y="53634"/>
                  <a:pt x="1497775" y="50977"/>
                  <a:pt x="1497666" y="47727"/>
                </a:cubicBezTo>
                <a:cubicBezTo>
                  <a:pt x="1497559" y="44476"/>
                  <a:pt x="1497397" y="41550"/>
                  <a:pt x="1497180" y="38949"/>
                </a:cubicBezTo>
                <a:lnTo>
                  <a:pt x="1507746" y="38949"/>
                </a:lnTo>
                <a:cubicBezTo>
                  <a:pt x="1507962" y="41008"/>
                  <a:pt x="1508124" y="43284"/>
                  <a:pt x="1508232" y="45777"/>
                </a:cubicBezTo>
                <a:cubicBezTo>
                  <a:pt x="1508341" y="48269"/>
                  <a:pt x="1508395" y="50327"/>
                  <a:pt x="1508395" y="51953"/>
                </a:cubicBezTo>
                <a:lnTo>
                  <a:pt x="1508720" y="51953"/>
                </a:lnTo>
                <a:cubicBezTo>
                  <a:pt x="1510888" y="47505"/>
                  <a:pt x="1514139" y="43899"/>
                  <a:pt x="1518472" y="41134"/>
                </a:cubicBezTo>
                <a:cubicBezTo>
                  <a:pt x="1522808" y="38368"/>
                  <a:pt x="1527685" y="36985"/>
                  <a:pt x="1533103" y="36985"/>
                </a:cubicBezTo>
                <a:cubicBezTo>
                  <a:pt x="1534512" y="36985"/>
                  <a:pt x="1535785" y="37048"/>
                  <a:pt x="1536923" y="37176"/>
                </a:cubicBezTo>
                <a:cubicBezTo>
                  <a:pt x="1538060" y="37303"/>
                  <a:pt x="1539225" y="37557"/>
                  <a:pt x="1540417" y="37937"/>
                </a:cubicBezTo>
                <a:lnTo>
                  <a:pt x="1538954" y="48280"/>
                </a:lnTo>
                <a:cubicBezTo>
                  <a:pt x="1538304" y="48063"/>
                  <a:pt x="1537220" y="47846"/>
                  <a:pt x="1535702" y="47630"/>
                </a:cubicBezTo>
                <a:cubicBezTo>
                  <a:pt x="1534186" y="47412"/>
                  <a:pt x="1532669" y="47302"/>
                  <a:pt x="1531151" y="47302"/>
                </a:cubicBezTo>
                <a:cubicBezTo>
                  <a:pt x="1528226" y="47302"/>
                  <a:pt x="1525409" y="47845"/>
                  <a:pt x="1522699" y="48929"/>
                </a:cubicBezTo>
                <a:cubicBezTo>
                  <a:pt x="1519990" y="50012"/>
                  <a:pt x="1517633" y="51719"/>
                  <a:pt x="1515628" y="54049"/>
                </a:cubicBezTo>
                <a:cubicBezTo>
                  <a:pt x="1513624" y="56378"/>
                  <a:pt x="1511998" y="59359"/>
                  <a:pt x="1510752" y="62990"/>
                </a:cubicBezTo>
                <a:cubicBezTo>
                  <a:pt x="1509507" y="66619"/>
                  <a:pt x="1508884" y="70980"/>
                  <a:pt x="1508884" y="76073"/>
                </a:cubicBezTo>
                <a:lnTo>
                  <a:pt x="1508884" y="115081"/>
                </a:lnTo>
                <a:lnTo>
                  <a:pt x="1497830" y="115081"/>
                </a:lnTo>
                <a:lnTo>
                  <a:pt x="1497830" y="55695"/>
                </a:lnTo>
                <a:close/>
                <a:moveTo>
                  <a:pt x="1566261" y="38949"/>
                </a:moveTo>
                <a:cubicBezTo>
                  <a:pt x="1566478" y="41008"/>
                  <a:pt x="1566640" y="43284"/>
                  <a:pt x="1566747" y="45777"/>
                </a:cubicBezTo>
                <a:cubicBezTo>
                  <a:pt x="1566856" y="48269"/>
                  <a:pt x="1566911" y="50327"/>
                  <a:pt x="1566911" y="51953"/>
                </a:cubicBezTo>
                <a:lnTo>
                  <a:pt x="1567236" y="51953"/>
                </a:lnTo>
                <a:cubicBezTo>
                  <a:pt x="1569404" y="47505"/>
                  <a:pt x="1572926" y="43899"/>
                  <a:pt x="1577802" y="41134"/>
                </a:cubicBezTo>
                <a:cubicBezTo>
                  <a:pt x="1582678" y="38368"/>
                  <a:pt x="1587825" y="36985"/>
                  <a:pt x="1593243" y="36985"/>
                </a:cubicBezTo>
                <a:cubicBezTo>
                  <a:pt x="1602886" y="36985"/>
                  <a:pt x="1610119" y="39859"/>
                  <a:pt x="1614940" y="45608"/>
                </a:cubicBezTo>
                <a:cubicBezTo>
                  <a:pt x="1619763" y="51358"/>
                  <a:pt x="1622175" y="58950"/>
                  <a:pt x="1622175" y="68387"/>
                </a:cubicBezTo>
                <a:lnTo>
                  <a:pt x="1622175" y="115081"/>
                </a:lnTo>
                <a:lnTo>
                  <a:pt x="1611123" y="115081"/>
                </a:lnTo>
                <a:lnTo>
                  <a:pt x="1611123" y="72901"/>
                </a:lnTo>
                <a:cubicBezTo>
                  <a:pt x="1611123" y="68883"/>
                  <a:pt x="1610798" y="65246"/>
                  <a:pt x="1610148" y="61990"/>
                </a:cubicBezTo>
                <a:cubicBezTo>
                  <a:pt x="1609499" y="58733"/>
                  <a:pt x="1608387" y="55937"/>
                  <a:pt x="1606815" y="53602"/>
                </a:cubicBezTo>
                <a:cubicBezTo>
                  <a:pt x="1605244" y="51267"/>
                  <a:pt x="1603131" y="49449"/>
                  <a:pt x="1600476" y="48146"/>
                </a:cubicBezTo>
                <a:cubicBezTo>
                  <a:pt x="1597822" y="46843"/>
                  <a:pt x="1594490" y="46191"/>
                  <a:pt x="1590480" y="46191"/>
                </a:cubicBezTo>
                <a:cubicBezTo>
                  <a:pt x="1587555" y="46191"/>
                  <a:pt x="1584711" y="46789"/>
                  <a:pt x="1581946" y="47984"/>
                </a:cubicBezTo>
                <a:cubicBezTo>
                  <a:pt x="1579183" y="49178"/>
                  <a:pt x="1576718" y="50997"/>
                  <a:pt x="1574550" y="53441"/>
                </a:cubicBezTo>
                <a:cubicBezTo>
                  <a:pt x="1572384" y="55883"/>
                  <a:pt x="1570650" y="58977"/>
                  <a:pt x="1569349" y="62722"/>
                </a:cubicBezTo>
                <a:cubicBezTo>
                  <a:pt x="1568049" y="66467"/>
                  <a:pt x="1567400" y="70892"/>
                  <a:pt x="1567400" y="75996"/>
                </a:cubicBezTo>
                <a:lnTo>
                  <a:pt x="1567400" y="115081"/>
                </a:lnTo>
                <a:lnTo>
                  <a:pt x="1556345" y="115081"/>
                </a:lnTo>
                <a:lnTo>
                  <a:pt x="1556345" y="55695"/>
                </a:lnTo>
                <a:cubicBezTo>
                  <a:pt x="1556345" y="53634"/>
                  <a:pt x="1556291" y="50977"/>
                  <a:pt x="1556182" y="47727"/>
                </a:cubicBezTo>
                <a:cubicBezTo>
                  <a:pt x="1556074" y="44476"/>
                  <a:pt x="1555912" y="41550"/>
                  <a:pt x="1555696" y="38949"/>
                </a:cubicBezTo>
                <a:lnTo>
                  <a:pt x="1566261" y="38949"/>
                </a:lnTo>
                <a:close/>
                <a:moveTo>
                  <a:pt x="1708811" y="71271"/>
                </a:moveTo>
                <a:cubicBezTo>
                  <a:pt x="1708486" y="64059"/>
                  <a:pt x="1706182" y="58076"/>
                  <a:pt x="1701901" y="53322"/>
                </a:cubicBezTo>
                <a:cubicBezTo>
                  <a:pt x="1697622" y="48568"/>
                  <a:pt x="1691528" y="46191"/>
                  <a:pt x="1683617" y="46191"/>
                </a:cubicBezTo>
                <a:cubicBezTo>
                  <a:pt x="1679934" y="46191"/>
                  <a:pt x="1676520" y="46874"/>
                  <a:pt x="1673377" y="48240"/>
                </a:cubicBezTo>
                <a:cubicBezTo>
                  <a:pt x="1670235" y="49606"/>
                  <a:pt x="1667472" y="51463"/>
                  <a:pt x="1665088" y="53813"/>
                </a:cubicBezTo>
                <a:cubicBezTo>
                  <a:pt x="1662704" y="56163"/>
                  <a:pt x="1660807" y="58840"/>
                  <a:pt x="1659398" y="61846"/>
                </a:cubicBezTo>
                <a:cubicBezTo>
                  <a:pt x="1657990" y="64851"/>
                  <a:pt x="1657177" y="67992"/>
                  <a:pt x="1656960" y="71271"/>
                </a:cubicBezTo>
                <a:lnTo>
                  <a:pt x="1708811" y="71271"/>
                </a:lnTo>
                <a:moveTo>
                  <a:pt x="1720027" y="74788"/>
                </a:moveTo>
                <a:cubicBezTo>
                  <a:pt x="1720027" y="75549"/>
                  <a:pt x="1720027" y="76364"/>
                  <a:pt x="1720027" y="77233"/>
                </a:cubicBezTo>
                <a:cubicBezTo>
                  <a:pt x="1720027" y="78102"/>
                  <a:pt x="1719972" y="79024"/>
                  <a:pt x="1719863" y="80001"/>
                </a:cubicBezTo>
                <a:lnTo>
                  <a:pt x="1656797" y="80001"/>
                </a:lnTo>
                <a:cubicBezTo>
                  <a:pt x="1656906" y="83793"/>
                  <a:pt x="1657664" y="87368"/>
                  <a:pt x="1659071" y="90726"/>
                </a:cubicBezTo>
                <a:cubicBezTo>
                  <a:pt x="1660480" y="94082"/>
                  <a:pt x="1662430" y="97006"/>
                  <a:pt x="1664922" y="99498"/>
                </a:cubicBezTo>
                <a:cubicBezTo>
                  <a:pt x="1667415" y="101988"/>
                  <a:pt x="1670341" y="103965"/>
                  <a:pt x="1673699" y="105428"/>
                </a:cubicBezTo>
                <a:cubicBezTo>
                  <a:pt x="1677059" y="106890"/>
                  <a:pt x="1680690" y="107621"/>
                  <a:pt x="1684592" y="107621"/>
                </a:cubicBezTo>
                <a:cubicBezTo>
                  <a:pt x="1690335" y="107621"/>
                  <a:pt x="1695292" y="106294"/>
                  <a:pt x="1699463" y="103640"/>
                </a:cubicBezTo>
                <a:cubicBezTo>
                  <a:pt x="1703635" y="100985"/>
                  <a:pt x="1706805" y="97923"/>
                  <a:pt x="1708973" y="94456"/>
                </a:cubicBezTo>
                <a:lnTo>
                  <a:pt x="1717261" y="100957"/>
                </a:lnTo>
                <a:cubicBezTo>
                  <a:pt x="1712711" y="106691"/>
                  <a:pt x="1707699" y="110796"/>
                  <a:pt x="1702226" y="113273"/>
                </a:cubicBezTo>
                <a:cubicBezTo>
                  <a:pt x="1696755" y="115749"/>
                  <a:pt x="1690877" y="116986"/>
                  <a:pt x="1684592" y="116986"/>
                </a:cubicBezTo>
                <a:cubicBezTo>
                  <a:pt x="1678957" y="116986"/>
                  <a:pt x="1673728" y="115983"/>
                  <a:pt x="1668905" y="113978"/>
                </a:cubicBezTo>
                <a:cubicBezTo>
                  <a:pt x="1664083" y="111972"/>
                  <a:pt x="1659939" y="109181"/>
                  <a:pt x="1656472" y="105604"/>
                </a:cubicBezTo>
                <a:cubicBezTo>
                  <a:pt x="1653004" y="102026"/>
                  <a:pt x="1650268" y="97798"/>
                  <a:pt x="1648262" y="92921"/>
                </a:cubicBezTo>
                <a:cubicBezTo>
                  <a:pt x="1646258" y="88043"/>
                  <a:pt x="1645256" y="82731"/>
                  <a:pt x="1645256" y="76985"/>
                </a:cubicBezTo>
                <a:cubicBezTo>
                  <a:pt x="1645256" y="71240"/>
                  <a:pt x="1646231" y="65928"/>
                  <a:pt x="1648180" y="61050"/>
                </a:cubicBezTo>
                <a:cubicBezTo>
                  <a:pt x="1650131" y="56172"/>
                  <a:pt x="1652841" y="51945"/>
                  <a:pt x="1656308" y="48369"/>
                </a:cubicBezTo>
                <a:cubicBezTo>
                  <a:pt x="1659777" y="44791"/>
                  <a:pt x="1663841" y="41999"/>
                  <a:pt x="1668501" y="39993"/>
                </a:cubicBezTo>
                <a:cubicBezTo>
                  <a:pt x="1673160" y="37988"/>
                  <a:pt x="1678199" y="36985"/>
                  <a:pt x="1683617" y="36985"/>
                </a:cubicBezTo>
                <a:cubicBezTo>
                  <a:pt x="1689577" y="36985"/>
                  <a:pt x="1694831" y="37990"/>
                  <a:pt x="1699382" y="40001"/>
                </a:cubicBezTo>
                <a:cubicBezTo>
                  <a:pt x="1703934" y="42010"/>
                  <a:pt x="1707727" y="44725"/>
                  <a:pt x="1710761" y="48148"/>
                </a:cubicBezTo>
                <a:cubicBezTo>
                  <a:pt x="1713795" y="51569"/>
                  <a:pt x="1716097" y="55561"/>
                  <a:pt x="1717668" y="60123"/>
                </a:cubicBezTo>
                <a:cubicBezTo>
                  <a:pt x="1719241" y="64684"/>
                  <a:pt x="1720027" y="69573"/>
                  <a:pt x="1720027" y="74788"/>
                </a:cubicBezTo>
                <a:close/>
                <a:moveTo>
                  <a:pt x="1769927" y="103325"/>
                </a:moveTo>
                <a:lnTo>
                  <a:pt x="1770252" y="103325"/>
                </a:lnTo>
                <a:lnTo>
                  <a:pt x="1793819" y="39120"/>
                </a:lnTo>
                <a:lnTo>
                  <a:pt x="1805848" y="39120"/>
                </a:lnTo>
                <a:lnTo>
                  <a:pt x="1767975" y="134858"/>
                </a:lnTo>
                <a:cubicBezTo>
                  <a:pt x="1765700" y="140710"/>
                  <a:pt x="1762802" y="145384"/>
                  <a:pt x="1759280" y="148882"/>
                </a:cubicBezTo>
                <a:cubicBezTo>
                  <a:pt x="1755758" y="152380"/>
                  <a:pt x="1750692" y="154130"/>
                  <a:pt x="1744081" y="154130"/>
                </a:cubicBezTo>
                <a:cubicBezTo>
                  <a:pt x="1740723" y="154130"/>
                  <a:pt x="1737418" y="153812"/>
                  <a:pt x="1734168" y="153177"/>
                </a:cubicBezTo>
                <a:lnTo>
                  <a:pt x="1735304" y="143147"/>
                </a:lnTo>
                <a:cubicBezTo>
                  <a:pt x="1737905" y="144014"/>
                  <a:pt x="1740614" y="144447"/>
                  <a:pt x="1743431" y="144447"/>
                </a:cubicBezTo>
                <a:cubicBezTo>
                  <a:pt x="1747224" y="144447"/>
                  <a:pt x="1750204" y="143282"/>
                  <a:pt x="1752370" y="140952"/>
                </a:cubicBezTo>
                <a:cubicBezTo>
                  <a:pt x="1754538" y="138623"/>
                  <a:pt x="1756434" y="135291"/>
                  <a:pt x="1758060" y="130957"/>
                </a:cubicBezTo>
                <a:lnTo>
                  <a:pt x="1764238" y="115027"/>
                </a:lnTo>
                <a:lnTo>
                  <a:pt x="1731730" y="39120"/>
                </a:lnTo>
                <a:lnTo>
                  <a:pt x="1744081" y="39120"/>
                </a:lnTo>
                <a:lnTo>
                  <a:pt x="1769927" y="103325"/>
                </a:lnTo>
                <a:close/>
                <a:moveTo>
                  <a:pt x="1841606" y="46906"/>
                </a:moveTo>
                <a:cubicBezTo>
                  <a:pt x="1841606" y="49189"/>
                  <a:pt x="1840794" y="51229"/>
                  <a:pt x="1839168" y="53024"/>
                </a:cubicBezTo>
                <a:cubicBezTo>
                  <a:pt x="1837543" y="54818"/>
                  <a:pt x="1835430" y="55715"/>
                  <a:pt x="1832829" y="55715"/>
                </a:cubicBezTo>
                <a:cubicBezTo>
                  <a:pt x="1830228" y="55715"/>
                  <a:pt x="1828115" y="54818"/>
                  <a:pt x="1826489" y="53024"/>
                </a:cubicBezTo>
                <a:cubicBezTo>
                  <a:pt x="1824864" y="51229"/>
                  <a:pt x="1824051" y="49189"/>
                  <a:pt x="1824051" y="46906"/>
                </a:cubicBezTo>
                <a:cubicBezTo>
                  <a:pt x="1824051" y="44622"/>
                  <a:pt x="1824864" y="42583"/>
                  <a:pt x="1826489" y="40789"/>
                </a:cubicBezTo>
                <a:cubicBezTo>
                  <a:pt x="1828115" y="38994"/>
                  <a:pt x="1830228" y="38096"/>
                  <a:pt x="1832829" y="38096"/>
                </a:cubicBezTo>
                <a:cubicBezTo>
                  <a:pt x="1835430" y="38096"/>
                  <a:pt x="1837543" y="38994"/>
                  <a:pt x="1839168" y="40789"/>
                </a:cubicBezTo>
                <a:cubicBezTo>
                  <a:pt x="1840794" y="42583"/>
                  <a:pt x="1841606" y="44622"/>
                  <a:pt x="1841606" y="46906"/>
                </a:cubicBezTo>
                <a:moveTo>
                  <a:pt x="1841606" y="107224"/>
                </a:moveTo>
                <a:cubicBezTo>
                  <a:pt x="1841606" y="109508"/>
                  <a:pt x="1840794" y="111547"/>
                  <a:pt x="1839168" y="113343"/>
                </a:cubicBezTo>
                <a:cubicBezTo>
                  <a:pt x="1837543" y="115137"/>
                  <a:pt x="1835430" y="116034"/>
                  <a:pt x="1832829" y="116034"/>
                </a:cubicBezTo>
                <a:cubicBezTo>
                  <a:pt x="1830228" y="116034"/>
                  <a:pt x="1828115" y="115137"/>
                  <a:pt x="1826489" y="113343"/>
                </a:cubicBezTo>
                <a:cubicBezTo>
                  <a:pt x="1824864" y="111547"/>
                  <a:pt x="1824051" y="109508"/>
                  <a:pt x="1824051" y="107224"/>
                </a:cubicBezTo>
                <a:cubicBezTo>
                  <a:pt x="1824051" y="104941"/>
                  <a:pt x="1824864" y="102902"/>
                  <a:pt x="1826489" y="101108"/>
                </a:cubicBezTo>
                <a:cubicBezTo>
                  <a:pt x="1828115" y="99312"/>
                  <a:pt x="1830228" y="98414"/>
                  <a:pt x="1832829" y="98414"/>
                </a:cubicBezTo>
                <a:cubicBezTo>
                  <a:pt x="1835430" y="98414"/>
                  <a:pt x="1837543" y="99312"/>
                  <a:pt x="1839168" y="101108"/>
                </a:cubicBezTo>
                <a:cubicBezTo>
                  <a:pt x="1840794" y="102902"/>
                  <a:pt x="1841606" y="104941"/>
                  <a:pt x="1841606" y="10722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7" name="Text UnlockSuccess,BuildWealth,">
            <a:extLst xmlns:a="http://schemas.openxmlformats.org/drawingml/2006/main">
              <a:ext uri="{FF2B5EF4-FFF2-40B4-BE49-F238E27FC236}">
                <a16:creationId xmlns:a16="http://schemas.microsoft.com/office/drawing/2014/main" id="{DB0F45F4-AF96-4E52-ACE5-2B976431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7681" y="5806682"/>
            <a:ext cx="2173843" cy="145816"/>
          </a:xfrm>
          <a:custGeom xmlns:a="http://schemas.openxmlformats.org/drawingml/2006/main">
            <a:pathLst>
              <a:path w="2173843" h="145816">
                <a:moveTo>
                  <a:pt x="43074" y="125816"/>
                </a:moveTo>
                <a:cubicBezTo>
                  <a:pt x="34405" y="125816"/>
                  <a:pt x="27306" y="124327"/>
                  <a:pt x="21779" y="121349"/>
                </a:cubicBezTo>
                <a:cubicBezTo>
                  <a:pt x="16253" y="118371"/>
                  <a:pt x="11864" y="114608"/>
                  <a:pt x="8614" y="110059"/>
                </a:cubicBezTo>
                <a:cubicBezTo>
                  <a:pt x="5363" y="105510"/>
                  <a:pt x="3114" y="100556"/>
                  <a:pt x="1868" y="95195"/>
                </a:cubicBezTo>
                <a:cubicBezTo>
                  <a:pt x="623" y="89833"/>
                  <a:pt x="0" y="84769"/>
                  <a:pt x="0" y="80004"/>
                </a:cubicBezTo>
                <a:lnTo>
                  <a:pt x="0" y="7877"/>
                </a:lnTo>
                <a:lnTo>
                  <a:pt x="11704" y="7877"/>
                </a:lnTo>
                <a:lnTo>
                  <a:pt x="11704" y="78652"/>
                </a:lnTo>
                <a:cubicBezTo>
                  <a:pt x="11704" y="83307"/>
                  <a:pt x="12246" y="87826"/>
                  <a:pt x="13329" y="92209"/>
                </a:cubicBezTo>
                <a:cubicBezTo>
                  <a:pt x="14413" y="96591"/>
                  <a:pt x="16174" y="100486"/>
                  <a:pt x="18611" y="103896"/>
                </a:cubicBezTo>
                <a:cubicBezTo>
                  <a:pt x="21050" y="107303"/>
                  <a:pt x="24275" y="110063"/>
                  <a:pt x="28284" y="112175"/>
                </a:cubicBezTo>
                <a:cubicBezTo>
                  <a:pt x="32294" y="114284"/>
                  <a:pt x="37225" y="115339"/>
                  <a:pt x="43076" y="115339"/>
                </a:cubicBezTo>
                <a:cubicBezTo>
                  <a:pt x="48926" y="115339"/>
                  <a:pt x="53856" y="114284"/>
                  <a:pt x="57866" y="112175"/>
                </a:cubicBezTo>
                <a:cubicBezTo>
                  <a:pt x="61875" y="110063"/>
                  <a:pt x="65099" y="107303"/>
                  <a:pt x="67536" y="103896"/>
                </a:cubicBezTo>
                <a:cubicBezTo>
                  <a:pt x="69975" y="100486"/>
                  <a:pt x="71736" y="96591"/>
                  <a:pt x="72819" y="92209"/>
                </a:cubicBezTo>
                <a:cubicBezTo>
                  <a:pt x="73903" y="87826"/>
                  <a:pt x="74446" y="83307"/>
                  <a:pt x="74446" y="78652"/>
                </a:cubicBezTo>
                <a:lnTo>
                  <a:pt x="74446" y="7877"/>
                </a:lnTo>
                <a:lnTo>
                  <a:pt x="86147" y="7877"/>
                </a:lnTo>
                <a:lnTo>
                  <a:pt x="86147" y="80004"/>
                </a:lnTo>
                <a:cubicBezTo>
                  <a:pt x="86147" y="84769"/>
                  <a:pt x="85524" y="89833"/>
                  <a:pt x="84277" y="95195"/>
                </a:cubicBezTo>
                <a:cubicBezTo>
                  <a:pt x="83032" y="100556"/>
                  <a:pt x="80784" y="105510"/>
                  <a:pt x="77534" y="110059"/>
                </a:cubicBezTo>
                <a:cubicBezTo>
                  <a:pt x="74283" y="114608"/>
                  <a:pt x="69866" y="118371"/>
                  <a:pt x="64284" y="121349"/>
                </a:cubicBezTo>
                <a:cubicBezTo>
                  <a:pt x="58704" y="124327"/>
                  <a:pt x="51634" y="125816"/>
                  <a:pt x="43074" y="125816"/>
                </a:cubicBezTo>
                <a:close/>
                <a:moveTo>
                  <a:pt x="125320" y="46826"/>
                </a:moveTo>
                <a:cubicBezTo>
                  <a:pt x="125537" y="48885"/>
                  <a:pt x="125699" y="51161"/>
                  <a:pt x="125806" y="53654"/>
                </a:cubicBezTo>
                <a:cubicBezTo>
                  <a:pt x="125916" y="56146"/>
                  <a:pt x="125970" y="58205"/>
                  <a:pt x="125970" y="59830"/>
                </a:cubicBezTo>
                <a:lnTo>
                  <a:pt x="126295" y="59830"/>
                </a:lnTo>
                <a:cubicBezTo>
                  <a:pt x="128463" y="55382"/>
                  <a:pt x="131985" y="51776"/>
                  <a:pt x="136861" y="49011"/>
                </a:cubicBezTo>
                <a:cubicBezTo>
                  <a:pt x="141737" y="46245"/>
                  <a:pt x="146884" y="44862"/>
                  <a:pt x="152302" y="44862"/>
                </a:cubicBezTo>
                <a:cubicBezTo>
                  <a:pt x="161945" y="44862"/>
                  <a:pt x="169178" y="47736"/>
                  <a:pt x="173999" y="53486"/>
                </a:cubicBezTo>
                <a:cubicBezTo>
                  <a:pt x="178822" y="59235"/>
                  <a:pt x="181234" y="66827"/>
                  <a:pt x="181234" y="76264"/>
                </a:cubicBezTo>
                <a:lnTo>
                  <a:pt x="181234" y="122958"/>
                </a:lnTo>
                <a:lnTo>
                  <a:pt x="170182" y="122958"/>
                </a:lnTo>
                <a:lnTo>
                  <a:pt x="170182" y="80778"/>
                </a:lnTo>
                <a:cubicBezTo>
                  <a:pt x="170182" y="76760"/>
                  <a:pt x="169857" y="73123"/>
                  <a:pt x="169207" y="69867"/>
                </a:cubicBezTo>
                <a:cubicBezTo>
                  <a:pt x="168558" y="66610"/>
                  <a:pt x="167446" y="63814"/>
                  <a:pt x="165874" y="61479"/>
                </a:cubicBezTo>
                <a:cubicBezTo>
                  <a:pt x="164303" y="59145"/>
                  <a:pt x="162190" y="57326"/>
                  <a:pt x="159535" y="56023"/>
                </a:cubicBezTo>
                <a:cubicBezTo>
                  <a:pt x="156881" y="54720"/>
                  <a:pt x="153549" y="54068"/>
                  <a:pt x="149539" y="54068"/>
                </a:cubicBezTo>
                <a:cubicBezTo>
                  <a:pt x="146614" y="54068"/>
                  <a:pt x="143770" y="54666"/>
                  <a:pt x="141005" y="55862"/>
                </a:cubicBezTo>
                <a:cubicBezTo>
                  <a:pt x="138242" y="57055"/>
                  <a:pt x="135777" y="58874"/>
                  <a:pt x="133609" y="61318"/>
                </a:cubicBezTo>
                <a:cubicBezTo>
                  <a:pt x="131443" y="63760"/>
                  <a:pt x="129709" y="66854"/>
                  <a:pt x="128408" y="70599"/>
                </a:cubicBezTo>
                <a:cubicBezTo>
                  <a:pt x="127108" y="74344"/>
                  <a:pt x="126459" y="78769"/>
                  <a:pt x="126459" y="83873"/>
                </a:cubicBezTo>
                <a:lnTo>
                  <a:pt x="126459" y="122958"/>
                </a:lnTo>
                <a:lnTo>
                  <a:pt x="115404" y="122958"/>
                </a:lnTo>
                <a:lnTo>
                  <a:pt x="115404" y="63573"/>
                </a:lnTo>
                <a:cubicBezTo>
                  <a:pt x="115404" y="61511"/>
                  <a:pt x="115350" y="58854"/>
                  <a:pt x="115241" y="55604"/>
                </a:cubicBezTo>
                <a:cubicBezTo>
                  <a:pt x="115133" y="52353"/>
                  <a:pt x="114971" y="49427"/>
                  <a:pt x="114755" y="46826"/>
                </a:cubicBezTo>
                <a:lnTo>
                  <a:pt x="125320" y="46826"/>
                </a:lnTo>
                <a:close/>
                <a:moveTo>
                  <a:pt x="221221" y="122958"/>
                </a:moveTo>
                <a:lnTo>
                  <a:pt x="210167" y="122958"/>
                </a:lnTo>
                <a:lnTo>
                  <a:pt x="210167" y="77"/>
                </a:lnTo>
                <a:lnTo>
                  <a:pt x="221221" y="77"/>
                </a:lnTo>
                <a:lnTo>
                  <a:pt x="221221" y="122958"/>
                </a:lnTo>
                <a:close/>
                <a:moveTo>
                  <a:pt x="326385" y="84863"/>
                </a:moveTo>
                <a:cubicBezTo>
                  <a:pt x="326385" y="90608"/>
                  <a:pt x="325382" y="95920"/>
                  <a:pt x="323376" y="100798"/>
                </a:cubicBezTo>
                <a:cubicBezTo>
                  <a:pt x="321372" y="105676"/>
                  <a:pt x="318582" y="109904"/>
                  <a:pt x="315006" y="113482"/>
                </a:cubicBezTo>
                <a:cubicBezTo>
                  <a:pt x="311431" y="117058"/>
                  <a:pt x="307151" y="119849"/>
                  <a:pt x="302166" y="121855"/>
                </a:cubicBezTo>
                <a:cubicBezTo>
                  <a:pt x="297182" y="123860"/>
                  <a:pt x="291710" y="124863"/>
                  <a:pt x="285749" y="124863"/>
                </a:cubicBezTo>
                <a:cubicBezTo>
                  <a:pt x="279897" y="124863"/>
                  <a:pt x="274479" y="123860"/>
                  <a:pt x="269494" y="121855"/>
                </a:cubicBezTo>
                <a:cubicBezTo>
                  <a:pt x="264510" y="119849"/>
                  <a:pt x="260230" y="117058"/>
                  <a:pt x="256654" y="113482"/>
                </a:cubicBezTo>
                <a:cubicBezTo>
                  <a:pt x="253079" y="109904"/>
                  <a:pt x="250289" y="105676"/>
                  <a:pt x="248283" y="100798"/>
                </a:cubicBezTo>
                <a:cubicBezTo>
                  <a:pt x="246279" y="95920"/>
                  <a:pt x="245277" y="90608"/>
                  <a:pt x="245277" y="84863"/>
                </a:cubicBezTo>
                <a:cubicBezTo>
                  <a:pt x="245277" y="79117"/>
                  <a:pt x="246279" y="73805"/>
                  <a:pt x="248283" y="68927"/>
                </a:cubicBezTo>
                <a:cubicBezTo>
                  <a:pt x="250289" y="64050"/>
                  <a:pt x="253079" y="59822"/>
                  <a:pt x="256654" y="56246"/>
                </a:cubicBezTo>
                <a:cubicBezTo>
                  <a:pt x="260230" y="52668"/>
                  <a:pt x="264510" y="49876"/>
                  <a:pt x="269494" y="47870"/>
                </a:cubicBezTo>
                <a:cubicBezTo>
                  <a:pt x="274479" y="45865"/>
                  <a:pt x="279897" y="44862"/>
                  <a:pt x="285749" y="44862"/>
                </a:cubicBezTo>
                <a:cubicBezTo>
                  <a:pt x="291710" y="44862"/>
                  <a:pt x="297182" y="45865"/>
                  <a:pt x="302166" y="47870"/>
                </a:cubicBezTo>
                <a:cubicBezTo>
                  <a:pt x="307151" y="49876"/>
                  <a:pt x="311431" y="52668"/>
                  <a:pt x="315006" y="56246"/>
                </a:cubicBezTo>
                <a:cubicBezTo>
                  <a:pt x="318582" y="59822"/>
                  <a:pt x="321372" y="64050"/>
                  <a:pt x="323376" y="68927"/>
                </a:cubicBezTo>
                <a:cubicBezTo>
                  <a:pt x="325382" y="73805"/>
                  <a:pt x="326385" y="79117"/>
                  <a:pt x="326385" y="84863"/>
                </a:cubicBezTo>
                <a:moveTo>
                  <a:pt x="314683" y="84865"/>
                </a:moveTo>
                <a:cubicBezTo>
                  <a:pt x="314683" y="80629"/>
                  <a:pt x="314006" y="76637"/>
                  <a:pt x="312652" y="72891"/>
                </a:cubicBezTo>
                <a:cubicBezTo>
                  <a:pt x="311298" y="69142"/>
                  <a:pt x="309374" y="65883"/>
                  <a:pt x="306880" y="63114"/>
                </a:cubicBezTo>
                <a:cubicBezTo>
                  <a:pt x="304389" y="60342"/>
                  <a:pt x="301355" y="58143"/>
                  <a:pt x="297778" y="56514"/>
                </a:cubicBezTo>
                <a:cubicBezTo>
                  <a:pt x="294203" y="54884"/>
                  <a:pt x="290194" y="54068"/>
                  <a:pt x="285752" y="54068"/>
                </a:cubicBezTo>
                <a:cubicBezTo>
                  <a:pt x="281309" y="54068"/>
                  <a:pt x="277326" y="54884"/>
                  <a:pt x="273804" y="56514"/>
                </a:cubicBezTo>
                <a:cubicBezTo>
                  <a:pt x="270283" y="58143"/>
                  <a:pt x="267275" y="60342"/>
                  <a:pt x="264781" y="63114"/>
                </a:cubicBezTo>
                <a:cubicBezTo>
                  <a:pt x="262290" y="65883"/>
                  <a:pt x="260367" y="69142"/>
                  <a:pt x="259013" y="72891"/>
                </a:cubicBezTo>
                <a:cubicBezTo>
                  <a:pt x="257658" y="76637"/>
                  <a:pt x="256981" y="80629"/>
                  <a:pt x="256981" y="84865"/>
                </a:cubicBezTo>
                <a:cubicBezTo>
                  <a:pt x="256981" y="89101"/>
                  <a:pt x="257658" y="93094"/>
                  <a:pt x="259013" y="96842"/>
                </a:cubicBezTo>
                <a:cubicBezTo>
                  <a:pt x="260367" y="100589"/>
                  <a:pt x="262290" y="103848"/>
                  <a:pt x="264781" y="106619"/>
                </a:cubicBezTo>
                <a:cubicBezTo>
                  <a:pt x="267275" y="109388"/>
                  <a:pt x="270283" y="111561"/>
                  <a:pt x="273804" y="113137"/>
                </a:cubicBezTo>
                <a:cubicBezTo>
                  <a:pt x="277326" y="114711"/>
                  <a:pt x="281309" y="115498"/>
                  <a:pt x="285752" y="115498"/>
                </a:cubicBezTo>
                <a:cubicBezTo>
                  <a:pt x="290194" y="115498"/>
                  <a:pt x="294203" y="114711"/>
                  <a:pt x="297778" y="113137"/>
                </a:cubicBezTo>
                <a:cubicBezTo>
                  <a:pt x="301355" y="111561"/>
                  <a:pt x="304389" y="109388"/>
                  <a:pt x="306880" y="106619"/>
                </a:cubicBezTo>
                <a:cubicBezTo>
                  <a:pt x="309374" y="103848"/>
                  <a:pt x="311298" y="100589"/>
                  <a:pt x="312652" y="96842"/>
                </a:cubicBezTo>
                <a:cubicBezTo>
                  <a:pt x="314006" y="93094"/>
                  <a:pt x="314683" y="89101"/>
                  <a:pt x="314683" y="84865"/>
                </a:cubicBezTo>
                <a:close/>
                <a:moveTo>
                  <a:pt x="404894" y="64148"/>
                </a:moveTo>
                <a:cubicBezTo>
                  <a:pt x="403052" y="61221"/>
                  <a:pt x="400370" y="58810"/>
                  <a:pt x="396848" y="56913"/>
                </a:cubicBezTo>
                <a:cubicBezTo>
                  <a:pt x="393326" y="55017"/>
                  <a:pt x="389507" y="54068"/>
                  <a:pt x="385389" y="54068"/>
                </a:cubicBezTo>
                <a:cubicBezTo>
                  <a:pt x="380947" y="54068"/>
                  <a:pt x="376937" y="54856"/>
                  <a:pt x="373360" y="56432"/>
                </a:cubicBezTo>
                <a:cubicBezTo>
                  <a:pt x="369784" y="58006"/>
                  <a:pt x="366723" y="60179"/>
                  <a:pt x="364176" y="62950"/>
                </a:cubicBezTo>
                <a:cubicBezTo>
                  <a:pt x="361630" y="65720"/>
                  <a:pt x="359680" y="68979"/>
                  <a:pt x="358326" y="72727"/>
                </a:cubicBezTo>
                <a:cubicBezTo>
                  <a:pt x="356971" y="76474"/>
                  <a:pt x="356294" y="80520"/>
                  <a:pt x="356294" y="84865"/>
                </a:cubicBezTo>
                <a:cubicBezTo>
                  <a:pt x="356294" y="89210"/>
                  <a:pt x="356971" y="93230"/>
                  <a:pt x="358326" y="96924"/>
                </a:cubicBezTo>
                <a:cubicBezTo>
                  <a:pt x="359680" y="100616"/>
                  <a:pt x="361603" y="103848"/>
                  <a:pt x="364094" y="106619"/>
                </a:cubicBezTo>
                <a:cubicBezTo>
                  <a:pt x="366588" y="109388"/>
                  <a:pt x="369622" y="111561"/>
                  <a:pt x="373197" y="113137"/>
                </a:cubicBezTo>
                <a:cubicBezTo>
                  <a:pt x="376773" y="114711"/>
                  <a:pt x="380783" y="115498"/>
                  <a:pt x="385226" y="115498"/>
                </a:cubicBezTo>
                <a:cubicBezTo>
                  <a:pt x="390102" y="115498"/>
                  <a:pt x="394219" y="114577"/>
                  <a:pt x="397577" y="112735"/>
                </a:cubicBezTo>
                <a:cubicBezTo>
                  <a:pt x="400937" y="110893"/>
                  <a:pt x="403701" y="108510"/>
                  <a:pt x="405868" y="105585"/>
                </a:cubicBezTo>
                <a:lnTo>
                  <a:pt x="414157" y="111760"/>
                </a:lnTo>
                <a:cubicBezTo>
                  <a:pt x="410907" y="115758"/>
                  <a:pt x="406924" y="118942"/>
                  <a:pt x="402210" y="121312"/>
                </a:cubicBezTo>
                <a:cubicBezTo>
                  <a:pt x="397498" y="123679"/>
                  <a:pt x="391836" y="124863"/>
                  <a:pt x="385226" y="124863"/>
                </a:cubicBezTo>
                <a:cubicBezTo>
                  <a:pt x="379048" y="124863"/>
                  <a:pt x="373467" y="123860"/>
                  <a:pt x="368482" y="121855"/>
                </a:cubicBezTo>
                <a:cubicBezTo>
                  <a:pt x="363498" y="119849"/>
                  <a:pt x="359246" y="117058"/>
                  <a:pt x="355724" y="113482"/>
                </a:cubicBezTo>
                <a:cubicBezTo>
                  <a:pt x="352204" y="109904"/>
                  <a:pt x="349468" y="105676"/>
                  <a:pt x="347517" y="100798"/>
                </a:cubicBezTo>
                <a:cubicBezTo>
                  <a:pt x="345566" y="95920"/>
                  <a:pt x="344590" y="90608"/>
                  <a:pt x="344590" y="84863"/>
                </a:cubicBezTo>
                <a:cubicBezTo>
                  <a:pt x="344590" y="79117"/>
                  <a:pt x="345566" y="73805"/>
                  <a:pt x="347517" y="68927"/>
                </a:cubicBezTo>
                <a:cubicBezTo>
                  <a:pt x="349468" y="64050"/>
                  <a:pt x="352204" y="59822"/>
                  <a:pt x="355724" y="56246"/>
                </a:cubicBezTo>
                <a:cubicBezTo>
                  <a:pt x="359246" y="52668"/>
                  <a:pt x="363498" y="49876"/>
                  <a:pt x="368482" y="47870"/>
                </a:cubicBezTo>
                <a:cubicBezTo>
                  <a:pt x="373467" y="45865"/>
                  <a:pt x="379048" y="44862"/>
                  <a:pt x="385226" y="44862"/>
                </a:cubicBezTo>
                <a:cubicBezTo>
                  <a:pt x="390318" y="44862"/>
                  <a:pt x="395492" y="45966"/>
                  <a:pt x="400747" y="48173"/>
                </a:cubicBezTo>
                <a:cubicBezTo>
                  <a:pt x="406003" y="50380"/>
                  <a:pt x="410257" y="53646"/>
                  <a:pt x="413508" y="57970"/>
                </a:cubicBezTo>
                <a:lnTo>
                  <a:pt x="404894" y="64148"/>
                </a:lnTo>
                <a:close/>
                <a:moveTo>
                  <a:pt x="442767" y="81212"/>
                </a:moveTo>
                <a:lnTo>
                  <a:pt x="443253" y="81212"/>
                </a:lnTo>
                <a:lnTo>
                  <a:pt x="478363" y="46915"/>
                </a:lnTo>
                <a:lnTo>
                  <a:pt x="494293" y="46915"/>
                </a:lnTo>
                <a:lnTo>
                  <a:pt x="455932" y="81698"/>
                </a:lnTo>
                <a:lnTo>
                  <a:pt x="498194" y="122958"/>
                </a:lnTo>
                <a:lnTo>
                  <a:pt x="481939" y="122958"/>
                </a:lnTo>
                <a:lnTo>
                  <a:pt x="443253" y="82958"/>
                </a:lnTo>
                <a:lnTo>
                  <a:pt x="442767" y="82958"/>
                </a:lnTo>
                <a:lnTo>
                  <a:pt x="442767" y="122958"/>
                </a:lnTo>
                <a:lnTo>
                  <a:pt x="431713" y="122958"/>
                </a:lnTo>
                <a:lnTo>
                  <a:pt x="431713" y="104"/>
                </a:lnTo>
                <a:lnTo>
                  <a:pt x="442767" y="104"/>
                </a:lnTo>
                <a:lnTo>
                  <a:pt x="442767" y="81212"/>
                </a:lnTo>
                <a:close/>
                <a:moveTo>
                  <a:pt x="611322" y="26402"/>
                </a:moveTo>
                <a:cubicBezTo>
                  <a:pt x="608830" y="22933"/>
                  <a:pt x="605633" y="20143"/>
                  <a:pt x="601731" y="18031"/>
                </a:cubicBezTo>
                <a:cubicBezTo>
                  <a:pt x="597830" y="15918"/>
                  <a:pt x="593117" y="14861"/>
                  <a:pt x="587591" y="14861"/>
                </a:cubicBezTo>
                <a:cubicBezTo>
                  <a:pt x="584774" y="14861"/>
                  <a:pt x="581901" y="15295"/>
                  <a:pt x="578975" y="16161"/>
                </a:cubicBezTo>
                <a:cubicBezTo>
                  <a:pt x="576050" y="17027"/>
                  <a:pt x="573395" y="18354"/>
                  <a:pt x="571011" y="20142"/>
                </a:cubicBezTo>
                <a:cubicBezTo>
                  <a:pt x="568627" y="21927"/>
                  <a:pt x="566703" y="24175"/>
                  <a:pt x="565239" y="26883"/>
                </a:cubicBezTo>
                <a:cubicBezTo>
                  <a:pt x="563778" y="29590"/>
                  <a:pt x="563047" y="32784"/>
                  <a:pt x="563047" y="36466"/>
                </a:cubicBezTo>
                <a:cubicBezTo>
                  <a:pt x="563047" y="40149"/>
                  <a:pt x="563751" y="43181"/>
                  <a:pt x="565160" y="45564"/>
                </a:cubicBezTo>
                <a:cubicBezTo>
                  <a:pt x="566569" y="47946"/>
                  <a:pt x="568438" y="49978"/>
                  <a:pt x="570768" y="51658"/>
                </a:cubicBezTo>
                <a:cubicBezTo>
                  <a:pt x="573098" y="53336"/>
                  <a:pt x="575752" y="54717"/>
                  <a:pt x="578732" y="55800"/>
                </a:cubicBezTo>
                <a:cubicBezTo>
                  <a:pt x="581711" y="56883"/>
                  <a:pt x="584827" y="57966"/>
                  <a:pt x="588080" y="59049"/>
                </a:cubicBezTo>
                <a:cubicBezTo>
                  <a:pt x="592088" y="60348"/>
                  <a:pt x="596124" y="61756"/>
                  <a:pt x="600188" y="63272"/>
                </a:cubicBezTo>
                <a:cubicBezTo>
                  <a:pt x="604252" y="64789"/>
                  <a:pt x="607910" y="66765"/>
                  <a:pt x="611160" y="69203"/>
                </a:cubicBezTo>
                <a:cubicBezTo>
                  <a:pt x="614411" y="71638"/>
                  <a:pt x="617066" y="74724"/>
                  <a:pt x="619124" y="78461"/>
                </a:cubicBezTo>
                <a:cubicBezTo>
                  <a:pt x="621183" y="82198"/>
                  <a:pt x="622212" y="86936"/>
                  <a:pt x="622212" y="92675"/>
                </a:cubicBezTo>
                <a:cubicBezTo>
                  <a:pt x="622212" y="98416"/>
                  <a:pt x="621101" y="103371"/>
                  <a:pt x="618879" y="107542"/>
                </a:cubicBezTo>
                <a:cubicBezTo>
                  <a:pt x="616658" y="111710"/>
                  <a:pt x="613787" y="115148"/>
                  <a:pt x="610265" y="117857"/>
                </a:cubicBezTo>
                <a:cubicBezTo>
                  <a:pt x="606743" y="120563"/>
                  <a:pt x="602734" y="122567"/>
                  <a:pt x="598236" y="123866"/>
                </a:cubicBezTo>
                <a:cubicBezTo>
                  <a:pt x="593740" y="125166"/>
                  <a:pt x="589216" y="125816"/>
                  <a:pt x="584664" y="125816"/>
                </a:cubicBezTo>
                <a:cubicBezTo>
                  <a:pt x="581197" y="125816"/>
                  <a:pt x="577730" y="125460"/>
                  <a:pt x="574262" y="124749"/>
                </a:cubicBezTo>
                <a:cubicBezTo>
                  <a:pt x="570795" y="124040"/>
                  <a:pt x="567490" y="122975"/>
                  <a:pt x="564347" y="121555"/>
                </a:cubicBezTo>
                <a:cubicBezTo>
                  <a:pt x="561205" y="120134"/>
                  <a:pt x="558279" y="118336"/>
                  <a:pt x="555569" y="116160"/>
                </a:cubicBezTo>
                <a:cubicBezTo>
                  <a:pt x="552861" y="113983"/>
                  <a:pt x="550477" y="111485"/>
                  <a:pt x="548419" y="108668"/>
                </a:cubicBezTo>
                <a:lnTo>
                  <a:pt x="558496" y="101192"/>
                </a:lnTo>
                <a:cubicBezTo>
                  <a:pt x="560988" y="105309"/>
                  <a:pt x="564482" y="108749"/>
                  <a:pt x="568980" y="111512"/>
                </a:cubicBezTo>
                <a:cubicBezTo>
                  <a:pt x="573477" y="114275"/>
                  <a:pt x="578760" y="115657"/>
                  <a:pt x="584828" y="115657"/>
                </a:cubicBezTo>
                <a:cubicBezTo>
                  <a:pt x="587753" y="115657"/>
                  <a:pt x="590733" y="115197"/>
                  <a:pt x="593767" y="114278"/>
                </a:cubicBezTo>
                <a:cubicBezTo>
                  <a:pt x="596801" y="113358"/>
                  <a:pt x="599537" y="111953"/>
                  <a:pt x="601974" y="110061"/>
                </a:cubicBezTo>
                <a:cubicBezTo>
                  <a:pt x="604413" y="108168"/>
                  <a:pt x="606417" y="105843"/>
                  <a:pt x="607988" y="103085"/>
                </a:cubicBezTo>
                <a:cubicBezTo>
                  <a:pt x="609561" y="100327"/>
                  <a:pt x="610347" y="97109"/>
                  <a:pt x="610347" y="93432"/>
                </a:cubicBezTo>
                <a:cubicBezTo>
                  <a:pt x="610347" y="89430"/>
                  <a:pt x="609561" y="86105"/>
                  <a:pt x="607988" y="83456"/>
                </a:cubicBezTo>
                <a:cubicBezTo>
                  <a:pt x="606417" y="80806"/>
                  <a:pt x="604332" y="78588"/>
                  <a:pt x="601731" y="76804"/>
                </a:cubicBezTo>
                <a:cubicBezTo>
                  <a:pt x="599131" y="75020"/>
                  <a:pt x="596152" y="73534"/>
                  <a:pt x="592792" y="72345"/>
                </a:cubicBezTo>
                <a:cubicBezTo>
                  <a:pt x="589432" y="71154"/>
                  <a:pt x="585910" y="69964"/>
                  <a:pt x="582226" y="68774"/>
                </a:cubicBezTo>
                <a:cubicBezTo>
                  <a:pt x="578433" y="67585"/>
                  <a:pt x="574695" y="66233"/>
                  <a:pt x="571011" y="64718"/>
                </a:cubicBezTo>
                <a:cubicBezTo>
                  <a:pt x="567327" y="63204"/>
                  <a:pt x="564022" y="61230"/>
                  <a:pt x="561095" y="58798"/>
                </a:cubicBezTo>
                <a:cubicBezTo>
                  <a:pt x="558170" y="56364"/>
                  <a:pt x="555813" y="53363"/>
                  <a:pt x="554024" y="49795"/>
                </a:cubicBezTo>
                <a:cubicBezTo>
                  <a:pt x="552237" y="46225"/>
                  <a:pt x="551343" y="41844"/>
                  <a:pt x="551343" y="36652"/>
                </a:cubicBezTo>
                <a:cubicBezTo>
                  <a:pt x="551343" y="31138"/>
                  <a:pt x="552453" y="26380"/>
                  <a:pt x="554674" y="22379"/>
                </a:cubicBezTo>
                <a:cubicBezTo>
                  <a:pt x="556896" y="18377"/>
                  <a:pt x="559795" y="15079"/>
                  <a:pt x="563369" y="12483"/>
                </a:cubicBezTo>
                <a:cubicBezTo>
                  <a:pt x="566946" y="9887"/>
                  <a:pt x="570901" y="7995"/>
                  <a:pt x="575235" y="6806"/>
                </a:cubicBezTo>
                <a:cubicBezTo>
                  <a:pt x="579570" y="5615"/>
                  <a:pt x="583851" y="5020"/>
                  <a:pt x="588077" y="5020"/>
                </a:cubicBezTo>
                <a:cubicBezTo>
                  <a:pt x="595880" y="5020"/>
                  <a:pt x="602544" y="6391"/>
                  <a:pt x="608070" y="9135"/>
                </a:cubicBezTo>
                <a:cubicBezTo>
                  <a:pt x="613598" y="11878"/>
                  <a:pt x="617770" y="15141"/>
                  <a:pt x="620588" y="18924"/>
                </a:cubicBezTo>
                <a:lnTo>
                  <a:pt x="611322" y="26402"/>
                </a:lnTo>
                <a:close/>
                <a:moveTo>
                  <a:pt x="701858" y="122958"/>
                </a:moveTo>
                <a:cubicBezTo>
                  <a:pt x="701641" y="120900"/>
                  <a:pt x="701478" y="118625"/>
                  <a:pt x="701369" y="116133"/>
                </a:cubicBezTo>
                <a:cubicBezTo>
                  <a:pt x="701261" y="113640"/>
                  <a:pt x="701208" y="111580"/>
                  <a:pt x="701208" y="109955"/>
                </a:cubicBezTo>
                <a:lnTo>
                  <a:pt x="700883" y="109955"/>
                </a:lnTo>
                <a:cubicBezTo>
                  <a:pt x="698715" y="114398"/>
                  <a:pt x="695193" y="117993"/>
                  <a:pt x="690317" y="120741"/>
                </a:cubicBezTo>
                <a:cubicBezTo>
                  <a:pt x="685441" y="123489"/>
                  <a:pt x="680294" y="124863"/>
                  <a:pt x="674875" y="124863"/>
                </a:cubicBezTo>
                <a:cubicBezTo>
                  <a:pt x="665232" y="124863"/>
                  <a:pt x="657999" y="122002"/>
                  <a:pt x="653176" y="116279"/>
                </a:cubicBezTo>
                <a:cubicBezTo>
                  <a:pt x="648355" y="110555"/>
                  <a:pt x="645944" y="102979"/>
                  <a:pt x="645944" y="93551"/>
                </a:cubicBezTo>
                <a:lnTo>
                  <a:pt x="645944" y="46901"/>
                </a:lnTo>
                <a:lnTo>
                  <a:pt x="656998" y="46901"/>
                </a:lnTo>
                <a:lnTo>
                  <a:pt x="656998" y="89000"/>
                </a:lnTo>
                <a:cubicBezTo>
                  <a:pt x="656998" y="93009"/>
                  <a:pt x="657323" y="96639"/>
                  <a:pt x="657973" y="99890"/>
                </a:cubicBezTo>
                <a:cubicBezTo>
                  <a:pt x="658623" y="103141"/>
                  <a:pt x="659733" y="105931"/>
                  <a:pt x="661304" y="108261"/>
                </a:cubicBezTo>
                <a:cubicBezTo>
                  <a:pt x="662876" y="110591"/>
                  <a:pt x="664989" y="112406"/>
                  <a:pt x="667643" y="113707"/>
                </a:cubicBezTo>
                <a:cubicBezTo>
                  <a:pt x="670299" y="115007"/>
                  <a:pt x="673631" y="115657"/>
                  <a:pt x="677641" y="115657"/>
                </a:cubicBezTo>
                <a:cubicBezTo>
                  <a:pt x="680566" y="115657"/>
                  <a:pt x="683410" y="115061"/>
                  <a:pt x="686173" y="113869"/>
                </a:cubicBezTo>
                <a:cubicBezTo>
                  <a:pt x="688937" y="112676"/>
                  <a:pt x="691403" y="110862"/>
                  <a:pt x="693569" y="108424"/>
                </a:cubicBezTo>
                <a:cubicBezTo>
                  <a:pt x="695736" y="105986"/>
                  <a:pt x="697470" y="102897"/>
                  <a:pt x="698770" y="99158"/>
                </a:cubicBezTo>
                <a:cubicBezTo>
                  <a:pt x="700071" y="95420"/>
                  <a:pt x="700722" y="91004"/>
                  <a:pt x="700722" y="85912"/>
                </a:cubicBezTo>
                <a:lnTo>
                  <a:pt x="700722" y="46901"/>
                </a:lnTo>
                <a:lnTo>
                  <a:pt x="711773" y="46901"/>
                </a:lnTo>
                <a:lnTo>
                  <a:pt x="711773" y="106230"/>
                </a:lnTo>
                <a:cubicBezTo>
                  <a:pt x="711773" y="108288"/>
                  <a:pt x="711827" y="110942"/>
                  <a:pt x="711935" y="114191"/>
                </a:cubicBezTo>
                <a:cubicBezTo>
                  <a:pt x="712044" y="117440"/>
                  <a:pt x="712207" y="120363"/>
                  <a:pt x="712423" y="122958"/>
                </a:cubicBezTo>
                <a:lnTo>
                  <a:pt x="701858" y="122958"/>
                </a:lnTo>
                <a:close/>
                <a:moveTo>
                  <a:pt x="795809" y="64148"/>
                </a:moveTo>
                <a:cubicBezTo>
                  <a:pt x="793967" y="61221"/>
                  <a:pt x="791285" y="58810"/>
                  <a:pt x="787763" y="56913"/>
                </a:cubicBezTo>
                <a:cubicBezTo>
                  <a:pt x="784241" y="55017"/>
                  <a:pt x="780422" y="54068"/>
                  <a:pt x="776305" y="54068"/>
                </a:cubicBezTo>
                <a:cubicBezTo>
                  <a:pt x="771862" y="54068"/>
                  <a:pt x="767852" y="54856"/>
                  <a:pt x="764276" y="56432"/>
                </a:cubicBezTo>
                <a:cubicBezTo>
                  <a:pt x="760699" y="58006"/>
                  <a:pt x="757638" y="60179"/>
                  <a:pt x="755091" y="62950"/>
                </a:cubicBezTo>
                <a:cubicBezTo>
                  <a:pt x="752545" y="65720"/>
                  <a:pt x="750595" y="68979"/>
                  <a:pt x="749241" y="72727"/>
                </a:cubicBezTo>
                <a:cubicBezTo>
                  <a:pt x="747886" y="76474"/>
                  <a:pt x="747209" y="80520"/>
                  <a:pt x="747209" y="84865"/>
                </a:cubicBezTo>
                <a:cubicBezTo>
                  <a:pt x="747209" y="89210"/>
                  <a:pt x="747886" y="93230"/>
                  <a:pt x="749241" y="96924"/>
                </a:cubicBezTo>
                <a:cubicBezTo>
                  <a:pt x="750595" y="100616"/>
                  <a:pt x="752518" y="103848"/>
                  <a:pt x="755010" y="106619"/>
                </a:cubicBezTo>
                <a:cubicBezTo>
                  <a:pt x="757503" y="109388"/>
                  <a:pt x="760537" y="111561"/>
                  <a:pt x="764112" y="113137"/>
                </a:cubicBezTo>
                <a:cubicBezTo>
                  <a:pt x="767688" y="114711"/>
                  <a:pt x="771698" y="115498"/>
                  <a:pt x="776141" y="115498"/>
                </a:cubicBezTo>
                <a:cubicBezTo>
                  <a:pt x="781017" y="115498"/>
                  <a:pt x="785134" y="114577"/>
                  <a:pt x="788492" y="112735"/>
                </a:cubicBezTo>
                <a:cubicBezTo>
                  <a:pt x="791852" y="110893"/>
                  <a:pt x="794616" y="108510"/>
                  <a:pt x="796784" y="105585"/>
                </a:cubicBezTo>
                <a:lnTo>
                  <a:pt x="805072" y="111760"/>
                </a:lnTo>
                <a:cubicBezTo>
                  <a:pt x="801822" y="115758"/>
                  <a:pt x="797839" y="118942"/>
                  <a:pt x="793125" y="121312"/>
                </a:cubicBezTo>
                <a:cubicBezTo>
                  <a:pt x="788413" y="123679"/>
                  <a:pt x="782751" y="124863"/>
                  <a:pt x="776141" y="124863"/>
                </a:cubicBezTo>
                <a:cubicBezTo>
                  <a:pt x="769964" y="124863"/>
                  <a:pt x="764382" y="123860"/>
                  <a:pt x="759397" y="121855"/>
                </a:cubicBezTo>
                <a:cubicBezTo>
                  <a:pt x="754414" y="119849"/>
                  <a:pt x="750161" y="117058"/>
                  <a:pt x="746639" y="113482"/>
                </a:cubicBezTo>
                <a:cubicBezTo>
                  <a:pt x="743119" y="109904"/>
                  <a:pt x="740383" y="105676"/>
                  <a:pt x="738432" y="100798"/>
                </a:cubicBezTo>
                <a:cubicBezTo>
                  <a:pt x="736481" y="95920"/>
                  <a:pt x="735505" y="90608"/>
                  <a:pt x="735505" y="84863"/>
                </a:cubicBezTo>
                <a:cubicBezTo>
                  <a:pt x="735505" y="79117"/>
                  <a:pt x="736481" y="73805"/>
                  <a:pt x="738432" y="68927"/>
                </a:cubicBezTo>
                <a:cubicBezTo>
                  <a:pt x="740383" y="64050"/>
                  <a:pt x="743119" y="59822"/>
                  <a:pt x="746639" y="56246"/>
                </a:cubicBezTo>
                <a:cubicBezTo>
                  <a:pt x="750161" y="52668"/>
                  <a:pt x="754414" y="49876"/>
                  <a:pt x="759397" y="47870"/>
                </a:cubicBezTo>
                <a:cubicBezTo>
                  <a:pt x="764382" y="45865"/>
                  <a:pt x="769964" y="44862"/>
                  <a:pt x="776141" y="44862"/>
                </a:cubicBezTo>
                <a:cubicBezTo>
                  <a:pt x="781234" y="44862"/>
                  <a:pt x="786407" y="45966"/>
                  <a:pt x="791662" y="48173"/>
                </a:cubicBezTo>
                <a:cubicBezTo>
                  <a:pt x="796918" y="50380"/>
                  <a:pt x="801172" y="53646"/>
                  <a:pt x="804423" y="57970"/>
                </a:cubicBezTo>
                <a:lnTo>
                  <a:pt x="795809" y="64148"/>
                </a:lnTo>
                <a:close/>
                <a:moveTo>
                  <a:pt x="877080" y="64148"/>
                </a:moveTo>
                <a:cubicBezTo>
                  <a:pt x="875238" y="61221"/>
                  <a:pt x="872556" y="58810"/>
                  <a:pt x="869034" y="56913"/>
                </a:cubicBezTo>
                <a:cubicBezTo>
                  <a:pt x="865512" y="55017"/>
                  <a:pt x="861693" y="54068"/>
                  <a:pt x="857576" y="54068"/>
                </a:cubicBezTo>
                <a:cubicBezTo>
                  <a:pt x="853133" y="54068"/>
                  <a:pt x="849123" y="54856"/>
                  <a:pt x="845547" y="56432"/>
                </a:cubicBezTo>
                <a:cubicBezTo>
                  <a:pt x="841970" y="58006"/>
                  <a:pt x="838909" y="60179"/>
                  <a:pt x="836362" y="62950"/>
                </a:cubicBezTo>
                <a:cubicBezTo>
                  <a:pt x="833816" y="65720"/>
                  <a:pt x="831866" y="68979"/>
                  <a:pt x="830512" y="72727"/>
                </a:cubicBezTo>
                <a:cubicBezTo>
                  <a:pt x="829157" y="76474"/>
                  <a:pt x="828480" y="80520"/>
                  <a:pt x="828480" y="84865"/>
                </a:cubicBezTo>
                <a:cubicBezTo>
                  <a:pt x="828480" y="89210"/>
                  <a:pt x="829157" y="93230"/>
                  <a:pt x="830512" y="96924"/>
                </a:cubicBezTo>
                <a:cubicBezTo>
                  <a:pt x="831866" y="100616"/>
                  <a:pt x="833789" y="103848"/>
                  <a:pt x="836281" y="106619"/>
                </a:cubicBezTo>
                <a:cubicBezTo>
                  <a:pt x="838774" y="109388"/>
                  <a:pt x="841808" y="111561"/>
                  <a:pt x="845383" y="113137"/>
                </a:cubicBezTo>
                <a:cubicBezTo>
                  <a:pt x="848959" y="114711"/>
                  <a:pt x="852969" y="115498"/>
                  <a:pt x="857412" y="115498"/>
                </a:cubicBezTo>
                <a:cubicBezTo>
                  <a:pt x="862288" y="115498"/>
                  <a:pt x="866405" y="114577"/>
                  <a:pt x="869763" y="112735"/>
                </a:cubicBezTo>
                <a:cubicBezTo>
                  <a:pt x="873123" y="110893"/>
                  <a:pt x="875887" y="108510"/>
                  <a:pt x="878055" y="105585"/>
                </a:cubicBezTo>
                <a:lnTo>
                  <a:pt x="886343" y="111760"/>
                </a:lnTo>
                <a:cubicBezTo>
                  <a:pt x="883093" y="115758"/>
                  <a:pt x="879110" y="118942"/>
                  <a:pt x="874396" y="121312"/>
                </a:cubicBezTo>
                <a:cubicBezTo>
                  <a:pt x="869684" y="123679"/>
                  <a:pt x="864023" y="124863"/>
                  <a:pt x="857412" y="124863"/>
                </a:cubicBezTo>
                <a:cubicBezTo>
                  <a:pt x="851235" y="124863"/>
                  <a:pt x="845653" y="123860"/>
                  <a:pt x="840668" y="121855"/>
                </a:cubicBezTo>
                <a:cubicBezTo>
                  <a:pt x="835685" y="119849"/>
                  <a:pt x="831432" y="117058"/>
                  <a:pt x="827910" y="113482"/>
                </a:cubicBezTo>
                <a:cubicBezTo>
                  <a:pt x="824390" y="109904"/>
                  <a:pt x="821654" y="105676"/>
                  <a:pt x="819703" y="100798"/>
                </a:cubicBezTo>
                <a:cubicBezTo>
                  <a:pt x="817752" y="95920"/>
                  <a:pt x="816776" y="90608"/>
                  <a:pt x="816776" y="84863"/>
                </a:cubicBezTo>
                <a:cubicBezTo>
                  <a:pt x="816776" y="79117"/>
                  <a:pt x="817752" y="73805"/>
                  <a:pt x="819703" y="68927"/>
                </a:cubicBezTo>
                <a:cubicBezTo>
                  <a:pt x="821654" y="64050"/>
                  <a:pt x="824390" y="59822"/>
                  <a:pt x="827910" y="56246"/>
                </a:cubicBezTo>
                <a:cubicBezTo>
                  <a:pt x="831432" y="52668"/>
                  <a:pt x="835685" y="49876"/>
                  <a:pt x="840668" y="47870"/>
                </a:cubicBezTo>
                <a:cubicBezTo>
                  <a:pt x="845653" y="45865"/>
                  <a:pt x="851235" y="44862"/>
                  <a:pt x="857412" y="44862"/>
                </a:cubicBezTo>
                <a:cubicBezTo>
                  <a:pt x="862505" y="44862"/>
                  <a:pt x="867678" y="45966"/>
                  <a:pt x="872933" y="48173"/>
                </a:cubicBezTo>
                <a:cubicBezTo>
                  <a:pt x="878189" y="50380"/>
                  <a:pt x="882443" y="53646"/>
                  <a:pt x="885694" y="57970"/>
                </a:cubicBezTo>
                <a:lnTo>
                  <a:pt x="877080" y="64148"/>
                </a:lnTo>
                <a:close/>
                <a:moveTo>
                  <a:pt x="961603" y="79148"/>
                </a:moveTo>
                <a:cubicBezTo>
                  <a:pt x="961277" y="71936"/>
                  <a:pt x="958974" y="65953"/>
                  <a:pt x="954693" y="61199"/>
                </a:cubicBezTo>
                <a:cubicBezTo>
                  <a:pt x="950414" y="56445"/>
                  <a:pt x="944319" y="54068"/>
                  <a:pt x="936409" y="54068"/>
                </a:cubicBezTo>
                <a:cubicBezTo>
                  <a:pt x="932725" y="54068"/>
                  <a:pt x="929312" y="54751"/>
                  <a:pt x="926168" y="56117"/>
                </a:cubicBezTo>
                <a:cubicBezTo>
                  <a:pt x="923027" y="57483"/>
                  <a:pt x="920264" y="59340"/>
                  <a:pt x="917880" y="61690"/>
                </a:cubicBezTo>
                <a:cubicBezTo>
                  <a:pt x="915495" y="64040"/>
                  <a:pt x="913599" y="66717"/>
                  <a:pt x="912190" y="69723"/>
                </a:cubicBezTo>
                <a:cubicBezTo>
                  <a:pt x="910781" y="72728"/>
                  <a:pt x="909969" y="75869"/>
                  <a:pt x="909752" y="79148"/>
                </a:cubicBezTo>
                <a:lnTo>
                  <a:pt x="961603" y="79148"/>
                </a:lnTo>
                <a:moveTo>
                  <a:pt x="972819" y="82665"/>
                </a:moveTo>
                <a:cubicBezTo>
                  <a:pt x="972819" y="83426"/>
                  <a:pt x="972819" y="84241"/>
                  <a:pt x="972819" y="85111"/>
                </a:cubicBezTo>
                <a:cubicBezTo>
                  <a:pt x="972819" y="85979"/>
                  <a:pt x="972764" y="86901"/>
                  <a:pt x="972655" y="87878"/>
                </a:cubicBezTo>
                <a:lnTo>
                  <a:pt x="909588" y="87878"/>
                </a:lnTo>
                <a:cubicBezTo>
                  <a:pt x="909697" y="91670"/>
                  <a:pt x="910456" y="95245"/>
                  <a:pt x="911863" y="98603"/>
                </a:cubicBezTo>
                <a:cubicBezTo>
                  <a:pt x="913271" y="101959"/>
                  <a:pt x="915222" y="104884"/>
                  <a:pt x="917713" y="107375"/>
                </a:cubicBezTo>
                <a:cubicBezTo>
                  <a:pt x="920207" y="109865"/>
                  <a:pt x="923133" y="111842"/>
                  <a:pt x="926491" y="113306"/>
                </a:cubicBezTo>
                <a:cubicBezTo>
                  <a:pt x="929851" y="114767"/>
                  <a:pt x="933482" y="115498"/>
                  <a:pt x="937384" y="115498"/>
                </a:cubicBezTo>
                <a:cubicBezTo>
                  <a:pt x="943126" y="115498"/>
                  <a:pt x="948083" y="114171"/>
                  <a:pt x="952255" y="111517"/>
                </a:cubicBezTo>
                <a:cubicBezTo>
                  <a:pt x="956427" y="108862"/>
                  <a:pt x="959597" y="105800"/>
                  <a:pt x="961764" y="102333"/>
                </a:cubicBezTo>
                <a:lnTo>
                  <a:pt x="970053" y="108834"/>
                </a:lnTo>
                <a:cubicBezTo>
                  <a:pt x="965503" y="114568"/>
                  <a:pt x="960491" y="118674"/>
                  <a:pt x="955018" y="121150"/>
                </a:cubicBezTo>
                <a:cubicBezTo>
                  <a:pt x="949547" y="123626"/>
                  <a:pt x="943669" y="124863"/>
                  <a:pt x="937384" y="124863"/>
                </a:cubicBezTo>
                <a:cubicBezTo>
                  <a:pt x="931749" y="124863"/>
                  <a:pt x="926520" y="123860"/>
                  <a:pt x="921697" y="121855"/>
                </a:cubicBezTo>
                <a:cubicBezTo>
                  <a:pt x="916875" y="119849"/>
                  <a:pt x="912731" y="117058"/>
                  <a:pt x="909263" y="113482"/>
                </a:cubicBezTo>
                <a:cubicBezTo>
                  <a:pt x="905796" y="109904"/>
                  <a:pt x="903060" y="105676"/>
                  <a:pt x="901054" y="100798"/>
                </a:cubicBezTo>
                <a:cubicBezTo>
                  <a:pt x="899050" y="95920"/>
                  <a:pt x="898048" y="90608"/>
                  <a:pt x="898048" y="84863"/>
                </a:cubicBezTo>
                <a:cubicBezTo>
                  <a:pt x="898048" y="79117"/>
                  <a:pt x="899023" y="73805"/>
                  <a:pt x="900972" y="68927"/>
                </a:cubicBezTo>
                <a:cubicBezTo>
                  <a:pt x="902923" y="64050"/>
                  <a:pt x="905632" y="59822"/>
                  <a:pt x="909100" y="56246"/>
                </a:cubicBezTo>
                <a:cubicBezTo>
                  <a:pt x="912569" y="52668"/>
                  <a:pt x="916633" y="49876"/>
                  <a:pt x="921292" y="47870"/>
                </a:cubicBezTo>
                <a:cubicBezTo>
                  <a:pt x="925952" y="45865"/>
                  <a:pt x="930991" y="44862"/>
                  <a:pt x="936409" y="44862"/>
                </a:cubicBezTo>
                <a:cubicBezTo>
                  <a:pt x="942368" y="44862"/>
                  <a:pt x="947623" y="45867"/>
                  <a:pt x="952173" y="47878"/>
                </a:cubicBezTo>
                <a:cubicBezTo>
                  <a:pt x="956725" y="49887"/>
                  <a:pt x="960518" y="52603"/>
                  <a:pt x="963553" y="56025"/>
                </a:cubicBezTo>
                <a:cubicBezTo>
                  <a:pt x="966587" y="59446"/>
                  <a:pt x="968889" y="63438"/>
                  <a:pt x="970460" y="68000"/>
                </a:cubicBezTo>
                <a:cubicBezTo>
                  <a:pt x="972032" y="72562"/>
                  <a:pt x="972819" y="77450"/>
                  <a:pt x="972819" y="82665"/>
                </a:cubicBezTo>
                <a:close/>
                <a:moveTo>
                  <a:pt x="1037022" y="64798"/>
                </a:moveTo>
                <a:cubicBezTo>
                  <a:pt x="1035397" y="61654"/>
                  <a:pt x="1032932" y="59081"/>
                  <a:pt x="1029626" y="57077"/>
                </a:cubicBezTo>
                <a:cubicBezTo>
                  <a:pt x="1026321" y="55071"/>
                  <a:pt x="1022555" y="54068"/>
                  <a:pt x="1018329" y="54068"/>
                </a:cubicBezTo>
                <a:cubicBezTo>
                  <a:pt x="1016380" y="54068"/>
                  <a:pt x="1014429" y="54286"/>
                  <a:pt x="1012478" y="54721"/>
                </a:cubicBezTo>
                <a:cubicBezTo>
                  <a:pt x="1010527" y="55154"/>
                  <a:pt x="1008793" y="55859"/>
                  <a:pt x="1007275" y="56836"/>
                </a:cubicBezTo>
                <a:cubicBezTo>
                  <a:pt x="1005759" y="57812"/>
                  <a:pt x="1004540" y="59059"/>
                  <a:pt x="1003619" y="60579"/>
                </a:cubicBezTo>
                <a:cubicBezTo>
                  <a:pt x="1002698" y="62097"/>
                  <a:pt x="1002238" y="63887"/>
                  <a:pt x="1002238" y="65949"/>
                </a:cubicBezTo>
                <a:cubicBezTo>
                  <a:pt x="1002238" y="69530"/>
                  <a:pt x="1003700" y="72270"/>
                  <a:pt x="1006625" y="74168"/>
                </a:cubicBezTo>
                <a:cubicBezTo>
                  <a:pt x="1009552" y="76066"/>
                  <a:pt x="1014157" y="77667"/>
                  <a:pt x="1020442" y="78970"/>
                </a:cubicBezTo>
                <a:cubicBezTo>
                  <a:pt x="1029437" y="80813"/>
                  <a:pt x="1036074" y="83498"/>
                  <a:pt x="1040353" y="87025"/>
                </a:cubicBezTo>
                <a:cubicBezTo>
                  <a:pt x="1044634" y="90550"/>
                  <a:pt x="1046775" y="95297"/>
                  <a:pt x="1046775" y="101264"/>
                </a:cubicBezTo>
                <a:cubicBezTo>
                  <a:pt x="1046775" y="105604"/>
                  <a:pt x="1045935" y="109267"/>
                  <a:pt x="1044255" y="112251"/>
                </a:cubicBezTo>
                <a:cubicBezTo>
                  <a:pt x="1042575" y="115234"/>
                  <a:pt x="1040380" y="117676"/>
                  <a:pt x="1037670" y="119575"/>
                </a:cubicBezTo>
                <a:cubicBezTo>
                  <a:pt x="1034961" y="121474"/>
                  <a:pt x="1031901" y="122829"/>
                  <a:pt x="1028488" y="123643"/>
                </a:cubicBezTo>
                <a:cubicBezTo>
                  <a:pt x="1025075" y="124457"/>
                  <a:pt x="1021635" y="124863"/>
                  <a:pt x="1018168" y="124863"/>
                </a:cubicBezTo>
                <a:cubicBezTo>
                  <a:pt x="1012424" y="124863"/>
                  <a:pt x="1006842" y="123679"/>
                  <a:pt x="1001424" y="121312"/>
                </a:cubicBezTo>
                <a:cubicBezTo>
                  <a:pt x="996007" y="118942"/>
                  <a:pt x="991564" y="115217"/>
                  <a:pt x="988095" y="110136"/>
                </a:cubicBezTo>
                <a:lnTo>
                  <a:pt x="996873" y="103633"/>
                </a:lnTo>
                <a:cubicBezTo>
                  <a:pt x="998824" y="106993"/>
                  <a:pt x="1001695" y="109810"/>
                  <a:pt x="1005487" y="112085"/>
                </a:cubicBezTo>
                <a:cubicBezTo>
                  <a:pt x="1009280" y="114360"/>
                  <a:pt x="1013452" y="115498"/>
                  <a:pt x="1018004" y="115498"/>
                </a:cubicBezTo>
                <a:cubicBezTo>
                  <a:pt x="1020389" y="115498"/>
                  <a:pt x="1022664" y="115281"/>
                  <a:pt x="1024830" y="114848"/>
                </a:cubicBezTo>
                <a:cubicBezTo>
                  <a:pt x="1026997" y="114413"/>
                  <a:pt x="1028894" y="113654"/>
                  <a:pt x="1030519" y="112569"/>
                </a:cubicBezTo>
                <a:cubicBezTo>
                  <a:pt x="1032145" y="111484"/>
                  <a:pt x="1033445" y="110101"/>
                  <a:pt x="1034421" y="108420"/>
                </a:cubicBezTo>
                <a:cubicBezTo>
                  <a:pt x="1035396" y="106736"/>
                  <a:pt x="1035884" y="104647"/>
                  <a:pt x="1035884" y="102152"/>
                </a:cubicBezTo>
                <a:cubicBezTo>
                  <a:pt x="1035884" y="98137"/>
                  <a:pt x="1033960" y="95126"/>
                  <a:pt x="1030113" y="93119"/>
                </a:cubicBezTo>
                <a:cubicBezTo>
                  <a:pt x="1026267" y="91112"/>
                  <a:pt x="1020713" y="89240"/>
                  <a:pt x="1013453" y="87504"/>
                </a:cubicBezTo>
                <a:cubicBezTo>
                  <a:pt x="1011178" y="86962"/>
                  <a:pt x="1008766" y="86284"/>
                  <a:pt x="1006218" y="85470"/>
                </a:cubicBezTo>
                <a:cubicBezTo>
                  <a:pt x="1003672" y="84657"/>
                  <a:pt x="1001315" y="83464"/>
                  <a:pt x="999147" y="81891"/>
                </a:cubicBezTo>
                <a:cubicBezTo>
                  <a:pt x="996981" y="80317"/>
                  <a:pt x="995194" y="78336"/>
                  <a:pt x="993785" y="75949"/>
                </a:cubicBezTo>
                <a:cubicBezTo>
                  <a:pt x="992376" y="73561"/>
                  <a:pt x="991672" y="70577"/>
                  <a:pt x="991672" y="66998"/>
                </a:cubicBezTo>
                <a:cubicBezTo>
                  <a:pt x="991672" y="63091"/>
                  <a:pt x="992430" y="59754"/>
                  <a:pt x="993946" y="56988"/>
                </a:cubicBezTo>
                <a:cubicBezTo>
                  <a:pt x="995464" y="54220"/>
                  <a:pt x="997496" y="51941"/>
                  <a:pt x="1000043" y="50152"/>
                </a:cubicBezTo>
                <a:cubicBezTo>
                  <a:pt x="1002589" y="48361"/>
                  <a:pt x="1005487" y="47032"/>
                  <a:pt x="1008738" y="46164"/>
                </a:cubicBezTo>
                <a:cubicBezTo>
                  <a:pt x="1011991" y="45296"/>
                  <a:pt x="1015350" y="44862"/>
                  <a:pt x="1018818" y="44862"/>
                </a:cubicBezTo>
                <a:cubicBezTo>
                  <a:pt x="1024127" y="44862"/>
                  <a:pt x="1029273" y="46047"/>
                  <a:pt x="1034257" y="48416"/>
                </a:cubicBezTo>
                <a:cubicBezTo>
                  <a:pt x="1039242" y="50784"/>
                  <a:pt x="1042981" y="54131"/>
                  <a:pt x="1045475" y="58458"/>
                </a:cubicBezTo>
                <a:lnTo>
                  <a:pt x="1037022" y="64798"/>
                </a:lnTo>
                <a:close/>
                <a:moveTo>
                  <a:pt x="1109191" y="64798"/>
                </a:moveTo>
                <a:cubicBezTo>
                  <a:pt x="1107566" y="61654"/>
                  <a:pt x="1105101" y="59081"/>
                  <a:pt x="1101795" y="57077"/>
                </a:cubicBezTo>
                <a:cubicBezTo>
                  <a:pt x="1098490" y="55071"/>
                  <a:pt x="1094724" y="54068"/>
                  <a:pt x="1090498" y="54068"/>
                </a:cubicBezTo>
                <a:cubicBezTo>
                  <a:pt x="1088549" y="54068"/>
                  <a:pt x="1086598" y="54286"/>
                  <a:pt x="1084647" y="54721"/>
                </a:cubicBezTo>
                <a:cubicBezTo>
                  <a:pt x="1082696" y="55154"/>
                  <a:pt x="1080962" y="55859"/>
                  <a:pt x="1079444" y="56836"/>
                </a:cubicBezTo>
                <a:cubicBezTo>
                  <a:pt x="1077928" y="57812"/>
                  <a:pt x="1076709" y="59059"/>
                  <a:pt x="1075788" y="60579"/>
                </a:cubicBezTo>
                <a:cubicBezTo>
                  <a:pt x="1074867" y="62097"/>
                  <a:pt x="1074407" y="63887"/>
                  <a:pt x="1074407" y="65949"/>
                </a:cubicBezTo>
                <a:cubicBezTo>
                  <a:pt x="1074407" y="69530"/>
                  <a:pt x="1075869" y="72270"/>
                  <a:pt x="1078794" y="74168"/>
                </a:cubicBezTo>
                <a:cubicBezTo>
                  <a:pt x="1081721" y="76066"/>
                  <a:pt x="1086326" y="77667"/>
                  <a:pt x="1092611" y="78970"/>
                </a:cubicBezTo>
                <a:cubicBezTo>
                  <a:pt x="1101606" y="80813"/>
                  <a:pt x="1108243" y="83498"/>
                  <a:pt x="1112522" y="87025"/>
                </a:cubicBezTo>
                <a:cubicBezTo>
                  <a:pt x="1116803" y="90550"/>
                  <a:pt x="1118944" y="95297"/>
                  <a:pt x="1118944" y="101264"/>
                </a:cubicBezTo>
                <a:cubicBezTo>
                  <a:pt x="1118944" y="105604"/>
                  <a:pt x="1118104" y="109267"/>
                  <a:pt x="1116424" y="112251"/>
                </a:cubicBezTo>
                <a:cubicBezTo>
                  <a:pt x="1114744" y="115234"/>
                  <a:pt x="1112549" y="117676"/>
                  <a:pt x="1109839" y="119575"/>
                </a:cubicBezTo>
                <a:cubicBezTo>
                  <a:pt x="1107130" y="121474"/>
                  <a:pt x="1104070" y="122829"/>
                  <a:pt x="1100657" y="123643"/>
                </a:cubicBezTo>
                <a:cubicBezTo>
                  <a:pt x="1097244" y="124457"/>
                  <a:pt x="1093804" y="124863"/>
                  <a:pt x="1090337" y="124863"/>
                </a:cubicBezTo>
                <a:cubicBezTo>
                  <a:pt x="1084593" y="124863"/>
                  <a:pt x="1079011" y="123679"/>
                  <a:pt x="1073593" y="121312"/>
                </a:cubicBezTo>
                <a:cubicBezTo>
                  <a:pt x="1068176" y="118942"/>
                  <a:pt x="1063733" y="115217"/>
                  <a:pt x="1060264" y="110136"/>
                </a:cubicBezTo>
                <a:lnTo>
                  <a:pt x="1069042" y="103633"/>
                </a:lnTo>
                <a:cubicBezTo>
                  <a:pt x="1070993" y="106993"/>
                  <a:pt x="1073864" y="109810"/>
                  <a:pt x="1077656" y="112085"/>
                </a:cubicBezTo>
                <a:cubicBezTo>
                  <a:pt x="1081449" y="114360"/>
                  <a:pt x="1085621" y="115498"/>
                  <a:pt x="1090173" y="115498"/>
                </a:cubicBezTo>
                <a:cubicBezTo>
                  <a:pt x="1092558" y="115498"/>
                  <a:pt x="1094833" y="115281"/>
                  <a:pt x="1096999" y="114848"/>
                </a:cubicBezTo>
                <a:cubicBezTo>
                  <a:pt x="1099166" y="114413"/>
                  <a:pt x="1101063" y="113654"/>
                  <a:pt x="1102688" y="112569"/>
                </a:cubicBezTo>
                <a:cubicBezTo>
                  <a:pt x="1104314" y="111484"/>
                  <a:pt x="1105614" y="110101"/>
                  <a:pt x="1106590" y="108420"/>
                </a:cubicBezTo>
                <a:cubicBezTo>
                  <a:pt x="1107565" y="106736"/>
                  <a:pt x="1108053" y="104647"/>
                  <a:pt x="1108053" y="102152"/>
                </a:cubicBezTo>
                <a:cubicBezTo>
                  <a:pt x="1108053" y="98137"/>
                  <a:pt x="1106129" y="95126"/>
                  <a:pt x="1102282" y="93119"/>
                </a:cubicBezTo>
                <a:cubicBezTo>
                  <a:pt x="1098436" y="91112"/>
                  <a:pt x="1092882" y="89240"/>
                  <a:pt x="1085622" y="87504"/>
                </a:cubicBezTo>
                <a:cubicBezTo>
                  <a:pt x="1083347" y="86962"/>
                  <a:pt x="1080935" y="86284"/>
                  <a:pt x="1078387" y="85470"/>
                </a:cubicBezTo>
                <a:cubicBezTo>
                  <a:pt x="1075841" y="84657"/>
                  <a:pt x="1073484" y="83464"/>
                  <a:pt x="1071316" y="81891"/>
                </a:cubicBezTo>
                <a:cubicBezTo>
                  <a:pt x="1069150" y="80317"/>
                  <a:pt x="1067363" y="78336"/>
                  <a:pt x="1065954" y="75949"/>
                </a:cubicBezTo>
                <a:cubicBezTo>
                  <a:pt x="1064545" y="73561"/>
                  <a:pt x="1063841" y="70577"/>
                  <a:pt x="1063841" y="66998"/>
                </a:cubicBezTo>
                <a:cubicBezTo>
                  <a:pt x="1063841" y="63091"/>
                  <a:pt x="1064599" y="59754"/>
                  <a:pt x="1066115" y="56988"/>
                </a:cubicBezTo>
                <a:cubicBezTo>
                  <a:pt x="1067633" y="54220"/>
                  <a:pt x="1069665" y="51941"/>
                  <a:pt x="1072212" y="50152"/>
                </a:cubicBezTo>
                <a:cubicBezTo>
                  <a:pt x="1074758" y="48361"/>
                  <a:pt x="1077656" y="47032"/>
                  <a:pt x="1080907" y="46164"/>
                </a:cubicBezTo>
                <a:cubicBezTo>
                  <a:pt x="1084160" y="45296"/>
                  <a:pt x="1087519" y="44862"/>
                  <a:pt x="1090987" y="44862"/>
                </a:cubicBezTo>
                <a:cubicBezTo>
                  <a:pt x="1096296" y="44862"/>
                  <a:pt x="1101442" y="46047"/>
                  <a:pt x="1106426" y="48416"/>
                </a:cubicBezTo>
                <a:cubicBezTo>
                  <a:pt x="1111411" y="50784"/>
                  <a:pt x="1115151" y="54131"/>
                  <a:pt x="1117644" y="58458"/>
                </a:cubicBezTo>
                <a:lnTo>
                  <a:pt x="1109191" y="64798"/>
                </a:lnTo>
                <a:close/>
                <a:moveTo>
                  <a:pt x="1142837" y="145816"/>
                </a:moveTo>
                <a:lnTo>
                  <a:pt x="1133571" y="145816"/>
                </a:lnTo>
                <a:lnTo>
                  <a:pt x="1144462" y="107561"/>
                </a:lnTo>
                <a:lnTo>
                  <a:pt x="1156002" y="107561"/>
                </a:lnTo>
                <a:lnTo>
                  <a:pt x="1142837" y="145816"/>
                </a:lnTo>
                <a:close/>
                <a:moveTo>
                  <a:pt x="1219555" y="7877"/>
                </a:moveTo>
                <a:lnTo>
                  <a:pt x="1253851" y="7877"/>
                </a:lnTo>
                <a:cubicBezTo>
                  <a:pt x="1258187" y="7877"/>
                  <a:pt x="1262576" y="8338"/>
                  <a:pt x="1267019" y="9261"/>
                </a:cubicBezTo>
                <a:cubicBezTo>
                  <a:pt x="1271462" y="10182"/>
                  <a:pt x="1275444" y="11754"/>
                  <a:pt x="1278966" y="13978"/>
                </a:cubicBezTo>
                <a:cubicBezTo>
                  <a:pt x="1282488" y="16202"/>
                  <a:pt x="1285359" y="19213"/>
                  <a:pt x="1287580" y="23011"/>
                </a:cubicBezTo>
                <a:cubicBezTo>
                  <a:pt x="1289802" y="26808"/>
                  <a:pt x="1290913" y="31580"/>
                  <a:pt x="1290913" y="37330"/>
                </a:cubicBezTo>
                <a:cubicBezTo>
                  <a:pt x="1290913" y="43404"/>
                  <a:pt x="1289071" y="48693"/>
                  <a:pt x="1285387" y="53195"/>
                </a:cubicBezTo>
                <a:cubicBezTo>
                  <a:pt x="1281703" y="57698"/>
                  <a:pt x="1276772" y="60654"/>
                  <a:pt x="1270595" y="62065"/>
                </a:cubicBezTo>
                <a:lnTo>
                  <a:pt x="1270595" y="62389"/>
                </a:lnTo>
                <a:cubicBezTo>
                  <a:pt x="1278072" y="63256"/>
                  <a:pt x="1284275" y="66152"/>
                  <a:pt x="1289204" y="71078"/>
                </a:cubicBezTo>
                <a:cubicBezTo>
                  <a:pt x="1294135" y="76003"/>
                  <a:pt x="1296600" y="82688"/>
                  <a:pt x="1296600" y="91133"/>
                </a:cubicBezTo>
                <a:cubicBezTo>
                  <a:pt x="1296600" y="95895"/>
                  <a:pt x="1295597" y="100251"/>
                  <a:pt x="1293592" y="104203"/>
                </a:cubicBezTo>
                <a:cubicBezTo>
                  <a:pt x="1291588" y="108155"/>
                  <a:pt x="1288744" y="111512"/>
                  <a:pt x="1285060" y="114273"/>
                </a:cubicBezTo>
                <a:cubicBezTo>
                  <a:pt x="1281376" y="117032"/>
                  <a:pt x="1276878" y="119170"/>
                  <a:pt x="1271567" y="120687"/>
                </a:cubicBezTo>
                <a:cubicBezTo>
                  <a:pt x="1266258" y="122201"/>
                  <a:pt x="1260299" y="122958"/>
                  <a:pt x="1253690" y="122958"/>
                </a:cubicBezTo>
                <a:lnTo>
                  <a:pt x="1219555" y="122958"/>
                </a:lnTo>
                <a:lnTo>
                  <a:pt x="1219555" y="7877"/>
                </a:lnTo>
                <a:moveTo>
                  <a:pt x="1231259" y="58354"/>
                </a:moveTo>
                <a:lnTo>
                  <a:pt x="1254828" y="58354"/>
                </a:lnTo>
                <a:cubicBezTo>
                  <a:pt x="1257646" y="58354"/>
                  <a:pt x="1260490" y="58028"/>
                  <a:pt x="1263360" y="57374"/>
                </a:cubicBezTo>
                <a:cubicBezTo>
                  <a:pt x="1266232" y="56721"/>
                  <a:pt x="1268861" y="55606"/>
                  <a:pt x="1271245" y="54029"/>
                </a:cubicBezTo>
                <a:cubicBezTo>
                  <a:pt x="1273629" y="52451"/>
                  <a:pt x="1275552" y="50357"/>
                  <a:pt x="1277014" y="47746"/>
                </a:cubicBezTo>
                <a:cubicBezTo>
                  <a:pt x="1278477" y="45134"/>
                  <a:pt x="1279209" y="41924"/>
                  <a:pt x="1279209" y="38116"/>
                </a:cubicBezTo>
                <a:cubicBezTo>
                  <a:pt x="1279209" y="34417"/>
                  <a:pt x="1278477" y="31289"/>
                  <a:pt x="1277014" y="28733"/>
                </a:cubicBezTo>
                <a:cubicBezTo>
                  <a:pt x="1275552" y="26175"/>
                  <a:pt x="1273575" y="24080"/>
                  <a:pt x="1271081" y="22448"/>
                </a:cubicBezTo>
                <a:cubicBezTo>
                  <a:pt x="1268589" y="20815"/>
                  <a:pt x="1265664" y="19645"/>
                  <a:pt x="1262304" y="18939"/>
                </a:cubicBezTo>
                <a:cubicBezTo>
                  <a:pt x="1258946" y="18231"/>
                  <a:pt x="1255370" y="17877"/>
                  <a:pt x="1251577" y="17877"/>
                </a:cubicBezTo>
                <a:lnTo>
                  <a:pt x="1231259" y="17877"/>
                </a:lnTo>
                <a:lnTo>
                  <a:pt x="1231259" y="58354"/>
                </a:lnTo>
                <a:moveTo>
                  <a:pt x="1231259" y="112958"/>
                </a:moveTo>
                <a:lnTo>
                  <a:pt x="1253040" y="112958"/>
                </a:lnTo>
                <a:cubicBezTo>
                  <a:pt x="1257266" y="112958"/>
                  <a:pt x="1261303" y="112552"/>
                  <a:pt x="1265149" y="111738"/>
                </a:cubicBezTo>
                <a:cubicBezTo>
                  <a:pt x="1268996" y="110925"/>
                  <a:pt x="1272355" y="109622"/>
                  <a:pt x="1275226" y="107832"/>
                </a:cubicBezTo>
                <a:cubicBezTo>
                  <a:pt x="1278098" y="106041"/>
                  <a:pt x="1280400" y="103709"/>
                  <a:pt x="1282133" y="100835"/>
                </a:cubicBezTo>
                <a:cubicBezTo>
                  <a:pt x="1283867" y="97960"/>
                  <a:pt x="1284735" y="94515"/>
                  <a:pt x="1284735" y="90500"/>
                </a:cubicBezTo>
                <a:cubicBezTo>
                  <a:pt x="1284735" y="82906"/>
                  <a:pt x="1282161" y="77237"/>
                  <a:pt x="1277014" y="73493"/>
                </a:cubicBezTo>
                <a:cubicBezTo>
                  <a:pt x="1271867" y="69750"/>
                  <a:pt x="1264580" y="67878"/>
                  <a:pt x="1255153" y="67878"/>
                </a:cubicBezTo>
                <a:lnTo>
                  <a:pt x="1231259" y="67878"/>
                </a:lnTo>
                <a:lnTo>
                  <a:pt x="1231259" y="112958"/>
                </a:lnTo>
                <a:close/>
                <a:moveTo>
                  <a:pt x="1377547" y="122958"/>
                </a:moveTo>
                <a:cubicBezTo>
                  <a:pt x="1377331" y="120900"/>
                  <a:pt x="1377168" y="118625"/>
                  <a:pt x="1377059" y="116133"/>
                </a:cubicBezTo>
                <a:cubicBezTo>
                  <a:pt x="1376951" y="113640"/>
                  <a:pt x="1376898" y="111580"/>
                  <a:pt x="1376898" y="109955"/>
                </a:cubicBezTo>
                <a:lnTo>
                  <a:pt x="1376573" y="109955"/>
                </a:lnTo>
                <a:cubicBezTo>
                  <a:pt x="1374405" y="114398"/>
                  <a:pt x="1370883" y="117993"/>
                  <a:pt x="1366007" y="120741"/>
                </a:cubicBezTo>
                <a:cubicBezTo>
                  <a:pt x="1361131" y="123489"/>
                  <a:pt x="1355984" y="124863"/>
                  <a:pt x="1350565" y="124863"/>
                </a:cubicBezTo>
                <a:cubicBezTo>
                  <a:pt x="1340922" y="124863"/>
                  <a:pt x="1333689" y="122002"/>
                  <a:pt x="1328866" y="116279"/>
                </a:cubicBezTo>
                <a:cubicBezTo>
                  <a:pt x="1324044" y="110555"/>
                  <a:pt x="1321634" y="102979"/>
                  <a:pt x="1321634" y="93551"/>
                </a:cubicBezTo>
                <a:lnTo>
                  <a:pt x="1321634" y="46901"/>
                </a:lnTo>
                <a:lnTo>
                  <a:pt x="1332688" y="46901"/>
                </a:lnTo>
                <a:lnTo>
                  <a:pt x="1332688" y="89000"/>
                </a:lnTo>
                <a:cubicBezTo>
                  <a:pt x="1332688" y="93009"/>
                  <a:pt x="1333013" y="96639"/>
                  <a:pt x="1333663" y="99890"/>
                </a:cubicBezTo>
                <a:cubicBezTo>
                  <a:pt x="1334313" y="103141"/>
                  <a:pt x="1335423" y="105931"/>
                  <a:pt x="1336994" y="108261"/>
                </a:cubicBezTo>
                <a:cubicBezTo>
                  <a:pt x="1338566" y="110591"/>
                  <a:pt x="1340679" y="112406"/>
                  <a:pt x="1343333" y="113707"/>
                </a:cubicBezTo>
                <a:cubicBezTo>
                  <a:pt x="1345988" y="115007"/>
                  <a:pt x="1349321" y="115657"/>
                  <a:pt x="1353331" y="115657"/>
                </a:cubicBezTo>
                <a:cubicBezTo>
                  <a:pt x="1356256" y="115657"/>
                  <a:pt x="1359100" y="115061"/>
                  <a:pt x="1361863" y="113869"/>
                </a:cubicBezTo>
                <a:cubicBezTo>
                  <a:pt x="1364627" y="112676"/>
                  <a:pt x="1367093" y="110862"/>
                  <a:pt x="1369259" y="108424"/>
                </a:cubicBezTo>
                <a:cubicBezTo>
                  <a:pt x="1371426" y="105986"/>
                  <a:pt x="1373160" y="102897"/>
                  <a:pt x="1374460" y="99158"/>
                </a:cubicBezTo>
                <a:cubicBezTo>
                  <a:pt x="1375761" y="95420"/>
                  <a:pt x="1376411" y="91004"/>
                  <a:pt x="1376411" y="85912"/>
                </a:cubicBezTo>
                <a:lnTo>
                  <a:pt x="1376411" y="46901"/>
                </a:lnTo>
                <a:lnTo>
                  <a:pt x="1387463" y="46901"/>
                </a:lnTo>
                <a:lnTo>
                  <a:pt x="1387463" y="106230"/>
                </a:lnTo>
                <a:cubicBezTo>
                  <a:pt x="1387463" y="108288"/>
                  <a:pt x="1387517" y="110942"/>
                  <a:pt x="1387624" y="114191"/>
                </a:cubicBezTo>
                <a:cubicBezTo>
                  <a:pt x="1387734" y="117440"/>
                  <a:pt x="1387896" y="120363"/>
                  <a:pt x="1388113" y="122958"/>
                </a:cubicBezTo>
                <a:lnTo>
                  <a:pt x="1377547" y="122958"/>
                </a:lnTo>
                <a:close/>
                <a:moveTo>
                  <a:pt x="1427936" y="122958"/>
                </a:moveTo>
                <a:lnTo>
                  <a:pt x="1416884" y="122958"/>
                </a:lnTo>
                <a:lnTo>
                  <a:pt x="1416884" y="46888"/>
                </a:lnTo>
                <a:lnTo>
                  <a:pt x="1427936" y="46888"/>
                </a:lnTo>
                <a:lnTo>
                  <a:pt x="1427936" y="122958"/>
                </a:lnTo>
                <a:moveTo>
                  <a:pt x="1430213" y="17560"/>
                </a:moveTo>
                <a:cubicBezTo>
                  <a:pt x="1430213" y="19828"/>
                  <a:pt x="1429400" y="21692"/>
                  <a:pt x="1427774" y="23150"/>
                </a:cubicBezTo>
                <a:cubicBezTo>
                  <a:pt x="1426149" y="24609"/>
                  <a:pt x="1424361" y="25338"/>
                  <a:pt x="1422410" y="25338"/>
                </a:cubicBezTo>
                <a:cubicBezTo>
                  <a:pt x="1420459" y="25338"/>
                  <a:pt x="1418670" y="24609"/>
                  <a:pt x="1417045" y="23150"/>
                </a:cubicBezTo>
                <a:cubicBezTo>
                  <a:pt x="1415420" y="21692"/>
                  <a:pt x="1414607" y="19828"/>
                  <a:pt x="1414607" y="17560"/>
                </a:cubicBezTo>
                <a:cubicBezTo>
                  <a:pt x="1414607" y="15291"/>
                  <a:pt x="1415420" y="13428"/>
                  <a:pt x="1417045" y="11969"/>
                </a:cubicBezTo>
                <a:cubicBezTo>
                  <a:pt x="1418670" y="10511"/>
                  <a:pt x="1420459" y="9782"/>
                  <a:pt x="1422410" y="9782"/>
                </a:cubicBezTo>
                <a:cubicBezTo>
                  <a:pt x="1424361" y="9782"/>
                  <a:pt x="1426149" y="10511"/>
                  <a:pt x="1427774" y="11969"/>
                </a:cubicBezTo>
                <a:cubicBezTo>
                  <a:pt x="1429400" y="13428"/>
                  <a:pt x="1430213" y="15291"/>
                  <a:pt x="1430213" y="17560"/>
                </a:cubicBezTo>
                <a:close/>
                <a:moveTo>
                  <a:pt x="1468734" y="122958"/>
                </a:moveTo>
                <a:lnTo>
                  <a:pt x="1457680" y="122958"/>
                </a:lnTo>
                <a:lnTo>
                  <a:pt x="1457680" y="77"/>
                </a:lnTo>
                <a:lnTo>
                  <a:pt x="1468734" y="77"/>
                </a:lnTo>
                <a:lnTo>
                  <a:pt x="1468734" y="122958"/>
                </a:lnTo>
                <a:close/>
                <a:moveTo>
                  <a:pt x="1560897" y="110118"/>
                </a:moveTo>
                <a:cubicBezTo>
                  <a:pt x="1557647" y="114995"/>
                  <a:pt x="1553420" y="118671"/>
                  <a:pt x="1548219" y="121148"/>
                </a:cubicBezTo>
                <a:cubicBezTo>
                  <a:pt x="1543017" y="123625"/>
                  <a:pt x="1537653" y="124863"/>
                  <a:pt x="1532127" y="124863"/>
                </a:cubicBezTo>
                <a:cubicBezTo>
                  <a:pt x="1526166" y="124863"/>
                  <a:pt x="1520775" y="123834"/>
                  <a:pt x="1515954" y="121775"/>
                </a:cubicBezTo>
                <a:cubicBezTo>
                  <a:pt x="1511132" y="119715"/>
                  <a:pt x="1507014" y="116897"/>
                  <a:pt x="1503600" y="113320"/>
                </a:cubicBezTo>
                <a:cubicBezTo>
                  <a:pt x="1500187" y="109742"/>
                  <a:pt x="1497532" y="105514"/>
                  <a:pt x="1495636" y="100637"/>
                </a:cubicBezTo>
                <a:cubicBezTo>
                  <a:pt x="1493739" y="95757"/>
                  <a:pt x="1492791" y="90499"/>
                  <a:pt x="1492791" y="84863"/>
                </a:cubicBezTo>
                <a:cubicBezTo>
                  <a:pt x="1492791" y="79226"/>
                  <a:pt x="1493739" y="73969"/>
                  <a:pt x="1495636" y="69091"/>
                </a:cubicBezTo>
                <a:cubicBezTo>
                  <a:pt x="1497532" y="64212"/>
                  <a:pt x="1500187" y="59984"/>
                  <a:pt x="1503600" y="56407"/>
                </a:cubicBezTo>
                <a:cubicBezTo>
                  <a:pt x="1507014" y="52829"/>
                  <a:pt x="1511132" y="50011"/>
                  <a:pt x="1515954" y="47952"/>
                </a:cubicBezTo>
                <a:cubicBezTo>
                  <a:pt x="1520775" y="45892"/>
                  <a:pt x="1526166" y="44862"/>
                  <a:pt x="1532127" y="44862"/>
                </a:cubicBezTo>
                <a:cubicBezTo>
                  <a:pt x="1537653" y="44862"/>
                  <a:pt x="1543017" y="46136"/>
                  <a:pt x="1548219" y="48684"/>
                </a:cubicBezTo>
                <a:cubicBezTo>
                  <a:pt x="1553420" y="51230"/>
                  <a:pt x="1557647" y="54997"/>
                  <a:pt x="1560897" y="59984"/>
                </a:cubicBezTo>
                <a:lnTo>
                  <a:pt x="1561222" y="59984"/>
                </a:lnTo>
                <a:lnTo>
                  <a:pt x="1561222" y="5"/>
                </a:lnTo>
                <a:lnTo>
                  <a:pt x="1572274" y="5"/>
                </a:lnTo>
                <a:lnTo>
                  <a:pt x="1572274" y="122958"/>
                </a:lnTo>
                <a:lnTo>
                  <a:pt x="1561222" y="122958"/>
                </a:lnTo>
                <a:lnTo>
                  <a:pt x="1561222" y="110118"/>
                </a:lnTo>
                <a:lnTo>
                  <a:pt x="1560897" y="110118"/>
                </a:lnTo>
                <a:moveTo>
                  <a:pt x="1504495" y="84865"/>
                </a:moveTo>
                <a:cubicBezTo>
                  <a:pt x="1504495" y="89101"/>
                  <a:pt x="1505145" y="93094"/>
                  <a:pt x="1506445" y="96842"/>
                </a:cubicBezTo>
                <a:cubicBezTo>
                  <a:pt x="1507744" y="100589"/>
                  <a:pt x="1509613" y="103848"/>
                  <a:pt x="1512052" y="106619"/>
                </a:cubicBezTo>
                <a:cubicBezTo>
                  <a:pt x="1514491" y="109388"/>
                  <a:pt x="1517498" y="111561"/>
                  <a:pt x="1521073" y="113137"/>
                </a:cubicBezTo>
                <a:cubicBezTo>
                  <a:pt x="1524649" y="114711"/>
                  <a:pt x="1528713" y="115498"/>
                  <a:pt x="1533263" y="115498"/>
                </a:cubicBezTo>
                <a:cubicBezTo>
                  <a:pt x="1537489" y="115498"/>
                  <a:pt x="1541391" y="114711"/>
                  <a:pt x="1544967" y="113137"/>
                </a:cubicBezTo>
                <a:cubicBezTo>
                  <a:pt x="1548544" y="111561"/>
                  <a:pt x="1551631" y="109416"/>
                  <a:pt x="1554231" y="106701"/>
                </a:cubicBezTo>
                <a:cubicBezTo>
                  <a:pt x="1556832" y="103984"/>
                  <a:pt x="1558864" y="100752"/>
                  <a:pt x="1560327" y="97006"/>
                </a:cubicBezTo>
                <a:cubicBezTo>
                  <a:pt x="1561790" y="93257"/>
                  <a:pt x="1562522" y="89210"/>
                  <a:pt x="1562522" y="84865"/>
                </a:cubicBezTo>
                <a:cubicBezTo>
                  <a:pt x="1562522" y="80520"/>
                  <a:pt x="1561790" y="76474"/>
                  <a:pt x="1560327" y="72727"/>
                </a:cubicBezTo>
                <a:cubicBezTo>
                  <a:pt x="1558864" y="68979"/>
                  <a:pt x="1556832" y="65720"/>
                  <a:pt x="1554231" y="62950"/>
                </a:cubicBezTo>
                <a:cubicBezTo>
                  <a:pt x="1551631" y="60179"/>
                  <a:pt x="1548544" y="58006"/>
                  <a:pt x="1544967" y="56432"/>
                </a:cubicBezTo>
                <a:cubicBezTo>
                  <a:pt x="1541391" y="54856"/>
                  <a:pt x="1537489" y="54068"/>
                  <a:pt x="1533263" y="54068"/>
                </a:cubicBezTo>
                <a:cubicBezTo>
                  <a:pt x="1528713" y="54068"/>
                  <a:pt x="1524649" y="54884"/>
                  <a:pt x="1521073" y="56514"/>
                </a:cubicBezTo>
                <a:cubicBezTo>
                  <a:pt x="1517498" y="58143"/>
                  <a:pt x="1514491" y="60342"/>
                  <a:pt x="1512052" y="63114"/>
                </a:cubicBezTo>
                <a:cubicBezTo>
                  <a:pt x="1509613" y="65883"/>
                  <a:pt x="1507744" y="69142"/>
                  <a:pt x="1506445" y="72891"/>
                </a:cubicBezTo>
                <a:cubicBezTo>
                  <a:pt x="1505145" y="76637"/>
                  <a:pt x="1504495" y="80629"/>
                  <a:pt x="1504495" y="84865"/>
                </a:cubicBezTo>
                <a:close/>
                <a:moveTo>
                  <a:pt x="1668986" y="106867"/>
                </a:moveTo>
                <a:lnTo>
                  <a:pt x="1669311" y="106867"/>
                </a:lnTo>
                <a:lnTo>
                  <a:pt x="1698081" y="7877"/>
                </a:lnTo>
                <a:lnTo>
                  <a:pt x="1712060" y="7877"/>
                </a:lnTo>
                <a:lnTo>
                  <a:pt x="1740830" y="106867"/>
                </a:lnTo>
                <a:lnTo>
                  <a:pt x="1741155" y="106867"/>
                </a:lnTo>
                <a:lnTo>
                  <a:pt x="1769276" y="7877"/>
                </a:lnTo>
                <a:lnTo>
                  <a:pt x="1781627" y="7877"/>
                </a:lnTo>
                <a:lnTo>
                  <a:pt x="1747656" y="122958"/>
                </a:lnTo>
                <a:lnTo>
                  <a:pt x="1734002" y="122958"/>
                </a:lnTo>
                <a:lnTo>
                  <a:pt x="1705071" y="24132"/>
                </a:lnTo>
                <a:lnTo>
                  <a:pt x="1704746" y="24132"/>
                </a:lnTo>
                <a:lnTo>
                  <a:pt x="1675814" y="122958"/>
                </a:lnTo>
                <a:lnTo>
                  <a:pt x="1662161" y="122958"/>
                </a:lnTo>
                <a:lnTo>
                  <a:pt x="1628189" y="7877"/>
                </a:lnTo>
                <a:lnTo>
                  <a:pt x="1640541" y="7877"/>
                </a:lnTo>
                <a:lnTo>
                  <a:pt x="1668986" y="106867"/>
                </a:lnTo>
                <a:close/>
                <a:moveTo>
                  <a:pt x="1850710" y="79148"/>
                </a:moveTo>
                <a:cubicBezTo>
                  <a:pt x="1850384" y="71936"/>
                  <a:pt x="1848081" y="65953"/>
                  <a:pt x="1843800" y="61199"/>
                </a:cubicBezTo>
                <a:cubicBezTo>
                  <a:pt x="1839521" y="56445"/>
                  <a:pt x="1833426" y="54068"/>
                  <a:pt x="1825516" y="54068"/>
                </a:cubicBezTo>
                <a:cubicBezTo>
                  <a:pt x="1821832" y="54068"/>
                  <a:pt x="1818419" y="54751"/>
                  <a:pt x="1815276" y="56117"/>
                </a:cubicBezTo>
                <a:cubicBezTo>
                  <a:pt x="1812134" y="57483"/>
                  <a:pt x="1809371" y="59340"/>
                  <a:pt x="1806987" y="61690"/>
                </a:cubicBezTo>
                <a:cubicBezTo>
                  <a:pt x="1804602" y="64040"/>
                  <a:pt x="1802706" y="66717"/>
                  <a:pt x="1801297" y="69723"/>
                </a:cubicBezTo>
                <a:cubicBezTo>
                  <a:pt x="1799888" y="72728"/>
                  <a:pt x="1799076" y="75869"/>
                  <a:pt x="1798859" y="79148"/>
                </a:cubicBezTo>
                <a:lnTo>
                  <a:pt x="1850710" y="79148"/>
                </a:lnTo>
                <a:moveTo>
                  <a:pt x="1861926" y="82665"/>
                </a:moveTo>
                <a:cubicBezTo>
                  <a:pt x="1861926" y="83426"/>
                  <a:pt x="1861926" y="84241"/>
                  <a:pt x="1861926" y="85111"/>
                </a:cubicBezTo>
                <a:cubicBezTo>
                  <a:pt x="1861926" y="85979"/>
                  <a:pt x="1861871" y="86901"/>
                  <a:pt x="1861762" y="87878"/>
                </a:cubicBezTo>
                <a:lnTo>
                  <a:pt x="1798695" y="87878"/>
                </a:lnTo>
                <a:cubicBezTo>
                  <a:pt x="1798805" y="91670"/>
                  <a:pt x="1799563" y="95245"/>
                  <a:pt x="1800970" y="98603"/>
                </a:cubicBezTo>
                <a:cubicBezTo>
                  <a:pt x="1802379" y="101959"/>
                  <a:pt x="1804329" y="104884"/>
                  <a:pt x="1806821" y="107375"/>
                </a:cubicBezTo>
                <a:cubicBezTo>
                  <a:pt x="1809314" y="109865"/>
                  <a:pt x="1812240" y="111842"/>
                  <a:pt x="1815598" y="113306"/>
                </a:cubicBezTo>
                <a:cubicBezTo>
                  <a:pt x="1818958" y="114767"/>
                  <a:pt x="1822589" y="115498"/>
                  <a:pt x="1826491" y="115498"/>
                </a:cubicBezTo>
                <a:cubicBezTo>
                  <a:pt x="1832234" y="115498"/>
                  <a:pt x="1837191" y="114171"/>
                  <a:pt x="1841362" y="111517"/>
                </a:cubicBezTo>
                <a:cubicBezTo>
                  <a:pt x="1845534" y="108862"/>
                  <a:pt x="1848704" y="105800"/>
                  <a:pt x="1850871" y="102333"/>
                </a:cubicBezTo>
                <a:lnTo>
                  <a:pt x="1859160" y="108834"/>
                </a:lnTo>
                <a:cubicBezTo>
                  <a:pt x="1854610" y="114568"/>
                  <a:pt x="1849598" y="118674"/>
                  <a:pt x="1844125" y="121150"/>
                </a:cubicBezTo>
                <a:cubicBezTo>
                  <a:pt x="1838654" y="123626"/>
                  <a:pt x="1832776" y="124863"/>
                  <a:pt x="1826491" y="124863"/>
                </a:cubicBezTo>
                <a:cubicBezTo>
                  <a:pt x="1820856" y="124863"/>
                  <a:pt x="1815627" y="123860"/>
                  <a:pt x="1810804" y="121855"/>
                </a:cubicBezTo>
                <a:cubicBezTo>
                  <a:pt x="1805982" y="119849"/>
                  <a:pt x="1801838" y="117058"/>
                  <a:pt x="1798370" y="113482"/>
                </a:cubicBezTo>
                <a:cubicBezTo>
                  <a:pt x="1794903" y="109904"/>
                  <a:pt x="1792167" y="105676"/>
                  <a:pt x="1790161" y="100798"/>
                </a:cubicBezTo>
                <a:cubicBezTo>
                  <a:pt x="1788157" y="95920"/>
                  <a:pt x="1787155" y="90608"/>
                  <a:pt x="1787155" y="84863"/>
                </a:cubicBezTo>
                <a:cubicBezTo>
                  <a:pt x="1787155" y="79117"/>
                  <a:pt x="1788130" y="73805"/>
                  <a:pt x="1790079" y="68927"/>
                </a:cubicBezTo>
                <a:cubicBezTo>
                  <a:pt x="1792030" y="64050"/>
                  <a:pt x="1794739" y="59822"/>
                  <a:pt x="1798207" y="56246"/>
                </a:cubicBezTo>
                <a:cubicBezTo>
                  <a:pt x="1801676" y="52668"/>
                  <a:pt x="1805740" y="49876"/>
                  <a:pt x="1810399" y="47870"/>
                </a:cubicBezTo>
                <a:cubicBezTo>
                  <a:pt x="1815059" y="45865"/>
                  <a:pt x="1820098" y="44862"/>
                  <a:pt x="1825516" y="44862"/>
                </a:cubicBezTo>
                <a:cubicBezTo>
                  <a:pt x="1831475" y="44862"/>
                  <a:pt x="1836730" y="45867"/>
                  <a:pt x="1841280" y="47878"/>
                </a:cubicBezTo>
                <a:cubicBezTo>
                  <a:pt x="1845832" y="49887"/>
                  <a:pt x="1849626" y="52603"/>
                  <a:pt x="1852660" y="56025"/>
                </a:cubicBezTo>
                <a:cubicBezTo>
                  <a:pt x="1855694" y="59446"/>
                  <a:pt x="1857996" y="63438"/>
                  <a:pt x="1859567" y="68000"/>
                </a:cubicBezTo>
                <a:cubicBezTo>
                  <a:pt x="1861139" y="72562"/>
                  <a:pt x="1861926" y="77450"/>
                  <a:pt x="1861926" y="82665"/>
                </a:cubicBezTo>
                <a:close/>
                <a:moveTo>
                  <a:pt x="1932630" y="73841"/>
                </a:moveTo>
                <a:cubicBezTo>
                  <a:pt x="1932630" y="67195"/>
                  <a:pt x="1930896" y="62239"/>
                  <a:pt x="1927429" y="58972"/>
                </a:cubicBezTo>
                <a:cubicBezTo>
                  <a:pt x="1923961" y="55703"/>
                  <a:pt x="1918922" y="54068"/>
                  <a:pt x="1912312" y="54068"/>
                </a:cubicBezTo>
                <a:cubicBezTo>
                  <a:pt x="1907761" y="54068"/>
                  <a:pt x="1903535" y="54881"/>
                  <a:pt x="1899633" y="56506"/>
                </a:cubicBezTo>
                <a:cubicBezTo>
                  <a:pt x="1895732" y="58132"/>
                  <a:pt x="1892428" y="60299"/>
                  <a:pt x="1889720" y="63010"/>
                </a:cubicBezTo>
                <a:lnTo>
                  <a:pt x="1883541" y="55695"/>
                </a:lnTo>
                <a:cubicBezTo>
                  <a:pt x="1886685" y="52565"/>
                  <a:pt x="1890830" y="49978"/>
                  <a:pt x="1895977" y="47932"/>
                </a:cubicBezTo>
                <a:cubicBezTo>
                  <a:pt x="1901124" y="45885"/>
                  <a:pt x="1906949" y="44862"/>
                  <a:pt x="1913450" y="44862"/>
                </a:cubicBezTo>
                <a:cubicBezTo>
                  <a:pt x="1917569" y="44862"/>
                  <a:pt x="1921416" y="45431"/>
                  <a:pt x="1924991" y="46571"/>
                </a:cubicBezTo>
                <a:cubicBezTo>
                  <a:pt x="1928567" y="47710"/>
                  <a:pt x="1931709" y="49419"/>
                  <a:pt x="1934418" y="51697"/>
                </a:cubicBezTo>
                <a:cubicBezTo>
                  <a:pt x="1937128" y="53974"/>
                  <a:pt x="1939241" y="56848"/>
                  <a:pt x="1940757" y="60318"/>
                </a:cubicBezTo>
                <a:cubicBezTo>
                  <a:pt x="1942275" y="63789"/>
                  <a:pt x="1943034" y="67857"/>
                  <a:pt x="1943034" y="72521"/>
                </a:cubicBezTo>
                <a:lnTo>
                  <a:pt x="1943034" y="105875"/>
                </a:lnTo>
                <a:cubicBezTo>
                  <a:pt x="1943034" y="108803"/>
                  <a:pt x="1943142" y="111841"/>
                  <a:pt x="1943359" y="114987"/>
                </a:cubicBezTo>
                <a:cubicBezTo>
                  <a:pt x="1943576" y="118132"/>
                  <a:pt x="1943900" y="120789"/>
                  <a:pt x="1944334" y="122958"/>
                </a:cubicBezTo>
                <a:lnTo>
                  <a:pt x="1934420" y="122958"/>
                </a:lnTo>
                <a:cubicBezTo>
                  <a:pt x="1934095" y="121108"/>
                  <a:pt x="1933823" y="119095"/>
                  <a:pt x="1933607" y="116919"/>
                </a:cubicBezTo>
                <a:cubicBezTo>
                  <a:pt x="1933390" y="114743"/>
                  <a:pt x="1933282" y="112622"/>
                  <a:pt x="1933282" y="110555"/>
                </a:cubicBezTo>
                <a:lnTo>
                  <a:pt x="1932954" y="110555"/>
                </a:lnTo>
                <a:cubicBezTo>
                  <a:pt x="1929487" y="115649"/>
                  <a:pt x="1925559" y="119308"/>
                  <a:pt x="1921169" y="121530"/>
                </a:cubicBezTo>
                <a:cubicBezTo>
                  <a:pt x="1916780" y="123752"/>
                  <a:pt x="1911498" y="124863"/>
                  <a:pt x="1905323" y="124863"/>
                </a:cubicBezTo>
                <a:cubicBezTo>
                  <a:pt x="1902396" y="124863"/>
                  <a:pt x="1899388" y="124457"/>
                  <a:pt x="1896300" y="123645"/>
                </a:cubicBezTo>
                <a:cubicBezTo>
                  <a:pt x="1893213" y="122834"/>
                  <a:pt x="1890396" y="121508"/>
                  <a:pt x="1887850" y="119667"/>
                </a:cubicBezTo>
                <a:cubicBezTo>
                  <a:pt x="1885303" y="117825"/>
                  <a:pt x="1883190" y="115443"/>
                  <a:pt x="1881510" y="112519"/>
                </a:cubicBezTo>
                <a:cubicBezTo>
                  <a:pt x="1879830" y="109594"/>
                  <a:pt x="1878990" y="106020"/>
                  <a:pt x="1878990" y="101795"/>
                </a:cubicBezTo>
                <a:cubicBezTo>
                  <a:pt x="1878990" y="95947"/>
                  <a:pt x="1880480" y="91317"/>
                  <a:pt x="1883460" y="87906"/>
                </a:cubicBezTo>
                <a:cubicBezTo>
                  <a:pt x="1886439" y="84495"/>
                  <a:pt x="1890422" y="81950"/>
                  <a:pt x="1895407" y="80272"/>
                </a:cubicBezTo>
                <a:cubicBezTo>
                  <a:pt x="1900392" y="78592"/>
                  <a:pt x="1906108" y="77509"/>
                  <a:pt x="1912555" y="77023"/>
                </a:cubicBezTo>
                <a:cubicBezTo>
                  <a:pt x="1919003" y="76535"/>
                  <a:pt x="1925695" y="76291"/>
                  <a:pt x="1932630" y="76291"/>
                </a:cubicBezTo>
                <a:lnTo>
                  <a:pt x="1932630" y="73841"/>
                </a:lnTo>
                <a:moveTo>
                  <a:pt x="1929378" y="85021"/>
                </a:moveTo>
                <a:cubicBezTo>
                  <a:pt x="1924828" y="85021"/>
                  <a:pt x="1920249" y="85211"/>
                  <a:pt x="1915643" y="85589"/>
                </a:cubicBezTo>
                <a:cubicBezTo>
                  <a:pt x="1911038" y="85966"/>
                  <a:pt x="1906866" y="86723"/>
                  <a:pt x="1903128" y="87859"/>
                </a:cubicBezTo>
                <a:cubicBezTo>
                  <a:pt x="1899391" y="88993"/>
                  <a:pt x="1896330" y="90641"/>
                  <a:pt x="1893946" y="92802"/>
                </a:cubicBezTo>
                <a:cubicBezTo>
                  <a:pt x="1891562" y="94963"/>
                  <a:pt x="1890369" y="97826"/>
                  <a:pt x="1890369" y="101391"/>
                </a:cubicBezTo>
                <a:cubicBezTo>
                  <a:pt x="1890369" y="104092"/>
                  <a:pt x="1890884" y="106362"/>
                  <a:pt x="1891912" y="108199"/>
                </a:cubicBezTo>
                <a:cubicBezTo>
                  <a:pt x="1892942" y="110036"/>
                  <a:pt x="1894324" y="111521"/>
                  <a:pt x="1896057" y="112656"/>
                </a:cubicBezTo>
                <a:cubicBezTo>
                  <a:pt x="1897791" y="113790"/>
                  <a:pt x="1899715" y="114600"/>
                  <a:pt x="1901828" y="115086"/>
                </a:cubicBezTo>
                <a:cubicBezTo>
                  <a:pt x="1903941" y="115572"/>
                  <a:pt x="1906082" y="115815"/>
                  <a:pt x="1908249" y="115815"/>
                </a:cubicBezTo>
                <a:cubicBezTo>
                  <a:pt x="1912150" y="115815"/>
                  <a:pt x="1915617" y="115140"/>
                  <a:pt x="1918651" y="113789"/>
                </a:cubicBezTo>
                <a:cubicBezTo>
                  <a:pt x="1921685" y="112438"/>
                  <a:pt x="1924232" y="110601"/>
                  <a:pt x="1926290" y="108278"/>
                </a:cubicBezTo>
                <a:cubicBezTo>
                  <a:pt x="1928349" y="105955"/>
                  <a:pt x="1929920" y="103281"/>
                  <a:pt x="1931003" y="100257"/>
                </a:cubicBezTo>
                <a:cubicBezTo>
                  <a:pt x="1932087" y="97231"/>
                  <a:pt x="1932630" y="94043"/>
                  <a:pt x="1932630" y="90694"/>
                </a:cubicBezTo>
                <a:lnTo>
                  <a:pt x="1932630" y="85021"/>
                </a:lnTo>
                <a:lnTo>
                  <a:pt x="1929378" y="85021"/>
                </a:lnTo>
                <a:close/>
                <a:moveTo>
                  <a:pt x="1982857" y="122958"/>
                </a:moveTo>
                <a:lnTo>
                  <a:pt x="1971803" y="122958"/>
                </a:lnTo>
                <a:lnTo>
                  <a:pt x="1971803" y="77"/>
                </a:lnTo>
                <a:lnTo>
                  <a:pt x="1982857" y="77"/>
                </a:lnTo>
                <a:lnTo>
                  <a:pt x="1982857" y="122958"/>
                </a:lnTo>
                <a:close/>
                <a:moveTo>
                  <a:pt x="2046735" y="56132"/>
                </a:moveTo>
                <a:lnTo>
                  <a:pt x="2025281" y="56132"/>
                </a:lnTo>
                <a:lnTo>
                  <a:pt x="2025281" y="100552"/>
                </a:lnTo>
                <a:cubicBezTo>
                  <a:pt x="2025281" y="103373"/>
                  <a:pt x="2025551" y="105705"/>
                  <a:pt x="2026092" y="107549"/>
                </a:cubicBezTo>
                <a:cubicBezTo>
                  <a:pt x="2026635" y="109393"/>
                  <a:pt x="2027420" y="110830"/>
                  <a:pt x="2028448" y="111862"/>
                </a:cubicBezTo>
                <a:cubicBezTo>
                  <a:pt x="2029478" y="112892"/>
                  <a:pt x="2030698" y="113597"/>
                  <a:pt x="2032107" y="113978"/>
                </a:cubicBezTo>
                <a:cubicBezTo>
                  <a:pt x="2033515" y="114356"/>
                  <a:pt x="2035032" y="114546"/>
                  <a:pt x="2036658" y="114546"/>
                </a:cubicBezTo>
                <a:cubicBezTo>
                  <a:pt x="2038176" y="114546"/>
                  <a:pt x="2039774" y="114325"/>
                  <a:pt x="2041452" y="113883"/>
                </a:cubicBezTo>
                <a:cubicBezTo>
                  <a:pt x="2043132" y="113440"/>
                  <a:pt x="2044731" y="112831"/>
                  <a:pt x="2046249" y="112055"/>
                </a:cubicBezTo>
                <a:lnTo>
                  <a:pt x="2046735" y="121637"/>
                </a:lnTo>
                <a:cubicBezTo>
                  <a:pt x="2044785" y="122395"/>
                  <a:pt x="2042754" y="122964"/>
                  <a:pt x="2040641" y="123343"/>
                </a:cubicBezTo>
                <a:cubicBezTo>
                  <a:pt x="2038528" y="123722"/>
                  <a:pt x="2036225" y="123911"/>
                  <a:pt x="2033731" y="123911"/>
                </a:cubicBezTo>
                <a:cubicBezTo>
                  <a:pt x="2031673" y="123911"/>
                  <a:pt x="2029506" y="123640"/>
                  <a:pt x="2027231" y="123097"/>
                </a:cubicBezTo>
                <a:cubicBezTo>
                  <a:pt x="2024955" y="122557"/>
                  <a:pt x="2022842" y="121528"/>
                  <a:pt x="2020891" y="120012"/>
                </a:cubicBezTo>
                <a:cubicBezTo>
                  <a:pt x="2018942" y="118494"/>
                  <a:pt x="2017344" y="116435"/>
                  <a:pt x="2016097" y="113834"/>
                </a:cubicBezTo>
                <a:cubicBezTo>
                  <a:pt x="2014850" y="111233"/>
                  <a:pt x="2014227" y="107819"/>
                  <a:pt x="2014227" y="103593"/>
                </a:cubicBezTo>
                <a:lnTo>
                  <a:pt x="2014227" y="56132"/>
                </a:lnTo>
                <a:lnTo>
                  <a:pt x="1998460" y="56132"/>
                </a:lnTo>
                <a:lnTo>
                  <a:pt x="1998460" y="46925"/>
                </a:lnTo>
                <a:lnTo>
                  <a:pt x="2014227" y="46925"/>
                </a:lnTo>
                <a:lnTo>
                  <a:pt x="2014227" y="25469"/>
                </a:lnTo>
                <a:lnTo>
                  <a:pt x="2025281" y="25469"/>
                </a:lnTo>
                <a:lnTo>
                  <a:pt x="2025281" y="46925"/>
                </a:lnTo>
                <a:lnTo>
                  <a:pt x="2046735" y="46925"/>
                </a:lnTo>
                <a:lnTo>
                  <a:pt x="2046735" y="56132"/>
                </a:lnTo>
                <a:close/>
                <a:moveTo>
                  <a:pt x="2075669" y="59341"/>
                </a:moveTo>
                <a:cubicBezTo>
                  <a:pt x="2077727" y="54895"/>
                  <a:pt x="2081140" y="51371"/>
                  <a:pt x="2085907" y="48768"/>
                </a:cubicBezTo>
                <a:cubicBezTo>
                  <a:pt x="2090676" y="46164"/>
                  <a:pt x="2095769" y="44862"/>
                  <a:pt x="2101188" y="44862"/>
                </a:cubicBezTo>
                <a:cubicBezTo>
                  <a:pt x="2110831" y="44862"/>
                  <a:pt x="2118063" y="47736"/>
                  <a:pt x="2122884" y="53486"/>
                </a:cubicBezTo>
                <a:cubicBezTo>
                  <a:pt x="2127708" y="59235"/>
                  <a:pt x="2130119" y="66827"/>
                  <a:pt x="2130119" y="76264"/>
                </a:cubicBezTo>
                <a:lnTo>
                  <a:pt x="2130119" y="122958"/>
                </a:lnTo>
                <a:lnTo>
                  <a:pt x="2119067" y="122958"/>
                </a:lnTo>
                <a:lnTo>
                  <a:pt x="2119067" y="80778"/>
                </a:lnTo>
                <a:cubicBezTo>
                  <a:pt x="2119067" y="76760"/>
                  <a:pt x="2118743" y="73123"/>
                  <a:pt x="2118093" y="69867"/>
                </a:cubicBezTo>
                <a:cubicBezTo>
                  <a:pt x="2117443" y="66610"/>
                  <a:pt x="2116332" y="63814"/>
                  <a:pt x="2114759" y="61479"/>
                </a:cubicBezTo>
                <a:cubicBezTo>
                  <a:pt x="2113189" y="59145"/>
                  <a:pt x="2111075" y="57326"/>
                  <a:pt x="2108420" y="56023"/>
                </a:cubicBezTo>
                <a:cubicBezTo>
                  <a:pt x="2105766" y="54720"/>
                  <a:pt x="2102434" y="54068"/>
                  <a:pt x="2098425" y="54068"/>
                </a:cubicBezTo>
                <a:cubicBezTo>
                  <a:pt x="2095500" y="54068"/>
                  <a:pt x="2092655" y="54666"/>
                  <a:pt x="2089890" y="55862"/>
                </a:cubicBezTo>
                <a:cubicBezTo>
                  <a:pt x="2087127" y="57055"/>
                  <a:pt x="2084662" y="58874"/>
                  <a:pt x="2082494" y="61318"/>
                </a:cubicBezTo>
                <a:cubicBezTo>
                  <a:pt x="2080328" y="63760"/>
                  <a:pt x="2078595" y="66854"/>
                  <a:pt x="2077293" y="70599"/>
                </a:cubicBezTo>
                <a:cubicBezTo>
                  <a:pt x="2075994" y="74344"/>
                  <a:pt x="2075344" y="78769"/>
                  <a:pt x="2075344" y="83873"/>
                </a:cubicBezTo>
                <a:lnTo>
                  <a:pt x="2075344" y="122958"/>
                </a:lnTo>
                <a:lnTo>
                  <a:pt x="2064290" y="122958"/>
                </a:lnTo>
                <a:lnTo>
                  <a:pt x="2064290" y="0"/>
                </a:lnTo>
                <a:lnTo>
                  <a:pt x="2075344" y="0"/>
                </a:lnTo>
                <a:lnTo>
                  <a:pt x="2075344" y="59341"/>
                </a:lnTo>
                <a:lnTo>
                  <a:pt x="2075669" y="59341"/>
                </a:lnTo>
                <a:close/>
                <a:moveTo>
                  <a:pt x="2160679" y="145816"/>
                </a:moveTo>
                <a:lnTo>
                  <a:pt x="2151413" y="145816"/>
                </a:lnTo>
                <a:lnTo>
                  <a:pt x="2162303" y="107561"/>
                </a:lnTo>
                <a:lnTo>
                  <a:pt x="2173843" y="107561"/>
                </a:lnTo>
                <a:lnTo>
                  <a:pt x="2160679" y="1458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8" name="Text TransformYourself.">
            <a:extLst xmlns:a="http://schemas.openxmlformats.org/drawingml/2006/main">
              <a:ext uri="{FF2B5EF4-FFF2-40B4-BE49-F238E27FC236}">
                <a16:creationId xmlns:a16="http://schemas.microsoft.com/office/drawing/2014/main" id="{82B22F60-6890-4B29-8B04-A1C5EB8F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5003" y="6006023"/>
            <a:ext cx="1391528" cy="126669"/>
          </a:xfrm>
          <a:custGeom xmlns:a="http://schemas.openxmlformats.org/drawingml/2006/main">
            <a:pathLst>
              <a:path w="1391528" h="126669">
                <a:moveTo>
                  <a:pt x="50227" y="124764"/>
                </a:moveTo>
                <a:lnTo>
                  <a:pt x="38522" y="124764"/>
                </a:lnTo>
                <a:lnTo>
                  <a:pt x="38522" y="20159"/>
                </a:lnTo>
                <a:lnTo>
                  <a:pt x="0" y="20159"/>
                </a:lnTo>
                <a:lnTo>
                  <a:pt x="0" y="9683"/>
                </a:lnTo>
                <a:lnTo>
                  <a:pt x="88749" y="9683"/>
                </a:lnTo>
                <a:lnTo>
                  <a:pt x="88749" y="20159"/>
                </a:lnTo>
                <a:lnTo>
                  <a:pt x="50227" y="20159"/>
                </a:lnTo>
                <a:lnTo>
                  <a:pt x="50227" y="124764"/>
                </a:lnTo>
                <a:close/>
                <a:moveTo>
                  <a:pt x="90699" y="65378"/>
                </a:moveTo>
                <a:cubicBezTo>
                  <a:pt x="90699" y="63316"/>
                  <a:pt x="90645" y="60660"/>
                  <a:pt x="90536" y="57409"/>
                </a:cubicBezTo>
                <a:cubicBezTo>
                  <a:pt x="90428" y="54159"/>
                  <a:pt x="90266" y="51233"/>
                  <a:pt x="90050" y="48632"/>
                </a:cubicBezTo>
                <a:lnTo>
                  <a:pt x="100615" y="48632"/>
                </a:lnTo>
                <a:cubicBezTo>
                  <a:pt x="100832" y="50690"/>
                  <a:pt x="100994" y="52966"/>
                  <a:pt x="101101" y="55460"/>
                </a:cubicBezTo>
                <a:cubicBezTo>
                  <a:pt x="101210" y="57952"/>
                  <a:pt x="101265" y="60010"/>
                  <a:pt x="101265" y="61635"/>
                </a:cubicBezTo>
                <a:lnTo>
                  <a:pt x="101590" y="61635"/>
                </a:lnTo>
                <a:cubicBezTo>
                  <a:pt x="103758" y="57188"/>
                  <a:pt x="107008" y="53581"/>
                  <a:pt x="111342" y="50817"/>
                </a:cubicBezTo>
                <a:cubicBezTo>
                  <a:pt x="115678" y="48051"/>
                  <a:pt x="120554" y="46667"/>
                  <a:pt x="125973" y="46667"/>
                </a:cubicBezTo>
                <a:cubicBezTo>
                  <a:pt x="127382" y="46667"/>
                  <a:pt x="128655" y="46731"/>
                  <a:pt x="129792" y="46858"/>
                </a:cubicBezTo>
                <a:cubicBezTo>
                  <a:pt x="130930" y="46986"/>
                  <a:pt x="132095" y="47240"/>
                  <a:pt x="133287" y="47620"/>
                </a:cubicBezTo>
                <a:lnTo>
                  <a:pt x="131824" y="57962"/>
                </a:lnTo>
                <a:cubicBezTo>
                  <a:pt x="131174" y="57746"/>
                  <a:pt x="130090" y="57529"/>
                  <a:pt x="128572" y="57312"/>
                </a:cubicBezTo>
                <a:cubicBezTo>
                  <a:pt x="127056" y="57094"/>
                  <a:pt x="125539" y="56985"/>
                  <a:pt x="124021" y="56985"/>
                </a:cubicBezTo>
                <a:cubicBezTo>
                  <a:pt x="121096" y="56985"/>
                  <a:pt x="118278" y="57527"/>
                  <a:pt x="115568" y="58612"/>
                </a:cubicBezTo>
                <a:cubicBezTo>
                  <a:pt x="112860" y="59695"/>
                  <a:pt x="110503" y="61402"/>
                  <a:pt x="108497" y="63731"/>
                </a:cubicBezTo>
                <a:cubicBezTo>
                  <a:pt x="106493" y="66061"/>
                  <a:pt x="104868" y="69041"/>
                  <a:pt x="103621" y="72672"/>
                </a:cubicBezTo>
                <a:cubicBezTo>
                  <a:pt x="102376" y="76302"/>
                  <a:pt x="101754" y="80663"/>
                  <a:pt x="101754" y="85755"/>
                </a:cubicBezTo>
                <a:lnTo>
                  <a:pt x="101754" y="124764"/>
                </a:lnTo>
                <a:lnTo>
                  <a:pt x="90699" y="124764"/>
                </a:lnTo>
                <a:lnTo>
                  <a:pt x="90699" y="65378"/>
                </a:lnTo>
                <a:close/>
                <a:moveTo>
                  <a:pt x="195214" y="75646"/>
                </a:moveTo>
                <a:cubicBezTo>
                  <a:pt x="195214" y="69001"/>
                  <a:pt x="193480" y="64045"/>
                  <a:pt x="190013" y="60777"/>
                </a:cubicBezTo>
                <a:cubicBezTo>
                  <a:pt x="186546" y="57508"/>
                  <a:pt x="181507" y="55874"/>
                  <a:pt x="174896" y="55874"/>
                </a:cubicBezTo>
                <a:cubicBezTo>
                  <a:pt x="170346" y="55874"/>
                  <a:pt x="166120" y="56687"/>
                  <a:pt x="162217" y="58312"/>
                </a:cubicBezTo>
                <a:cubicBezTo>
                  <a:pt x="158317" y="59937"/>
                  <a:pt x="155012" y="62105"/>
                  <a:pt x="152304" y="64815"/>
                </a:cubicBezTo>
                <a:lnTo>
                  <a:pt x="146126" y="57501"/>
                </a:lnTo>
                <a:cubicBezTo>
                  <a:pt x="149269" y="54371"/>
                  <a:pt x="153414" y="51783"/>
                  <a:pt x="158562" y="49738"/>
                </a:cubicBezTo>
                <a:cubicBezTo>
                  <a:pt x="163709" y="47691"/>
                  <a:pt x="169533" y="46667"/>
                  <a:pt x="176035" y="46667"/>
                </a:cubicBezTo>
                <a:cubicBezTo>
                  <a:pt x="180153" y="46667"/>
                  <a:pt x="184000" y="47237"/>
                  <a:pt x="187575" y="48376"/>
                </a:cubicBezTo>
                <a:cubicBezTo>
                  <a:pt x="191151" y="49516"/>
                  <a:pt x="194294" y="51224"/>
                  <a:pt x="197002" y="53503"/>
                </a:cubicBezTo>
                <a:cubicBezTo>
                  <a:pt x="199712" y="55780"/>
                  <a:pt x="201825" y="58653"/>
                  <a:pt x="203342" y="62124"/>
                </a:cubicBezTo>
                <a:cubicBezTo>
                  <a:pt x="204859" y="65595"/>
                  <a:pt x="205618" y="69662"/>
                  <a:pt x="205618" y="74327"/>
                </a:cubicBezTo>
                <a:lnTo>
                  <a:pt x="205618" y="107680"/>
                </a:lnTo>
                <a:cubicBezTo>
                  <a:pt x="205618" y="110609"/>
                  <a:pt x="205727" y="113646"/>
                  <a:pt x="205943" y="116793"/>
                </a:cubicBezTo>
                <a:cubicBezTo>
                  <a:pt x="206160" y="119938"/>
                  <a:pt x="206485" y="122595"/>
                  <a:pt x="206918" y="124764"/>
                </a:cubicBezTo>
                <a:lnTo>
                  <a:pt x="197005" y="124764"/>
                </a:lnTo>
                <a:cubicBezTo>
                  <a:pt x="196679" y="122914"/>
                  <a:pt x="196408" y="120901"/>
                  <a:pt x="196191" y="118725"/>
                </a:cubicBezTo>
                <a:cubicBezTo>
                  <a:pt x="195975" y="116549"/>
                  <a:pt x="195866" y="114427"/>
                  <a:pt x="195866" y="112361"/>
                </a:cubicBezTo>
                <a:lnTo>
                  <a:pt x="195539" y="112361"/>
                </a:lnTo>
                <a:cubicBezTo>
                  <a:pt x="192072" y="117455"/>
                  <a:pt x="188143" y="121113"/>
                  <a:pt x="183753" y="123335"/>
                </a:cubicBezTo>
                <a:cubicBezTo>
                  <a:pt x="179365" y="125558"/>
                  <a:pt x="174083" y="126669"/>
                  <a:pt x="167907" y="126669"/>
                </a:cubicBezTo>
                <a:cubicBezTo>
                  <a:pt x="164980" y="126669"/>
                  <a:pt x="161973" y="126263"/>
                  <a:pt x="158884" y="125451"/>
                </a:cubicBezTo>
                <a:cubicBezTo>
                  <a:pt x="155797" y="124639"/>
                  <a:pt x="152980" y="123313"/>
                  <a:pt x="150434" y="121473"/>
                </a:cubicBezTo>
                <a:cubicBezTo>
                  <a:pt x="147888" y="119631"/>
                  <a:pt x="145774" y="117248"/>
                  <a:pt x="144094" y="114325"/>
                </a:cubicBezTo>
                <a:cubicBezTo>
                  <a:pt x="142415" y="111400"/>
                  <a:pt x="141575" y="107825"/>
                  <a:pt x="141575" y="103600"/>
                </a:cubicBezTo>
                <a:cubicBezTo>
                  <a:pt x="141575" y="97752"/>
                  <a:pt x="143064" y="93122"/>
                  <a:pt x="146044" y="89711"/>
                </a:cubicBezTo>
                <a:cubicBezTo>
                  <a:pt x="149023" y="86300"/>
                  <a:pt x="153006" y="83756"/>
                  <a:pt x="157991" y="82077"/>
                </a:cubicBezTo>
                <a:cubicBezTo>
                  <a:pt x="162976" y="80397"/>
                  <a:pt x="168692" y="79314"/>
                  <a:pt x="175139" y="78828"/>
                </a:cubicBezTo>
                <a:cubicBezTo>
                  <a:pt x="181588" y="78340"/>
                  <a:pt x="188279" y="78097"/>
                  <a:pt x="195214" y="78097"/>
                </a:cubicBezTo>
                <a:lnTo>
                  <a:pt x="195214" y="75646"/>
                </a:lnTo>
                <a:moveTo>
                  <a:pt x="191962" y="86827"/>
                </a:moveTo>
                <a:cubicBezTo>
                  <a:pt x="187412" y="86827"/>
                  <a:pt x="182834" y="87016"/>
                  <a:pt x="178227" y="87395"/>
                </a:cubicBezTo>
                <a:cubicBezTo>
                  <a:pt x="173622" y="87772"/>
                  <a:pt x="169450" y="88528"/>
                  <a:pt x="165712" y="89664"/>
                </a:cubicBezTo>
                <a:cubicBezTo>
                  <a:pt x="161975" y="90799"/>
                  <a:pt x="158915" y="92446"/>
                  <a:pt x="156530" y="94607"/>
                </a:cubicBezTo>
                <a:cubicBezTo>
                  <a:pt x="154146" y="96768"/>
                  <a:pt x="152954" y="99631"/>
                  <a:pt x="152954" y="103196"/>
                </a:cubicBezTo>
                <a:cubicBezTo>
                  <a:pt x="152954" y="105898"/>
                  <a:pt x="153468" y="108167"/>
                  <a:pt x="154496" y="110004"/>
                </a:cubicBezTo>
                <a:cubicBezTo>
                  <a:pt x="155527" y="111841"/>
                  <a:pt x="156908" y="113327"/>
                  <a:pt x="158641" y="114461"/>
                </a:cubicBezTo>
                <a:cubicBezTo>
                  <a:pt x="160375" y="115596"/>
                  <a:pt x="162299" y="116406"/>
                  <a:pt x="164412" y="116892"/>
                </a:cubicBezTo>
                <a:cubicBezTo>
                  <a:pt x="166525" y="117378"/>
                  <a:pt x="168666" y="117621"/>
                  <a:pt x="170834" y="117621"/>
                </a:cubicBezTo>
                <a:cubicBezTo>
                  <a:pt x="174734" y="117621"/>
                  <a:pt x="178201" y="116946"/>
                  <a:pt x="181236" y="115595"/>
                </a:cubicBezTo>
                <a:cubicBezTo>
                  <a:pt x="184270" y="114244"/>
                  <a:pt x="186816" y="112407"/>
                  <a:pt x="188875" y="110084"/>
                </a:cubicBezTo>
                <a:cubicBezTo>
                  <a:pt x="190933" y="107761"/>
                  <a:pt x="192504" y="105087"/>
                  <a:pt x="193587" y="102063"/>
                </a:cubicBezTo>
                <a:cubicBezTo>
                  <a:pt x="194672" y="99037"/>
                  <a:pt x="195214" y="95849"/>
                  <a:pt x="195214" y="92499"/>
                </a:cubicBezTo>
                <a:lnTo>
                  <a:pt x="195214" y="86827"/>
                </a:lnTo>
                <a:lnTo>
                  <a:pt x="191962" y="86827"/>
                </a:lnTo>
                <a:close/>
                <a:moveTo>
                  <a:pt x="243978" y="48632"/>
                </a:moveTo>
                <a:cubicBezTo>
                  <a:pt x="244194" y="50690"/>
                  <a:pt x="244356" y="52966"/>
                  <a:pt x="244464" y="55460"/>
                </a:cubicBezTo>
                <a:cubicBezTo>
                  <a:pt x="244573" y="57952"/>
                  <a:pt x="244628" y="60010"/>
                  <a:pt x="244628" y="61635"/>
                </a:cubicBezTo>
                <a:lnTo>
                  <a:pt x="244952" y="61635"/>
                </a:lnTo>
                <a:cubicBezTo>
                  <a:pt x="247120" y="57188"/>
                  <a:pt x="250642" y="53581"/>
                  <a:pt x="255518" y="50817"/>
                </a:cubicBezTo>
                <a:cubicBezTo>
                  <a:pt x="260394" y="48051"/>
                  <a:pt x="265541" y="46667"/>
                  <a:pt x="270960" y="46667"/>
                </a:cubicBezTo>
                <a:cubicBezTo>
                  <a:pt x="280603" y="46667"/>
                  <a:pt x="287835" y="49542"/>
                  <a:pt x="292657" y="55291"/>
                </a:cubicBezTo>
                <a:cubicBezTo>
                  <a:pt x="297480" y="61040"/>
                  <a:pt x="299891" y="68633"/>
                  <a:pt x="299891" y="78069"/>
                </a:cubicBezTo>
                <a:lnTo>
                  <a:pt x="299891" y="124764"/>
                </a:lnTo>
                <a:lnTo>
                  <a:pt x="288840" y="124764"/>
                </a:lnTo>
                <a:lnTo>
                  <a:pt x="288840" y="82583"/>
                </a:lnTo>
                <a:cubicBezTo>
                  <a:pt x="288840" y="78565"/>
                  <a:pt x="288515" y="74929"/>
                  <a:pt x="287865" y="71673"/>
                </a:cubicBezTo>
                <a:cubicBezTo>
                  <a:pt x="287215" y="68416"/>
                  <a:pt x="286104" y="65620"/>
                  <a:pt x="284532" y="63285"/>
                </a:cubicBezTo>
                <a:cubicBezTo>
                  <a:pt x="282961" y="60950"/>
                  <a:pt x="280848" y="59131"/>
                  <a:pt x="278192" y="57828"/>
                </a:cubicBezTo>
                <a:cubicBezTo>
                  <a:pt x="275538" y="56525"/>
                  <a:pt x="272207" y="55874"/>
                  <a:pt x="268197" y="55874"/>
                </a:cubicBezTo>
                <a:cubicBezTo>
                  <a:pt x="265272" y="55874"/>
                  <a:pt x="262427" y="56472"/>
                  <a:pt x="259663" y="57667"/>
                </a:cubicBezTo>
                <a:cubicBezTo>
                  <a:pt x="256900" y="58861"/>
                  <a:pt x="254434" y="60680"/>
                  <a:pt x="252267" y="63124"/>
                </a:cubicBezTo>
                <a:cubicBezTo>
                  <a:pt x="250101" y="65566"/>
                  <a:pt x="248367" y="68659"/>
                  <a:pt x="247066" y="72405"/>
                </a:cubicBezTo>
                <a:cubicBezTo>
                  <a:pt x="245766" y="76150"/>
                  <a:pt x="245116" y="80574"/>
                  <a:pt x="245116" y="85679"/>
                </a:cubicBezTo>
                <a:lnTo>
                  <a:pt x="245116" y="124764"/>
                </a:lnTo>
                <a:lnTo>
                  <a:pt x="234062" y="124764"/>
                </a:lnTo>
                <a:lnTo>
                  <a:pt x="234062" y="65378"/>
                </a:lnTo>
                <a:cubicBezTo>
                  <a:pt x="234062" y="63316"/>
                  <a:pt x="234007" y="60660"/>
                  <a:pt x="233898" y="57409"/>
                </a:cubicBezTo>
                <a:cubicBezTo>
                  <a:pt x="233791" y="54159"/>
                  <a:pt x="233629" y="51233"/>
                  <a:pt x="233412" y="48632"/>
                </a:cubicBezTo>
                <a:lnTo>
                  <a:pt x="243978" y="48632"/>
                </a:lnTo>
                <a:close/>
                <a:moveTo>
                  <a:pt x="368973" y="66603"/>
                </a:moveTo>
                <a:cubicBezTo>
                  <a:pt x="367348" y="63460"/>
                  <a:pt x="364882" y="60886"/>
                  <a:pt x="361577" y="58882"/>
                </a:cubicBezTo>
                <a:cubicBezTo>
                  <a:pt x="358272" y="56877"/>
                  <a:pt x="354506" y="55874"/>
                  <a:pt x="350280" y="55874"/>
                </a:cubicBezTo>
                <a:cubicBezTo>
                  <a:pt x="348330" y="55874"/>
                  <a:pt x="346380" y="56091"/>
                  <a:pt x="344429" y="56526"/>
                </a:cubicBezTo>
                <a:cubicBezTo>
                  <a:pt x="342478" y="56959"/>
                  <a:pt x="340743" y="57665"/>
                  <a:pt x="339225" y="58642"/>
                </a:cubicBezTo>
                <a:cubicBezTo>
                  <a:pt x="337709" y="59617"/>
                  <a:pt x="336491" y="60865"/>
                  <a:pt x="335570" y="62385"/>
                </a:cubicBezTo>
                <a:cubicBezTo>
                  <a:pt x="334649" y="63902"/>
                  <a:pt x="334188" y="65692"/>
                  <a:pt x="334188" y="67754"/>
                </a:cubicBezTo>
                <a:cubicBezTo>
                  <a:pt x="334188" y="71336"/>
                  <a:pt x="335651" y="74075"/>
                  <a:pt x="338576" y="75974"/>
                </a:cubicBezTo>
                <a:cubicBezTo>
                  <a:pt x="341502" y="77872"/>
                  <a:pt x="346108" y="79472"/>
                  <a:pt x="352393" y="80775"/>
                </a:cubicBezTo>
                <a:cubicBezTo>
                  <a:pt x="361388" y="82619"/>
                  <a:pt x="368025" y="85304"/>
                  <a:pt x="372304" y="88831"/>
                </a:cubicBezTo>
                <a:cubicBezTo>
                  <a:pt x="376585" y="92356"/>
                  <a:pt x="378725" y="97102"/>
                  <a:pt x="378725" y="103070"/>
                </a:cubicBezTo>
                <a:cubicBezTo>
                  <a:pt x="378725" y="107410"/>
                  <a:pt x="377885" y="111073"/>
                  <a:pt x="376205" y="114057"/>
                </a:cubicBezTo>
                <a:cubicBezTo>
                  <a:pt x="374525" y="117040"/>
                  <a:pt x="372330" y="119481"/>
                  <a:pt x="369620" y="121381"/>
                </a:cubicBezTo>
                <a:cubicBezTo>
                  <a:pt x="366912" y="123279"/>
                  <a:pt x="363851" y="124635"/>
                  <a:pt x="360439" y="125449"/>
                </a:cubicBezTo>
                <a:cubicBezTo>
                  <a:pt x="357026" y="126262"/>
                  <a:pt x="353586" y="126669"/>
                  <a:pt x="350118" y="126669"/>
                </a:cubicBezTo>
                <a:cubicBezTo>
                  <a:pt x="344374" y="126669"/>
                  <a:pt x="338793" y="125485"/>
                  <a:pt x="333375" y="123117"/>
                </a:cubicBezTo>
                <a:cubicBezTo>
                  <a:pt x="327958" y="120748"/>
                  <a:pt x="323515" y="117023"/>
                  <a:pt x="320046" y="111941"/>
                </a:cubicBezTo>
                <a:lnTo>
                  <a:pt x="328823" y="105438"/>
                </a:lnTo>
                <a:cubicBezTo>
                  <a:pt x="330775" y="108798"/>
                  <a:pt x="333646" y="111616"/>
                  <a:pt x="337437" y="113891"/>
                </a:cubicBezTo>
                <a:cubicBezTo>
                  <a:pt x="341230" y="116166"/>
                  <a:pt x="345403" y="117304"/>
                  <a:pt x="349955" y="117304"/>
                </a:cubicBezTo>
                <a:cubicBezTo>
                  <a:pt x="352339" y="117304"/>
                  <a:pt x="354614" y="117087"/>
                  <a:pt x="356780" y="116654"/>
                </a:cubicBezTo>
                <a:cubicBezTo>
                  <a:pt x="358948" y="116219"/>
                  <a:pt x="360845" y="115459"/>
                  <a:pt x="362470" y="114374"/>
                </a:cubicBezTo>
                <a:cubicBezTo>
                  <a:pt x="364095" y="113290"/>
                  <a:pt x="365396" y="111907"/>
                  <a:pt x="366371" y="110225"/>
                </a:cubicBezTo>
                <a:cubicBezTo>
                  <a:pt x="367347" y="108542"/>
                  <a:pt x="367835" y="106453"/>
                  <a:pt x="367835" y="103958"/>
                </a:cubicBezTo>
                <a:cubicBezTo>
                  <a:pt x="367835" y="99943"/>
                  <a:pt x="365911" y="96932"/>
                  <a:pt x="362063" y="94925"/>
                </a:cubicBezTo>
                <a:cubicBezTo>
                  <a:pt x="358217" y="92917"/>
                  <a:pt x="352664" y="91046"/>
                  <a:pt x="345404" y="89310"/>
                </a:cubicBezTo>
                <a:cubicBezTo>
                  <a:pt x="343128" y="88767"/>
                  <a:pt x="340717" y="88089"/>
                  <a:pt x="338169" y="87276"/>
                </a:cubicBezTo>
                <a:cubicBezTo>
                  <a:pt x="335623" y="86462"/>
                  <a:pt x="333265" y="85269"/>
                  <a:pt x="331098" y="83697"/>
                </a:cubicBezTo>
                <a:cubicBezTo>
                  <a:pt x="328932" y="82123"/>
                  <a:pt x="327144" y="80142"/>
                  <a:pt x="325736" y="77754"/>
                </a:cubicBezTo>
                <a:cubicBezTo>
                  <a:pt x="324327" y="75367"/>
                  <a:pt x="323622" y="72383"/>
                  <a:pt x="323622" y="68803"/>
                </a:cubicBezTo>
                <a:cubicBezTo>
                  <a:pt x="323622" y="64896"/>
                  <a:pt x="324381" y="61559"/>
                  <a:pt x="325897" y="58793"/>
                </a:cubicBezTo>
                <a:cubicBezTo>
                  <a:pt x="327415" y="56025"/>
                  <a:pt x="329447" y="53747"/>
                  <a:pt x="331993" y="51958"/>
                </a:cubicBezTo>
                <a:cubicBezTo>
                  <a:pt x="334539" y="50167"/>
                  <a:pt x="337438" y="48838"/>
                  <a:pt x="340689" y="47970"/>
                </a:cubicBezTo>
                <a:cubicBezTo>
                  <a:pt x="343941" y="47102"/>
                  <a:pt x="347301" y="46667"/>
                  <a:pt x="350768" y="46667"/>
                </a:cubicBezTo>
                <a:cubicBezTo>
                  <a:pt x="356078" y="46667"/>
                  <a:pt x="361224" y="47852"/>
                  <a:pt x="366208" y="50222"/>
                </a:cubicBezTo>
                <a:cubicBezTo>
                  <a:pt x="371193" y="52589"/>
                  <a:pt x="374932" y="55937"/>
                  <a:pt x="377425" y="60264"/>
                </a:cubicBezTo>
                <a:lnTo>
                  <a:pt x="368973" y="66603"/>
                </a:lnTo>
                <a:close/>
                <a:moveTo>
                  <a:pt x="432851" y="57938"/>
                </a:moveTo>
                <a:lnTo>
                  <a:pt x="414971" y="57938"/>
                </a:lnTo>
                <a:lnTo>
                  <a:pt x="414971" y="124764"/>
                </a:lnTo>
                <a:lnTo>
                  <a:pt x="403919" y="124764"/>
                </a:lnTo>
                <a:lnTo>
                  <a:pt x="403919" y="57938"/>
                </a:lnTo>
                <a:lnTo>
                  <a:pt x="387989" y="57938"/>
                </a:lnTo>
                <a:lnTo>
                  <a:pt x="387989" y="48731"/>
                </a:lnTo>
                <a:lnTo>
                  <a:pt x="403919" y="48731"/>
                </a:lnTo>
                <a:lnTo>
                  <a:pt x="403919" y="27939"/>
                </a:lnTo>
                <a:cubicBezTo>
                  <a:pt x="403919" y="19275"/>
                  <a:pt x="406032" y="12453"/>
                  <a:pt x="410259" y="7473"/>
                </a:cubicBezTo>
                <a:cubicBezTo>
                  <a:pt x="414485" y="2491"/>
                  <a:pt x="420986" y="0"/>
                  <a:pt x="429763" y="0"/>
                </a:cubicBezTo>
                <a:cubicBezTo>
                  <a:pt x="431172" y="0"/>
                  <a:pt x="432689" y="81"/>
                  <a:pt x="434314" y="243"/>
                </a:cubicBezTo>
                <a:cubicBezTo>
                  <a:pt x="435939" y="403"/>
                  <a:pt x="437456" y="699"/>
                  <a:pt x="438865" y="1128"/>
                </a:cubicBezTo>
                <a:lnTo>
                  <a:pt x="436916" y="10819"/>
                </a:lnTo>
                <a:cubicBezTo>
                  <a:pt x="435724" y="10495"/>
                  <a:pt x="434531" y="10224"/>
                  <a:pt x="433339" y="10008"/>
                </a:cubicBezTo>
                <a:cubicBezTo>
                  <a:pt x="432147" y="9791"/>
                  <a:pt x="430793" y="9683"/>
                  <a:pt x="429277" y="9683"/>
                </a:cubicBezTo>
                <a:cubicBezTo>
                  <a:pt x="426350" y="9683"/>
                  <a:pt x="423938" y="10171"/>
                  <a:pt x="422042" y="11148"/>
                </a:cubicBezTo>
                <a:cubicBezTo>
                  <a:pt x="420145" y="12124"/>
                  <a:pt x="418682" y="13507"/>
                  <a:pt x="417652" y="15298"/>
                </a:cubicBezTo>
                <a:cubicBezTo>
                  <a:pt x="416624" y="17087"/>
                  <a:pt x="415919" y="19174"/>
                  <a:pt x="415539" y="21560"/>
                </a:cubicBezTo>
                <a:cubicBezTo>
                  <a:pt x="415160" y="23946"/>
                  <a:pt x="414971" y="26495"/>
                  <a:pt x="414971" y="29207"/>
                </a:cubicBezTo>
                <a:lnTo>
                  <a:pt x="414971" y="48731"/>
                </a:lnTo>
                <a:lnTo>
                  <a:pt x="432851" y="48731"/>
                </a:lnTo>
                <a:lnTo>
                  <a:pt x="432851" y="57938"/>
                </a:lnTo>
                <a:close/>
                <a:moveTo>
                  <a:pt x="524199" y="86668"/>
                </a:moveTo>
                <a:cubicBezTo>
                  <a:pt x="524199" y="92414"/>
                  <a:pt x="523196" y="97726"/>
                  <a:pt x="521191" y="102603"/>
                </a:cubicBezTo>
                <a:cubicBezTo>
                  <a:pt x="519187" y="107481"/>
                  <a:pt x="516397" y="111709"/>
                  <a:pt x="512820" y="115287"/>
                </a:cubicBezTo>
                <a:cubicBezTo>
                  <a:pt x="509245" y="118864"/>
                  <a:pt x="504965" y="121655"/>
                  <a:pt x="499980" y="123660"/>
                </a:cubicBezTo>
                <a:cubicBezTo>
                  <a:pt x="494997" y="125666"/>
                  <a:pt x="489524" y="126669"/>
                  <a:pt x="483564" y="126669"/>
                </a:cubicBezTo>
                <a:cubicBezTo>
                  <a:pt x="477712" y="126669"/>
                  <a:pt x="472294" y="125666"/>
                  <a:pt x="467308" y="123660"/>
                </a:cubicBezTo>
                <a:cubicBezTo>
                  <a:pt x="462325" y="121655"/>
                  <a:pt x="458045" y="118864"/>
                  <a:pt x="454468" y="115287"/>
                </a:cubicBezTo>
                <a:cubicBezTo>
                  <a:pt x="450894" y="111709"/>
                  <a:pt x="448103" y="107481"/>
                  <a:pt x="446098" y="102603"/>
                </a:cubicBezTo>
                <a:cubicBezTo>
                  <a:pt x="444094" y="97726"/>
                  <a:pt x="443092" y="92414"/>
                  <a:pt x="443092" y="86668"/>
                </a:cubicBezTo>
                <a:cubicBezTo>
                  <a:pt x="443092" y="80922"/>
                  <a:pt x="444094" y="75611"/>
                  <a:pt x="446098" y="70733"/>
                </a:cubicBezTo>
                <a:cubicBezTo>
                  <a:pt x="448103" y="65855"/>
                  <a:pt x="450894" y="61628"/>
                  <a:pt x="454468" y="58052"/>
                </a:cubicBezTo>
                <a:cubicBezTo>
                  <a:pt x="458045" y="54473"/>
                  <a:pt x="462325" y="51682"/>
                  <a:pt x="467308" y="49676"/>
                </a:cubicBezTo>
                <a:cubicBezTo>
                  <a:pt x="472294" y="47670"/>
                  <a:pt x="477712" y="46667"/>
                  <a:pt x="483564" y="46667"/>
                </a:cubicBezTo>
                <a:cubicBezTo>
                  <a:pt x="489524" y="46667"/>
                  <a:pt x="494997" y="47670"/>
                  <a:pt x="499980" y="49676"/>
                </a:cubicBezTo>
                <a:cubicBezTo>
                  <a:pt x="504965" y="51682"/>
                  <a:pt x="509245" y="54473"/>
                  <a:pt x="512820" y="58052"/>
                </a:cubicBezTo>
                <a:cubicBezTo>
                  <a:pt x="516397" y="61628"/>
                  <a:pt x="519187" y="65855"/>
                  <a:pt x="521191" y="70733"/>
                </a:cubicBezTo>
                <a:cubicBezTo>
                  <a:pt x="523196" y="75611"/>
                  <a:pt x="524199" y="80922"/>
                  <a:pt x="524199" y="86668"/>
                </a:cubicBezTo>
                <a:moveTo>
                  <a:pt x="512498" y="86671"/>
                </a:moveTo>
                <a:cubicBezTo>
                  <a:pt x="512498" y="82434"/>
                  <a:pt x="511821" y="78443"/>
                  <a:pt x="510466" y="74696"/>
                </a:cubicBezTo>
                <a:cubicBezTo>
                  <a:pt x="509112" y="70948"/>
                  <a:pt x="507188" y="67689"/>
                  <a:pt x="504695" y="64919"/>
                </a:cubicBezTo>
                <a:cubicBezTo>
                  <a:pt x="502203" y="62148"/>
                  <a:pt x="499169" y="59948"/>
                  <a:pt x="495593" y="58319"/>
                </a:cubicBezTo>
                <a:cubicBezTo>
                  <a:pt x="492018" y="56689"/>
                  <a:pt x="488009" y="55874"/>
                  <a:pt x="483566" y="55874"/>
                </a:cubicBezTo>
                <a:cubicBezTo>
                  <a:pt x="479123" y="55874"/>
                  <a:pt x="475141" y="56689"/>
                  <a:pt x="471619" y="58319"/>
                </a:cubicBezTo>
                <a:cubicBezTo>
                  <a:pt x="468097" y="59948"/>
                  <a:pt x="465089" y="62148"/>
                  <a:pt x="462596" y="64919"/>
                </a:cubicBezTo>
                <a:cubicBezTo>
                  <a:pt x="460104" y="67689"/>
                  <a:pt x="458181" y="70948"/>
                  <a:pt x="456827" y="74696"/>
                </a:cubicBezTo>
                <a:cubicBezTo>
                  <a:pt x="455473" y="78443"/>
                  <a:pt x="454796" y="82434"/>
                  <a:pt x="454796" y="86671"/>
                </a:cubicBezTo>
                <a:cubicBezTo>
                  <a:pt x="454796" y="90907"/>
                  <a:pt x="455473" y="94899"/>
                  <a:pt x="456827" y="98648"/>
                </a:cubicBezTo>
                <a:cubicBezTo>
                  <a:pt x="458181" y="102394"/>
                  <a:pt x="460104" y="105653"/>
                  <a:pt x="462596" y="108424"/>
                </a:cubicBezTo>
                <a:cubicBezTo>
                  <a:pt x="465089" y="111194"/>
                  <a:pt x="468097" y="113367"/>
                  <a:pt x="471619" y="114942"/>
                </a:cubicBezTo>
                <a:cubicBezTo>
                  <a:pt x="475141" y="116517"/>
                  <a:pt x="479123" y="117304"/>
                  <a:pt x="483566" y="117304"/>
                </a:cubicBezTo>
                <a:cubicBezTo>
                  <a:pt x="488009" y="117304"/>
                  <a:pt x="492018" y="116517"/>
                  <a:pt x="495593" y="114942"/>
                </a:cubicBezTo>
                <a:cubicBezTo>
                  <a:pt x="499169" y="113367"/>
                  <a:pt x="502203" y="111194"/>
                  <a:pt x="504695" y="108424"/>
                </a:cubicBezTo>
                <a:cubicBezTo>
                  <a:pt x="507188" y="105653"/>
                  <a:pt x="509112" y="102394"/>
                  <a:pt x="510466" y="98648"/>
                </a:cubicBezTo>
                <a:cubicBezTo>
                  <a:pt x="511821" y="94899"/>
                  <a:pt x="512498" y="90907"/>
                  <a:pt x="512498" y="86671"/>
                </a:cubicBezTo>
                <a:close/>
                <a:moveTo>
                  <a:pt x="547932" y="65378"/>
                </a:moveTo>
                <a:cubicBezTo>
                  <a:pt x="547932" y="63316"/>
                  <a:pt x="547877" y="60660"/>
                  <a:pt x="547768" y="57409"/>
                </a:cubicBezTo>
                <a:cubicBezTo>
                  <a:pt x="547661" y="54159"/>
                  <a:pt x="547498" y="51233"/>
                  <a:pt x="547282" y="48632"/>
                </a:cubicBezTo>
                <a:lnTo>
                  <a:pt x="557848" y="48632"/>
                </a:lnTo>
                <a:cubicBezTo>
                  <a:pt x="558064" y="50690"/>
                  <a:pt x="558226" y="52966"/>
                  <a:pt x="558334" y="55460"/>
                </a:cubicBezTo>
                <a:cubicBezTo>
                  <a:pt x="558443" y="57952"/>
                  <a:pt x="558497" y="60010"/>
                  <a:pt x="558497" y="61635"/>
                </a:cubicBezTo>
                <a:lnTo>
                  <a:pt x="558822" y="61635"/>
                </a:lnTo>
                <a:cubicBezTo>
                  <a:pt x="560990" y="57188"/>
                  <a:pt x="564241" y="53581"/>
                  <a:pt x="568574" y="50817"/>
                </a:cubicBezTo>
                <a:cubicBezTo>
                  <a:pt x="572910" y="48051"/>
                  <a:pt x="577787" y="46667"/>
                  <a:pt x="583205" y="46667"/>
                </a:cubicBezTo>
                <a:cubicBezTo>
                  <a:pt x="584614" y="46667"/>
                  <a:pt x="585887" y="46731"/>
                  <a:pt x="587025" y="46858"/>
                </a:cubicBezTo>
                <a:cubicBezTo>
                  <a:pt x="588162" y="46986"/>
                  <a:pt x="589327" y="47240"/>
                  <a:pt x="590519" y="47620"/>
                </a:cubicBezTo>
                <a:lnTo>
                  <a:pt x="589056" y="57962"/>
                </a:lnTo>
                <a:cubicBezTo>
                  <a:pt x="588406" y="57746"/>
                  <a:pt x="587322" y="57529"/>
                  <a:pt x="585804" y="57312"/>
                </a:cubicBezTo>
                <a:cubicBezTo>
                  <a:pt x="584288" y="57094"/>
                  <a:pt x="582771" y="56985"/>
                  <a:pt x="581253" y="56985"/>
                </a:cubicBezTo>
                <a:cubicBezTo>
                  <a:pt x="578328" y="56985"/>
                  <a:pt x="575511" y="57527"/>
                  <a:pt x="572801" y="58612"/>
                </a:cubicBezTo>
                <a:cubicBezTo>
                  <a:pt x="570092" y="59695"/>
                  <a:pt x="567735" y="61402"/>
                  <a:pt x="565730" y="63731"/>
                </a:cubicBezTo>
                <a:cubicBezTo>
                  <a:pt x="563726" y="66061"/>
                  <a:pt x="562100" y="69041"/>
                  <a:pt x="560854" y="72672"/>
                </a:cubicBezTo>
                <a:cubicBezTo>
                  <a:pt x="559608" y="76302"/>
                  <a:pt x="558986" y="80663"/>
                  <a:pt x="558986" y="85755"/>
                </a:cubicBezTo>
                <a:lnTo>
                  <a:pt x="558986" y="124764"/>
                </a:lnTo>
                <a:lnTo>
                  <a:pt x="547932" y="124764"/>
                </a:lnTo>
                <a:lnTo>
                  <a:pt x="547932" y="65378"/>
                </a:lnTo>
                <a:close/>
                <a:moveTo>
                  <a:pt x="617336" y="61635"/>
                </a:moveTo>
                <a:cubicBezTo>
                  <a:pt x="619504" y="57189"/>
                  <a:pt x="622836" y="53583"/>
                  <a:pt x="627332" y="50817"/>
                </a:cubicBezTo>
                <a:cubicBezTo>
                  <a:pt x="631829" y="48051"/>
                  <a:pt x="636842" y="46667"/>
                  <a:pt x="642369" y="46667"/>
                </a:cubicBezTo>
                <a:cubicBezTo>
                  <a:pt x="644428" y="46667"/>
                  <a:pt x="646567" y="46885"/>
                  <a:pt x="648788" y="47320"/>
                </a:cubicBezTo>
                <a:cubicBezTo>
                  <a:pt x="651010" y="47753"/>
                  <a:pt x="653178" y="48593"/>
                  <a:pt x="655291" y="49840"/>
                </a:cubicBezTo>
                <a:cubicBezTo>
                  <a:pt x="657404" y="51086"/>
                  <a:pt x="659354" y="52741"/>
                  <a:pt x="661142" y="54803"/>
                </a:cubicBezTo>
                <a:cubicBezTo>
                  <a:pt x="662931" y="56863"/>
                  <a:pt x="664475" y="59520"/>
                  <a:pt x="665775" y="62774"/>
                </a:cubicBezTo>
                <a:cubicBezTo>
                  <a:pt x="668376" y="57567"/>
                  <a:pt x="671924" y="53581"/>
                  <a:pt x="676420" y="50817"/>
                </a:cubicBezTo>
                <a:cubicBezTo>
                  <a:pt x="680917" y="48051"/>
                  <a:pt x="686255" y="46667"/>
                  <a:pt x="692432" y="46667"/>
                </a:cubicBezTo>
                <a:cubicBezTo>
                  <a:pt x="702075" y="46667"/>
                  <a:pt x="709307" y="49542"/>
                  <a:pt x="714129" y="55291"/>
                </a:cubicBezTo>
                <a:cubicBezTo>
                  <a:pt x="718952" y="61040"/>
                  <a:pt x="721364" y="68633"/>
                  <a:pt x="721364" y="78069"/>
                </a:cubicBezTo>
                <a:lnTo>
                  <a:pt x="721364" y="124764"/>
                </a:lnTo>
                <a:lnTo>
                  <a:pt x="710312" y="124764"/>
                </a:lnTo>
                <a:lnTo>
                  <a:pt x="710312" y="82583"/>
                </a:lnTo>
                <a:cubicBezTo>
                  <a:pt x="710312" y="74549"/>
                  <a:pt x="708822" y="68089"/>
                  <a:pt x="705842" y="63203"/>
                </a:cubicBezTo>
                <a:cubicBezTo>
                  <a:pt x="702863" y="58317"/>
                  <a:pt x="697797" y="55874"/>
                  <a:pt x="690644" y="55874"/>
                </a:cubicBezTo>
                <a:cubicBezTo>
                  <a:pt x="686634" y="55874"/>
                  <a:pt x="683248" y="56688"/>
                  <a:pt x="680485" y="58317"/>
                </a:cubicBezTo>
                <a:cubicBezTo>
                  <a:pt x="677722" y="59946"/>
                  <a:pt x="675500" y="62090"/>
                  <a:pt x="673821" y="64751"/>
                </a:cubicBezTo>
                <a:cubicBezTo>
                  <a:pt x="672141" y="67409"/>
                  <a:pt x="670921" y="70422"/>
                  <a:pt x="670162" y="73788"/>
                </a:cubicBezTo>
                <a:cubicBezTo>
                  <a:pt x="669405" y="77155"/>
                  <a:pt x="669026" y="80630"/>
                  <a:pt x="669026" y="84213"/>
                </a:cubicBezTo>
                <a:lnTo>
                  <a:pt x="669026" y="124764"/>
                </a:lnTo>
                <a:lnTo>
                  <a:pt x="657972" y="124764"/>
                </a:lnTo>
                <a:lnTo>
                  <a:pt x="657972" y="80304"/>
                </a:lnTo>
                <a:cubicBezTo>
                  <a:pt x="657972" y="76612"/>
                  <a:pt x="657701" y="73246"/>
                  <a:pt x="657159" y="70207"/>
                </a:cubicBezTo>
                <a:cubicBezTo>
                  <a:pt x="656618" y="67166"/>
                  <a:pt x="655670" y="64588"/>
                  <a:pt x="654314" y="62471"/>
                </a:cubicBezTo>
                <a:cubicBezTo>
                  <a:pt x="652960" y="60353"/>
                  <a:pt x="651090" y="58725"/>
                  <a:pt x="648706" y="57585"/>
                </a:cubicBezTo>
                <a:cubicBezTo>
                  <a:pt x="646323" y="56444"/>
                  <a:pt x="643290" y="55874"/>
                  <a:pt x="639606" y="55874"/>
                </a:cubicBezTo>
                <a:cubicBezTo>
                  <a:pt x="637005" y="55874"/>
                  <a:pt x="634377" y="56472"/>
                  <a:pt x="631722" y="57667"/>
                </a:cubicBezTo>
                <a:cubicBezTo>
                  <a:pt x="629068" y="58861"/>
                  <a:pt x="626684" y="60680"/>
                  <a:pt x="624571" y="63124"/>
                </a:cubicBezTo>
                <a:cubicBezTo>
                  <a:pt x="622458" y="65566"/>
                  <a:pt x="620751" y="68659"/>
                  <a:pt x="619450" y="72405"/>
                </a:cubicBezTo>
                <a:cubicBezTo>
                  <a:pt x="618150" y="76150"/>
                  <a:pt x="617500" y="80574"/>
                  <a:pt x="617500" y="85679"/>
                </a:cubicBezTo>
                <a:lnTo>
                  <a:pt x="617500" y="124764"/>
                </a:lnTo>
                <a:lnTo>
                  <a:pt x="606446" y="124764"/>
                </a:lnTo>
                <a:lnTo>
                  <a:pt x="606446" y="65378"/>
                </a:lnTo>
                <a:cubicBezTo>
                  <a:pt x="606446" y="63318"/>
                  <a:pt x="606391" y="60661"/>
                  <a:pt x="606282" y="57407"/>
                </a:cubicBezTo>
                <a:cubicBezTo>
                  <a:pt x="606175" y="54153"/>
                  <a:pt x="606013" y="51224"/>
                  <a:pt x="605796" y="48619"/>
                </a:cubicBezTo>
                <a:lnTo>
                  <a:pt x="616362" y="48619"/>
                </a:lnTo>
                <a:cubicBezTo>
                  <a:pt x="616578" y="50681"/>
                  <a:pt x="616740" y="52960"/>
                  <a:pt x="616848" y="55455"/>
                </a:cubicBezTo>
                <a:cubicBezTo>
                  <a:pt x="616957" y="57948"/>
                  <a:pt x="617012" y="60008"/>
                  <a:pt x="617012" y="61635"/>
                </a:cubicBezTo>
                <a:lnTo>
                  <a:pt x="617336" y="61635"/>
                </a:lnTo>
                <a:close/>
                <a:moveTo>
                  <a:pt x="826855" y="124764"/>
                </a:moveTo>
                <a:lnTo>
                  <a:pt x="815151" y="124764"/>
                </a:lnTo>
                <a:lnTo>
                  <a:pt x="815151" y="75187"/>
                </a:lnTo>
                <a:lnTo>
                  <a:pt x="772077" y="9683"/>
                </a:lnTo>
                <a:lnTo>
                  <a:pt x="786706" y="9683"/>
                </a:lnTo>
                <a:lnTo>
                  <a:pt x="821327" y="65435"/>
                </a:lnTo>
                <a:lnTo>
                  <a:pt x="856275" y="9683"/>
                </a:lnTo>
                <a:lnTo>
                  <a:pt x="869929" y="9683"/>
                </a:lnTo>
                <a:lnTo>
                  <a:pt x="826855" y="75187"/>
                </a:lnTo>
                <a:lnTo>
                  <a:pt x="826855" y="124764"/>
                </a:lnTo>
                <a:close/>
                <a:moveTo>
                  <a:pt x="945509" y="86668"/>
                </a:moveTo>
                <a:cubicBezTo>
                  <a:pt x="945509" y="92414"/>
                  <a:pt x="944506" y="97726"/>
                  <a:pt x="942501" y="102603"/>
                </a:cubicBezTo>
                <a:cubicBezTo>
                  <a:pt x="940497" y="107481"/>
                  <a:pt x="937706" y="111709"/>
                  <a:pt x="934130" y="115287"/>
                </a:cubicBezTo>
                <a:cubicBezTo>
                  <a:pt x="930555" y="118864"/>
                  <a:pt x="926275" y="121655"/>
                  <a:pt x="921290" y="123660"/>
                </a:cubicBezTo>
                <a:cubicBezTo>
                  <a:pt x="916306" y="125666"/>
                  <a:pt x="910834" y="126669"/>
                  <a:pt x="904873" y="126669"/>
                </a:cubicBezTo>
                <a:cubicBezTo>
                  <a:pt x="899022" y="126669"/>
                  <a:pt x="893603" y="125666"/>
                  <a:pt x="888618" y="123660"/>
                </a:cubicBezTo>
                <a:cubicBezTo>
                  <a:pt x="883635" y="121655"/>
                  <a:pt x="879355" y="118864"/>
                  <a:pt x="875778" y="115287"/>
                </a:cubicBezTo>
                <a:cubicBezTo>
                  <a:pt x="872203" y="111709"/>
                  <a:pt x="869413" y="107481"/>
                  <a:pt x="867407" y="102603"/>
                </a:cubicBezTo>
                <a:cubicBezTo>
                  <a:pt x="865403" y="97726"/>
                  <a:pt x="864401" y="92414"/>
                  <a:pt x="864401" y="86668"/>
                </a:cubicBezTo>
                <a:cubicBezTo>
                  <a:pt x="864401" y="80922"/>
                  <a:pt x="865403" y="75611"/>
                  <a:pt x="867407" y="70733"/>
                </a:cubicBezTo>
                <a:cubicBezTo>
                  <a:pt x="869413" y="65855"/>
                  <a:pt x="872203" y="61628"/>
                  <a:pt x="875778" y="58052"/>
                </a:cubicBezTo>
                <a:cubicBezTo>
                  <a:pt x="879355" y="54473"/>
                  <a:pt x="883635" y="51682"/>
                  <a:pt x="888618" y="49676"/>
                </a:cubicBezTo>
                <a:cubicBezTo>
                  <a:pt x="893603" y="47670"/>
                  <a:pt x="899022" y="46667"/>
                  <a:pt x="904873" y="46667"/>
                </a:cubicBezTo>
                <a:cubicBezTo>
                  <a:pt x="910834" y="46667"/>
                  <a:pt x="916306" y="47670"/>
                  <a:pt x="921290" y="49676"/>
                </a:cubicBezTo>
                <a:cubicBezTo>
                  <a:pt x="926275" y="51682"/>
                  <a:pt x="930555" y="54473"/>
                  <a:pt x="934130" y="58052"/>
                </a:cubicBezTo>
                <a:cubicBezTo>
                  <a:pt x="937706" y="61628"/>
                  <a:pt x="940497" y="65855"/>
                  <a:pt x="942501" y="70733"/>
                </a:cubicBezTo>
                <a:cubicBezTo>
                  <a:pt x="944506" y="75611"/>
                  <a:pt x="945509" y="80922"/>
                  <a:pt x="945509" y="86668"/>
                </a:cubicBezTo>
                <a:moveTo>
                  <a:pt x="933807" y="86671"/>
                </a:moveTo>
                <a:cubicBezTo>
                  <a:pt x="933807" y="82434"/>
                  <a:pt x="933130" y="78443"/>
                  <a:pt x="931776" y="74696"/>
                </a:cubicBezTo>
                <a:cubicBezTo>
                  <a:pt x="930422" y="70948"/>
                  <a:pt x="928498" y="67689"/>
                  <a:pt x="926005" y="64919"/>
                </a:cubicBezTo>
                <a:cubicBezTo>
                  <a:pt x="923513" y="62148"/>
                  <a:pt x="920479" y="59948"/>
                  <a:pt x="916902" y="58319"/>
                </a:cubicBezTo>
                <a:cubicBezTo>
                  <a:pt x="913328" y="56689"/>
                  <a:pt x="909319" y="55874"/>
                  <a:pt x="904876" y="55874"/>
                </a:cubicBezTo>
                <a:cubicBezTo>
                  <a:pt x="900433" y="55874"/>
                  <a:pt x="896451" y="56689"/>
                  <a:pt x="892929" y="58319"/>
                </a:cubicBezTo>
                <a:cubicBezTo>
                  <a:pt x="889407" y="59948"/>
                  <a:pt x="886399" y="62148"/>
                  <a:pt x="883906" y="64919"/>
                </a:cubicBezTo>
                <a:cubicBezTo>
                  <a:pt x="881414" y="67689"/>
                  <a:pt x="879491" y="70948"/>
                  <a:pt x="878137" y="74696"/>
                </a:cubicBezTo>
                <a:cubicBezTo>
                  <a:pt x="876783" y="78443"/>
                  <a:pt x="876106" y="82434"/>
                  <a:pt x="876106" y="86671"/>
                </a:cubicBezTo>
                <a:cubicBezTo>
                  <a:pt x="876106" y="90907"/>
                  <a:pt x="876783" y="94899"/>
                  <a:pt x="878137" y="98648"/>
                </a:cubicBezTo>
                <a:cubicBezTo>
                  <a:pt x="879491" y="102394"/>
                  <a:pt x="881414" y="105653"/>
                  <a:pt x="883906" y="108424"/>
                </a:cubicBezTo>
                <a:cubicBezTo>
                  <a:pt x="886399" y="111194"/>
                  <a:pt x="889407" y="113367"/>
                  <a:pt x="892929" y="114942"/>
                </a:cubicBezTo>
                <a:cubicBezTo>
                  <a:pt x="896451" y="116517"/>
                  <a:pt x="900433" y="117304"/>
                  <a:pt x="904876" y="117304"/>
                </a:cubicBezTo>
                <a:cubicBezTo>
                  <a:pt x="909319" y="117304"/>
                  <a:pt x="913328" y="116517"/>
                  <a:pt x="916902" y="114942"/>
                </a:cubicBezTo>
                <a:cubicBezTo>
                  <a:pt x="920479" y="113367"/>
                  <a:pt x="923513" y="111194"/>
                  <a:pt x="926005" y="108424"/>
                </a:cubicBezTo>
                <a:cubicBezTo>
                  <a:pt x="928498" y="105653"/>
                  <a:pt x="930422" y="102394"/>
                  <a:pt x="931776" y="98648"/>
                </a:cubicBezTo>
                <a:cubicBezTo>
                  <a:pt x="933130" y="94899"/>
                  <a:pt x="933807" y="90907"/>
                  <a:pt x="933807" y="86671"/>
                </a:cubicBezTo>
                <a:close/>
                <a:moveTo>
                  <a:pt x="1024505" y="124764"/>
                </a:moveTo>
                <a:cubicBezTo>
                  <a:pt x="1024288" y="122705"/>
                  <a:pt x="1024126" y="120430"/>
                  <a:pt x="1024016" y="117939"/>
                </a:cubicBezTo>
                <a:cubicBezTo>
                  <a:pt x="1023909" y="115445"/>
                  <a:pt x="1023855" y="113386"/>
                  <a:pt x="1023855" y="111760"/>
                </a:cubicBezTo>
                <a:lnTo>
                  <a:pt x="1023530" y="111760"/>
                </a:lnTo>
                <a:cubicBezTo>
                  <a:pt x="1021363" y="116203"/>
                  <a:pt x="1017841" y="119799"/>
                  <a:pt x="1012965" y="122547"/>
                </a:cubicBezTo>
                <a:cubicBezTo>
                  <a:pt x="1008089" y="125295"/>
                  <a:pt x="1002941" y="126669"/>
                  <a:pt x="997523" y="126669"/>
                </a:cubicBezTo>
                <a:cubicBezTo>
                  <a:pt x="987880" y="126669"/>
                  <a:pt x="980647" y="123808"/>
                  <a:pt x="975824" y="118085"/>
                </a:cubicBezTo>
                <a:cubicBezTo>
                  <a:pt x="971002" y="112361"/>
                  <a:pt x="968591" y="104784"/>
                  <a:pt x="968591" y="95356"/>
                </a:cubicBezTo>
                <a:lnTo>
                  <a:pt x="968591" y="48706"/>
                </a:lnTo>
                <a:lnTo>
                  <a:pt x="979646" y="48706"/>
                </a:lnTo>
                <a:lnTo>
                  <a:pt x="979646" y="90805"/>
                </a:lnTo>
                <a:cubicBezTo>
                  <a:pt x="979646" y="94815"/>
                  <a:pt x="979971" y="98445"/>
                  <a:pt x="980620" y="101696"/>
                </a:cubicBezTo>
                <a:cubicBezTo>
                  <a:pt x="981270" y="104946"/>
                  <a:pt x="982380" y="107737"/>
                  <a:pt x="983951" y="110066"/>
                </a:cubicBezTo>
                <a:cubicBezTo>
                  <a:pt x="985524" y="112396"/>
                  <a:pt x="987637" y="114212"/>
                  <a:pt x="990291" y="115513"/>
                </a:cubicBezTo>
                <a:cubicBezTo>
                  <a:pt x="992946" y="116813"/>
                  <a:pt x="996279" y="117462"/>
                  <a:pt x="1000288" y="117462"/>
                </a:cubicBezTo>
                <a:cubicBezTo>
                  <a:pt x="1003213" y="117462"/>
                  <a:pt x="1006057" y="116866"/>
                  <a:pt x="1008820" y="115674"/>
                </a:cubicBezTo>
                <a:cubicBezTo>
                  <a:pt x="1011585" y="114482"/>
                  <a:pt x="1014050" y="112667"/>
                  <a:pt x="1016216" y="110230"/>
                </a:cubicBezTo>
                <a:cubicBezTo>
                  <a:pt x="1018384" y="107791"/>
                  <a:pt x="1020118" y="104703"/>
                  <a:pt x="1021417" y="100964"/>
                </a:cubicBezTo>
                <a:cubicBezTo>
                  <a:pt x="1022718" y="97226"/>
                  <a:pt x="1023369" y="92810"/>
                  <a:pt x="1023369" y="87717"/>
                </a:cubicBezTo>
                <a:lnTo>
                  <a:pt x="1023369" y="48706"/>
                </a:lnTo>
                <a:lnTo>
                  <a:pt x="1034421" y="48706"/>
                </a:lnTo>
                <a:lnTo>
                  <a:pt x="1034421" y="108035"/>
                </a:lnTo>
                <a:cubicBezTo>
                  <a:pt x="1034421" y="110094"/>
                  <a:pt x="1034475" y="112747"/>
                  <a:pt x="1034582" y="115997"/>
                </a:cubicBezTo>
                <a:cubicBezTo>
                  <a:pt x="1034691" y="119246"/>
                  <a:pt x="1034854" y="122168"/>
                  <a:pt x="1035071" y="124764"/>
                </a:cubicBezTo>
                <a:lnTo>
                  <a:pt x="1024505" y="124764"/>
                </a:lnTo>
                <a:close/>
                <a:moveTo>
                  <a:pt x="1063679" y="65378"/>
                </a:moveTo>
                <a:cubicBezTo>
                  <a:pt x="1063679" y="63316"/>
                  <a:pt x="1063624" y="60660"/>
                  <a:pt x="1063515" y="57409"/>
                </a:cubicBezTo>
                <a:cubicBezTo>
                  <a:pt x="1063408" y="54159"/>
                  <a:pt x="1063246" y="51233"/>
                  <a:pt x="1063029" y="48632"/>
                </a:cubicBezTo>
                <a:lnTo>
                  <a:pt x="1073595" y="48632"/>
                </a:lnTo>
                <a:cubicBezTo>
                  <a:pt x="1073811" y="50690"/>
                  <a:pt x="1073973" y="52966"/>
                  <a:pt x="1074081" y="55460"/>
                </a:cubicBezTo>
                <a:cubicBezTo>
                  <a:pt x="1074190" y="57952"/>
                  <a:pt x="1074244" y="60010"/>
                  <a:pt x="1074244" y="61635"/>
                </a:cubicBezTo>
                <a:lnTo>
                  <a:pt x="1074569" y="61635"/>
                </a:lnTo>
                <a:cubicBezTo>
                  <a:pt x="1076737" y="57188"/>
                  <a:pt x="1079988" y="53581"/>
                  <a:pt x="1084321" y="50817"/>
                </a:cubicBezTo>
                <a:cubicBezTo>
                  <a:pt x="1088657" y="48051"/>
                  <a:pt x="1093534" y="46667"/>
                  <a:pt x="1098952" y="46667"/>
                </a:cubicBezTo>
                <a:cubicBezTo>
                  <a:pt x="1100361" y="46667"/>
                  <a:pt x="1101634" y="46731"/>
                  <a:pt x="1102772" y="46858"/>
                </a:cubicBezTo>
                <a:cubicBezTo>
                  <a:pt x="1103909" y="46986"/>
                  <a:pt x="1105074" y="47240"/>
                  <a:pt x="1106266" y="47620"/>
                </a:cubicBezTo>
                <a:lnTo>
                  <a:pt x="1104803" y="57962"/>
                </a:lnTo>
                <a:cubicBezTo>
                  <a:pt x="1104153" y="57746"/>
                  <a:pt x="1103069" y="57529"/>
                  <a:pt x="1101551" y="57312"/>
                </a:cubicBezTo>
                <a:cubicBezTo>
                  <a:pt x="1100035" y="57094"/>
                  <a:pt x="1098518" y="56985"/>
                  <a:pt x="1097000" y="56985"/>
                </a:cubicBezTo>
                <a:cubicBezTo>
                  <a:pt x="1094075" y="56985"/>
                  <a:pt x="1091258" y="57527"/>
                  <a:pt x="1088548" y="58612"/>
                </a:cubicBezTo>
                <a:cubicBezTo>
                  <a:pt x="1085839" y="59695"/>
                  <a:pt x="1083482" y="61402"/>
                  <a:pt x="1081477" y="63731"/>
                </a:cubicBezTo>
                <a:cubicBezTo>
                  <a:pt x="1079473" y="66061"/>
                  <a:pt x="1077847" y="69041"/>
                  <a:pt x="1076601" y="72672"/>
                </a:cubicBezTo>
                <a:cubicBezTo>
                  <a:pt x="1075356" y="76302"/>
                  <a:pt x="1074733" y="80663"/>
                  <a:pt x="1074733" y="85755"/>
                </a:cubicBezTo>
                <a:lnTo>
                  <a:pt x="1074733" y="124764"/>
                </a:lnTo>
                <a:lnTo>
                  <a:pt x="1063679" y="124764"/>
                </a:lnTo>
                <a:lnTo>
                  <a:pt x="1063679" y="65378"/>
                </a:lnTo>
                <a:close/>
                <a:moveTo>
                  <a:pt x="1162668" y="66603"/>
                </a:moveTo>
                <a:cubicBezTo>
                  <a:pt x="1161042" y="63460"/>
                  <a:pt x="1158577" y="60886"/>
                  <a:pt x="1155272" y="58882"/>
                </a:cubicBezTo>
                <a:cubicBezTo>
                  <a:pt x="1151966" y="56877"/>
                  <a:pt x="1148201" y="55874"/>
                  <a:pt x="1143974" y="55874"/>
                </a:cubicBezTo>
                <a:cubicBezTo>
                  <a:pt x="1142025" y="55874"/>
                  <a:pt x="1140075" y="56091"/>
                  <a:pt x="1138124" y="56526"/>
                </a:cubicBezTo>
                <a:cubicBezTo>
                  <a:pt x="1136172" y="56959"/>
                  <a:pt x="1134438" y="57665"/>
                  <a:pt x="1132920" y="58642"/>
                </a:cubicBezTo>
                <a:cubicBezTo>
                  <a:pt x="1131404" y="59617"/>
                  <a:pt x="1130185" y="60865"/>
                  <a:pt x="1129264" y="62385"/>
                </a:cubicBezTo>
                <a:cubicBezTo>
                  <a:pt x="1128343" y="63902"/>
                  <a:pt x="1127883" y="65692"/>
                  <a:pt x="1127883" y="67754"/>
                </a:cubicBezTo>
                <a:cubicBezTo>
                  <a:pt x="1127883" y="71336"/>
                  <a:pt x="1129345" y="74075"/>
                  <a:pt x="1132270" y="75974"/>
                </a:cubicBezTo>
                <a:cubicBezTo>
                  <a:pt x="1135197" y="77872"/>
                  <a:pt x="1139803" y="79472"/>
                  <a:pt x="1146087" y="80775"/>
                </a:cubicBezTo>
                <a:cubicBezTo>
                  <a:pt x="1155082" y="82619"/>
                  <a:pt x="1161719" y="85304"/>
                  <a:pt x="1165998" y="88831"/>
                </a:cubicBezTo>
                <a:cubicBezTo>
                  <a:pt x="1170279" y="92356"/>
                  <a:pt x="1172420" y="97102"/>
                  <a:pt x="1172420" y="103070"/>
                </a:cubicBezTo>
                <a:cubicBezTo>
                  <a:pt x="1172420" y="107410"/>
                  <a:pt x="1171580" y="111073"/>
                  <a:pt x="1169900" y="114057"/>
                </a:cubicBezTo>
                <a:cubicBezTo>
                  <a:pt x="1168220" y="117040"/>
                  <a:pt x="1166025" y="119481"/>
                  <a:pt x="1163315" y="121381"/>
                </a:cubicBezTo>
                <a:cubicBezTo>
                  <a:pt x="1160607" y="123279"/>
                  <a:pt x="1157546" y="124635"/>
                  <a:pt x="1154133" y="125449"/>
                </a:cubicBezTo>
                <a:cubicBezTo>
                  <a:pt x="1150720" y="126262"/>
                  <a:pt x="1147280" y="126669"/>
                  <a:pt x="1143813" y="126669"/>
                </a:cubicBezTo>
                <a:cubicBezTo>
                  <a:pt x="1138069" y="126669"/>
                  <a:pt x="1132488" y="125485"/>
                  <a:pt x="1127069" y="123117"/>
                </a:cubicBezTo>
                <a:cubicBezTo>
                  <a:pt x="1121652" y="120748"/>
                  <a:pt x="1117210" y="117023"/>
                  <a:pt x="1113741" y="111941"/>
                </a:cubicBezTo>
                <a:lnTo>
                  <a:pt x="1122518" y="105438"/>
                </a:lnTo>
                <a:cubicBezTo>
                  <a:pt x="1124469" y="108798"/>
                  <a:pt x="1127340" y="111616"/>
                  <a:pt x="1131132" y="113891"/>
                </a:cubicBezTo>
                <a:cubicBezTo>
                  <a:pt x="1134925" y="116166"/>
                  <a:pt x="1139097" y="117304"/>
                  <a:pt x="1143649" y="117304"/>
                </a:cubicBezTo>
                <a:cubicBezTo>
                  <a:pt x="1146034" y="117304"/>
                  <a:pt x="1148309" y="117087"/>
                  <a:pt x="1150475" y="116654"/>
                </a:cubicBezTo>
                <a:cubicBezTo>
                  <a:pt x="1152643" y="116219"/>
                  <a:pt x="1154539" y="115459"/>
                  <a:pt x="1156164" y="114374"/>
                </a:cubicBezTo>
                <a:cubicBezTo>
                  <a:pt x="1157790" y="113290"/>
                  <a:pt x="1159090" y="111907"/>
                  <a:pt x="1160066" y="110225"/>
                </a:cubicBezTo>
                <a:cubicBezTo>
                  <a:pt x="1161041" y="108542"/>
                  <a:pt x="1161529" y="106453"/>
                  <a:pt x="1161529" y="103958"/>
                </a:cubicBezTo>
                <a:cubicBezTo>
                  <a:pt x="1161529" y="99943"/>
                  <a:pt x="1159605" y="96932"/>
                  <a:pt x="1155758" y="94925"/>
                </a:cubicBezTo>
                <a:cubicBezTo>
                  <a:pt x="1151912" y="92917"/>
                  <a:pt x="1146359" y="91046"/>
                  <a:pt x="1139098" y="89310"/>
                </a:cubicBezTo>
                <a:cubicBezTo>
                  <a:pt x="1136823" y="88767"/>
                  <a:pt x="1134411" y="88089"/>
                  <a:pt x="1131863" y="87276"/>
                </a:cubicBezTo>
                <a:cubicBezTo>
                  <a:pt x="1129317" y="86462"/>
                  <a:pt x="1126960" y="85269"/>
                  <a:pt x="1124792" y="83697"/>
                </a:cubicBezTo>
                <a:cubicBezTo>
                  <a:pt x="1122626" y="82123"/>
                  <a:pt x="1120839" y="80142"/>
                  <a:pt x="1119430" y="77754"/>
                </a:cubicBezTo>
                <a:cubicBezTo>
                  <a:pt x="1118021" y="75367"/>
                  <a:pt x="1117317" y="72383"/>
                  <a:pt x="1117317" y="68803"/>
                </a:cubicBezTo>
                <a:cubicBezTo>
                  <a:pt x="1117317" y="64896"/>
                  <a:pt x="1118075" y="61559"/>
                  <a:pt x="1119591" y="58793"/>
                </a:cubicBezTo>
                <a:cubicBezTo>
                  <a:pt x="1121109" y="56025"/>
                  <a:pt x="1123141" y="53747"/>
                  <a:pt x="1125688" y="51958"/>
                </a:cubicBezTo>
                <a:cubicBezTo>
                  <a:pt x="1128234" y="50167"/>
                  <a:pt x="1131133" y="48838"/>
                  <a:pt x="1134383" y="47970"/>
                </a:cubicBezTo>
                <a:cubicBezTo>
                  <a:pt x="1137636" y="47102"/>
                  <a:pt x="1140996" y="46667"/>
                  <a:pt x="1144463" y="46667"/>
                </a:cubicBezTo>
                <a:cubicBezTo>
                  <a:pt x="1149772" y="46667"/>
                  <a:pt x="1154919" y="47852"/>
                  <a:pt x="1159902" y="50222"/>
                </a:cubicBezTo>
                <a:cubicBezTo>
                  <a:pt x="1164887" y="52589"/>
                  <a:pt x="1168627" y="55937"/>
                  <a:pt x="1171120" y="60264"/>
                </a:cubicBezTo>
                <a:lnTo>
                  <a:pt x="1162668" y="66603"/>
                </a:lnTo>
                <a:close/>
                <a:moveTo>
                  <a:pt x="1252391" y="80954"/>
                </a:moveTo>
                <a:cubicBezTo>
                  <a:pt x="1252066" y="73741"/>
                  <a:pt x="1249762" y="67758"/>
                  <a:pt x="1245482" y="63005"/>
                </a:cubicBezTo>
                <a:cubicBezTo>
                  <a:pt x="1241202" y="58251"/>
                  <a:pt x="1235108" y="55874"/>
                  <a:pt x="1227198" y="55874"/>
                </a:cubicBezTo>
                <a:cubicBezTo>
                  <a:pt x="1223514" y="55874"/>
                  <a:pt x="1220100" y="56557"/>
                  <a:pt x="1216957" y="57923"/>
                </a:cubicBezTo>
                <a:cubicBezTo>
                  <a:pt x="1213815" y="59288"/>
                  <a:pt x="1211052" y="61146"/>
                  <a:pt x="1208668" y="63496"/>
                </a:cubicBezTo>
                <a:cubicBezTo>
                  <a:pt x="1206284" y="65845"/>
                  <a:pt x="1204387" y="68523"/>
                  <a:pt x="1202978" y="71529"/>
                </a:cubicBezTo>
                <a:cubicBezTo>
                  <a:pt x="1201570" y="74533"/>
                  <a:pt x="1200757" y="77675"/>
                  <a:pt x="1200540" y="80954"/>
                </a:cubicBezTo>
                <a:lnTo>
                  <a:pt x="1252391" y="80954"/>
                </a:lnTo>
                <a:moveTo>
                  <a:pt x="1263607" y="84471"/>
                </a:moveTo>
                <a:cubicBezTo>
                  <a:pt x="1263607" y="85231"/>
                  <a:pt x="1263607" y="86046"/>
                  <a:pt x="1263607" y="86916"/>
                </a:cubicBezTo>
                <a:cubicBezTo>
                  <a:pt x="1263607" y="87784"/>
                  <a:pt x="1263552" y="88707"/>
                  <a:pt x="1263443" y="89684"/>
                </a:cubicBezTo>
                <a:lnTo>
                  <a:pt x="1200377" y="89684"/>
                </a:lnTo>
                <a:cubicBezTo>
                  <a:pt x="1200486" y="93475"/>
                  <a:pt x="1201244" y="97050"/>
                  <a:pt x="1202651" y="100408"/>
                </a:cubicBezTo>
                <a:cubicBezTo>
                  <a:pt x="1204060" y="103765"/>
                  <a:pt x="1206010" y="106689"/>
                  <a:pt x="1208502" y="109181"/>
                </a:cubicBezTo>
                <a:cubicBezTo>
                  <a:pt x="1210995" y="111671"/>
                  <a:pt x="1213921" y="113648"/>
                  <a:pt x="1217279" y="115111"/>
                </a:cubicBezTo>
                <a:cubicBezTo>
                  <a:pt x="1220639" y="116573"/>
                  <a:pt x="1224270" y="117304"/>
                  <a:pt x="1228172" y="117304"/>
                </a:cubicBezTo>
                <a:cubicBezTo>
                  <a:pt x="1233915" y="117304"/>
                  <a:pt x="1238872" y="115977"/>
                  <a:pt x="1243044" y="113323"/>
                </a:cubicBezTo>
                <a:cubicBezTo>
                  <a:pt x="1247215" y="110667"/>
                  <a:pt x="1250385" y="107606"/>
                  <a:pt x="1252553" y="104139"/>
                </a:cubicBezTo>
                <a:lnTo>
                  <a:pt x="1260842" y="110639"/>
                </a:lnTo>
                <a:cubicBezTo>
                  <a:pt x="1256291" y="116374"/>
                  <a:pt x="1251280" y="120479"/>
                  <a:pt x="1245807" y="122956"/>
                </a:cubicBezTo>
                <a:cubicBezTo>
                  <a:pt x="1240335" y="125431"/>
                  <a:pt x="1234457" y="126669"/>
                  <a:pt x="1228172" y="126669"/>
                </a:cubicBezTo>
                <a:cubicBezTo>
                  <a:pt x="1222537" y="126669"/>
                  <a:pt x="1217308" y="125666"/>
                  <a:pt x="1212485" y="123660"/>
                </a:cubicBezTo>
                <a:cubicBezTo>
                  <a:pt x="1207664" y="121655"/>
                  <a:pt x="1203519" y="118864"/>
                  <a:pt x="1200052" y="115287"/>
                </a:cubicBezTo>
                <a:cubicBezTo>
                  <a:pt x="1196584" y="111709"/>
                  <a:pt x="1193848" y="107481"/>
                  <a:pt x="1191842" y="102603"/>
                </a:cubicBezTo>
                <a:cubicBezTo>
                  <a:pt x="1189838" y="97726"/>
                  <a:pt x="1188836" y="92414"/>
                  <a:pt x="1188836" y="86668"/>
                </a:cubicBezTo>
                <a:cubicBezTo>
                  <a:pt x="1188836" y="80922"/>
                  <a:pt x="1189811" y="75611"/>
                  <a:pt x="1191760" y="70733"/>
                </a:cubicBezTo>
                <a:cubicBezTo>
                  <a:pt x="1193712" y="65855"/>
                  <a:pt x="1196421" y="61628"/>
                  <a:pt x="1199888" y="58052"/>
                </a:cubicBezTo>
                <a:cubicBezTo>
                  <a:pt x="1203357" y="54473"/>
                  <a:pt x="1207421" y="51682"/>
                  <a:pt x="1212081" y="49676"/>
                </a:cubicBezTo>
                <a:cubicBezTo>
                  <a:pt x="1216740" y="47670"/>
                  <a:pt x="1221779" y="46667"/>
                  <a:pt x="1227198" y="46667"/>
                </a:cubicBezTo>
                <a:cubicBezTo>
                  <a:pt x="1233157" y="46667"/>
                  <a:pt x="1238411" y="47673"/>
                  <a:pt x="1242962" y="49683"/>
                </a:cubicBezTo>
                <a:cubicBezTo>
                  <a:pt x="1247514" y="51692"/>
                  <a:pt x="1251307" y="54408"/>
                  <a:pt x="1254341" y="57831"/>
                </a:cubicBezTo>
                <a:cubicBezTo>
                  <a:pt x="1257375" y="61252"/>
                  <a:pt x="1259677" y="65243"/>
                  <a:pt x="1261248" y="69805"/>
                </a:cubicBezTo>
                <a:cubicBezTo>
                  <a:pt x="1262821" y="74367"/>
                  <a:pt x="1263607" y="79256"/>
                  <a:pt x="1263607" y="84471"/>
                </a:cubicBezTo>
                <a:close/>
                <a:moveTo>
                  <a:pt x="1298716" y="124764"/>
                </a:moveTo>
                <a:lnTo>
                  <a:pt x="1287662" y="124764"/>
                </a:lnTo>
                <a:lnTo>
                  <a:pt x="1287662" y="1882"/>
                </a:lnTo>
                <a:lnTo>
                  <a:pt x="1298716" y="1882"/>
                </a:lnTo>
                <a:lnTo>
                  <a:pt x="1298716" y="124764"/>
                </a:lnTo>
                <a:close/>
                <a:moveTo>
                  <a:pt x="1360481" y="57938"/>
                </a:moveTo>
                <a:lnTo>
                  <a:pt x="1342602" y="57938"/>
                </a:lnTo>
                <a:lnTo>
                  <a:pt x="1342602" y="124764"/>
                </a:lnTo>
                <a:lnTo>
                  <a:pt x="1331550" y="124764"/>
                </a:lnTo>
                <a:lnTo>
                  <a:pt x="1331550" y="57938"/>
                </a:lnTo>
                <a:lnTo>
                  <a:pt x="1315620" y="57938"/>
                </a:lnTo>
                <a:lnTo>
                  <a:pt x="1315620" y="48731"/>
                </a:lnTo>
                <a:lnTo>
                  <a:pt x="1331550" y="48731"/>
                </a:lnTo>
                <a:lnTo>
                  <a:pt x="1331550" y="27939"/>
                </a:lnTo>
                <a:cubicBezTo>
                  <a:pt x="1331550" y="19275"/>
                  <a:pt x="1333663" y="12453"/>
                  <a:pt x="1337889" y="7473"/>
                </a:cubicBezTo>
                <a:cubicBezTo>
                  <a:pt x="1342116" y="2491"/>
                  <a:pt x="1348617" y="0"/>
                  <a:pt x="1357394" y="0"/>
                </a:cubicBezTo>
                <a:cubicBezTo>
                  <a:pt x="1358802" y="0"/>
                  <a:pt x="1360319" y="81"/>
                  <a:pt x="1361945" y="243"/>
                </a:cubicBezTo>
                <a:cubicBezTo>
                  <a:pt x="1363570" y="403"/>
                  <a:pt x="1365087" y="699"/>
                  <a:pt x="1366496" y="1128"/>
                </a:cubicBezTo>
                <a:lnTo>
                  <a:pt x="1364547" y="10819"/>
                </a:lnTo>
                <a:cubicBezTo>
                  <a:pt x="1363354" y="10495"/>
                  <a:pt x="1362162" y="10224"/>
                  <a:pt x="1360970" y="10008"/>
                </a:cubicBezTo>
                <a:cubicBezTo>
                  <a:pt x="1359778" y="9791"/>
                  <a:pt x="1358424" y="9683"/>
                  <a:pt x="1356907" y="9683"/>
                </a:cubicBezTo>
                <a:cubicBezTo>
                  <a:pt x="1353981" y="9683"/>
                  <a:pt x="1351569" y="10171"/>
                  <a:pt x="1349673" y="11148"/>
                </a:cubicBezTo>
                <a:cubicBezTo>
                  <a:pt x="1347776" y="12124"/>
                  <a:pt x="1346313" y="13507"/>
                  <a:pt x="1345283" y="15298"/>
                </a:cubicBezTo>
                <a:cubicBezTo>
                  <a:pt x="1344254" y="17087"/>
                  <a:pt x="1343550" y="19174"/>
                  <a:pt x="1343170" y="21560"/>
                </a:cubicBezTo>
                <a:cubicBezTo>
                  <a:pt x="1342791" y="23946"/>
                  <a:pt x="1342602" y="26495"/>
                  <a:pt x="1342602" y="29207"/>
                </a:cubicBezTo>
                <a:lnTo>
                  <a:pt x="1342602" y="48731"/>
                </a:lnTo>
                <a:lnTo>
                  <a:pt x="1360481" y="48731"/>
                </a:lnTo>
                <a:lnTo>
                  <a:pt x="1360481" y="57938"/>
                </a:lnTo>
                <a:close/>
                <a:moveTo>
                  <a:pt x="1391528" y="116907"/>
                </a:moveTo>
                <a:cubicBezTo>
                  <a:pt x="1391528" y="119190"/>
                  <a:pt x="1390716" y="121230"/>
                  <a:pt x="1389090" y="123025"/>
                </a:cubicBezTo>
                <a:cubicBezTo>
                  <a:pt x="1387465" y="124819"/>
                  <a:pt x="1385352" y="125716"/>
                  <a:pt x="1382751" y="125716"/>
                </a:cubicBezTo>
                <a:cubicBezTo>
                  <a:pt x="1380150" y="125716"/>
                  <a:pt x="1378037" y="124819"/>
                  <a:pt x="1376411" y="123025"/>
                </a:cubicBezTo>
                <a:cubicBezTo>
                  <a:pt x="1374786" y="121230"/>
                  <a:pt x="1373973" y="119190"/>
                  <a:pt x="1373973" y="116907"/>
                </a:cubicBezTo>
                <a:cubicBezTo>
                  <a:pt x="1373973" y="114623"/>
                  <a:pt x="1374786" y="112585"/>
                  <a:pt x="1376411" y="110791"/>
                </a:cubicBezTo>
                <a:cubicBezTo>
                  <a:pt x="1378037" y="108995"/>
                  <a:pt x="1380150" y="108097"/>
                  <a:pt x="1382751" y="108097"/>
                </a:cubicBezTo>
                <a:cubicBezTo>
                  <a:pt x="1385352" y="108097"/>
                  <a:pt x="1387465" y="108995"/>
                  <a:pt x="1389090" y="110791"/>
                </a:cubicBezTo>
                <a:cubicBezTo>
                  <a:pt x="1390716" y="112585"/>
                  <a:pt x="1391528" y="114623"/>
                  <a:pt x="1391528" y="1169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6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f6541cea6b44e4"/>
          <a:stretch xmlns:a="http://schemas.openxmlformats.org/drawingml/2006/main"/>
        </p:blipFill>
        <p:spPr>
          <a:xfrm xmlns:a="http://schemas.openxmlformats.org/drawingml/2006/main">
            <a:off x="8940737" y="5539266"/>
            <a:ext cx="304767" cy="304767"/>
          </a:xfrm>
          <a:prstGeom xmlns:a="http://schemas.openxmlformats.org/drawingml/2006/main" prst="rect">
            <a:avLst/>
          </a:prstGeom>
        </p:spPr>
      </p:pic>
      <p:sp>
        <p:nvSpPr>
          <p:cNvPr id="8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D76C63-B8D8-410B-A5C1-BFAB0F57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8921" y="6334694"/>
            <a:ext cx="1125932" cy="223496"/>
          </a:xfrm>
          <a:custGeom xmlns:a="http://schemas.openxmlformats.org/drawingml/2006/main">
            <a:pathLst>
              <a:path w="1125932" h="223496">
                <a:moveTo>
                  <a:pt x="0" y="0"/>
                </a:moveTo>
                <a:lnTo>
                  <a:pt x="1125932" y="0"/>
                </a:lnTo>
                <a:lnTo>
                  <a:pt x="1125932" y="223496"/>
                </a:lnTo>
                <a:lnTo>
                  <a:pt x="0" y="2234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FD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655C49-56F0-49C7-B3F6-35521A80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4321" y="6535840"/>
            <a:ext cx="1243287" cy="223496"/>
          </a:xfrm>
          <a:custGeom xmlns:a="http://schemas.openxmlformats.org/drawingml/2006/main">
            <a:pathLst>
              <a:path w="1243287" h="223496">
                <a:moveTo>
                  <a:pt x="0" y="0"/>
                </a:moveTo>
                <a:lnTo>
                  <a:pt x="1243287" y="0"/>
                </a:lnTo>
                <a:lnTo>
                  <a:pt x="1243287" y="223496"/>
                </a:lnTo>
                <a:lnTo>
                  <a:pt x="0" y="2234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FD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3729F3-0E4E-4967-A7CC-3A883E47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4321" y="6736987"/>
            <a:ext cx="1085621" cy="223496"/>
          </a:xfrm>
          <a:custGeom xmlns:a="http://schemas.openxmlformats.org/drawingml/2006/main">
            <a:pathLst>
              <a:path w="1085621" h="223496">
                <a:moveTo>
                  <a:pt x="0" y="0"/>
                </a:moveTo>
                <a:lnTo>
                  <a:pt x="1085621" y="0"/>
                </a:lnTo>
                <a:lnTo>
                  <a:pt x="1085621" y="223496"/>
                </a:lnTo>
                <a:lnTo>
                  <a:pt x="0" y="2234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FD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3FCA62-7357-425D-A303-C178287E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4321" y="6938133"/>
            <a:ext cx="1366332" cy="223496"/>
          </a:xfrm>
          <a:custGeom xmlns:a="http://schemas.openxmlformats.org/drawingml/2006/main">
            <a:pathLst>
              <a:path w="1366332" h="223496">
                <a:moveTo>
                  <a:pt x="0" y="0"/>
                </a:moveTo>
                <a:lnTo>
                  <a:pt x="1366332" y="0"/>
                </a:lnTo>
                <a:lnTo>
                  <a:pt x="1366332" y="223496"/>
                </a:lnTo>
                <a:lnTo>
                  <a:pt x="0" y="2234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FD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7D1911-50FE-4E45-9BCF-3C44A247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4321" y="7139279"/>
            <a:ext cx="631803" cy="223496"/>
          </a:xfrm>
          <a:custGeom xmlns:a="http://schemas.openxmlformats.org/drawingml/2006/main">
            <a:pathLst>
              <a:path w="631803" h="223496">
                <a:moveTo>
                  <a:pt x="0" y="0"/>
                </a:moveTo>
                <a:lnTo>
                  <a:pt x="631803" y="0"/>
                </a:lnTo>
                <a:lnTo>
                  <a:pt x="631803" y="223496"/>
                </a:lnTo>
                <a:lnTo>
                  <a:pt x="0" y="2234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FD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5" name="Text :EmpowerYour">
            <a:extLst xmlns:a="http://schemas.openxmlformats.org/drawingml/2006/main">
              <a:ext uri="{FF2B5EF4-FFF2-40B4-BE49-F238E27FC236}">
                <a16:creationId xmlns:a16="http://schemas.microsoft.com/office/drawing/2014/main" id="{C717A1D3-0061-40F9-A410-48B2BD40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5373" y="6383618"/>
            <a:ext cx="1169495" cy="154040"/>
          </a:xfrm>
          <a:custGeom xmlns:a="http://schemas.openxmlformats.org/drawingml/2006/main">
            <a:pathLst>
              <a:path w="1169495" h="154040">
                <a:moveTo>
                  <a:pt x="31861" y="48488"/>
                </a:moveTo>
                <a:cubicBezTo>
                  <a:pt x="31861" y="50661"/>
                  <a:pt x="31427" y="52698"/>
                  <a:pt x="30559" y="54599"/>
                </a:cubicBezTo>
                <a:cubicBezTo>
                  <a:pt x="29692" y="56499"/>
                  <a:pt x="28555" y="58155"/>
                  <a:pt x="27146" y="59567"/>
                </a:cubicBezTo>
                <a:cubicBezTo>
                  <a:pt x="25737" y="60979"/>
                  <a:pt x="24057" y="62093"/>
                  <a:pt x="22106" y="62908"/>
                </a:cubicBezTo>
                <a:cubicBezTo>
                  <a:pt x="20157" y="63721"/>
                  <a:pt x="18153" y="64128"/>
                  <a:pt x="16094" y="64128"/>
                </a:cubicBezTo>
                <a:cubicBezTo>
                  <a:pt x="13926" y="64128"/>
                  <a:pt x="11867" y="63748"/>
                  <a:pt x="9916" y="62987"/>
                </a:cubicBezTo>
                <a:cubicBezTo>
                  <a:pt x="7965" y="62227"/>
                  <a:pt x="6258" y="61141"/>
                  <a:pt x="4794" y="59731"/>
                </a:cubicBezTo>
                <a:cubicBezTo>
                  <a:pt x="3333" y="58319"/>
                  <a:pt x="2168" y="56689"/>
                  <a:pt x="1300" y="54842"/>
                </a:cubicBezTo>
                <a:cubicBezTo>
                  <a:pt x="433" y="52995"/>
                  <a:pt x="0" y="50986"/>
                  <a:pt x="0" y="48815"/>
                </a:cubicBezTo>
                <a:cubicBezTo>
                  <a:pt x="0" y="46643"/>
                  <a:pt x="433" y="44606"/>
                  <a:pt x="1300" y="42707"/>
                </a:cubicBezTo>
                <a:cubicBezTo>
                  <a:pt x="2168" y="40805"/>
                  <a:pt x="3333" y="39148"/>
                  <a:pt x="4794" y="37736"/>
                </a:cubicBezTo>
                <a:cubicBezTo>
                  <a:pt x="6258" y="36324"/>
                  <a:pt x="7965" y="35211"/>
                  <a:pt x="9916" y="34398"/>
                </a:cubicBezTo>
                <a:cubicBezTo>
                  <a:pt x="11867" y="33583"/>
                  <a:pt x="13926" y="33175"/>
                  <a:pt x="16094" y="33175"/>
                </a:cubicBezTo>
                <a:cubicBezTo>
                  <a:pt x="18153" y="33175"/>
                  <a:pt x="20157" y="33583"/>
                  <a:pt x="22106" y="34398"/>
                </a:cubicBezTo>
                <a:cubicBezTo>
                  <a:pt x="24057" y="35211"/>
                  <a:pt x="25737" y="36297"/>
                  <a:pt x="27146" y="37654"/>
                </a:cubicBezTo>
                <a:cubicBezTo>
                  <a:pt x="28555" y="39012"/>
                  <a:pt x="29692" y="40641"/>
                  <a:pt x="30559" y="42543"/>
                </a:cubicBezTo>
                <a:cubicBezTo>
                  <a:pt x="31427" y="44443"/>
                  <a:pt x="31861" y="46424"/>
                  <a:pt x="31861" y="48488"/>
                </a:cubicBezTo>
                <a:moveTo>
                  <a:pt x="31861" y="100557"/>
                </a:moveTo>
                <a:cubicBezTo>
                  <a:pt x="31861" y="102730"/>
                  <a:pt x="31427" y="104767"/>
                  <a:pt x="30559" y="106669"/>
                </a:cubicBezTo>
                <a:cubicBezTo>
                  <a:pt x="29692" y="108568"/>
                  <a:pt x="28555" y="110197"/>
                  <a:pt x="27146" y="111555"/>
                </a:cubicBezTo>
                <a:cubicBezTo>
                  <a:pt x="25737" y="112912"/>
                  <a:pt x="24057" y="113998"/>
                  <a:pt x="22106" y="114813"/>
                </a:cubicBezTo>
                <a:cubicBezTo>
                  <a:pt x="20157" y="115627"/>
                  <a:pt x="18153" y="116034"/>
                  <a:pt x="16094" y="116034"/>
                </a:cubicBezTo>
                <a:cubicBezTo>
                  <a:pt x="13926" y="116034"/>
                  <a:pt x="11867" y="115653"/>
                  <a:pt x="9916" y="114893"/>
                </a:cubicBezTo>
                <a:cubicBezTo>
                  <a:pt x="7965" y="114132"/>
                  <a:pt x="6258" y="113047"/>
                  <a:pt x="4794" y="111636"/>
                </a:cubicBezTo>
                <a:cubicBezTo>
                  <a:pt x="3333" y="110224"/>
                  <a:pt x="2168" y="108595"/>
                  <a:pt x="1300" y="106748"/>
                </a:cubicBezTo>
                <a:cubicBezTo>
                  <a:pt x="433" y="104901"/>
                  <a:pt x="0" y="102892"/>
                  <a:pt x="0" y="100721"/>
                </a:cubicBezTo>
                <a:cubicBezTo>
                  <a:pt x="0" y="98548"/>
                  <a:pt x="433" y="96512"/>
                  <a:pt x="1300" y="94612"/>
                </a:cubicBezTo>
                <a:cubicBezTo>
                  <a:pt x="2168" y="92711"/>
                  <a:pt x="3333" y="91054"/>
                  <a:pt x="4794" y="89642"/>
                </a:cubicBezTo>
                <a:cubicBezTo>
                  <a:pt x="6258" y="88230"/>
                  <a:pt x="7965" y="87117"/>
                  <a:pt x="9916" y="86304"/>
                </a:cubicBezTo>
                <a:cubicBezTo>
                  <a:pt x="11867" y="85488"/>
                  <a:pt x="13926" y="85081"/>
                  <a:pt x="16094" y="85081"/>
                </a:cubicBezTo>
                <a:cubicBezTo>
                  <a:pt x="18153" y="85081"/>
                  <a:pt x="20157" y="85488"/>
                  <a:pt x="22106" y="86304"/>
                </a:cubicBezTo>
                <a:cubicBezTo>
                  <a:pt x="24057" y="87117"/>
                  <a:pt x="25737" y="88203"/>
                  <a:pt x="27146" y="89560"/>
                </a:cubicBezTo>
                <a:cubicBezTo>
                  <a:pt x="28555" y="90918"/>
                  <a:pt x="29692" y="92547"/>
                  <a:pt x="30559" y="94449"/>
                </a:cubicBezTo>
                <a:cubicBezTo>
                  <a:pt x="31427" y="96348"/>
                  <a:pt x="31861" y="98385"/>
                  <a:pt x="31861" y="100557"/>
                </a:cubicBezTo>
                <a:close/>
                <a:moveTo>
                  <a:pt x="110530" y="104605"/>
                </a:moveTo>
                <a:lnTo>
                  <a:pt x="172133" y="104605"/>
                </a:lnTo>
                <a:lnTo>
                  <a:pt x="172133" y="115081"/>
                </a:lnTo>
                <a:lnTo>
                  <a:pt x="98826" y="115081"/>
                </a:lnTo>
                <a:lnTo>
                  <a:pt x="98826" y="0"/>
                </a:lnTo>
                <a:lnTo>
                  <a:pt x="170184" y="0"/>
                </a:lnTo>
                <a:lnTo>
                  <a:pt x="170184" y="10476"/>
                </a:lnTo>
                <a:lnTo>
                  <a:pt x="110530" y="10476"/>
                </a:lnTo>
                <a:lnTo>
                  <a:pt x="110530" y="50001"/>
                </a:lnTo>
                <a:lnTo>
                  <a:pt x="166283" y="50001"/>
                </a:lnTo>
                <a:lnTo>
                  <a:pt x="166283" y="60318"/>
                </a:lnTo>
                <a:lnTo>
                  <a:pt x="110530" y="60318"/>
                </a:lnTo>
                <a:lnTo>
                  <a:pt x="110530" y="104605"/>
                </a:lnTo>
                <a:close/>
                <a:moveTo>
                  <a:pt x="205292" y="51953"/>
                </a:moveTo>
                <a:cubicBezTo>
                  <a:pt x="207460" y="47507"/>
                  <a:pt x="210791" y="43900"/>
                  <a:pt x="215287" y="41134"/>
                </a:cubicBezTo>
                <a:cubicBezTo>
                  <a:pt x="219785" y="38368"/>
                  <a:pt x="224797" y="36985"/>
                  <a:pt x="230325" y="36985"/>
                </a:cubicBezTo>
                <a:cubicBezTo>
                  <a:pt x="232383" y="36985"/>
                  <a:pt x="234523" y="37202"/>
                  <a:pt x="236743" y="37637"/>
                </a:cubicBezTo>
                <a:cubicBezTo>
                  <a:pt x="238966" y="38070"/>
                  <a:pt x="241133" y="38910"/>
                  <a:pt x="243247" y="40157"/>
                </a:cubicBezTo>
                <a:cubicBezTo>
                  <a:pt x="245360" y="41404"/>
                  <a:pt x="247310" y="43058"/>
                  <a:pt x="249097" y="45120"/>
                </a:cubicBezTo>
                <a:cubicBezTo>
                  <a:pt x="250886" y="47180"/>
                  <a:pt x="252431" y="49837"/>
                  <a:pt x="253730" y="53091"/>
                </a:cubicBezTo>
                <a:cubicBezTo>
                  <a:pt x="256331" y="47884"/>
                  <a:pt x="259880" y="43899"/>
                  <a:pt x="264375" y="41134"/>
                </a:cubicBezTo>
                <a:cubicBezTo>
                  <a:pt x="268873" y="38368"/>
                  <a:pt x="274210" y="36985"/>
                  <a:pt x="280388" y="36985"/>
                </a:cubicBezTo>
                <a:cubicBezTo>
                  <a:pt x="290031" y="36985"/>
                  <a:pt x="297263" y="39859"/>
                  <a:pt x="302084" y="45608"/>
                </a:cubicBezTo>
                <a:cubicBezTo>
                  <a:pt x="306908" y="51358"/>
                  <a:pt x="309319" y="58950"/>
                  <a:pt x="309319" y="68387"/>
                </a:cubicBezTo>
                <a:lnTo>
                  <a:pt x="309319" y="115081"/>
                </a:lnTo>
                <a:lnTo>
                  <a:pt x="298267" y="115081"/>
                </a:lnTo>
                <a:lnTo>
                  <a:pt x="298267" y="72901"/>
                </a:lnTo>
                <a:cubicBezTo>
                  <a:pt x="298267" y="64866"/>
                  <a:pt x="296778" y="58406"/>
                  <a:pt x="293798" y="53520"/>
                </a:cubicBezTo>
                <a:cubicBezTo>
                  <a:pt x="290818" y="48634"/>
                  <a:pt x="285752" y="46191"/>
                  <a:pt x="278599" y="46191"/>
                </a:cubicBezTo>
                <a:cubicBezTo>
                  <a:pt x="274590" y="46191"/>
                  <a:pt x="271203" y="47006"/>
                  <a:pt x="268440" y="48634"/>
                </a:cubicBezTo>
                <a:cubicBezTo>
                  <a:pt x="265677" y="50263"/>
                  <a:pt x="263456" y="52407"/>
                  <a:pt x="261776" y="55068"/>
                </a:cubicBezTo>
                <a:cubicBezTo>
                  <a:pt x="260096" y="57727"/>
                  <a:pt x="258877" y="60739"/>
                  <a:pt x="258118" y="64106"/>
                </a:cubicBezTo>
                <a:cubicBezTo>
                  <a:pt x="257361" y="67472"/>
                  <a:pt x="256982" y="70947"/>
                  <a:pt x="256982" y="74530"/>
                </a:cubicBezTo>
                <a:lnTo>
                  <a:pt x="256982" y="115081"/>
                </a:lnTo>
                <a:lnTo>
                  <a:pt x="245928" y="115081"/>
                </a:lnTo>
                <a:lnTo>
                  <a:pt x="245928" y="70621"/>
                </a:lnTo>
                <a:cubicBezTo>
                  <a:pt x="245928" y="66929"/>
                  <a:pt x="245656" y="63563"/>
                  <a:pt x="245114" y="60524"/>
                </a:cubicBezTo>
                <a:cubicBezTo>
                  <a:pt x="244573" y="57484"/>
                  <a:pt x="243625" y="54905"/>
                  <a:pt x="242269" y="52789"/>
                </a:cubicBezTo>
                <a:cubicBezTo>
                  <a:pt x="240915" y="50671"/>
                  <a:pt x="239046" y="49042"/>
                  <a:pt x="236662" y="47903"/>
                </a:cubicBezTo>
                <a:cubicBezTo>
                  <a:pt x="234279" y="46762"/>
                  <a:pt x="231246" y="46191"/>
                  <a:pt x="227562" y="46191"/>
                </a:cubicBezTo>
                <a:cubicBezTo>
                  <a:pt x="224961" y="46191"/>
                  <a:pt x="222333" y="46789"/>
                  <a:pt x="219677" y="47984"/>
                </a:cubicBezTo>
                <a:cubicBezTo>
                  <a:pt x="217023" y="49178"/>
                  <a:pt x="214640" y="50997"/>
                  <a:pt x="212527" y="53441"/>
                </a:cubicBezTo>
                <a:cubicBezTo>
                  <a:pt x="210414" y="55883"/>
                  <a:pt x="208706" y="58977"/>
                  <a:pt x="207405" y="62722"/>
                </a:cubicBezTo>
                <a:cubicBezTo>
                  <a:pt x="206106" y="66467"/>
                  <a:pt x="205456" y="70892"/>
                  <a:pt x="205456" y="75996"/>
                </a:cubicBezTo>
                <a:lnTo>
                  <a:pt x="205456" y="115081"/>
                </a:lnTo>
                <a:lnTo>
                  <a:pt x="194401" y="115081"/>
                </a:lnTo>
                <a:lnTo>
                  <a:pt x="194401" y="55695"/>
                </a:lnTo>
                <a:cubicBezTo>
                  <a:pt x="194401" y="53635"/>
                  <a:pt x="194347" y="50978"/>
                  <a:pt x="194238" y="47724"/>
                </a:cubicBezTo>
                <a:cubicBezTo>
                  <a:pt x="194130" y="44470"/>
                  <a:pt x="193968" y="41541"/>
                  <a:pt x="193752" y="38937"/>
                </a:cubicBezTo>
                <a:lnTo>
                  <a:pt x="204317" y="38937"/>
                </a:lnTo>
                <a:cubicBezTo>
                  <a:pt x="204534" y="40999"/>
                  <a:pt x="204696" y="43277"/>
                  <a:pt x="204803" y="45772"/>
                </a:cubicBezTo>
                <a:cubicBezTo>
                  <a:pt x="204913" y="48266"/>
                  <a:pt x="204967" y="50326"/>
                  <a:pt x="204967" y="51953"/>
                </a:cubicBezTo>
                <a:lnTo>
                  <a:pt x="205292" y="51953"/>
                </a:lnTo>
                <a:close/>
                <a:moveTo>
                  <a:pt x="348980" y="154040"/>
                </a:moveTo>
                <a:lnTo>
                  <a:pt x="337926" y="154040"/>
                </a:lnTo>
                <a:lnTo>
                  <a:pt x="337926" y="38939"/>
                </a:lnTo>
                <a:lnTo>
                  <a:pt x="348980" y="38939"/>
                </a:lnTo>
                <a:lnTo>
                  <a:pt x="348980" y="52107"/>
                </a:lnTo>
                <a:lnTo>
                  <a:pt x="349467" y="52107"/>
                </a:lnTo>
                <a:cubicBezTo>
                  <a:pt x="352610" y="47120"/>
                  <a:pt x="356809" y="43353"/>
                  <a:pt x="362064" y="40807"/>
                </a:cubicBezTo>
                <a:cubicBezTo>
                  <a:pt x="367320" y="38259"/>
                  <a:pt x="372657" y="36985"/>
                  <a:pt x="378073" y="36985"/>
                </a:cubicBezTo>
                <a:cubicBezTo>
                  <a:pt x="384034" y="36985"/>
                  <a:pt x="389425" y="38015"/>
                  <a:pt x="394247" y="40075"/>
                </a:cubicBezTo>
                <a:cubicBezTo>
                  <a:pt x="399068" y="42134"/>
                  <a:pt x="403185" y="44952"/>
                  <a:pt x="406598" y="48530"/>
                </a:cubicBezTo>
                <a:cubicBezTo>
                  <a:pt x="410012" y="52107"/>
                  <a:pt x="412668" y="56334"/>
                  <a:pt x="414564" y="61214"/>
                </a:cubicBezTo>
                <a:cubicBezTo>
                  <a:pt x="416461" y="66092"/>
                  <a:pt x="417409" y="71349"/>
                  <a:pt x="417409" y="76985"/>
                </a:cubicBezTo>
                <a:cubicBezTo>
                  <a:pt x="417409" y="82622"/>
                  <a:pt x="416461" y="87880"/>
                  <a:pt x="414564" y="92760"/>
                </a:cubicBezTo>
                <a:cubicBezTo>
                  <a:pt x="412668" y="97637"/>
                  <a:pt x="410012" y="101865"/>
                  <a:pt x="406598" y="105443"/>
                </a:cubicBezTo>
                <a:cubicBezTo>
                  <a:pt x="403185" y="109020"/>
                  <a:pt x="399068" y="111838"/>
                  <a:pt x="394247" y="113898"/>
                </a:cubicBezTo>
                <a:cubicBezTo>
                  <a:pt x="389425" y="115957"/>
                  <a:pt x="384034" y="116986"/>
                  <a:pt x="378073" y="116986"/>
                </a:cubicBezTo>
                <a:cubicBezTo>
                  <a:pt x="372657" y="116986"/>
                  <a:pt x="367320" y="115713"/>
                  <a:pt x="362064" y="113167"/>
                </a:cubicBezTo>
                <a:cubicBezTo>
                  <a:pt x="356809" y="110619"/>
                  <a:pt x="352610" y="106960"/>
                  <a:pt x="349467" y="102189"/>
                </a:cubicBezTo>
                <a:lnTo>
                  <a:pt x="348980" y="102189"/>
                </a:lnTo>
                <a:lnTo>
                  <a:pt x="348980" y="154040"/>
                </a:lnTo>
                <a:moveTo>
                  <a:pt x="405708" y="76988"/>
                </a:moveTo>
                <a:cubicBezTo>
                  <a:pt x="405708" y="72752"/>
                  <a:pt x="405057" y="68760"/>
                  <a:pt x="403756" y="65014"/>
                </a:cubicBezTo>
                <a:cubicBezTo>
                  <a:pt x="402456" y="61265"/>
                  <a:pt x="400587" y="58006"/>
                  <a:pt x="398148" y="55237"/>
                </a:cubicBezTo>
                <a:cubicBezTo>
                  <a:pt x="395711" y="52465"/>
                  <a:pt x="392704" y="50265"/>
                  <a:pt x="389128" y="48637"/>
                </a:cubicBezTo>
                <a:cubicBezTo>
                  <a:pt x="385551" y="47006"/>
                  <a:pt x="381488" y="46191"/>
                  <a:pt x="376937" y="46191"/>
                </a:cubicBezTo>
                <a:cubicBezTo>
                  <a:pt x="372711" y="46191"/>
                  <a:pt x="368810" y="46979"/>
                  <a:pt x="365233" y="48555"/>
                </a:cubicBezTo>
                <a:cubicBezTo>
                  <a:pt x="361658" y="50129"/>
                  <a:pt x="358571" y="52302"/>
                  <a:pt x="355970" y="55073"/>
                </a:cubicBezTo>
                <a:cubicBezTo>
                  <a:pt x="353369" y="57842"/>
                  <a:pt x="351337" y="61101"/>
                  <a:pt x="349873" y="64850"/>
                </a:cubicBezTo>
                <a:cubicBezTo>
                  <a:pt x="348410" y="68597"/>
                  <a:pt x="347678" y="72643"/>
                  <a:pt x="347678" y="76988"/>
                </a:cubicBezTo>
                <a:cubicBezTo>
                  <a:pt x="347678" y="81333"/>
                  <a:pt x="348410" y="85380"/>
                  <a:pt x="349873" y="89129"/>
                </a:cubicBezTo>
                <a:cubicBezTo>
                  <a:pt x="351337" y="92875"/>
                  <a:pt x="353369" y="96107"/>
                  <a:pt x="355970" y="98824"/>
                </a:cubicBezTo>
                <a:cubicBezTo>
                  <a:pt x="358571" y="101539"/>
                  <a:pt x="361658" y="103684"/>
                  <a:pt x="365233" y="105260"/>
                </a:cubicBezTo>
                <a:cubicBezTo>
                  <a:pt x="368810" y="106834"/>
                  <a:pt x="372711" y="107621"/>
                  <a:pt x="376937" y="107621"/>
                </a:cubicBezTo>
                <a:cubicBezTo>
                  <a:pt x="381488" y="107621"/>
                  <a:pt x="385551" y="106834"/>
                  <a:pt x="389128" y="105260"/>
                </a:cubicBezTo>
                <a:cubicBezTo>
                  <a:pt x="392704" y="103684"/>
                  <a:pt x="395711" y="101511"/>
                  <a:pt x="398148" y="98742"/>
                </a:cubicBezTo>
                <a:cubicBezTo>
                  <a:pt x="400587" y="95971"/>
                  <a:pt x="402456" y="92712"/>
                  <a:pt x="403756" y="88965"/>
                </a:cubicBezTo>
                <a:cubicBezTo>
                  <a:pt x="405057" y="85216"/>
                  <a:pt x="405708" y="81224"/>
                  <a:pt x="405708" y="76988"/>
                </a:cubicBezTo>
                <a:close/>
                <a:moveTo>
                  <a:pt x="516723" y="76985"/>
                </a:moveTo>
                <a:cubicBezTo>
                  <a:pt x="516723" y="82731"/>
                  <a:pt x="515720" y="88043"/>
                  <a:pt x="513714" y="92921"/>
                </a:cubicBezTo>
                <a:cubicBezTo>
                  <a:pt x="511710" y="97798"/>
                  <a:pt x="508920" y="102026"/>
                  <a:pt x="505343" y="105604"/>
                </a:cubicBezTo>
                <a:cubicBezTo>
                  <a:pt x="501769" y="109181"/>
                  <a:pt x="497489" y="111972"/>
                  <a:pt x="492503" y="113978"/>
                </a:cubicBezTo>
                <a:cubicBezTo>
                  <a:pt x="487520" y="115983"/>
                  <a:pt x="482048" y="116986"/>
                  <a:pt x="476087" y="116986"/>
                </a:cubicBezTo>
                <a:cubicBezTo>
                  <a:pt x="470235" y="116986"/>
                  <a:pt x="464817" y="115983"/>
                  <a:pt x="459832" y="113978"/>
                </a:cubicBezTo>
                <a:cubicBezTo>
                  <a:pt x="454848" y="111972"/>
                  <a:pt x="450568" y="109181"/>
                  <a:pt x="446992" y="105604"/>
                </a:cubicBezTo>
                <a:cubicBezTo>
                  <a:pt x="443417" y="102026"/>
                  <a:pt x="440627" y="97798"/>
                  <a:pt x="438621" y="92921"/>
                </a:cubicBezTo>
                <a:cubicBezTo>
                  <a:pt x="436617" y="88043"/>
                  <a:pt x="435615" y="82731"/>
                  <a:pt x="435615" y="76985"/>
                </a:cubicBezTo>
                <a:cubicBezTo>
                  <a:pt x="435615" y="71240"/>
                  <a:pt x="436617" y="65928"/>
                  <a:pt x="438621" y="61050"/>
                </a:cubicBezTo>
                <a:cubicBezTo>
                  <a:pt x="440627" y="56172"/>
                  <a:pt x="443417" y="51945"/>
                  <a:pt x="446992" y="48369"/>
                </a:cubicBezTo>
                <a:cubicBezTo>
                  <a:pt x="450568" y="44791"/>
                  <a:pt x="454848" y="41999"/>
                  <a:pt x="459832" y="39993"/>
                </a:cubicBezTo>
                <a:cubicBezTo>
                  <a:pt x="464817" y="37988"/>
                  <a:pt x="470235" y="36985"/>
                  <a:pt x="476087" y="36985"/>
                </a:cubicBezTo>
                <a:cubicBezTo>
                  <a:pt x="482048" y="36985"/>
                  <a:pt x="487520" y="37988"/>
                  <a:pt x="492503" y="39993"/>
                </a:cubicBezTo>
                <a:cubicBezTo>
                  <a:pt x="497489" y="41999"/>
                  <a:pt x="501769" y="44791"/>
                  <a:pt x="505343" y="48369"/>
                </a:cubicBezTo>
                <a:cubicBezTo>
                  <a:pt x="508920" y="51945"/>
                  <a:pt x="511710" y="56172"/>
                  <a:pt x="513714" y="61050"/>
                </a:cubicBezTo>
                <a:cubicBezTo>
                  <a:pt x="515720" y="65928"/>
                  <a:pt x="516723" y="71240"/>
                  <a:pt x="516723" y="76985"/>
                </a:cubicBezTo>
                <a:moveTo>
                  <a:pt x="505021" y="76988"/>
                </a:moveTo>
                <a:cubicBezTo>
                  <a:pt x="505021" y="72752"/>
                  <a:pt x="504344" y="68760"/>
                  <a:pt x="502990" y="65014"/>
                </a:cubicBezTo>
                <a:cubicBezTo>
                  <a:pt x="501635" y="61265"/>
                  <a:pt x="499712" y="58006"/>
                  <a:pt x="497218" y="55237"/>
                </a:cubicBezTo>
                <a:cubicBezTo>
                  <a:pt x="494726" y="52465"/>
                  <a:pt x="491692" y="50265"/>
                  <a:pt x="488116" y="48637"/>
                </a:cubicBezTo>
                <a:cubicBezTo>
                  <a:pt x="484541" y="47006"/>
                  <a:pt x="480532" y="46191"/>
                  <a:pt x="476089" y="46191"/>
                </a:cubicBezTo>
                <a:cubicBezTo>
                  <a:pt x="471647" y="46191"/>
                  <a:pt x="467664" y="47006"/>
                  <a:pt x="464142" y="48637"/>
                </a:cubicBezTo>
                <a:cubicBezTo>
                  <a:pt x="460620" y="50265"/>
                  <a:pt x="457613" y="52465"/>
                  <a:pt x="455119" y="55237"/>
                </a:cubicBezTo>
                <a:cubicBezTo>
                  <a:pt x="452627" y="58006"/>
                  <a:pt x="450705" y="61265"/>
                  <a:pt x="449350" y="65014"/>
                </a:cubicBezTo>
                <a:cubicBezTo>
                  <a:pt x="447996" y="68760"/>
                  <a:pt x="447319" y="72752"/>
                  <a:pt x="447319" y="76988"/>
                </a:cubicBezTo>
                <a:cubicBezTo>
                  <a:pt x="447319" y="81224"/>
                  <a:pt x="447996" y="85216"/>
                  <a:pt x="449350" y="88965"/>
                </a:cubicBezTo>
                <a:cubicBezTo>
                  <a:pt x="450705" y="92712"/>
                  <a:pt x="452627" y="95971"/>
                  <a:pt x="455119" y="98742"/>
                </a:cubicBezTo>
                <a:cubicBezTo>
                  <a:pt x="457613" y="101511"/>
                  <a:pt x="460620" y="103684"/>
                  <a:pt x="464142" y="105260"/>
                </a:cubicBezTo>
                <a:cubicBezTo>
                  <a:pt x="467664" y="106834"/>
                  <a:pt x="471647" y="107621"/>
                  <a:pt x="476089" y="107621"/>
                </a:cubicBezTo>
                <a:cubicBezTo>
                  <a:pt x="480532" y="107621"/>
                  <a:pt x="484541" y="106834"/>
                  <a:pt x="488116" y="105260"/>
                </a:cubicBezTo>
                <a:cubicBezTo>
                  <a:pt x="491692" y="103684"/>
                  <a:pt x="494726" y="101511"/>
                  <a:pt x="497218" y="98742"/>
                </a:cubicBezTo>
                <a:cubicBezTo>
                  <a:pt x="499712" y="95971"/>
                  <a:pt x="501635" y="92712"/>
                  <a:pt x="502990" y="88965"/>
                </a:cubicBezTo>
                <a:cubicBezTo>
                  <a:pt x="504344" y="85216"/>
                  <a:pt x="505021" y="81224"/>
                  <a:pt x="505021" y="76988"/>
                </a:cubicBezTo>
                <a:close/>
                <a:moveTo>
                  <a:pt x="541918" y="39048"/>
                </a:moveTo>
                <a:lnTo>
                  <a:pt x="560287" y="100785"/>
                </a:lnTo>
                <a:lnTo>
                  <a:pt x="560612" y="100785"/>
                </a:lnTo>
                <a:lnTo>
                  <a:pt x="581091" y="39048"/>
                </a:lnTo>
                <a:lnTo>
                  <a:pt x="591820" y="39048"/>
                </a:lnTo>
                <a:lnTo>
                  <a:pt x="612624" y="100785"/>
                </a:lnTo>
                <a:lnTo>
                  <a:pt x="612949" y="100785"/>
                </a:lnTo>
                <a:lnTo>
                  <a:pt x="631153" y="39048"/>
                </a:lnTo>
                <a:lnTo>
                  <a:pt x="642858" y="39048"/>
                </a:lnTo>
                <a:lnTo>
                  <a:pt x="618802" y="115081"/>
                </a:lnTo>
                <a:lnTo>
                  <a:pt x="606773" y="115081"/>
                </a:lnTo>
                <a:lnTo>
                  <a:pt x="586455" y="53508"/>
                </a:lnTo>
                <a:lnTo>
                  <a:pt x="586130" y="53508"/>
                </a:lnTo>
                <a:lnTo>
                  <a:pt x="566137" y="115081"/>
                </a:lnTo>
                <a:lnTo>
                  <a:pt x="554108" y="115081"/>
                </a:lnTo>
                <a:lnTo>
                  <a:pt x="530053" y="39048"/>
                </a:lnTo>
                <a:lnTo>
                  <a:pt x="541918" y="39048"/>
                </a:lnTo>
                <a:close/>
                <a:moveTo>
                  <a:pt x="719740" y="71271"/>
                </a:moveTo>
                <a:cubicBezTo>
                  <a:pt x="719415" y="64059"/>
                  <a:pt x="717111" y="58076"/>
                  <a:pt x="712830" y="53322"/>
                </a:cubicBezTo>
                <a:cubicBezTo>
                  <a:pt x="708551" y="48568"/>
                  <a:pt x="702457" y="46191"/>
                  <a:pt x="694546" y="46191"/>
                </a:cubicBezTo>
                <a:cubicBezTo>
                  <a:pt x="690862" y="46191"/>
                  <a:pt x="687449" y="46874"/>
                  <a:pt x="684306" y="48240"/>
                </a:cubicBezTo>
                <a:cubicBezTo>
                  <a:pt x="681164" y="49606"/>
                  <a:pt x="678401" y="51463"/>
                  <a:pt x="676017" y="53813"/>
                </a:cubicBezTo>
                <a:cubicBezTo>
                  <a:pt x="673632" y="56163"/>
                  <a:pt x="671736" y="58840"/>
                  <a:pt x="670327" y="61846"/>
                </a:cubicBezTo>
                <a:cubicBezTo>
                  <a:pt x="668918" y="64851"/>
                  <a:pt x="668106" y="67992"/>
                  <a:pt x="667889" y="71271"/>
                </a:cubicBezTo>
                <a:lnTo>
                  <a:pt x="719740" y="71271"/>
                </a:lnTo>
                <a:moveTo>
                  <a:pt x="730956" y="74788"/>
                </a:moveTo>
                <a:cubicBezTo>
                  <a:pt x="730956" y="75549"/>
                  <a:pt x="730956" y="76364"/>
                  <a:pt x="730956" y="77233"/>
                </a:cubicBezTo>
                <a:cubicBezTo>
                  <a:pt x="730956" y="78102"/>
                  <a:pt x="730901" y="79024"/>
                  <a:pt x="730792" y="80001"/>
                </a:cubicBezTo>
                <a:lnTo>
                  <a:pt x="667725" y="80001"/>
                </a:lnTo>
                <a:cubicBezTo>
                  <a:pt x="667835" y="83793"/>
                  <a:pt x="668593" y="87368"/>
                  <a:pt x="670000" y="90726"/>
                </a:cubicBezTo>
                <a:cubicBezTo>
                  <a:pt x="671409" y="94082"/>
                  <a:pt x="673359" y="97006"/>
                  <a:pt x="675851" y="99498"/>
                </a:cubicBezTo>
                <a:cubicBezTo>
                  <a:pt x="678344" y="101988"/>
                  <a:pt x="681270" y="103965"/>
                  <a:pt x="684628" y="105428"/>
                </a:cubicBezTo>
                <a:cubicBezTo>
                  <a:pt x="687988" y="106890"/>
                  <a:pt x="691619" y="107621"/>
                  <a:pt x="695521" y="107621"/>
                </a:cubicBezTo>
                <a:cubicBezTo>
                  <a:pt x="701264" y="107621"/>
                  <a:pt x="706221" y="106294"/>
                  <a:pt x="710392" y="103640"/>
                </a:cubicBezTo>
                <a:cubicBezTo>
                  <a:pt x="714564" y="100985"/>
                  <a:pt x="717734" y="97923"/>
                  <a:pt x="719901" y="94456"/>
                </a:cubicBezTo>
                <a:lnTo>
                  <a:pt x="728190" y="100957"/>
                </a:lnTo>
                <a:cubicBezTo>
                  <a:pt x="723640" y="106691"/>
                  <a:pt x="718628" y="110796"/>
                  <a:pt x="713155" y="113273"/>
                </a:cubicBezTo>
                <a:cubicBezTo>
                  <a:pt x="707684" y="115749"/>
                  <a:pt x="701806" y="116986"/>
                  <a:pt x="695521" y="116986"/>
                </a:cubicBezTo>
                <a:cubicBezTo>
                  <a:pt x="689886" y="116986"/>
                  <a:pt x="684657" y="115983"/>
                  <a:pt x="679834" y="113978"/>
                </a:cubicBezTo>
                <a:cubicBezTo>
                  <a:pt x="675012" y="111972"/>
                  <a:pt x="670868" y="109181"/>
                  <a:pt x="667401" y="105604"/>
                </a:cubicBezTo>
                <a:cubicBezTo>
                  <a:pt x="663933" y="102026"/>
                  <a:pt x="661197" y="97798"/>
                  <a:pt x="659191" y="92921"/>
                </a:cubicBezTo>
                <a:cubicBezTo>
                  <a:pt x="657187" y="88043"/>
                  <a:pt x="656185" y="82731"/>
                  <a:pt x="656185" y="76985"/>
                </a:cubicBezTo>
                <a:cubicBezTo>
                  <a:pt x="656185" y="71240"/>
                  <a:pt x="657160" y="65928"/>
                  <a:pt x="659109" y="61050"/>
                </a:cubicBezTo>
                <a:cubicBezTo>
                  <a:pt x="661060" y="56172"/>
                  <a:pt x="663770" y="51945"/>
                  <a:pt x="667237" y="48369"/>
                </a:cubicBezTo>
                <a:cubicBezTo>
                  <a:pt x="670706" y="44791"/>
                  <a:pt x="674770" y="41999"/>
                  <a:pt x="679430" y="39993"/>
                </a:cubicBezTo>
                <a:cubicBezTo>
                  <a:pt x="684089" y="37988"/>
                  <a:pt x="689128" y="36985"/>
                  <a:pt x="694546" y="36985"/>
                </a:cubicBezTo>
                <a:cubicBezTo>
                  <a:pt x="700505" y="36985"/>
                  <a:pt x="705760" y="37990"/>
                  <a:pt x="710311" y="40001"/>
                </a:cubicBezTo>
                <a:cubicBezTo>
                  <a:pt x="714863" y="42010"/>
                  <a:pt x="718656" y="44725"/>
                  <a:pt x="721690" y="48148"/>
                </a:cubicBezTo>
                <a:cubicBezTo>
                  <a:pt x="724724" y="51569"/>
                  <a:pt x="727026" y="55561"/>
                  <a:pt x="728597" y="60123"/>
                </a:cubicBezTo>
                <a:cubicBezTo>
                  <a:pt x="730170" y="64684"/>
                  <a:pt x="730956" y="69573"/>
                  <a:pt x="730956" y="74788"/>
                </a:cubicBezTo>
                <a:close/>
                <a:moveTo>
                  <a:pt x="754685" y="55695"/>
                </a:moveTo>
                <a:cubicBezTo>
                  <a:pt x="754685" y="53634"/>
                  <a:pt x="754631" y="50977"/>
                  <a:pt x="754522" y="47727"/>
                </a:cubicBezTo>
                <a:cubicBezTo>
                  <a:pt x="754414" y="44476"/>
                  <a:pt x="754252" y="41550"/>
                  <a:pt x="754036" y="38949"/>
                </a:cubicBezTo>
                <a:lnTo>
                  <a:pt x="764601" y="38949"/>
                </a:lnTo>
                <a:cubicBezTo>
                  <a:pt x="764818" y="41008"/>
                  <a:pt x="764980" y="43284"/>
                  <a:pt x="765087" y="45777"/>
                </a:cubicBezTo>
                <a:cubicBezTo>
                  <a:pt x="765197" y="48269"/>
                  <a:pt x="765251" y="50327"/>
                  <a:pt x="765251" y="51953"/>
                </a:cubicBezTo>
                <a:lnTo>
                  <a:pt x="765576" y="51953"/>
                </a:lnTo>
                <a:cubicBezTo>
                  <a:pt x="767744" y="47505"/>
                  <a:pt x="770994" y="43899"/>
                  <a:pt x="775328" y="41134"/>
                </a:cubicBezTo>
                <a:cubicBezTo>
                  <a:pt x="779664" y="38368"/>
                  <a:pt x="784540" y="36985"/>
                  <a:pt x="789959" y="36985"/>
                </a:cubicBezTo>
                <a:cubicBezTo>
                  <a:pt x="791368" y="36985"/>
                  <a:pt x="792641" y="37048"/>
                  <a:pt x="793778" y="37176"/>
                </a:cubicBezTo>
                <a:cubicBezTo>
                  <a:pt x="794916" y="37303"/>
                  <a:pt x="796081" y="37557"/>
                  <a:pt x="797273" y="37937"/>
                </a:cubicBezTo>
                <a:lnTo>
                  <a:pt x="795810" y="48280"/>
                </a:lnTo>
                <a:cubicBezTo>
                  <a:pt x="795160" y="48063"/>
                  <a:pt x="794076" y="47846"/>
                  <a:pt x="792558" y="47630"/>
                </a:cubicBezTo>
                <a:cubicBezTo>
                  <a:pt x="791042" y="47412"/>
                  <a:pt x="789525" y="47302"/>
                  <a:pt x="788007" y="47302"/>
                </a:cubicBezTo>
                <a:cubicBezTo>
                  <a:pt x="785082" y="47302"/>
                  <a:pt x="782264" y="47845"/>
                  <a:pt x="779554" y="48929"/>
                </a:cubicBezTo>
                <a:cubicBezTo>
                  <a:pt x="776846" y="50012"/>
                  <a:pt x="774489" y="51719"/>
                  <a:pt x="772483" y="54049"/>
                </a:cubicBezTo>
                <a:cubicBezTo>
                  <a:pt x="770479" y="56378"/>
                  <a:pt x="768854" y="59359"/>
                  <a:pt x="767607" y="62990"/>
                </a:cubicBezTo>
                <a:cubicBezTo>
                  <a:pt x="766362" y="66619"/>
                  <a:pt x="765740" y="70980"/>
                  <a:pt x="765740" y="76073"/>
                </a:cubicBezTo>
                <a:lnTo>
                  <a:pt x="765740" y="115081"/>
                </a:lnTo>
                <a:lnTo>
                  <a:pt x="754685" y="115081"/>
                </a:lnTo>
                <a:lnTo>
                  <a:pt x="754685" y="55695"/>
                </a:lnTo>
                <a:close/>
                <a:moveTo>
                  <a:pt x="890085" y="115081"/>
                </a:moveTo>
                <a:lnTo>
                  <a:pt x="878381" y="115081"/>
                </a:lnTo>
                <a:lnTo>
                  <a:pt x="878381" y="65505"/>
                </a:lnTo>
                <a:lnTo>
                  <a:pt x="835307" y="0"/>
                </a:lnTo>
                <a:lnTo>
                  <a:pt x="849935" y="0"/>
                </a:lnTo>
                <a:lnTo>
                  <a:pt x="884556" y="55752"/>
                </a:lnTo>
                <a:lnTo>
                  <a:pt x="919505" y="0"/>
                </a:lnTo>
                <a:lnTo>
                  <a:pt x="933158" y="0"/>
                </a:lnTo>
                <a:lnTo>
                  <a:pt x="890085" y="65505"/>
                </a:lnTo>
                <a:lnTo>
                  <a:pt x="890085" y="115081"/>
                </a:lnTo>
                <a:close/>
                <a:moveTo>
                  <a:pt x="1008739" y="76985"/>
                </a:moveTo>
                <a:cubicBezTo>
                  <a:pt x="1008739" y="82731"/>
                  <a:pt x="1007736" y="88043"/>
                  <a:pt x="1005730" y="92921"/>
                </a:cubicBezTo>
                <a:cubicBezTo>
                  <a:pt x="1003726" y="97798"/>
                  <a:pt x="1000936" y="102026"/>
                  <a:pt x="997359" y="105604"/>
                </a:cubicBezTo>
                <a:cubicBezTo>
                  <a:pt x="993785" y="109181"/>
                  <a:pt x="989505" y="111972"/>
                  <a:pt x="984519" y="113978"/>
                </a:cubicBezTo>
                <a:cubicBezTo>
                  <a:pt x="979536" y="115983"/>
                  <a:pt x="974064" y="116986"/>
                  <a:pt x="968103" y="116986"/>
                </a:cubicBezTo>
                <a:cubicBezTo>
                  <a:pt x="962251" y="116986"/>
                  <a:pt x="956833" y="115983"/>
                  <a:pt x="951848" y="113978"/>
                </a:cubicBezTo>
                <a:cubicBezTo>
                  <a:pt x="946864" y="111972"/>
                  <a:pt x="942584" y="109181"/>
                  <a:pt x="939008" y="105604"/>
                </a:cubicBezTo>
                <a:cubicBezTo>
                  <a:pt x="935433" y="102026"/>
                  <a:pt x="932643" y="97798"/>
                  <a:pt x="930637" y="92921"/>
                </a:cubicBezTo>
                <a:cubicBezTo>
                  <a:pt x="928633" y="88043"/>
                  <a:pt x="927631" y="82731"/>
                  <a:pt x="927631" y="76985"/>
                </a:cubicBezTo>
                <a:cubicBezTo>
                  <a:pt x="927631" y="71240"/>
                  <a:pt x="928633" y="65928"/>
                  <a:pt x="930637" y="61050"/>
                </a:cubicBezTo>
                <a:cubicBezTo>
                  <a:pt x="932643" y="56172"/>
                  <a:pt x="935433" y="51945"/>
                  <a:pt x="939008" y="48369"/>
                </a:cubicBezTo>
                <a:cubicBezTo>
                  <a:pt x="942584" y="44791"/>
                  <a:pt x="946864" y="41999"/>
                  <a:pt x="951848" y="39993"/>
                </a:cubicBezTo>
                <a:cubicBezTo>
                  <a:pt x="956833" y="37988"/>
                  <a:pt x="962251" y="36985"/>
                  <a:pt x="968103" y="36985"/>
                </a:cubicBezTo>
                <a:cubicBezTo>
                  <a:pt x="974064" y="36985"/>
                  <a:pt x="979536" y="37988"/>
                  <a:pt x="984519" y="39993"/>
                </a:cubicBezTo>
                <a:cubicBezTo>
                  <a:pt x="989505" y="41999"/>
                  <a:pt x="993785" y="44791"/>
                  <a:pt x="997359" y="48369"/>
                </a:cubicBezTo>
                <a:cubicBezTo>
                  <a:pt x="1000936" y="51945"/>
                  <a:pt x="1003726" y="56172"/>
                  <a:pt x="1005730" y="61050"/>
                </a:cubicBezTo>
                <a:cubicBezTo>
                  <a:pt x="1007736" y="65928"/>
                  <a:pt x="1008739" y="71240"/>
                  <a:pt x="1008739" y="76985"/>
                </a:cubicBezTo>
                <a:moveTo>
                  <a:pt x="997037" y="76988"/>
                </a:moveTo>
                <a:cubicBezTo>
                  <a:pt x="997037" y="72752"/>
                  <a:pt x="996360" y="68760"/>
                  <a:pt x="995006" y="65014"/>
                </a:cubicBezTo>
                <a:cubicBezTo>
                  <a:pt x="993652" y="61265"/>
                  <a:pt x="991728" y="58006"/>
                  <a:pt x="989234" y="55237"/>
                </a:cubicBezTo>
                <a:cubicBezTo>
                  <a:pt x="986743" y="52465"/>
                  <a:pt x="983708" y="50265"/>
                  <a:pt x="980132" y="48637"/>
                </a:cubicBezTo>
                <a:cubicBezTo>
                  <a:pt x="976557" y="47006"/>
                  <a:pt x="972548" y="46191"/>
                  <a:pt x="968105" y="46191"/>
                </a:cubicBezTo>
                <a:cubicBezTo>
                  <a:pt x="963663" y="46191"/>
                  <a:pt x="959680" y="47006"/>
                  <a:pt x="956158" y="48637"/>
                </a:cubicBezTo>
                <a:cubicBezTo>
                  <a:pt x="952636" y="50265"/>
                  <a:pt x="949629" y="52465"/>
                  <a:pt x="947135" y="55237"/>
                </a:cubicBezTo>
                <a:cubicBezTo>
                  <a:pt x="944644" y="58006"/>
                  <a:pt x="942721" y="61265"/>
                  <a:pt x="941366" y="65014"/>
                </a:cubicBezTo>
                <a:cubicBezTo>
                  <a:pt x="940012" y="68760"/>
                  <a:pt x="939335" y="72752"/>
                  <a:pt x="939335" y="76988"/>
                </a:cubicBezTo>
                <a:cubicBezTo>
                  <a:pt x="939335" y="81224"/>
                  <a:pt x="940012" y="85216"/>
                  <a:pt x="941366" y="88965"/>
                </a:cubicBezTo>
                <a:cubicBezTo>
                  <a:pt x="942721" y="92712"/>
                  <a:pt x="944644" y="95971"/>
                  <a:pt x="947135" y="98742"/>
                </a:cubicBezTo>
                <a:cubicBezTo>
                  <a:pt x="949629" y="101511"/>
                  <a:pt x="952636" y="103684"/>
                  <a:pt x="956158" y="105260"/>
                </a:cubicBezTo>
                <a:cubicBezTo>
                  <a:pt x="959680" y="106834"/>
                  <a:pt x="963663" y="107621"/>
                  <a:pt x="968105" y="107621"/>
                </a:cubicBezTo>
                <a:cubicBezTo>
                  <a:pt x="972548" y="107621"/>
                  <a:pt x="976557" y="106834"/>
                  <a:pt x="980132" y="105260"/>
                </a:cubicBezTo>
                <a:cubicBezTo>
                  <a:pt x="983708" y="103684"/>
                  <a:pt x="986743" y="101511"/>
                  <a:pt x="989234" y="98742"/>
                </a:cubicBezTo>
                <a:cubicBezTo>
                  <a:pt x="991728" y="95971"/>
                  <a:pt x="993652" y="92712"/>
                  <a:pt x="995006" y="88965"/>
                </a:cubicBezTo>
                <a:cubicBezTo>
                  <a:pt x="996360" y="85216"/>
                  <a:pt x="997037" y="81224"/>
                  <a:pt x="997037" y="76988"/>
                </a:cubicBezTo>
                <a:close/>
                <a:moveTo>
                  <a:pt x="1087734" y="115081"/>
                </a:moveTo>
                <a:cubicBezTo>
                  <a:pt x="1087517" y="113023"/>
                  <a:pt x="1087355" y="110748"/>
                  <a:pt x="1087245" y="108256"/>
                </a:cubicBezTo>
                <a:cubicBezTo>
                  <a:pt x="1087138" y="105762"/>
                  <a:pt x="1087084" y="103703"/>
                  <a:pt x="1087084" y="102078"/>
                </a:cubicBezTo>
                <a:lnTo>
                  <a:pt x="1086759" y="102078"/>
                </a:lnTo>
                <a:cubicBezTo>
                  <a:pt x="1084592" y="106521"/>
                  <a:pt x="1081070" y="110116"/>
                  <a:pt x="1076194" y="112864"/>
                </a:cubicBezTo>
                <a:cubicBezTo>
                  <a:pt x="1071318" y="115612"/>
                  <a:pt x="1066170" y="116986"/>
                  <a:pt x="1060752" y="116986"/>
                </a:cubicBezTo>
                <a:cubicBezTo>
                  <a:pt x="1051109" y="116986"/>
                  <a:pt x="1043876" y="114125"/>
                  <a:pt x="1039053" y="108402"/>
                </a:cubicBezTo>
                <a:cubicBezTo>
                  <a:pt x="1034231" y="102678"/>
                  <a:pt x="1031820" y="95102"/>
                  <a:pt x="1031820" y="85674"/>
                </a:cubicBezTo>
                <a:lnTo>
                  <a:pt x="1031820" y="39023"/>
                </a:lnTo>
                <a:lnTo>
                  <a:pt x="1042875" y="39023"/>
                </a:lnTo>
                <a:lnTo>
                  <a:pt x="1042875" y="81122"/>
                </a:lnTo>
                <a:cubicBezTo>
                  <a:pt x="1042875" y="85132"/>
                  <a:pt x="1043200" y="88762"/>
                  <a:pt x="1043849" y="92013"/>
                </a:cubicBezTo>
                <a:cubicBezTo>
                  <a:pt x="1044499" y="95264"/>
                  <a:pt x="1045609" y="98054"/>
                  <a:pt x="1047180" y="100384"/>
                </a:cubicBezTo>
                <a:cubicBezTo>
                  <a:pt x="1048753" y="102713"/>
                  <a:pt x="1050866" y="104529"/>
                  <a:pt x="1053520" y="105830"/>
                </a:cubicBezTo>
                <a:cubicBezTo>
                  <a:pt x="1056175" y="107130"/>
                  <a:pt x="1059508" y="107780"/>
                  <a:pt x="1063517" y="107780"/>
                </a:cubicBezTo>
                <a:cubicBezTo>
                  <a:pt x="1066442" y="107780"/>
                  <a:pt x="1069286" y="107184"/>
                  <a:pt x="1072049" y="105991"/>
                </a:cubicBezTo>
                <a:cubicBezTo>
                  <a:pt x="1074814" y="104799"/>
                  <a:pt x="1077279" y="102985"/>
                  <a:pt x="1079445" y="100547"/>
                </a:cubicBezTo>
                <a:cubicBezTo>
                  <a:pt x="1081613" y="98109"/>
                  <a:pt x="1083347" y="95020"/>
                  <a:pt x="1084646" y="91281"/>
                </a:cubicBezTo>
                <a:cubicBezTo>
                  <a:pt x="1085947" y="87543"/>
                  <a:pt x="1086598" y="83127"/>
                  <a:pt x="1086598" y="78035"/>
                </a:cubicBezTo>
                <a:lnTo>
                  <a:pt x="1086598" y="39023"/>
                </a:lnTo>
                <a:lnTo>
                  <a:pt x="1097650" y="39023"/>
                </a:lnTo>
                <a:lnTo>
                  <a:pt x="1097650" y="98352"/>
                </a:lnTo>
                <a:cubicBezTo>
                  <a:pt x="1097650" y="100411"/>
                  <a:pt x="1097704" y="103065"/>
                  <a:pt x="1097811" y="106314"/>
                </a:cubicBezTo>
                <a:cubicBezTo>
                  <a:pt x="1097920" y="109563"/>
                  <a:pt x="1098083" y="112485"/>
                  <a:pt x="1098300" y="115081"/>
                </a:cubicBezTo>
                <a:lnTo>
                  <a:pt x="1087734" y="115081"/>
                </a:lnTo>
                <a:close/>
                <a:moveTo>
                  <a:pt x="1126908" y="55695"/>
                </a:moveTo>
                <a:cubicBezTo>
                  <a:pt x="1126908" y="53634"/>
                  <a:pt x="1126853" y="50977"/>
                  <a:pt x="1126744" y="47727"/>
                </a:cubicBezTo>
                <a:cubicBezTo>
                  <a:pt x="1126637" y="44476"/>
                  <a:pt x="1126474" y="41550"/>
                  <a:pt x="1126258" y="38949"/>
                </a:cubicBezTo>
                <a:lnTo>
                  <a:pt x="1136824" y="38949"/>
                </a:lnTo>
                <a:cubicBezTo>
                  <a:pt x="1137040" y="41008"/>
                  <a:pt x="1137202" y="43284"/>
                  <a:pt x="1137310" y="45777"/>
                </a:cubicBezTo>
                <a:cubicBezTo>
                  <a:pt x="1137419" y="48269"/>
                  <a:pt x="1137473" y="50327"/>
                  <a:pt x="1137473" y="51953"/>
                </a:cubicBezTo>
                <a:lnTo>
                  <a:pt x="1137798" y="51953"/>
                </a:lnTo>
                <a:cubicBezTo>
                  <a:pt x="1139966" y="47505"/>
                  <a:pt x="1143217" y="43899"/>
                  <a:pt x="1147550" y="41134"/>
                </a:cubicBezTo>
                <a:cubicBezTo>
                  <a:pt x="1151886" y="38368"/>
                  <a:pt x="1156763" y="36985"/>
                  <a:pt x="1162181" y="36985"/>
                </a:cubicBezTo>
                <a:cubicBezTo>
                  <a:pt x="1163590" y="36985"/>
                  <a:pt x="1164863" y="37048"/>
                  <a:pt x="1166001" y="37176"/>
                </a:cubicBezTo>
                <a:cubicBezTo>
                  <a:pt x="1167138" y="37303"/>
                  <a:pt x="1168303" y="37557"/>
                  <a:pt x="1169495" y="37937"/>
                </a:cubicBezTo>
                <a:lnTo>
                  <a:pt x="1168032" y="48280"/>
                </a:lnTo>
                <a:cubicBezTo>
                  <a:pt x="1167382" y="48063"/>
                  <a:pt x="1166298" y="47846"/>
                  <a:pt x="1164780" y="47630"/>
                </a:cubicBezTo>
                <a:cubicBezTo>
                  <a:pt x="1163264" y="47412"/>
                  <a:pt x="1161747" y="47302"/>
                  <a:pt x="1160229" y="47302"/>
                </a:cubicBezTo>
                <a:cubicBezTo>
                  <a:pt x="1157304" y="47302"/>
                  <a:pt x="1154487" y="47845"/>
                  <a:pt x="1151777" y="48929"/>
                </a:cubicBezTo>
                <a:cubicBezTo>
                  <a:pt x="1149068" y="50012"/>
                  <a:pt x="1146711" y="51719"/>
                  <a:pt x="1144706" y="54049"/>
                </a:cubicBezTo>
                <a:cubicBezTo>
                  <a:pt x="1142702" y="56378"/>
                  <a:pt x="1141076" y="59359"/>
                  <a:pt x="1139830" y="62990"/>
                </a:cubicBezTo>
                <a:cubicBezTo>
                  <a:pt x="1138584" y="66619"/>
                  <a:pt x="1137962" y="70980"/>
                  <a:pt x="1137962" y="76073"/>
                </a:cubicBezTo>
                <a:lnTo>
                  <a:pt x="1137962" y="115081"/>
                </a:lnTo>
                <a:lnTo>
                  <a:pt x="1126908" y="115081"/>
                </a:lnTo>
                <a:lnTo>
                  <a:pt x="1126908" y="556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6" name="Text Journey:Unlock">
            <a:extLst xmlns:a="http://schemas.openxmlformats.org/drawingml/2006/main">
              <a:ext uri="{FF2B5EF4-FFF2-40B4-BE49-F238E27FC236}">
                <a16:creationId xmlns:a16="http://schemas.microsoft.com/office/drawing/2014/main" id="{1D87B06D-A19B-4F9F-8E11-9EE9100E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8384" y="6576964"/>
            <a:ext cx="1197127" cy="161930"/>
          </a:xfrm>
          <a:custGeom xmlns:a="http://schemas.openxmlformats.org/drawingml/2006/main">
            <a:pathLst>
              <a:path w="1197127" h="161930">
                <a:moveTo>
                  <a:pt x="10891" y="99330"/>
                </a:moveTo>
                <a:cubicBezTo>
                  <a:pt x="11759" y="103880"/>
                  <a:pt x="13791" y="107699"/>
                  <a:pt x="16987" y="110788"/>
                </a:cubicBezTo>
                <a:cubicBezTo>
                  <a:pt x="20183" y="113877"/>
                  <a:pt x="24382" y="115421"/>
                  <a:pt x="29584" y="115421"/>
                </a:cubicBezTo>
                <a:cubicBezTo>
                  <a:pt x="33594" y="115421"/>
                  <a:pt x="36899" y="114691"/>
                  <a:pt x="39500" y="113231"/>
                </a:cubicBezTo>
                <a:cubicBezTo>
                  <a:pt x="42101" y="111769"/>
                  <a:pt x="44186" y="109794"/>
                  <a:pt x="45757" y="107306"/>
                </a:cubicBezTo>
                <a:cubicBezTo>
                  <a:pt x="47328" y="104816"/>
                  <a:pt x="48411" y="101975"/>
                  <a:pt x="49006" y="98784"/>
                </a:cubicBezTo>
                <a:cubicBezTo>
                  <a:pt x="49603" y="95591"/>
                  <a:pt x="49902" y="92263"/>
                  <a:pt x="49902" y="88801"/>
                </a:cubicBezTo>
                <a:lnTo>
                  <a:pt x="49902" y="7800"/>
                </a:lnTo>
                <a:lnTo>
                  <a:pt x="61606" y="7800"/>
                </a:lnTo>
                <a:lnTo>
                  <a:pt x="61606" y="89674"/>
                </a:lnTo>
                <a:cubicBezTo>
                  <a:pt x="61606" y="93466"/>
                  <a:pt x="61199" y="97474"/>
                  <a:pt x="60385" y="101698"/>
                </a:cubicBezTo>
                <a:cubicBezTo>
                  <a:pt x="59574" y="105921"/>
                  <a:pt x="58029" y="109820"/>
                  <a:pt x="55752" y="113395"/>
                </a:cubicBezTo>
                <a:cubicBezTo>
                  <a:pt x="53477" y="116968"/>
                  <a:pt x="50335" y="119919"/>
                  <a:pt x="46325" y="122247"/>
                </a:cubicBezTo>
                <a:cubicBezTo>
                  <a:pt x="42316" y="124575"/>
                  <a:pt x="37168" y="125739"/>
                  <a:pt x="30883" y="125739"/>
                </a:cubicBezTo>
                <a:cubicBezTo>
                  <a:pt x="22540" y="125739"/>
                  <a:pt x="15659" y="123531"/>
                  <a:pt x="10241" y="119117"/>
                </a:cubicBezTo>
                <a:cubicBezTo>
                  <a:pt x="4822" y="114702"/>
                  <a:pt x="1409" y="109081"/>
                  <a:pt x="0" y="102254"/>
                </a:cubicBezTo>
                <a:lnTo>
                  <a:pt x="10891" y="99330"/>
                </a:lnTo>
                <a:close/>
                <a:moveTo>
                  <a:pt x="166119" y="84786"/>
                </a:moveTo>
                <a:cubicBezTo>
                  <a:pt x="166119" y="90531"/>
                  <a:pt x="165116" y="95843"/>
                  <a:pt x="163110" y="100721"/>
                </a:cubicBezTo>
                <a:cubicBezTo>
                  <a:pt x="161106" y="105599"/>
                  <a:pt x="158316" y="109827"/>
                  <a:pt x="154740" y="113405"/>
                </a:cubicBezTo>
                <a:cubicBezTo>
                  <a:pt x="151165" y="116981"/>
                  <a:pt x="146885" y="119772"/>
                  <a:pt x="141900" y="121778"/>
                </a:cubicBezTo>
                <a:cubicBezTo>
                  <a:pt x="136916" y="123784"/>
                  <a:pt x="131444" y="124786"/>
                  <a:pt x="125483" y="124786"/>
                </a:cubicBezTo>
                <a:cubicBezTo>
                  <a:pt x="119631" y="124786"/>
                  <a:pt x="114213" y="123784"/>
                  <a:pt x="109228" y="121778"/>
                </a:cubicBezTo>
                <a:cubicBezTo>
                  <a:pt x="104244" y="119772"/>
                  <a:pt x="99964" y="116981"/>
                  <a:pt x="96388" y="113405"/>
                </a:cubicBezTo>
                <a:cubicBezTo>
                  <a:pt x="92813" y="109827"/>
                  <a:pt x="90023" y="105599"/>
                  <a:pt x="88017" y="100721"/>
                </a:cubicBezTo>
                <a:cubicBezTo>
                  <a:pt x="86013" y="95843"/>
                  <a:pt x="85011" y="90531"/>
                  <a:pt x="85011" y="84786"/>
                </a:cubicBezTo>
                <a:cubicBezTo>
                  <a:pt x="85011" y="79040"/>
                  <a:pt x="86013" y="73728"/>
                  <a:pt x="88017" y="68850"/>
                </a:cubicBezTo>
                <a:cubicBezTo>
                  <a:pt x="90023" y="63973"/>
                  <a:pt x="92813" y="59746"/>
                  <a:pt x="96388" y="56169"/>
                </a:cubicBezTo>
                <a:cubicBezTo>
                  <a:pt x="99964" y="52591"/>
                  <a:pt x="104244" y="49799"/>
                  <a:pt x="109228" y="47793"/>
                </a:cubicBezTo>
                <a:cubicBezTo>
                  <a:pt x="114213" y="45788"/>
                  <a:pt x="119631" y="44785"/>
                  <a:pt x="125483" y="44785"/>
                </a:cubicBezTo>
                <a:cubicBezTo>
                  <a:pt x="131444" y="44785"/>
                  <a:pt x="136916" y="45788"/>
                  <a:pt x="141900" y="47793"/>
                </a:cubicBezTo>
                <a:cubicBezTo>
                  <a:pt x="146885" y="49799"/>
                  <a:pt x="151165" y="52591"/>
                  <a:pt x="154740" y="56169"/>
                </a:cubicBezTo>
                <a:cubicBezTo>
                  <a:pt x="158316" y="59746"/>
                  <a:pt x="161106" y="63973"/>
                  <a:pt x="163110" y="68850"/>
                </a:cubicBezTo>
                <a:cubicBezTo>
                  <a:pt x="165116" y="73728"/>
                  <a:pt x="166119" y="79040"/>
                  <a:pt x="166119" y="84786"/>
                </a:cubicBezTo>
                <a:moveTo>
                  <a:pt x="154417" y="84788"/>
                </a:moveTo>
                <a:cubicBezTo>
                  <a:pt x="154417" y="80552"/>
                  <a:pt x="153740" y="76561"/>
                  <a:pt x="152386" y="72814"/>
                </a:cubicBezTo>
                <a:cubicBezTo>
                  <a:pt x="151032" y="69065"/>
                  <a:pt x="149108" y="65806"/>
                  <a:pt x="146614" y="63037"/>
                </a:cubicBezTo>
                <a:cubicBezTo>
                  <a:pt x="144123" y="60266"/>
                  <a:pt x="141089" y="58066"/>
                  <a:pt x="137512" y="56437"/>
                </a:cubicBezTo>
                <a:cubicBezTo>
                  <a:pt x="133937" y="54807"/>
                  <a:pt x="129928" y="53992"/>
                  <a:pt x="125486" y="53992"/>
                </a:cubicBezTo>
                <a:cubicBezTo>
                  <a:pt x="121043" y="53992"/>
                  <a:pt x="117060" y="54807"/>
                  <a:pt x="113538" y="56437"/>
                </a:cubicBezTo>
                <a:cubicBezTo>
                  <a:pt x="110017" y="58066"/>
                  <a:pt x="107009" y="60266"/>
                  <a:pt x="104515" y="63037"/>
                </a:cubicBezTo>
                <a:cubicBezTo>
                  <a:pt x="102024" y="65806"/>
                  <a:pt x="100101" y="69065"/>
                  <a:pt x="98747" y="72814"/>
                </a:cubicBezTo>
                <a:cubicBezTo>
                  <a:pt x="97392" y="76561"/>
                  <a:pt x="96715" y="80552"/>
                  <a:pt x="96715" y="84788"/>
                </a:cubicBezTo>
                <a:cubicBezTo>
                  <a:pt x="96715" y="89024"/>
                  <a:pt x="97392" y="93017"/>
                  <a:pt x="98747" y="96765"/>
                </a:cubicBezTo>
                <a:cubicBezTo>
                  <a:pt x="100101" y="100512"/>
                  <a:pt x="102024" y="103771"/>
                  <a:pt x="104515" y="106542"/>
                </a:cubicBezTo>
                <a:cubicBezTo>
                  <a:pt x="107009" y="109312"/>
                  <a:pt x="110017" y="111484"/>
                  <a:pt x="113538" y="113060"/>
                </a:cubicBezTo>
                <a:cubicBezTo>
                  <a:pt x="117060" y="114634"/>
                  <a:pt x="121043" y="115421"/>
                  <a:pt x="125486" y="115421"/>
                </a:cubicBezTo>
                <a:cubicBezTo>
                  <a:pt x="129928" y="115421"/>
                  <a:pt x="133937" y="114634"/>
                  <a:pt x="137512" y="113060"/>
                </a:cubicBezTo>
                <a:cubicBezTo>
                  <a:pt x="141089" y="111484"/>
                  <a:pt x="144123" y="109312"/>
                  <a:pt x="146614" y="106542"/>
                </a:cubicBezTo>
                <a:cubicBezTo>
                  <a:pt x="149108" y="103771"/>
                  <a:pt x="151032" y="100512"/>
                  <a:pt x="152386" y="96765"/>
                </a:cubicBezTo>
                <a:cubicBezTo>
                  <a:pt x="153740" y="93017"/>
                  <a:pt x="154417" y="89024"/>
                  <a:pt x="154417" y="84788"/>
                </a:cubicBezTo>
                <a:close/>
                <a:moveTo>
                  <a:pt x="245113" y="122882"/>
                </a:moveTo>
                <a:cubicBezTo>
                  <a:pt x="244897" y="120823"/>
                  <a:pt x="244734" y="118548"/>
                  <a:pt x="244625" y="116056"/>
                </a:cubicBezTo>
                <a:cubicBezTo>
                  <a:pt x="244517" y="113563"/>
                  <a:pt x="244464" y="111503"/>
                  <a:pt x="244464" y="109878"/>
                </a:cubicBezTo>
                <a:lnTo>
                  <a:pt x="244139" y="109878"/>
                </a:lnTo>
                <a:cubicBezTo>
                  <a:pt x="241971" y="114321"/>
                  <a:pt x="238449" y="117916"/>
                  <a:pt x="233573" y="120664"/>
                </a:cubicBezTo>
                <a:cubicBezTo>
                  <a:pt x="228697" y="123412"/>
                  <a:pt x="223550" y="124786"/>
                  <a:pt x="218131" y="124786"/>
                </a:cubicBezTo>
                <a:cubicBezTo>
                  <a:pt x="208488" y="124786"/>
                  <a:pt x="201255" y="121925"/>
                  <a:pt x="196432" y="116202"/>
                </a:cubicBezTo>
                <a:cubicBezTo>
                  <a:pt x="191610" y="110478"/>
                  <a:pt x="189200" y="102902"/>
                  <a:pt x="189200" y="93474"/>
                </a:cubicBezTo>
                <a:lnTo>
                  <a:pt x="189200" y="46824"/>
                </a:lnTo>
                <a:lnTo>
                  <a:pt x="200254" y="46824"/>
                </a:lnTo>
                <a:lnTo>
                  <a:pt x="200254" y="88923"/>
                </a:lnTo>
                <a:cubicBezTo>
                  <a:pt x="200254" y="92932"/>
                  <a:pt x="200579" y="96563"/>
                  <a:pt x="201229" y="99813"/>
                </a:cubicBezTo>
                <a:cubicBezTo>
                  <a:pt x="201878" y="103064"/>
                  <a:pt x="202989" y="105854"/>
                  <a:pt x="204560" y="108184"/>
                </a:cubicBezTo>
                <a:cubicBezTo>
                  <a:pt x="206132" y="110514"/>
                  <a:pt x="208245" y="112329"/>
                  <a:pt x="210899" y="113630"/>
                </a:cubicBezTo>
                <a:cubicBezTo>
                  <a:pt x="213554" y="114930"/>
                  <a:pt x="216887" y="115580"/>
                  <a:pt x="220897" y="115580"/>
                </a:cubicBezTo>
                <a:cubicBezTo>
                  <a:pt x="223822" y="115580"/>
                  <a:pt x="226666" y="114984"/>
                  <a:pt x="229429" y="113792"/>
                </a:cubicBezTo>
                <a:cubicBezTo>
                  <a:pt x="232193" y="112599"/>
                  <a:pt x="234658" y="110785"/>
                  <a:pt x="236825" y="108348"/>
                </a:cubicBezTo>
                <a:cubicBezTo>
                  <a:pt x="238992" y="105909"/>
                  <a:pt x="240726" y="102820"/>
                  <a:pt x="242025" y="99082"/>
                </a:cubicBezTo>
                <a:cubicBezTo>
                  <a:pt x="243327" y="95343"/>
                  <a:pt x="243977" y="90927"/>
                  <a:pt x="243977" y="85835"/>
                </a:cubicBezTo>
                <a:lnTo>
                  <a:pt x="243977" y="46824"/>
                </a:lnTo>
                <a:lnTo>
                  <a:pt x="255029" y="46824"/>
                </a:lnTo>
                <a:lnTo>
                  <a:pt x="255029" y="106153"/>
                </a:lnTo>
                <a:cubicBezTo>
                  <a:pt x="255029" y="108211"/>
                  <a:pt x="255083" y="110865"/>
                  <a:pt x="255190" y="114114"/>
                </a:cubicBezTo>
                <a:cubicBezTo>
                  <a:pt x="255300" y="117363"/>
                  <a:pt x="255462" y="120286"/>
                  <a:pt x="255679" y="122882"/>
                </a:cubicBezTo>
                <a:lnTo>
                  <a:pt x="245113" y="122882"/>
                </a:lnTo>
                <a:close/>
                <a:moveTo>
                  <a:pt x="284288" y="63496"/>
                </a:moveTo>
                <a:cubicBezTo>
                  <a:pt x="284288" y="61434"/>
                  <a:pt x="284233" y="58777"/>
                  <a:pt x="284124" y="55527"/>
                </a:cubicBezTo>
                <a:cubicBezTo>
                  <a:pt x="284017" y="52276"/>
                  <a:pt x="283855" y="49350"/>
                  <a:pt x="283638" y="46749"/>
                </a:cubicBezTo>
                <a:lnTo>
                  <a:pt x="294204" y="46749"/>
                </a:lnTo>
                <a:cubicBezTo>
                  <a:pt x="294420" y="48808"/>
                  <a:pt x="294582" y="51084"/>
                  <a:pt x="294690" y="53577"/>
                </a:cubicBezTo>
                <a:cubicBezTo>
                  <a:pt x="294799" y="56069"/>
                  <a:pt x="294854" y="58128"/>
                  <a:pt x="294854" y="59753"/>
                </a:cubicBezTo>
                <a:lnTo>
                  <a:pt x="295178" y="59753"/>
                </a:lnTo>
                <a:cubicBezTo>
                  <a:pt x="297346" y="55305"/>
                  <a:pt x="300597" y="51699"/>
                  <a:pt x="304931" y="48934"/>
                </a:cubicBezTo>
                <a:cubicBezTo>
                  <a:pt x="309266" y="46168"/>
                  <a:pt x="314143" y="44785"/>
                  <a:pt x="319561" y="44785"/>
                </a:cubicBezTo>
                <a:cubicBezTo>
                  <a:pt x="320970" y="44785"/>
                  <a:pt x="322243" y="44849"/>
                  <a:pt x="323381" y="44976"/>
                </a:cubicBezTo>
                <a:cubicBezTo>
                  <a:pt x="324518" y="45103"/>
                  <a:pt x="325683" y="45357"/>
                  <a:pt x="326875" y="45737"/>
                </a:cubicBezTo>
                <a:lnTo>
                  <a:pt x="325412" y="56080"/>
                </a:lnTo>
                <a:cubicBezTo>
                  <a:pt x="324762" y="55863"/>
                  <a:pt x="323678" y="55647"/>
                  <a:pt x="322161" y="55430"/>
                </a:cubicBezTo>
                <a:cubicBezTo>
                  <a:pt x="320644" y="55212"/>
                  <a:pt x="319127" y="55103"/>
                  <a:pt x="317609" y="55103"/>
                </a:cubicBezTo>
                <a:cubicBezTo>
                  <a:pt x="314684" y="55103"/>
                  <a:pt x="311867" y="55645"/>
                  <a:pt x="309157" y="56730"/>
                </a:cubicBezTo>
                <a:cubicBezTo>
                  <a:pt x="306448" y="57813"/>
                  <a:pt x="304091" y="59519"/>
                  <a:pt x="302086" y="61849"/>
                </a:cubicBezTo>
                <a:cubicBezTo>
                  <a:pt x="300082" y="64179"/>
                  <a:pt x="298456" y="67159"/>
                  <a:pt x="297210" y="70790"/>
                </a:cubicBezTo>
                <a:cubicBezTo>
                  <a:pt x="295965" y="74419"/>
                  <a:pt x="295342" y="78780"/>
                  <a:pt x="295342" y="83873"/>
                </a:cubicBezTo>
                <a:lnTo>
                  <a:pt x="295342" y="122882"/>
                </a:lnTo>
                <a:lnTo>
                  <a:pt x="284288" y="122882"/>
                </a:lnTo>
                <a:lnTo>
                  <a:pt x="284288" y="63496"/>
                </a:lnTo>
                <a:close/>
                <a:moveTo>
                  <a:pt x="352718" y="46749"/>
                </a:moveTo>
                <a:cubicBezTo>
                  <a:pt x="352935" y="48808"/>
                  <a:pt x="353097" y="51084"/>
                  <a:pt x="353205" y="53577"/>
                </a:cubicBezTo>
                <a:cubicBezTo>
                  <a:pt x="353314" y="56069"/>
                  <a:pt x="353368" y="58128"/>
                  <a:pt x="353368" y="59753"/>
                </a:cubicBezTo>
                <a:lnTo>
                  <a:pt x="353693" y="59753"/>
                </a:lnTo>
                <a:cubicBezTo>
                  <a:pt x="355861" y="55305"/>
                  <a:pt x="359383" y="51699"/>
                  <a:pt x="364259" y="48934"/>
                </a:cubicBezTo>
                <a:cubicBezTo>
                  <a:pt x="369135" y="46168"/>
                  <a:pt x="374282" y="44785"/>
                  <a:pt x="379701" y="44785"/>
                </a:cubicBezTo>
                <a:cubicBezTo>
                  <a:pt x="389344" y="44785"/>
                  <a:pt x="396576" y="47660"/>
                  <a:pt x="401397" y="53409"/>
                </a:cubicBezTo>
                <a:cubicBezTo>
                  <a:pt x="406221" y="59158"/>
                  <a:pt x="408632" y="66750"/>
                  <a:pt x="408632" y="76187"/>
                </a:cubicBezTo>
                <a:lnTo>
                  <a:pt x="408632" y="122882"/>
                </a:lnTo>
                <a:lnTo>
                  <a:pt x="397580" y="122882"/>
                </a:lnTo>
                <a:lnTo>
                  <a:pt x="397580" y="80701"/>
                </a:lnTo>
                <a:cubicBezTo>
                  <a:pt x="397580" y="76683"/>
                  <a:pt x="397255" y="73046"/>
                  <a:pt x="396606" y="69790"/>
                </a:cubicBezTo>
                <a:cubicBezTo>
                  <a:pt x="395956" y="66533"/>
                  <a:pt x="394845" y="63737"/>
                  <a:pt x="393272" y="61402"/>
                </a:cubicBezTo>
                <a:cubicBezTo>
                  <a:pt x="391701" y="59068"/>
                  <a:pt x="389588" y="57249"/>
                  <a:pt x="386933" y="55946"/>
                </a:cubicBezTo>
                <a:cubicBezTo>
                  <a:pt x="384279" y="54643"/>
                  <a:pt x="380947" y="53992"/>
                  <a:pt x="376938" y="53992"/>
                </a:cubicBezTo>
                <a:cubicBezTo>
                  <a:pt x="374013" y="53992"/>
                  <a:pt x="371168" y="54589"/>
                  <a:pt x="368403" y="55785"/>
                </a:cubicBezTo>
                <a:cubicBezTo>
                  <a:pt x="365640" y="56978"/>
                  <a:pt x="363175" y="58797"/>
                  <a:pt x="361007" y="61241"/>
                </a:cubicBezTo>
                <a:cubicBezTo>
                  <a:pt x="358841" y="63683"/>
                  <a:pt x="357108" y="66777"/>
                  <a:pt x="355806" y="70522"/>
                </a:cubicBezTo>
                <a:cubicBezTo>
                  <a:pt x="354507" y="74267"/>
                  <a:pt x="353857" y="78692"/>
                  <a:pt x="353857" y="83796"/>
                </a:cubicBezTo>
                <a:lnTo>
                  <a:pt x="353857" y="122882"/>
                </a:lnTo>
                <a:lnTo>
                  <a:pt x="342803" y="122882"/>
                </a:lnTo>
                <a:lnTo>
                  <a:pt x="342803" y="63496"/>
                </a:lnTo>
                <a:cubicBezTo>
                  <a:pt x="342803" y="61434"/>
                  <a:pt x="342748" y="58777"/>
                  <a:pt x="342639" y="55527"/>
                </a:cubicBezTo>
                <a:cubicBezTo>
                  <a:pt x="342531" y="52276"/>
                  <a:pt x="342369" y="49350"/>
                  <a:pt x="342153" y="46749"/>
                </a:cubicBezTo>
                <a:lnTo>
                  <a:pt x="352718" y="46749"/>
                </a:lnTo>
                <a:close/>
                <a:moveTo>
                  <a:pt x="495269" y="79071"/>
                </a:moveTo>
                <a:cubicBezTo>
                  <a:pt x="494944" y="71859"/>
                  <a:pt x="492640" y="65876"/>
                  <a:pt x="488360" y="61122"/>
                </a:cubicBezTo>
                <a:cubicBezTo>
                  <a:pt x="484080" y="56368"/>
                  <a:pt x="477986" y="53992"/>
                  <a:pt x="470076" y="53992"/>
                </a:cubicBezTo>
                <a:cubicBezTo>
                  <a:pt x="466392" y="53992"/>
                  <a:pt x="462978" y="54674"/>
                  <a:pt x="459835" y="56040"/>
                </a:cubicBezTo>
                <a:cubicBezTo>
                  <a:pt x="456693" y="57406"/>
                  <a:pt x="453930" y="59264"/>
                  <a:pt x="451546" y="61613"/>
                </a:cubicBezTo>
                <a:cubicBezTo>
                  <a:pt x="449162" y="63963"/>
                  <a:pt x="447265" y="66641"/>
                  <a:pt x="445856" y="69647"/>
                </a:cubicBezTo>
                <a:cubicBezTo>
                  <a:pt x="444448" y="72651"/>
                  <a:pt x="443635" y="75792"/>
                  <a:pt x="443418" y="79071"/>
                </a:cubicBezTo>
                <a:lnTo>
                  <a:pt x="495269" y="79071"/>
                </a:lnTo>
                <a:moveTo>
                  <a:pt x="506485" y="82588"/>
                </a:moveTo>
                <a:cubicBezTo>
                  <a:pt x="506485" y="83349"/>
                  <a:pt x="506485" y="84164"/>
                  <a:pt x="506485" y="85034"/>
                </a:cubicBezTo>
                <a:cubicBezTo>
                  <a:pt x="506485" y="85902"/>
                  <a:pt x="506430" y="86824"/>
                  <a:pt x="506321" y="87802"/>
                </a:cubicBezTo>
                <a:lnTo>
                  <a:pt x="443255" y="87802"/>
                </a:lnTo>
                <a:cubicBezTo>
                  <a:pt x="443364" y="91593"/>
                  <a:pt x="444122" y="95168"/>
                  <a:pt x="445529" y="98526"/>
                </a:cubicBezTo>
                <a:cubicBezTo>
                  <a:pt x="446938" y="101883"/>
                  <a:pt x="448888" y="104807"/>
                  <a:pt x="451380" y="107298"/>
                </a:cubicBezTo>
                <a:cubicBezTo>
                  <a:pt x="453873" y="109789"/>
                  <a:pt x="456799" y="111765"/>
                  <a:pt x="460157" y="113229"/>
                </a:cubicBezTo>
                <a:cubicBezTo>
                  <a:pt x="463517" y="114690"/>
                  <a:pt x="467148" y="115421"/>
                  <a:pt x="471050" y="115421"/>
                </a:cubicBezTo>
                <a:cubicBezTo>
                  <a:pt x="476793" y="115421"/>
                  <a:pt x="481750" y="114094"/>
                  <a:pt x="485922" y="111440"/>
                </a:cubicBezTo>
                <a:cubicBezTo>
                  <a:pt x="490093" y="108785"/>
                  <a:pt x="493263" y="105724"/>
                  <a:pt x="495431" y="102256"/>
                </a:cubicBezTo>
                <a:lnTo>
                  <a:pt x="503719" y="108757"/>
                </a:lnTo>
                <a:cubicBezTo>
                  <a:pt x="499169" y="114491"/>
                  <a:pt x="494157" y="118597"/>
                  <a:pt x="488684" y="121074"/>
                </a:cubicBezTo>
                <a:cubicBezTo>
                  <a:pt x="483213" y="123549"/>
                  <a:pt x="477335" y="124786"/>
                  <a:pt x="471050" y="124786"/>
                </a:cubicBezTo>
                <a:cubicBezTo>
                  <a:pt x="465415" y="124786"/>
                  <a:pt x="460186" y="123784"/>
                  <a:pt x="455363" y="121778"/>
                </a:cubicBezTo>
                <a:cubicBezTo>
                  <a:pt x="450541" y="119772"/>
                  <a:pt x="446397" y="116981"/>
                  <a:pt x="442930" y="113405"/>
                </a:cubicBezTo>
                <a:cubicBezTo>
                  <a:pt x="439462" y="109827"/>
                  <a:pt x="436726" y="105599"/>
                  <a:pt x="434720" y="100721"/>
                </a:cubicBezTo>
                <a:cubicBezTo>
                  <a:pt x="432716" y="95843"/>
                  <a:pt x="431714" y="90531"/>
                  <a:pt x="431714" y="84786"/>
                </a:cubicBezTo>
                <a:cubicBezTo>
                  <a:pt x="431714" y="79040"/>
                  <a:pt x="432689" y="73728"/>
                  <a:pt x="434638" y="68850"/>
                </a:cubicBezTo>
                <a:cubicBezTo>
                  <a:pt x="436589" y="63973"/>
                  <a:pt x="439299" y="59746"/>
                  <a:pt x="442766" y="56169"/>
                </a:cubicBezTo>
                <a:cubicBezTo>
                  <a:pt x="446235" y="52591"/>
                  <a:pt x="450299" y="49799"/>
                  <a:pt x="454959" y="47793"/>
                </a:cubicBezTo>
                <a:cubicBezTo>
                  <a:pt x="459618" y="45788"/>
                  <a:pt x="464657" y="44785"/>
                  <a:pt x="470076" y="44785"/>
                </a:cubicBezTo>
                <a:cubicBezTo>
                  <a:pt x="476035" y="44785"/>
                  <a:pt x="481289" y="45790"/>
                  <a:pt x="485840" y="47801"/>
                </a:cubicBezTo>
                <a:cubicBezTo>
                  <a:pt x="490392" y="49810"/>
                  <a:pt x="494185" y="52526"/>
                  <a:pt x="497219" y="55948"/>
                </a:cubicBezTo>
                <a:cubicBezTo>
                  <a:pt x="500253" y="59369"/>
                  <a:pt x="502555" y="63361"/>
                  <a:pt x="504126" y="67923"/>
                </a:cubicBezTo>
                <a:cubicBezTo>
                  <a:pt x="505699" y="72485"/>
                  <a:pt x="506485" y="77373"/>
                  <a:pt x="506485" y="82588"/>
                </a:cubicBezTo>
                <a:close/>
                <a:moveTo>
                  <a:pt x="556385" y="111125"/>
                </a:moveTo>
                <a:lnTo>
                  <a:pt x="556710" y="111125"/>
                </a:lnTo>
                <a:lnTo>
                  <a:pt x="580277" y="46920"/>
                </a:lnTo>
                <a:lnTo>
                  <a:pt x="592306" y="46920"/>
                </a:lnTo>
                <a:lnTo>
                  <a:pt x="554433" y="142659"/>
                </a:lnTo>
                <a:cubicBezTo>
                  <a:pt x="552158" y="148510"/>
                  <a:pt x="549260" y="153185"/>
                  <a:pt x="545738" y="156682"/>
                </a:cubicBezTo>
                <a:cubicBezTo>
                  <a:pt x="542216" y="160181"/>
                  <a:pt x="537150" y="161930"/>
                  <a:pt x="530539" y="161930"/>
                </a:cubicBezTo>
                <a:cubicBezTo>
                  <a:pt x="527181" y="161930"/>
                  <a:pt x="523877" y="161612"/>
                  <a:pt x="520626" y="160977"/>
                </a:cubicBezTo>
                <a:lnTo>
                  <a:pt x="521762" y="150948"/>
                </a:lnTo>
                <a:cubicBezTo>
                  <a:pt x="524363" y="151814"/>
                  <a:pt x="527072" y="152247"/>
                  <a:pt x="529889" y="152247"/>
                </a:cubicBezTo>
                <a:cubicBezTo>
                  <a:pt x="533682" y="152247"/>
                  <a:pt x="536662" y="151082"/>
                  <a:pt x="538828" y="148753"/>
                </a:cubicBezTo>
                <a:cubicBezTo>
                  <a:pt x="540996" y="146423"/>
                  <a:pt x="542892" y="143091"/>
                  <a:pt x="544518" y="138757"/>
                </a:cubicBezTo>
                <a:lnTo>
                  <a:pt x="550696" y="122827"/>
                </a:lnTo>
                <a:lnTo>
                  <a:pt x="518188" y="46920"/>
                </a:lnTo>
                <a:lnTo>
                  <a:pt x="530539" y="46920"/>
                </a:lnTo>
                <a:lnTo>
                  <a:pt x="556385" y="111125"/>
                </a:lnTo>
                <a:close/>
                <a:moveTo>
                  <a:pt x="628065" y="54706"/>
                </a:moveTo>
                <a:cubicBezTo>
                  <a:pt x="628065" y="56989"/>
                  <a:pt x="627252" y="59029"/>
                  <a:pt x="625627" y="60824"/>
                </a:cubicBezTo>
                <a:cubicBezTo>
                  <a:pt x="624001" y="62618"/>
                  <a:pt x="621888" y="63515"/>
                  <a:pt x="619287" y="63515"/>
                </a:cubicBezTo>
                <a:cubicBezTo>
                  <a:pt x="616686" y="63515"/>
                  <a:pt x="614573" y="62618"/>
                  <a:pt x="612948" y="60824"/>
                </a:cubicBezTo>
                <a:cubicBezTo>
                  <a:pt x="611322" y="59029"/>
                  <a:pt x="610510" y="56989"/>
                  <a:pt x="610510" y="54706"/>
                </a:cubicBezTo>
                <a:cubicBezTo>
                  <a:pt x="610510" y="52422"/>
                  <a:pt x="611322" y="50384"/>
                  <a:pt x="612948" y="48590"/>
                </a:cubicBezTo>
                <a:cubicBezTo>
                  <a:pt x="614573" y="46794"/>
                  <a:pt x="616686" y="45896"/>
                  <a:pt x="619287" y="45896"/>
                </a:cubicBezTo>
                <a:cubicBezTo>
                  <a:pt x="621888" y="45896"/>
                  <a:pt x="624001" y="46794"/>
                  <a:pt x="625627" y="48590"/>
                </a:cubicBezTo>
                <a:cubicBezTo>
                  <a:pt x="627252" y="50384"/>
                  <a:pt x="628065" y="52422"/>
                  <a:pt x="628065" y="54706"/>
                </a:cubicBezTo>
                <a:moveTo>
                  <a:pt x="628065" y="115024"/>
                </a:moveTo>
                <a:cubicBezTo>
                  <a:pt x="628065" y="117308"/>
                  <a:pt x="627252" y="119347"/>
                  <a:pt x="625627" y="121143"/>
                </a:cubicBezTo>
                <a:cubicBezTo>
                  <a:pt x="624001" y="122937"/>
                  <a:pt x="621888" y="123834"/>
                  <a:pt x="619287" y="123834"/>
                </a:cubicBezTo>
                <a:cubicBezTo>
                  <a:pt x="616686" y="123834"/>
                  <a:pt x="614573" y="122937"/>
                  <a:pt x="612948" y="121143"/>
                </a:cubicBezTo>
                <a:cubicBezTo>
                  <a:pt x="611322" y="119347"/>
                  <a:pt x="610510" y="117308"/>
                  <a:pt x="610510" y="115024"/>
                </a:cubicBezTo>
                <a:cubicBezTo>
                  <a:pt x="610510" y="112741"/>
                  <a:pt x="611322" y="110702"/>
                  <a:pt x="612948" y="108908"/>
                </a:cubicBezTo>
                <a:cubicBezTo>
                  <a:pt x="614573" y="107112"/>
                  <a:pt x="616686" y="106215"/>
                  <a:pt x="619287" y="106215"/>
                </a:cubicBezTo>
                <a:cubicBezTo>
                  <a:pt x="621888" y="106215"/>
                  <a:pt x="624001" y="107112"/>
                  <a:pt x="625627" y="108908"/>
                </a:cubicBezTo>
                <a:cubicBezTo>
                  <a:pt x="627252" y="110702"/>
                  <a:pt x="628065" y="112741"/>
                  <a:pt x="628065" y="115024"/>
                </a:cubicBezTo>
                <a:close/>
                <a:moveTo>
                  <a:pt x="742007" y="125739"/>
                </a:moveTo>
                <a:cubicBezTo>
                  <a:pt x="733338" y="125739"/>
                  <a:pt x="726239" y="124250"/>
                  <a:pt x="720712" y="121272"/>
                </a:cubicBezTo>
                <a:cubicBezTo>
                  <a:pt x="715186" y="118294"/>
                  <a:pt x="710798" y="114531"/>
                  <a:pt x="707547" y="109982"/>
                </a:cubicBezTo>
                <a:cubicBezTo>
                  <a:pt x="704296" y="105433"/>
                  <a:pt x="702047" y="100479"/>
                  <a:pt x="700801" y="95118"/>
                </a:cubicBezTo>
                <a:cubicBezTo>
                  <a:pt x="699556" y="89756"/>
                  <a:pt x="698933" y="84692"/>
                  <a:pt x="698933" y="79927"/>
                </a:cubicBezTo>
                <a:lnTo>
                  <a:pt x="698933" y="7800"/>
                </a:lnTo>
                <a:lnTo>
                  <a:pt x="710637" y="7800"/>
                </a:lnTo>
                <a:lnTo>
                  <a:pt x="710637" y="78575"/>
                </a:lnTo>
                <a:cubicBezTo>
                  <a:pt x="710637" y="83230"/>
                  <a:pt x="711179" y="87749"/>
                  <a:pt x="712262" y="92132"/>
                </a:cubicBezTo>
                <a:cubicBezTo>
                  <a:pt x="713346" y="96514"/>
                  <a:pt x="715107" y="100409"/>
                  <a:pt x="717545" y="103819"/>
                </a:cubicBezTo>
                <a:cubicBezTo>
                  <a:pt x="719983" y="107227"/>
                  <a:pt x="723208" y="109986"/>
                  <a:pt x="727217" y="112098"/>
                </a:cubicBezTo>
                <a:cubicBezTo>
                  <a:pt x="731227" y="114207"/>
                  <a:pt x="736158" y="115262"/>
                  <a:pt x="742009" y="115262"/>
                </a:cubicBezTo>
                <a:cubicBezTo>
                  <a:pt x="747859" y="115262"/>
                  <a:pt x="752789" y="114207"/>
                  <a:pt x="756799" y="112098"/>
                </a:cubicBezTo>
                <a:cubicBezTo>
                  <a:pt x="760808" y="109986"/>
                  <a:pt x="764032" y="107227"/>
                  <a:pt x="766469" y="103819"/>
                </a:cubicBezTo>
                <a:cubicBezTo>
                  <a:pt x="768908" y="100409"/>
                  <a:pt x="770669" y="96514"/>
                  <a:pt x="771752" y="92132"/>
                </a:cubicBezTo>
                <a:cubicBezTo>
                  <a:pt x="772837" y="87749"/>
                  <a:pt x="773379" y="83230"/>
                  <a:pt x="773379" y="78575"/>
                </a:cubicBezTo>
                <a:lnTo>
                  <a:pt x="773379" y="7800"/>
                </a:lnTo>
                <a:lnTo>
                  <a:pt x="785080" y="7800"/>
                </a:lnTo>
                <a:lnTo>
                  <a:pt x="785080" y="79927"/>
                </a:lnTo>
                <a:cubicBezTo>
                  <a:pt x="785080" y="84692"/>
                  <a:pt x="784457" y="89756"/>
                  <a:pt x="783210" y="95118"/>
                </a:cubicBezTo>
                <a:cubicBezTo>
                  <a:pt x="781965" y="100479"/>
                  <a:pt x="779717" y="105433"/>
                  <a:pt x="776467" y="109982"/>
                </a:cubicBezTo>
                <a:cubicBezTo>
                  <a:pt x="773216" y="114531"/>
                  <a:pt x="768800" y="118294"/>
                  <a:pt x="763217" y="121272"/>
                </a:cubicBezTo>
                <a:cubicBezTo>
                  <a:pt x="757637" y="124250"/>
                  <a:pt x="750567" y="125739"/>
                  <a:pt x="742007" y="125739"/>
                </a:cubicBezTo>
                <a:close/>
                <a:moveTo>
                  <a:pt x="824255" y="46749"/>
                </a:moveTo>
                <a:cubicBezTo>
                  <a:pt x="824471" y="48808"/>
                  <a:pt x="824633" y="51084"/>
                  <a:pt x="824741" y="53577"/>
                </a:cubicBezTo>
                <a:cubicBezTo>
                  <a:pt x="824850" y="56069"/>
                  <a:pt x="824904" y="58128"/>
                  <a:pt x="824904" y="59753"/>
                </a:cubicBezTo>
                <a:lnTo>
                  <a:pt x="825229" y="59753"/>
                </a:lnTo>
                <a:cubicBezTo>
                  <a:pt x="827397" y="55305"/>
                  <a:pt x="830919" y="51699"/>
                  <a:pt x="835795" y="48934"/>
                </a:cubicBezTo>
                <a:cubicBezTo>
                  <a:pt x="840671" y="46168"/>
                  <a:pt x="845818" y="44785"/>
                  <a:pt x="851237" y="44785"/>
                </a:cubicBezTo>
                <a:cubicBezTo>
                  <a:pt x="860880" y="44785"/>
                  <a:pt x="868112" y="47660"/>
                  <a:pt x="872933" y="53409"/>
                </a:cubicBezTo>
                <a:cubicBezTo>
                  <a:pt x="877757" y="59158"/>
                  <a:pt x="880168" y="66750"/>
                  <a:pt x="880168" y="76187"/>
                </a:cubicBezTo>
                <a:lnTo>
                  <a:pt x="880168" y="122882"/>
                </a:lnTo>
                <a:lnTo>
                  <a:pt x="869116" y="122882"/>
                </a:lnTo>
                <a:lnTo>
                  <a:pt x="869116" y="80701"/>
                </a:lnTo>
                <a:cubicBezTo>
                  <a:pt x="869116" y="76683"/>
                  <a:pt x="868792" y="73046"/>
                  <a:pt x="868142" y="69790"/>
                </a:cubicBezTo>
                <a:cubicBezTo>
                  <a:pt x="867492" y="66533"/>
                  <a:pt x="866381" y="63737"/>
                  <a:pt x="864808" y="61402"/>
                </a:cubicBezTo>
                <a:cubicBezTo>
                  <a:pt x="863238" y="59068"/>
                  <a:pt x="861124" y="57249"/>
                  <a:pt x="858469" y="55946"/>
                </a:cubicBezTo>
                <a:cubicBezTo>
                  <a:pt x="855815" y="54643"/>
                  <a:pt x="852483" y="53992"/>
                  <a:pt x="848474" y="53992"/>
                </a:cubicBezTo>
                <a:cubicBezTo>
                  <a:pt x="845549" y="53992"/>
                  <a:pt x="842704" y="54589"/>
                  <a:pt x="839939" y="55785"/>
                </a:cubicBezTo>
                <a:cubicBezTo>
                  <a:pt x="837176" y="56978"/>
                  <a:pt x="834711" y="58797"/>
                  <a:pt x="832543" y="61241"/>
                </a:cubicBezTo>
                <a:cubicBezTo>
                  <a:pt x="830377" y="63683"/>
                  <a:pt x="828644" y="66777"/>
                  <a:pt x="827342" y="70522"/>
                </a:cubicBezTo>
                <a:cubicBezTo>
                  <a:pt x="826043" y="74267"/>
                  <a:pt x="825393" y="78692"/>
                  <a:pt x="825393" y="83796"/>
                </a:cubicBezTo>
                <a:lnTo>
                  <a:pt x="825393" y="122882"/>
                </a:lnTo>
                <a:lnTo>
                  <a:pt x="814339" y="122882"/>
                </a:lnTo>
                <a:lnTo>
                  <a:pt x="814339" y="63496"/>
                </a:lnTo>
                <a:cubicBezTo>
                  <a:pt x="814339" y="61434"/>
                  <a:pt x="814284" y="58777"/>
                  <a:pt x="814175" y="55527"/>
                </a:cubicBezTo>
                <a:cubicBezTo>
                  <a:pt x="814068" y="52276"/>
                  <a:pt x="813905" y="49350"/>
                  <a:pt x="813689" y="46749"/>
                </a:cubicBezTo>
                <a:lnTo>
                  <a:pt x="824255" y="46749"/>
                </a:lnTo>
                <a:close/>
                <a:moveTo>
                  <a:pt x="920155" y="122882"/>
                </a:moveTo>
                <a:lnTo>
                  <a:pt x="909101" y="122882"/>
                </a:lnTo>
                <a:lnTo>
                  <a:pt x="909101" y="0"/>
                </a:lnTo>
                <a:lnTo>
                  <a:pt x="920155" y="0"/>
                </a:lnTo>
                <a:lnTo>
                  <a:pt x="920155" y="122882"/>
                </a:lnTo>
                <a:close/>
                <a:moveTo>
                  <a:pt x="1025318" y="84786"/>
                </a:moveTo>
                <a:cubicBezTo>
                  <a:pt x="1025318" y="90531"/>
                  <a:pt x="1024315" y="95843"/>
                  <a:pt x="1022309" y="100721"/>
                </a:cubicBezTo>
                <a:cubicBezTo>
                  <a:pt x="1020305" y="105599"/>
                  <a:pt x="1017515" y="109827"/>
                  <a:pt x="1013938" y="113405"/>
                </a:cubicBezTo>
                <a:cubicBezTo>
                  <a:pt x="1010364" y="116981"/>
                  <a:pt x="1006084" y="119772"/>
                  <a:pt x="1001098" y="121778"/>
                </a:cubicBezTo>
                <a:cubicBezTo>
                  <a:pt x="996115" y="123784"/>
                  <a:pt x="990643" y="124786"/>
                  <a:pt x="984682" y="124786"/>
                </a:cubicBezTo>
                <a:cubicBezTo>
                  <a:pt x="978830" y="124786"/>
                  <a:pt x="973412" y="123784"/>
                  <a:pt x="968427" y="121778"/>
                </a:cubicBezTo>
                <a:cubicBezTo>
                  <a:pt x="963443" y="119772"/>
                  <a:pt x="959163" y="116981"/>
                  <a:pt x="955587" y="113405"/>
                </a:cubicBezTo>
                <a:cubicBezTo>
                  <a:pt x="952012" y="109827"/>
                  <a:pt x="949222" y="105599"/>
                  <a:pt x="947216" y="100721"/>
                </a:cubicBezTo>
                <a:cubicBezTo>
                  <a:pt x="945212" y="95843"/>
                  <a:pt x="944210" y="90531"/>
                  <a:pt x="944210" y="84786"/>
                </a:cubicBezTo>
                <a:cubicBezTo>
                  <a:pt x="944210" y="79040"/>
                  <a:pt x="945212" y="73728"/>
                  <a:pt x="947216" y="68850"/>
                </a:cubicBezTo>
                <a:cubicBezTo>
                  <a:pt x="949222" y="63973"/>
                  <a:pt x="952012" y="59746"/>
                  <a:pt x="955587" y="56169"/>
                </a:cubicBezTo>
                <a:cubicBezTo>
                  <a:pt x="959163" y="52591"/>
                  <a:pt x="963443" y="49799"/>
                  <a:pt x="968427" y="47793"/>
                </a:cubicBezTo>
                <a:cubicBezTo>
                  <a:pt x="973412" y="45788"/>
                  <a:pt x="978830" y="44785"/>
                  <a:pt x="984682" y="44785"/>
                </a:cubicBezTo>
                <a:cubicBezTo>
                  <a:pt x="990643" y="44785"/>
                  <a:pt x="996115" y="45788"/>
                  <a:pt x="1001098" y="47793"/>
                </a:cubicBezTo>
                <a:cubicBezTo>
                  <a:pt x="1006084" y="49799"/>
                  <a:pt x="1010364" y="52591"/>
                  <a:pt x="1013938" y="56169"/>
                </a:cubicBezTo>
                <a:cubicBezTo>
                  <a:pt x="1017515" y="59746"/>
                  <a:pt x="1020305" y="63973"/>
                  <a:pt x="1022309" y="68850"/>
                </a:cubicBezTo>
                <a:cubicBezTo>
                  <a:pt x="1024315" y="73728"/>
                  <a:pt x="1025318" y="79040"/>
                  <a:pt x="1025318" y="84786"/>
                </a:cubicBezTo>
                <a:moveTo>
                  <a:pt x="1013616" y="84788"/>
                </a:moveTo>
                <a:cubicBezTo>
                  <a:pt x="1013616" y="80552"/>
                  <a:pt x="1012939" y="76561"/>
                  <a:pt x="1011585" y="72814"/>
                </a:cubicBezTo>
                <a:cubicBezTo>
                  <a:pt x="1010230" y="69065"/>
                  <a:pt x="1008307" y="65806"/>
                  <a:pt x="1005813" y="63037"/>
                </a:cubicBezTo>
                <a:cubicBezTo>
                  <a:pt x="1003321" y="60266"/>
                  <a:pt x="1000287" y="58066"/>
                  <a:pt x="996711" y="56437"/>
                </a:cubicBezTo>
                <a:cubicBezTo>
                  <a:pt x="993136" y="54807"/>
                  <a:pt x="989127" y="53992"/>
                  <a:pt x="984684" y="53992"/>
                </a:cubicBezTo>
                <a:cubicBezTo>
                  <a:pt x="980242" y="53992"/>
                  <a:pt x="976259" y="54807"/>
                  <a:pt x="972737" y="56437"/>
                </a:cubicBezTo>
                <a:cubicBezTo>
                  <a:pt x="969215" y="58066"/>
                  <a:pt x="966208" y="60266"/>
                  <a:pt x="963714" y="63037"/>
                </a:cubicBezTo>
                <a:cubicBezTo>
                  <a:pt x="961223" y="65806"/>
                  <a:pt x="959300" y="69065"/>
                  <a:pt x="957945" y="72814"/>
                </a:cubicBezTo>
                <a:cubicBezTo>
                  <a:pt x="956591" y="76561"/>
                  <a:pt x="955914" y="80552"/>
                  <a:pt x="955914" y="84788"/>
                </a:cubicBezTo>
                <a:cubicBezTo>
                  <a:pt x="955914" y="89024"/>
                  <a:pt x="956591" y="93017"/>
                  <a:pt x="957945" y="96765"/>
                </a:cubicBezTo>
                <a:cubicBezTo>
                  <a:pt x="959300" y="100512"/>
                  <a:pt x="961223" y="103771"/>
                  <a:pt x="963714" y="106542"/>
                </a:cubicBezTo>
                <a:cubicBezTo>
                  <a:pt x="966208" y="109312"/>
                  <a:pt x="969215" y="111484"/>
                  <a:pt x="972737" y="113060"/>
                </a:cubicBezTo>
                <a:cubicBezTo>
                  <a:pt x="976259" y="114634"/>
                  <a:pt x="980242" y="115421"/>
                  <a:pt x="984684" y="115421"/>
                </a:cubicBezTo>
                <a:cubicBezTo>
                  <a:pt x="989127" y="115421"/>
                  <a:pt x="993136" y="114634"/>
                  <a:pt x="996711" y="113060"/>
                </a:cubicBezTo>
                <a:cubicBezTo>
                  <a:pt x="1000287" y="111484"/>
                  <a:pt x="1003321" y="109312"/>
                  <a:pt x="1005813" y="106542"/>
                </a:cubicBezTo>
                <a:cubicBezTo>
                  <a:pt x="1008307" y="103771"/>
                  <a:pt x="1010230" y="100512"/>
                  <a:pt x="1011585" y="96765"/>
                </a:cubicBezTo>
                <a:cubicBezTo>
                  <a:pt x="1012939" y="93017"/>
                  <a:pt x="1013616" y="89024"/>
                  <a:pt x="1013616" y="84788"/>
                </a:cubicBezTo>
                <a:close/>
                <a:moveTo>
                  <a:pt x="1103828" y="64071"/>
                </a:moveTo>
                <a:cubicBezTo>
                  <a:pt x="1101986" y="61144"/>
                  <a:pt x="1099304" y="58733"/>
                  <a:pt x="1095782" y="56836"/>
                </a:cubicBezTo>
                <a:cubicBezTo>
                  <a:pt x="1092260" y="54940"/>
                  <a:pt x="1088441" y="53992"/>
                  <a:pt x="1084323" y="53992"/>
                </a:cubicBezTo>
                <a:cubicBezTo>
                  <a:pt x="1079881" y="53992"/>
                  <a:pt x="1075871" y="54779"/>
                  <a:pt x="1072294" y="56355"/>
                </a:cubicBezTo>
                <a:cubicBezTo>
                  <a:pt x="1068718" y="57929"/>
                  <a:pt x="1065657" y="60102"/>
                  <a:pt x="1063110" y="62873"/>
                </a:cubicBezTo>
                <a:cubicBezTo>
                  <a:pt x="1060564" y="65643"/>
                  <a:pt x="1058614" y="68902"/>
                  <a:pt x="1057259" y="72650"/>
                </a:cubicBezTo>
                <a:cubicBezTo>
                  <a:pt x="1055905" y="76397"/>
                  <a:pt x="1055228" y="80443"/>
                  <a:pt x="1055228" y="84788"/>
                </a:cubicBezTo>
                <a:cubicBezTo>
                  <a:pt x="1055228" y="89133"/>
                  <a:pt x="1055905" y="93153"/>
                  <a:pt x="1057259" y="96847"/>
                </a:cubicBezTo>
                <a:cubicBezTo>
                  <a:pt x="1058614" y="100539"/>
                  <a:pt x="1060537" y="103771"/>
                  <a:pt x="1063028" y="106542"/>
                </a:cubicBezTo>
                <a:cubicBezTo>
                  <a:pt x="1065522" y="109312"/>
                  <a:pt x="1068556" y="111484"/>
                  <a:pt x="1072131" y="113060"/>
                </a:cubicBezTo>
                <a:cubicBezTo>
                  <a:pt x="1075707" y="114634"/>
                  <a:pt x="1079717" y="115421"/>
                  <a:pt x="1084160" y="115421"/>
                </a:cubicBezTo>
                <a:cubicBezTo>
                  <a:pt x="1089036" y="115421"/>
                  <a:pt x="1093153" y="114500"/>
                  <a:pt x="1096511" y="112658"/>
                </a:cubicBezTo>
                <a:cubicBezTo>
                  <a:pt x="1099871" y="110816"/>
                  <a:pt x="1102635" y="108433"/>
                  <a:pt x="1104802" y="105508"/>
                </a:cubicBezTo>
                <a:lnTo>
                  <a:pt x="1113091" y="111683"/>
                </a:lnTo>
                <a:cubicBezTo>
                  <a:pt x="1109841" y="115682"/>
                  <a:pt x="1105858" y="118865"/>
                  <a:pt x="1101144" y="121235"/>
                </a:cubicBezTo>
                <a:cubicBezTo>
                  <a:pt x="1096432" y="123602"/>
                  <a:pt x="1090770" y="124786"/>
                  <a:pt x="1084160" y="124786"/>
                </a:cubicBezTo>
                <a:cubicBezTo>
                  <a:pt x="1077982" y="124786"/>
                  <a:pt x="1072401" y="123784"/>
                  <a:pt x="1067416" y="121778"/>
                </a:cubicBezTo>
                <a:cubicBezTo>
                  <a:pt x="1062432" y="119772"/>
                  <a:pt x="1058180" y="116981"/>
                  <a:pt x="1054658" y="113405"/>
                </a:cubicBezTo>
                <a:cubicBezTo>
                  <a:pt x="1051138" y="109827"/>
                  <a:pt x="1048402" y="105599"/>
                  <a:pt x="1046451" y="100721"/>
                </a:cubicBezTo>
                <a:cubicBezTo>
                  <a:pt x="1044500" y="95843"/>
                  <a:pt x="1043524" y="90531"/>
                  <a:pt x="1043524" y="84786"/>
                </a:cubicBezTo>
                <a:cubicBezTo>
                  <a:pt x="1043524" y="79040"/>
                  <a:pt x="1044500" y="73728"/>
                  <a:pt x="1046451" y="68850"/>
                </a:cubicBezTo>
                <a:cubicBezTo>
                  <a:pt x="1048402" y="63973"/>
                  <a:pt x="1051138" y="59746"/>
                  <a:pt x="1054658" y="56169"/>
                </a:cubicBezTo>
                <a:cubicBezTo>
                  <a:pt x="1058180" y="52591"/>
                  <a:pt x="1062432" y="49799"/>
                  <a:pt x="1067416" y="47793"/>
                </a:cubicBezTo>
                <a:cubicBezTo>
                  <a:pt x="1072401" y="45788"/>
                  <a:pt x="1077982" y="44785"/>
                  <a:pt x="1084160" y="44785"/>
                </a:cubicBezTo>
                <a:cubicBezTo>
                  <a:pt x="1089252" y="44785"/>
                  <a:pt x="1094426" y="45889"/>
                  <a:pt x="1099681" y="48096"/>
                </a:cubicBezTo>
                <a:cubicBezTo>
                  <a:pt x="1104937" y="50303"/>
                  <a:pt x="1109191" y="53569"/>
                  <a:pt x="1112441" y="57893"/>
                </a:cubicBezTo>
                <a:lnTo>
                  <a:pt x="1103828" y="64071"/>
                </a:lnTo>
                <a:close/>
                <a:moveTo>
                  <a:pt x="1141700" y="81135"/>
                </a:moveTo>
                <a:lnTo>
                  <a:pt x="1142186" y="81135"/>
                </a:lnTo>
                <a:lnTo>
                  <a:pt x="1177296" y="46839"/>
                </a:lnTo>
                <a:lnTo>
                  <a:pt x="1193226" y="46839"/>
                </a:lnTo>
                <a:lnTo>
                  <a:pt x="1154865" y="81621"/>
                </a:lnTo>
                <a:lnTo>
                  <a:pt x="1197127" y="122882"/>
                </a:lnTo>
                <a:lnTo>
                  <a:pt x="1180872" y="122882"/>
                </a:lnTo>
                <a:lnTo>
                  <a:pt x="1142186" y="82881"/>
                </a:lnTo>
                <a:lnTo>
                  <a:pt x="1141700" y="82881"/>
                </a:lnTo>
                <a:lnTo>
                  <a:pt x="1141700" y="122882"/>
                </a:lnTo>
                <a:lnTo>
                  <a:pt x="1130646" y="122882"/>
                </a:lnTo>
                <a:lnTo>
                  <a:pt x="1130646" y="27"/>
                </a:lnTo>
                <a:lnTo>
                  <a:pt x="1141700" y="27"/>
                </a:lnTo>
                <a:lnTo>
                  <a:pt x="1141700" y="8113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7" name="Text Success,Build">
            <a:extLst xmlns:a="http://schemas.openxmlformats.org/drawingml/2006/main">
              <a:ext uri="{FF2B5EF4-FFF2-40B4-BE49-F238E27FC236}">
                <a16:creationId xmlns:a16="http://schemas.microsoft.com/office/drawing/2014/main" id="{A7A6D733-DFD2-4981-858F-01E0408F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2449" y="6778038"/>
            <a:ext cx="1023854" cy="145811"/>
          </a:xfrm>
          <a:custGeom xmlns:a="http://schemas.openxmlformats.org/drawingml/2006/main">
            <a:pathLst>
              <a:path w="1023854" h="145811">
                <a:moveTo>
                  <a:pt x="62903" y="26397"/>
                </a:moveTo>
                <a:cubicBezTo>
                  <a:pt x="60411" y="22928"/>
                  <a:pt x="57214" y="20138"/>
                  <a:pt x="53312" y="18026"/>
                </a:cubicBezTo>
                <a:cubicBezTo>
                  <a:pt x="49411" y="15913"/>
                  <a:pt x="44698" y="14856"/>
                  <a:pt x="39172" y="14856"/>
                </a:cubicBezTo>
                <a:cubicBezTo>
                  <a:pt x="36355" y="14856"/>
                  <a:pt x="33483" y="15290"/>
                  <a:pt x="30556" y="16156"/>
                </a:cubicBezTo>
                <a:cubicBezTo>
                  <a:pt x="27631" y="17022"/>
                  <a:pt x="24976" y="18349"/>
                  <a:pt x="22592" y="20137"/>
                </a:cubicBezTo>
                <a:cubicBezTo>
                  <a:pt x="20208" y="21922"/>
                  <a:pt x="18284" y="24170"/>
                  <a:pt x="16821" y="26878"/>
                </a:cubicBezTo>
                <a:cubicBezTo>
                  <a:pt x="15359" y="29585"/>
                  <a:pt x="14628" y="32779"/>
                  <a:pt x="14628" y="36461"/>
                </a:cubicBezTo>
                <a:cubicBezTo>
                  <a:pt x="14628" y="40144"/>
                  <a:pt x="15333" y="43176"/>
                  <a:pt x="16741" y="45559"/>
                </a:cubicBezTo>
                <a:cubicBezTo>
                  <a:pt x="18150" y="47941"/>
                  <a:pt x="20019" y="49973"/>
                  <a:pt x="22349" y="51653"/>
                </a:cubicBezTo>
                <a:cubicBezTo>
                  <a:pt x="24679" y="53331"/>
                  <a:pt x="27333" y="54712"/>
                  <a:pt x="30313" y="55795"/>
                </a:cubicBezTo>
                <a:cubicBezTo>
                  <a:pt x="33293" y="56878"/>
                  <a:pt x="36409" y="57961"/>
                  <a:pt x="39661" y="59044"/>
                </a:cubicBezTo>
                <a:cubicBezTo>
                  <a:pt x="43669" y="60343"/>
                  <a:pt x="47705" y="61751"/>
                  <a:pt x="51769" y="63267"/>
                </a:cubicBezTo>
                <a:cubicBezTo>
                  <a:pt x="55833" y="64784"/>
                  <a:pt x="59491" y="66760"/>
                  <a:pt x="62742" y="69198"/>
                </a:cubicBezTo>
                <a:cubicBezTo>
                  <a:pt x="65992" y="71633"/>
                  <a:pt x="68647" y="74719"/>
                  <a:pt x="70706" y="78456"/>
                </a:cubicBezTo>
                <a:cubicBezTo>
                  <a:pt x="72764" y="82193"/>
                  <a:pt x="73793" y="86931"/>
                  <a:pt x="73793" y="92670"/>
                </a:cubicBezTo>
                <a:cubicBezTo>
                  <a:pt x="73793" y="98411"/>
                  <a:pt x="72682" y="103367"/>
                  <a:pt x="70460" y="107537"/>
                </a:cubicBezTo>
                <a:cubicBezTo>
                  <a:pt x="68239" y="111705"/>
                  <a:pt x="65368" y="115143"/>
                  <a:pt x="61846" y="117852"/>
                </a:cubicBezTo>
                <a:cubicBezTo>
                  <a:pt x="58324" y="120558"/>
                  <a:pt x="54315" y="122562"/>
                  <a:pt x="49817" y="123861"/>
                </a:cubicBezTo>
                <a:cubicBezTo>
                  <a:pt x="45322" y="125161"/>
                  <a:pt x="40798" y="125811"/>
                  <a:pt x="36246" y="125811"/>
                </a:cubicBezTo>
                <a:cubicBezTo>
                  <a:pt x="32778" y="125811"/>
                  <a:pt x="29311" y="125455"/>
                  <a:pt x="25844" y="124744"/>
                </a:cubicBezTo>
                <a:cubicBezTo>
                  <a:pt x="22376" y="124035"/>
                  <a:pt x="19071" y="122970"/>
                  <a:pt x="15928" y="121550"/>
                </a:cubicBezTo>
                <a:cubicBezTo>
                  <a:pt x="12786" y="120129"/>
                  <a:pt x="9860" y="118331"/>
                  <a:pt x="7150" y="116155"/>
                </a:cubicBezTo>
                <a:cubicBezTo>
                  <a:pt x="4442" y="113978"/>
                  <a:pt x="2059" y="111480"/>
                  <a:pt x="0" y="108663"/>
                </a:cubicBezTo>
                <a:lnTo>
                  <a:pt x="10077" y="101187"/>
                </a:lnTo>
                <a:cubicBezTo>
                  <a:pt x="12569" y="105304"/>
                  <a:pt x="16063" y="108744"/>
                  <a:pt x="20561" y="111507"/>
                </a:cubicBezTo>
                <a:cubicBezTo>
                  <a:pt x="25058" y="114270"/>
                  <a:pt x="30341" y="115652"/>
                  <a:pt x="36409" y="115652"/>
                </a:cubicBezTo>
                <a:cubicBezTo>
                  <a:pt x="39334" y="115652"/>
                  <a:pt x="42314" y="115192"/>
                  <a:pt x="45348" y="114273"/>
                </a:cubicBezTo>
                <a:cubicBezTo>
                  <a:pt x="48382" y="113353"/>
                  <a:pt x="51118" y="111948"/>
                  <a:pt x="53555" y="110056"/>
                </a:cubicBezTo>
                <a:cubicBezTo>
                  <a:pt x="55994" y="108163"/>
                  <a:pt x="57999" y="105838"/>
                  <a:pt x="59569" y="103080"/>
                </a:cubicBezTo>
                <a:cubicBezTo>
                  <a:pt x="61142" y="100322"/>
                  <a:pt x="61928" y="97104"/>
                  <a:pt x="61928" y="93427"/>
                </a:cubicBezTo>
                <a:cubicBezTo>
                  <a:pt x="61928" y="89425"/>
                  <a:pt x="61142" y="86100"/>
                  <a:pt x="59569" y="83451"/>
                </a:cubicBezTo>
                <a:cubicBezTo>
                  <a:pt x="57999" y="80801"/>
                  <a:pt x="55913" y="78584"/>
                  <a:pt x="53312" y="76799"/>
                </a:cubicBezTo>
                <a:cubicBezTo>
                  <a:pt x="50713" y="75015"/>
                  <a:pt x="47733" y="73529"/>
                  <a:pt x="44373" y="72340"/>
                </a:cubicBezTo>
                <a:cubicBezTo>
                  <a:pt x="41013" y="71150"/>
                  <a:pt x="37492" y="69959"/>
                  <a:pt x="33808" y="68769"/>
                </a:cubicBezTo>
                <a:cubicBezTo>
                  <a:pt x="30015" y="67580"/>
                  <a:pt x="26276" y="66228"/>
                  <a:pt x="22592" y="64713"/>
                </a:cubicBezTo>
                <a:cubicBezTo>
                  <a:pt x="18908" y="63199"/>
                  <a:pt x="15603" y="61225"/>
                  <a:pt x="12676" y="58793"/>
                </a:cubicBezTo>
                <a:cubicBezTo>
                  <a:pt x="9751" y="56359"/>
                  <a:pt x="7394" y="53358"/>
                  <a:pt x="5605" y="49790"/>
                </a:cubicBezTo>
                <a:cubicBezTo>
                  <a:pt x="3818" y="46220"/>
                  <a:pt x="2924" y="41839"/>
                  <a:pt x="2924" y="36647"/>
                </a:cubicBezTo>
                <a:cubicBezTo>
                  <a:pt x="2924" y="31133"/>
                  <a:pt x="4034" y="26375"/>
                  <a:pt x="6255" y="22374"/>
                </a:cubicBezTo>
                <a:cubicBezTo>
                  <a:pt x="8477" y="18373"/>
                  <a:pt x="11376" y="15074"/>
                  <a:pt x="14951" y="12478"/>
                </a:cubicBezTo>
                <a:cubicBezTo>
                  <a:pt x="18527" y="9882"/>
                  <a:pt x="22482" y="7990"/>
                  <a:pt x="26816" y="6801"/>
                </a:cubicBezTo>
                <a:cubicBezTo>
                  <a:pt x="31151" y="5610"/>
                  <a:pt x="35432" y="5015"/>
                  <a:pt x="39658" y="5015"/>
                </a:cubicBezTo>
                <a:cubicBezTo>
                  <a:pt x="47461" y="5015"/>
                  <a:pt x="54125" y="6387"/>
                  <a:pt x="59651" y="9130"/>
                </a:cubicBezTo>
                <a:cubicBezTo>
                  <a:pt x="65179" y="11873"/>
                  <a:pt x="69351" y="15136"/>
                  <a:pt x="72169" y="18919"/>
                </a:cubicBezTo>
                <a:lnTo>
                  <a:pt x="62903" y="26397"/>
                </a:lnTo>
                <a:close/>
                <a:moveTo>
                  <a:pt x="153439" y="122954"/>
                </a:moveTo>
                <a:cubicBezTo>
                  <a:pt x="153222" y="120895"/>
                  <a:pt x="153059" y="118620"/>
                  <a:pt x="152950" y="116128"/>
                </a:cubicBezTo>
                <a:cubicBezTo>
                  <a:pt x="152843" y="113635"/>
                  <a:pt x="152789" y="111575"/>
                  <a:pt x="152789" y="109950"/>
                </a:cubicBezTo>
                <a:lnTo>
                  <a:pt x="152464" y="109950"/>
                </a:lnTo>
                <a:cubicBezTo>
                  <a:pt x="150296" y="114393"/>
                  <a:pt x="146774" y="117988"/>
                  <a:pt x="141898" y="120736"/>
                </a:cubicBezTo>
                <a:cubicBezTo>
                  <a:pt x="137022" y="123484"/>
                  <a:pt x="131875" y="124858"/>
                  <a:pt x="126457" y="124858"/>
                </a:cubicBezTo>
                <a:cubicBezTo>
                  <a:pt x="116814" y="124858"/>
                  <a:pt x="109581" y="121997"/>
                  <a:pt x="104757" y="116274"/>
                </a:cubicBezTo>
                <a:cubicBezTo>
                  <a:pt x="99936" y="110550"/>
                  <a:pt x="97525" y="102974"/>
                  <a:pt x="97525" y="93546"/>
                </a:cubicBezTo>
                <a:lnTo>
                  <a:pt x="97525" y="46896"/>
                </a:lnTo>
                <a:lnTo>
                  <a:pt x="108579" y="46896"/>
                </a:lnTo>
                <a:lnTo>
                  <a:pt x="108579" y="88995"/>
                </a:lnTo>
                <a:cubicBezTo>
                  <a:pt x="108579" y="93004"/>
                  <a:pt x="108904" y="96634"/>
                  <a:pt x="109554" y="99885"/>
                </a:cubicBezTo>
                <a:cubicBezTo>
                  <a:pt x="110204" y="103136"/>
                  <a:pt x="111314" y="105926"/>
                  <a:pt x="112885" y="108256"/>
                </a:cubicBezTo>
                <a:cubicBezTo>
                  <a:pt x="114457" y="110586"/>
                  <a:pt x="116571" y="112401"/>
                  <a:pt x="119224" y="113702"/>
                </a:cubicBezTo>
                <a:cubicBezTo>
                  <a:pt x="121880" y="115002"/>
                  <a:pt x="125212" y="115652"/>
                  <a:pt x="129222" y="115652"/>
                </a:cubicBezTo>
                <a:cubicBezTo>
                  <a:pt x="132147" y="115652"/>
                  <a:pt x="134991" y="115056"/>
                  <a:pt x="137754" y="113864"/>
                </a:cubicBezTo>
                <a:cubicBezTo>
                  <a:pt x="140519" y="112671"/>
                  <a:pt x="142984" y="110857"/>
                  <a:pt x="145150" y="108420"/>
                </a:cubicBezTo>
                <a:cubicBezTo>
                  <a:pt x="147318" y="105981"/>
                  <a:pt x="149051" y="102892"/>
                  <a:pt x="150351" y="99153"/>
                </a:cubicBezTo>
                <a:cubicBezTo>
                  <a:pt x="151652" y="95415"/>
                  <a:pt x="152303" y="90999"/>
                  <a:pt x="152303" y="85907"/>
                </a:cubicBezTo>
                <a:lnTo>
                  <a:pt x="152303" y="46896"/>
                </a:lnTo>
                <a:lnTo>
                  <a:pt x="163355" y="46896"/>
                </a:lnTo>
                <a:lnTo>
                  <a:pt x="163355" y="106225"/>
                </a:lnTo>
                <a:cubicBezTo>
                  <a:pt x="163355" y="108283"/>
                  <a:pt x="163408" y="110937"/>
                  <a:pt x="163516" y="114186"/>
                </a:cubicBezTo>
                <a:cubicBezTo>
                  <a:pt x="163625" y="117435"/>
                  <a:pt x="163788" y="120358"/>
                  <a:pt x="164004" y="122954"/>
                </a:cubicBezTo>
                <a:lnTo>
                  <a:pt x="153439" y="122954"/>
                </a:lnTo>
                <a:close/>
                <a:moveTo>
                  <a:pt x="247389" y="64143"/>
                </a:moveTo>
                <a:cubicBezTo>
                  <a:pt x="245547" y="61216"/>
                  <a:pt x="242865" y="58805"/>
                  <a:pt x="239343" y="56908"/>
                </a:cubicBezTo>
                <a:cubicBezTo>
                  <a:pt x="235821" y="55012"/>
                  <a:pt x="232002" y="54063"/>
                  <a:pt x="227884" y="54063"/>
                </a:cubicBezTo>
                <a:cubicBezTo>
                  <a:pt x="223442" y="54063"/>
                  <a:pt x="219432" y="54851"/>
                  <a:pt x="215855" y="56427"/>
                </a:cubicBezTo>
                <a:cubicBezTo>
                  <a:pt x="212279" y="58001"/>
                  <a:pt x="209218" y="60174"/>
                  <a:pt x="206671" y="62945"/>
                </a:cubicBezTo>
                <a:cubicBezTo>
                  <a:pt x="204125" y="65715"/>
                  <a:pt x="202175" y="68974"/>
                  <a:pt x="200820" y="72722"/>
                </a:cubicBezTo>
                <a:cubicBezTo>
                  <a:pt x="199466" y="76469"/>
                  <a:pt x="198789" y="80515"/>
                  <a:pt x="198789" y="84860"/>
                </a:cubicBezTo>
                <a:cubicBezTo>
                  <a:pt x="198789" y="89205"/>
                  <a:pt x="199466" y="93225"/>
                  <a:pt x="200820" y="96919"/>
                </a:cubicBezTo>
                <a:cubicBezTo>
                  <a:pt x="202175" y="100611"/>
                  <a:pt x="204098" y="103843"/>
                  <a:pt x="206589" y="106614"/>
                </a:cubicBezTo>
                <a:cubicBezTo>
                  <a:pt x="209083" y="109383"/>
                  <a:pt x="212117" y="111556"/>
                  <a:pt x="215692" y="113132"/>
                </a:cubicBezTo>
                <a:cubicBezTo>
                  <a:pt x="219268" y="114706"/>
                  <a:pt x="223278" y="115493"/>
                  <a:pt x="227721" y="115493"/>
                </a:cubicBezTo>
                <a:cubicBezTo>
                  <a:pt x="232597" y="115493"/>
                  <a:pt x="236714" y="114572"/>
                  <a:pt x="240072" y="112730"/>
                </a:cubicBezTo>
                <a:cubicBezTo>
                  <a:pt x="243432" y="110888"/>
                  <a:pt x="246196" y="108505"/>
                  <a:pt x="248363" y="105580"/>
                </a:cubicBezTo>
                <a:lnTo>
                  <a:pt x="256652" y="111755"/>
                </a:lnTo>
                <a:cubicBezTo>
                  <a:pt x="253402" y="115753"/>
                  <a:pt x="249419" y="118937"/>
                  <a:pt x="244705" y="121307"/>
                </a:cubicBezTo>
                <a:cubicBezTo>
                  <a:pt x="239993" y="123674"/>
                  <a:pt x="234331" y="124858"/>
                  <a:pt x="227721" y="124858"/>
                </a:cubicBezTo>
                <a:cubicBezTo>
                  <a:pt x="221543" y="124858"/>
                  <a:pt x="215962" y="123855"/>
                  <a:pt x="210977" y="121850"/>
                </a:cubicBezTo>
                <a:cubicBezTo>
                  <a:pt x="205993" y="119844"/>
                  <a:pt x="201741" y="117053"/>
                  <a:pt x="198219" y="113477"/>
                </a:cubicBezTo>
                <a:cubicBezTo>
                  <a:pt x="194699" y="109899"/>
                  <a:pt x="191963" y="105671"/>
                  <a:pt x="190012" y="100793"/>
                </a:cubicBezTo>
                <a:cubicBezTo>
                  <a:pt x="188061" y="95915"/>
                  <a:pt x="187085" y="90603"/>
                  <a:pt x="187085" y="84858"/>
                </a:cubicBezTo>
                <a:cubicBezTo>
                  <a:pt x="187085" y="79112"/>
                  <a:pt x="188061" y="73800"/>
                  <a:pt x="190012" y="68922"/>
                </a:cubicBezTo>
                <a:cubicBezTo>
                  <a:pt x="191963" y="64045"/>
                  <a:pt x="194699" y="59817"/>
                  <a:pt x="198219" y="56241"/>
                </a:cubicBezTo>
                <a:cubicBezTo>
                  <a:pt x="201741" y="52663"/>
                  <a:pt x="205993" y="49871"/>
                  <a:pt x="210977" y="47865"/>
                </a:cubicBezTo>
                <a:cubicBezTo>
                  <a:pt x="215962" y="45860"/>
                  <a:pt x="221543" y="44857"/>
                  <a:pt x="227721" y="44857"/>
                </a:cubicBezTo>
                <a:cubicBezTo>
                  <a:pt x="232813" y="44857"/>
                  <a:pt x="237987" y="45961"/>
                  <a:pt x="243242" y="48168"/>
                </a:cubicBezTo>
                <a:cubicBezTo>
                  <a:pt x="248498" y="50375"/>
                  <a:pt x="252752" y="53641"/>
                  <a:pt x="256002" y="57965"/>
                </a:cubicBezTo>
                <a:lnTo>
                  <a:pt x="247389" y="64143"/>
                </a:lnTo>
                <a:close/>
                <a:moveTo>
                  <a:pt x="328661" y="64143"/>
                </a:moveTo>
                <a:cubicBezTo>
                  <a:pt x="326819" y="61216"/>
                  <a:pt x="324137" y="58805"/>
                  <a:pt x="320615" y="56908"/>
                </a:cubicBezTo>
                <a:cubicBezTo>
                  <a:pt x="317093" y="55012"/>
                  <a:pt x="313273" y="54063"/>
                  <a:pt x="309156" y="54063"/>
                </a:cubicBezTo>
                <a:cubicBezTo>
                  <a:pt x="304713" y="54063"/>
                  <a:pt x="300704" y="54851"/>
                  <a:pt x="297127" y="56427"/>
                </a:cubicBezTo>
                <a:cubicBezTo>
                  <a:pt x="293551" y="58001"/>
                  <a:pt x="290489" y="60174"/>
                  <a:pt x="287943" y="62945"/>
                </a:cubicBezTo>
                <a:cubicBezTo>
                  <a:pt x="285397" y="65715"/>
                  <a:pt x="283447" y="68974"/>
                  <a:pt x="282092" y="72722"/>
                </a:cubicBezTo>
                <a:cubicBezTo>
                  <a:pt x="280738" y="76469"/>
                  <a:pt x="280061" y="80515"/>
                  <a:pt x="280061" y="84860"/>
                </a:cubicBezTo>
                <a:cubicBezTo>
                  <a:pt x="280061" y="89205"/>
                  <a:pt x="280738" y="93225"/>
                  <a:pt x="282092" y="96919"/>
                </a:cubicBezTo>
                <a:cubicBezTo>
                  <a:pt x="283447" y="100611"/>
                  <a:pt x="285370" y="103843"/>
                  <a:pt x="287861" y="106614"/>
                </a:cubicBezTo>
                <a:cubicBezTo>
                  <a:pt x="290355" y="109383"/>
                  <a:pt x="293389" y="111556"/>
                  <a:pt x="296964" y="113132"/>
                </a:cubicBezTo>
                <a:cubicBezTo>
                  <a:pt x="300540" y="114706"/>
                  <a:pt x="304550" y="115493"/>
                  <a:pt x="308993" y="115493"/>
                </a:cubicBezTo>
                <a:cubicBezTo>
                  <a:pt x="313869" y="115493"/>
                  <a:pt x="317986" y="114572"/>
                  <a:pt x="321344" y="112730"/>
                </a:cubicBezTo>
                <a:cubicBezTo>
                  <a:pt x="324704" y="110888"/>
                  <a:pt x="327468" y="108505"/>
                  <a:pt x="329635" y="105580"/>
                </a:cubicBezTo>
                <a:lnTo>
                  <a:pt x="337924" y="111755"/>
                </a:lnTo>
                <a:cubicBezTo>
                  <a:pt x="334673" y="115753"/>
                  <a:pt x="330691" y="118937"/>
                  <a:pt x="325977" y="121307"/>
                </a:cubicBezTo>
                <a:cubicBezTo>
                  <a:pt x="321265" y="123674"/>
                  <a:pt x="315603" y="124858"/>
                  <a:pt x="308993" y="124858"/>
                </a:cubicBezTo>
                <a:cubicBezTo>
                  <a:pt x="302815" y="124858"/>
                  <a:pt x="297234" y="123855"/>
                  <a:pt x="292249" y="121850"/>
                </a:cubicBezTo>
                <a:cubicBezTo>
                  <a:pt x="287265" y="119844"/>
                  <a:pt x="283013" y="117053"/>
                  <a:pt x="279491" y="113477"/>
                </a:cubicBezTo>
                <a:cubicBezTo>
                  <a:pt x="275970" y="109899"/>
                  <a:pt x="273235" y="105671"/>
                  <a:pt x="271284" y="100793"/>
                </a:cubicBezTo>
                <a:cubicBezTo>
                  <a:pt x="269333" y="95915"/>
                  <a:pt x="268357" y="90603"/>
                  <a:pt x="268357" y="84858"/>
                </a:cubicBezTo>
                <a:cubicBezTo>
                  <a:pt x="268357" y="79112"/>
                  <a:pt x="269333" y="73800"/>
                  <a:pt x="271284" y="68922"/>
                </a:cubicBezTo>
                <a:cubicBezTo>
                  <a:pt x="273235" y="64045"/>
                  <a:pt x="275970" y="59817"/>
                  <a:pt x="279491" y="56241"/>
                </a:cubicBezTo>
                <a:cubicBezTo>
                  <a:pt x="283013" y="52663"/>
                  <a:pt x="287265" y="49871"/>
                  <a:pt x="292249" y="47865"/>
                </a:cubicBezTo>
                <a:cubicBezTo>
                  <a:pt x="297234" y="45860"/>
                  <a:pt x="302815" y="44857"/>
                  <a:pt x="308993" y="44857"/>
                </a:cubicBezTo>
                <a:cubicBezTo>
                  <a:pt x="314085" y="44857"/>
                  <a:pt x="319259" y="45961"/>
                  <a:pt x="324514" y="48168"/>
                </a:cubicBezTo>
                <a:cubicBezTo>
                  <a:pt x="329770" y="50375"/>
                  <a:pt x="334024" y="53641"/>
                  <a:pt x="337274" y="57965"/>
                </a:cubicBezTo>
                <a:lnTo>
                  <a:pt x="328661" y="64143"/>
                </a:lnTo>
                <a:close/>
                <a:moveTo>
                  <a:pt x="413183" y="79143"/>
                </a:moveTo>
                <a:cubicBezTo>
                  <a:pt x="412858" y="71931"/>
                  <a:pt x="410554" y="65948"/>
                  <a:pt x="406274" y="61194"/>
                </a:cubicBezTo>
                <a:cubicBezTo>
                  <a:pt x="401994" y="56440"/>
                  <a:pt x="395900" y="54063"/>
                  <a:pt x="387990" y="54063"/>
                </a:cubicBezTo>
                <a:cubicBezTo>
                  <a:pt x="384306" y="54063"/>
                  <a:pt x="380892" y="54746"/>
                  <a:pt x="377749" y="56112"/>
                </a:cubicBezTo>
                <a:cubicBezTo>
                  <a:pt x="374607" y="57478"/>
                  <a:pt x="371844" y="59336"/>
                  <a:pt x="369460" y="61685"/>
                </a:cubicBezTo>
                <a:cubicBezTo>
                  <a:pt x="367076" y="64035"/>
                  <a:pt x="365179" y="66712"/>
                  <a:pt x="363770" y="69718"/>
                </a:cubicBezTo>
                <a:cubicBezTo>
                  <a:pt x="362362" y="72723"/>
                  <a:pt x="361549" y="75864"/>
                  <a:pt x="361332" y="79143"/>
                </a:cubicBezTo>
                <a:lnTo>
                  <a:pt x="413183" y="79143"/>
                </a:lnTo>
                <a:moveTo>
                  <a:pt x="424399" y="82660"/>
                </a:moveTo>
                <a:cubicBezTo>
                  <a:pt x="424399" y="83421"/>
                  <a:pt x="424399" y="84236"/>
                  <a:pt x="424399" y="85106"/>
                </a:cubicBezTo>
                <a:cubicBezTo>
                  <a:pt x="424399" y="85974"/>
                  <a:pt x="424344" y="86896"/>
                  <a:pt x="424235" y="87874"/>
                </a:cubicBezTo>
                <a:lnTo>
                  <a:pt x="361169" y="87874"/>
                </a:lnTo>
                <a:cubicBezTo>
                  <a:pt x="361278" y="91665"/>
                  <a:pt x="362036" y="95240"/>
                  <a:pt x="363443" y="98598"/>
                </a:cubicBezTo>
                <a:cubicBezTo>
                  <a:pt x="364852" y="101954"/>
                  <a:pt x="366802" y="104879"/>
                  <a:pt x="369294" y="107370"/>
                </a:cubicBezTo>
                <a:cubicBezTo>
                  <a:pt x="371787" y="109861"/>
                  <a:pt x="374713" y="111837"/>
                  <a:pt x="378071" y="113301"/>
                </a:cubicBezTo>
                <a:cubicBezTo>
                  <a:pt x="381431" y="114762"/>
                  <a:pt x="385062" y="115493"/>
                  <a:pt x="388964" y="115493"/>
                </a:cubicBezTo>
                <a:cubicBezTo>
                  <a:pt x="394707" y="115493"/>
                  <a:pt x="399664" y="114166"/>
                  <a:pt x="403836" y="111512"/>
                </a:cubicBezTo>
                <a:cubicBezTo>
                  <a:pt x="408007" y="108857"/>
                  <a:pt x="411177" y="105795"/>
                  <a:pt x="413345" y="102328"/>
                </a:cubicBezTo>
                <a:lnTo>
                  <a:pt x="421634" y="108829"/>
                </a:lnTo>
                <a:cubicBezTo>
                  <a:pt x="417083" y="114563"/>
                  <a:pt x="412072" y="118669"/>
                  <a:pt x="406599" y="121145"/>
                </a:cubicBezTo>
                <a:cubicBezTo>
                  <a:pt x="401127" y="123621"/>
                  <a:pt x="395249" y="124858"/>
                  <a:pt x="388964" y="124858"/>
                </a:cubicBezTo>
                <a:cubicBezTo>
                  <a:pt x="383329" y="124858"/>
                  <a:pt x="378100" y="123855"/>
                  <a:pt x="373277" y="121850"/>
                </a:cubicBezTo>
                <a:cubicBezTo>
                  <a:pt x="368456" y="119844"/>
                  <a:pt x="364311" y="117053"/>
                  <a:pt x="360844" y="113477"/>
                </a:cubicBezTo>
                <a:cubicBezTo>
                  <a:pt x="357376" y="109899"/>
                  <a:pt x="354640" y="105671"/>
                  <a:pt x="352634" y="100793"/>
                </a:cubicBezTo>
                <a:cubicBezTo>
                  <a:pt x="350630" y="95915"/>
                  <a:pt x="349628" y="90603"/>
                  <a:pt x="349628" y="84858"/>
                </a:cubicBezTo>
                <a:cubicBezTo>
                  <a:pt x="349628" y="79112"/>
                  <a:pt x="350603" y="73800"/>
                  <a:pt x="352552" y="68922"/>
                </a:cubicBezTo>
                <a:cubicBezTo>
                  <a:pt x="354504" y="64045"/>
                  <a:pt x="357213" y="59817"/>
                  <a:pt x="360680" y="56241"/>
                </a:cubicBezTo>
                <a:cubicBezTo>
                  <a:pt x="364149" y="52663"/>
                  <a:pt x="368213" y="49871"/>
                  <a:pt x="372873" y="47865"/>
                </a:cubicBezTo>
                <a:cubicBezTo>
                  <a:pt x="377532" y="45860"/>
                  <a:pt x="382571" y="44857"/>
                  <a:pt x="387990" y="44857"/>
                </a:cubicBezTo>
                <a:cubicBezTo>
                  <a:pt x="393949" y="44857"/>
                  <a:pt x="399203" y="45862"/>
                  <a:pt x="403754" y="47873"/>
                </a:cubicBezTo>
                <a:cubicBezTo>
                  <a:pt x="408306" y="49882"/>
                  <a:pt x="412099" y="52598"/>
                  <a:pt x="415133" y="56020"/>
                </a:cubicBezTo>
                <a:cubicBezTo>
                  <a:pt x="418167" y="59441"/>
                  <a:pt x="420469" y="63433"/>
                  <a:pt x="422040" y="67995"/>
                </a:cubicBezTo>
                <a:cubicBezTo>
                  <a:pt x="423613" y="72557"/>
                  <a:pt x="424399" y="77445"/>
                  <a:pt x="424399" y="82660"/>
                </a:cubicBezTo>
                <a:close/>
                <a:moveTo>
                  <a:pt x="488603" y="64793"/>
                </a:moveTo>
                <a:cubicBezTo>
                  <a:pt x="486978" y="61650"/>
                  <a:pt x="484512" y="59076"/>
                  <a:pt x="481207" y="57072"/>
                </a:cubicBezTo>
                <a:cubicBezTo>
                  <a:pt x="477902" y="55066"/>
                  <a:pt x="474136" y="54063"/>
                  <a:pt x="469910" y="54063"/>
                </a:cubicBezTo>
                <a:cubicBezTo>
                  <a:pt x="467960" y="54063"/>
                  <a:pt x="466010" y="54281"/>
                  <a:pt x="464059" y="54716"/>
                </a:cubicBezTo>
                <a:cubicBezTo>
                  <a:pt x="462108" y="55149"/>
                  <a:pt x="460373" y="55854"/>
                  <a:pt x="458856" y="56831"/>
                </a:cubicBezTo>
                <a:cubicBezTo>
                  <a:pt x="457339" y="57807"/>
                  <a:pt x="456121" y="59054"/>
                  <a:pt x="455200" y="60574"/>
                </a:cubicBezTo>
                <a:cubicBezTo>
                  <a:pt x="454279" y="62092"/>
                  <a:pt x="453818" y="63882"/>
                  <a:pt x="453818" y="65944"/>
                </a:cubicBezTo>
                <a:cubicBezTo>
                  <a:pt x="453818" y="69525"/>
                  <a:pt x="455281" y="72265"/>
                  <a:pt x="458206" y="74163"/>
                </a:cubicBezTo>
                <a:cubicBezTo>
                  <a:pt x="461132" y="76061"/>
                  <a:pt x="465738" y="77662"/>
                  <a:pt x="472023" y="78965"/>
                </a:cubicBezTo>
                <a:cubicBezTo>
                  <a:pt x="481018" y="80808"/>
                  <a:pt x="487655" y="83494"/>
                  <a:pt x="491934" y="87020"/>
                </a:cubicBezTo>
                <a:cubicBezTo>
                  <a:pt x="496215" y="90546"/>
                  <a:pt x="498355" y="95292"/>
                  <a:pt x="498355" y="101259"/>
                </a:cubicBezTo>
                <a:cubicBezTo>
                  <a:pt x="498355" y="105600"/>
                  <a:pt x="497515" y="109262"/>
                  <a:pt x="495835" y="112246"/>
                </a:cubicBezTo>
                <a:cubicBezTo>
                  <a:pt x="494155" y="115229"/>
                  <a:pt x="491960" y="117671"/>
                  <a:pt x="489250" y="119571"/>
                </a:cubicBezTo>
                <a:cubicBezTo>
                  <a:pt x="486542" y="121469"/>
                  <a:pt x="483481" y="122825"/>
                  <a:pt x="480069" y="123638"/>
                </a:cubicBezTo>
                <a:cubicBezTo>
                  <a:pt x="476656" y="124452"/>
                  <a:pt x="473216" y="124858"/>
                  <a:pt x="469749" y="124858"/>
                </a:cubicBezTo>
                <a:cubicBezTo>
                  <a:pt x="464004" y="124858"/>
                  <a:pt x="458423" y="123674"/>
                  <a:pt x="453005" y="121307"/>
                </a:cubicBezTo>
                <a:cubicBezTo>
                  <a:pt x="447588" y="118937"/>
                  <a:pt x="443145" y="115212"/>
                  <a:pt x="439676" y="110131"/>
                </a:cubicBezTo>
                <a:lnTo>
                  <a:pt x="448454" y="103628"/>
                </a:lnTo>
                <a:cubicBezTo>
                  <a:pt x="450405" y="106988"/>
                  <a:pt x="453276" y="109805"/>
                  <a:pt x="457067" y="112080"/>
                </a:cubicBezTo>
                <a:cubicBezTo>
                  <a:pt x="460860" y="114355"/>
                  <a:pt x="465033" y="115493"/>
                  <a:pt x="469585" y="115493"/>
                </a:cubicBezTo>
                <a:cubicBezTo>
                  <a:pt x="471969" y="115493"/>
                  <a:pt x="474244" y="115276"/>
                  <a:pt x="476410" y="114843"/>
                </a:cubicBezTo>
                <a:cubicBezTo>
                  <a:pt x="478578" y="114408"/>
                  <a:pt x="480475" y="113649"/>
                  <a:pt x="482100" y="112564"/>
                </a:cubicBezTo>
                <a:cubicBezTo>
                  <a:pt x="483725" y="111479"/>
                  <a:pt x="485026" y="110096"/>
                  <a:pt x="486001" y="108415"/>
                </a:cubicBezTo>
                <a:cubicBezTo>
                  <a:pt x="486977" y="106731"/>
                  <a:pt x="487465" y="104642"/>
                  <a:pt x="487465" y="102147"/>
                </a:cubicBezTo>
                <a:cubicBezTo>
                  <a:pt x="487465" y="98132"/>
                  <a:pt x="485541" y="95122"/>
                  <a:pt x="481693" y="93114"/>
                </a:cubicBezTo>
                <a:cubicBezTo>
                  <a:pt x="477847" y="91107"/>
                  <a:pt x="472294" y="89235"/>
                  <a:pt x="465034" y="87499"/>
                </a:cubicBezTo>
                <a:cubicBezTo>
                  <a:pt x="462759" y="86957"/>
                  <a:pt x="460347" y="86279"/>
                  <a:pt x="457799" y="85465"/>
                </a:cubicBezTo>
                <a:cubicBezTo>
                  <a:pt x="455253" y="84652"/>
                  <a:pt x="452896" y="83459"/>
                  <a:pt x="450728" y="81886"/>
                </a:cubicBezTo>
                <a:cubicBezTo>
                  <a:pt x="448562" y="80312"/>
                  <a:pt x="446774" y="78331"/>
                  <a:pt x="445366" y="75944"/>
                </a:cubicBezTo>
                <a:cubicBezTo>
                  <a:pt x="443957" y="73556"/>
                  <a:pt x="443253" y="70572"/>
                  <a:pt x="443253" y="66993"/>
                </a:cubicBezTo>
                <a:cubicBezTo>
                  <a:pt x="443253" y="63086"/>
                  <a:pt x="444011" y="59749"/>
                  <a:pt x="445527" y="56983"/>
                </a:cubicBezTo>
                <a:cubicBezTo>
                  <a:pt x="447045" y="54215"/>
                  <a:pt x="449077" y="51936"/>
                  <a:pt x="451623" y="50147"/>
                </a:cubicBezTo>
                <a:cubicBezTo>
                  <a:pt x="454170" y="48356"/>
                  <a:pt x="457068" y="47027"/>
                  <a:pt x="460319" y="46159"/>
                </a:cubicBezTo>
                <a:cubicBezTo>
                  <a:pt x="463571" y="45291"/>
                  <a:pt x="466931" y="44857"/>
                  <a:pt x="470398" y="44857"/>
                </a:cubicBezTo>
                <a:cubicBezTo>
                  <a:pt x="475708" y="44857"/>
                  <a:pt x="480854" y="46042"/>
                  <a:pt x="485838" y="48411"/>
                </a:cubicBezTo>
                <a:cubicBezTo>
                  <a:pt x="490823" y="50779"/>
                  <a:pt x="494562" y="54126"/>
                  <a:pt x="497056" y="58453"/>
                </a:cubicBezTo>
                <a:lnTo>
                  <a:pt x="488603" y="64793"/>
                </a:lnTo>
                <a:close/>
                <a:moveTo>
                  <a:pt x="560772" y="64793"/>
                </a:moveTo>
                <a:cubicBezTo>
                  <a:pt x="559147" y="61650"/>
                  <a:pt x="556681" y="59076"/>
                  <a:pt x="553376" y="57072"/>
                </a:cubicBezTo>
                <a:cubicBezTo>
                  <a:pt x="550071" y="55066"/>
                  <a:pt x="546305" y="54063"/>
                  <a:pt x="542079" y="54063"/>
                </a:cubicBezTo>
                <a:cubicBezTo>
                  <a:pt x="540129" y="54063"/>
                  <a:pt x="538179" y="54281"/>
                  <a:pt x="536228" y="54716"/>
                </a:cubicBezTo>
                <a:cubicBezTo>
                  <a:pt x="534277" y="55149"/>
                  <a:pt x="532542" y="55854"/>
                  <a:pt x="531025" y="56831"/>
                </a:cubicBezTo>
                <a:cubicBezTo>
                  <a:pt x="529508" y="57807"/>
                  <a:pt x="528290" y="59054"/>
                  <a:pt x="527369" y="60574"/>
                </a:cubicBezTo>
                <a:cubicBezTo>
                  <a:pt x="526448" y="62092"/>
                  <a:pt x="525987" y="63882"/>
                  <a:pt x="525987" y="65944"/>
                </a:cubicBezTo>
                <a:cubicBezTo>
                  <a:pt x="525987" y="69525"/>
                  <a:pt x="527450" y="72265"/>
                  <a:pt x="530375" y="74163"/>
                </a:cubicBezTo>
                <a:cubicBezTo>
                  <a:pt x="533301" y="76061"/>
                  <a:pt x="537907" y="77662"/>
                  <a:pt x="544192" y="78965"/>
                </a:cubicBezTo>
                <a:cubicBezTo>
                  <a:pt x="553187" y="80808"/>
                  <a:pt x="559824" y="83494"/>
                  <a:pt x="564103" y="87020"/>
                </a:cubicBezTo>
                <a:cubicBezTo>
                  <a:pt x="568384" y="90546"/>
                  <a:pt x="570524" y="95292"/>
                  <a:pt x="570524" y="101259"/>
                </a:cubicBezTo>
                <a:cubicBezTo>
                  <a:pt x="570524" y="105600"/>
                  <a:pt x="569684" y="109262"/>
                  <a:pt x="568004" y="112246"/>
                </a:cubicBezTo>
                <a:cubicBezTo>
                  <a:pt x="566324" y="115229"/>
                  <a:pt x="564129" y="117671"/>
                  <a:pt x="561419" y="119571"/>
                </a:cubicBezTo>
                <a:cubicBezTo>
                  <a:pt x="558711" y="121469"/>
                  <a:pt x="555650" y="122825"/>
                  <a:pt x="552238" y="123638"/>
                </a:cubicBezTo>
                <a:cubicBezTo>
                  <a:pt x="548825" y="124452"/>
                  <a:pt x="545385" y="124858"/>
                  <a:pt x="541918" y="124858"/>
                </a:cubicBezTo>
                <a:cubicBezTo>
                  <a:pt x="536173" y="124858"/>
                  <a:pt x="530592" y="123674"/>
                  <a:pt x="525174" y="121307"/>
                </a:cubicBezTo>
                <a:cubicBezTo>
                  <a:pt x="519757" y="118937"/>
                  <a:pt x="515314" y="115212"/>
                  <a:pt x="511845" y="110131"/>
                </a:cubicBezTo>
                <a:lnTo>
                  <a:pt x="520623" y="103628"/>
                </a:lnTo>
                <a:cubicBezTo>
                  <a:pt x="522574" y="106988"/>
                  <a:pt x="525445" y="109805"/>
                  <a:pt x="529236" y="112080"/>
                </a:cubicBezTo>
                <a:cubicBezTo>
                  <a:pt x="533029" y="114355"/>
                  <a:pt x="537202" y="115493"/>
                  <a:pt x="541754" y="115493"/>
                </a:cubicBezTo>
                <a:cubicBezTo>
                  <a:pt x="544138" y="115493"/>
                  <a:pt x="546413" y="115276"/>
                  <a:pt x="548579" y="114843"/>
                </a:cubicBezTo>
                <a:cubicBezTo>
                  <a:pt x="550747" y="114408"/>
                  <a:pt x="552644" y="113649"/>
                  <a:pt x="554269" y="112564"/>
                </a:cubicBezTo>
                <a:cubicBezTo>
                  <a:pt x="555894" y="111479"/>
                  <a:pt x="557195" y="110096"/>
                  <a:pt x="558170" y="108415"/>
                </a:cubicBezTo>
                <a:cubicBezTo>
                  <a:pt x="559146" y="106731"/>
                  <a:pt x="559634" y="104642"/>
                  <a:pt x="559634" y="102147"/>
                </a:cubicBezTo>
                <a:cubicBezTo>
                  <a:pt x="559634" y="98132"/>
                  <a:pt x="557710" y="95122"/>
                  <a:pt x="553862" y="93114"/>
                </a:cubicBezTo>
                <a:cubicBezTo>
                  <a:pt x="550016" y="91107"/>
                  <a:pt x="544463" y="89235"/>
                  <a:pt x="537203" y="87499"/>
                </a:cubicBezTo>
                <a:cubicBezTo>
                  <a:pt x="534928" y="86957"/>
                  <a:pt x="532516" y="86279"/>
                  <a:pt x="529968" y="85465"/>
                </a:cubicBezTo>
                <a:cubicBezTo>
                  <a:pt x="527422" y="84652"/>
                  <a:pt x="525065" y="83459"/>
                  <a:pt x="522897" y="81886"/>
                </a:cubicBezTo>
                <a:cubicBezTo>
                  <a:pt x="520731" y="80312"/>
                  <a:pt x="518943" y="78331"/>
                  <a:pt x="517535" y="75944"/>
                </a:cubicBezTo>
                <a:cubicBezTo>
                  <a:pt x="516126" y="73556"/>
                  <a:pt x="515422" y="70572"/>
                  <a:pt x="515422" y="66993"/>
                </a:cubicBezTo>
                <a:cubicBezTo>
                  <a:pt x="515422" y="63086"/>
                  <a:pt x="516180" y="59749"/>
                  <a:pt x="517696" y="56983"/>
                </a:cubicBezTo>
                <a:cubicBezTo>
                  <a:pt x="519214" y="54215"/>
                  <a:pt x="521246" y="51936"/>
                  <a:pt x="523792" y="50147"/>
                </a:cubicBezTo>
                <a:cubicBezTo>
                  <a:pt x="526339" y="48356"/>
                  <a:pt x="529237" y="47027"/>
                  <a:pt x="532488" y="46159"/>
                </a:cubicBezTo>
                <a:cubicBezTo>
                  <a:pt x="535740" y="45291"/>
                  <a:pt x="539100" y="44857"/>
                  <a:pt x="542567" y="44857"/>
                </a:cubicBezTo>
                <a:cubicBezTo>
                  <a:pt x="547877" y="44857"/>
                  <a:pt x="553023" y="46042"/>
                  <a:pt x="558007" y="48411"/>
                </a:cubicBezTo>
                <a:cubicBezTo>
                  <a:pt x="562992" y="50779"/>
                  <a:pt x="566731" y="54126"/>
                  <a:pt x="569225" y="58453"/>
                </a:cubicBezTo>
                <a:lnTo>
                  <a:pt x="560772" y="64793"/>
                </a:lnTo>
                <a:close/>
                <a:moveTo>
                  <a:pt x="594418" y="145811"/>
                </a:moveTo>
                <a:lnTo>
                  <a:pt x="585152" y="145811"/>
                </a:lnTo>
                <a:lnTo>
                  <a:pt x="596043" y="107556"/>
                </a:lnTo>
                <a:lnTo>
                  <a:pt x="607583" y="107556"/>
                </a:lnTo>
                <a:lnTo>
                  <a:pt x="594418" y="145811"/>
                </a:lnTo>
                <a:close/>
                <a:moveTo>
                  <a:pt x="671137" y="7872"/>
                </a:moveTo>
                <a:lnTo>
                  <a:pt x="705433" y="7872"/>
                </a:lnTo>
                <a:cubicBezTo>
                  <a:pt x="709768" y="7872"/>
                  <a:pt x="714157" y="8333"/>
                  <a:pt x="718600" y="9256"/>
                </a:cubicBezTo>
                <a:cubicBezTo>
                  <a:pt x="723043" y="10177"/>
                  <a:pt x="727025" y="11750"/>
                  <a:pt x="730547" y="13973"/>
                </a:cubicBezTo>
                <a:cubicBezTo>
                  <a:pt x="734069" y="16197"/>
                  <a:pt x="736940" y="19208"/>
                  <a:pt x="739161" y="23006"/>
                </a:cubicBezTo>
                <a:cubicBezTo>
                  <a:pt x="741383" y="26803"/>
                  <a:pt x="742494" y="31575"/>
                  <a:pt x="742494" y="37325"/>
                </a:cubicBezTo>
                <a:cubicBezTo>
                  <a:pt x="742494" y="43399"/>
                  <a:pt x="740652" y="48688"/>
                  <a:pt x="736969" y="53190"/>
                </a:cubicBezTo>
                <a:cubicBezTo>
                  <a:pt x="733285" y="57693"/>
                  <a:pt x="728354" y="60649"/>
                  <a:pt x="722177" y="62060"/>
                </a:cubicBezTo>
                <a:lnTo>
                  <a:pt x="722177" y="62385"/>
                </a:lnTo>
                <a:cubicBezTo>
                  <a:pt x="729654" y="63251"/>
                  <a:pt x="735857" y="66147"/>
                  <a:pt x="740786" y="71073"/>
                </a:cubicBezTo>
                <a:cubicBezTo>
                  <a:pt x="745716" y="75998"/>
                  <a:pt x="748182" y="82683"/>
                  <a:pt x="748182" y="91128"/>
                </a:cubicBezTo>
                <a:cubicBezTo>
                  <a:pt x="748182" y="95890"/>
                  <a:pt x="747179" y="100246"/>
                  <a:pt x="745173" y="104198"/>
                </a:cubicBezTo>
                <a:cubicBezTo>
                  <a:pt x="743169" y="108150"/>
                  <a:pt x="740325" y="111507"/>
                  <a:pt x="736641" y="114268"/>
                </a:cubicBezTo>
                <a:cubicBezTo>
                  <a:pt x="732957" y="117027"/>
                  <a:pt x="728460" y="119165"/>
                  <a:pt x="723149" y="120682"/>
                </a:cubicBezTo>
                <a:cubicBezTo>
                  <a:pt x="717840" y="122196"/>
                  <a:pt x="711880" y="122954"/>
                  <a:pt x="705272" y="122954"/>
                </a:cubicBezTo>
                <a:lnTo>
                  <a:pt x="671137" y="122954"/>
                </a:lnTo>
                <a:lnTo>
                  <a:pt x="671137" y="7872"/>
                </a:lnTo>
                <a:moveTo>
                  <a:pt x="682841" y="58349"/>
                </a:moveTo>
                <a:lnTo>
                  <a:pt x="706410" y="58349"/>
                </a:lnTo>
                <a:cubicBezTo>
                  <a:pt x="709227" y="58349"/>
                  <a:pt x="712071" y="58023"/>
                  <a:pt x="714942" y="57370"/>
                </a:cubicBezTo>
                <a:cubicBezTo>
                  <a:pt x="717814" y="56716"/>
                  <a:pt x="720442" y="55601"/>
                  <a:pt x="722826" y="54024"/>
                </a:cubicBezTo>
                <a:cubicBezTo>
                  <a:pt x="725211" y="52446"/>
                  <a:pt x="727134" y="50352"/>
                  <a:pt x="728595" y="47741"/>
                </a:cubicBezTo>
                <a:cubicBezTo>
                  <a:pt x="730059" y="45129"/>
                  <a:pt x="730790" y="41919"/>
                  <a:pt x="730790" y="38111"/>
                </a:cubicBezTo>
                <a:cubicBezTo>
                  <a:pt x="730790" y="34412"/>
                  <a:pt x="730059" y="31284"/>
                  <a:pt x="728595" y="28728"/>
                </a:cubicBezTo>
                <a:cubicBezTo>
                  <a:pt x="727134" y="26170"/>
                  <a:pt x="725156" y="24075"/>
                  <a:pt x="722663" y="22443"/>
                </a:cubicBezTo>
                <a:cubicBezTo>
                  <a:pt x="720171" y="20810"/>
                  <a:pt x="717245" y="19640"/>
                  <a:pt x="713885" y="18934"/>
                </a:cubicBezTo>
                <a:cubicBezTo>
                  <a:pt x="710527" y="18226"/>
                  <a:pt x="706951" y="17872"/>
                  <a:pt x="703158" y="17872"/>
                </a:cubicBezTo>
                <a:lnTo>
                  <a:pt x="682841" y="17872"/>
                </a:lnTo>
                <a:lnTo>
                  <a:pt x="682841" y="58349"/>
                </a:lnTo>
                <a:moveTo>
                  <a:pt x="682841" y="112953"/>
                </a:moveTo>
                <a:lnTo>
                  <a:pt x="704622" y="112953"/>
                </a:lnTo>
                <a:cubicBezTo>
                  <a:pt x="708848" y="112953"/>
                  <a:pt x="712884" y="112547"/>
                  <a:pt x="716730" y="111733"/>
                </a:cubicBezTo>
                <a:cubicBezTo>
                  <a:pt x="720578" y="110920"/>
                  <a:pt x="723937" y="109617"/>
                  <a:pt x="726807" y="107827"/>
                </a:cubicBezTo>
                <a:cubicBezTo>
                  <a:pt x="729679" y="106036"/>
                  <a:pt x="731982" y="103704"/>
                  <a:pt x="733715" y="100830"/>
                </a:cubicBezTo>
                <a:cubicBezTo>
                  <a:pt x="735449" y="97955"/>
                  <a:pt x="736316" y="94510"/>
                  <a:pt x="736316" y="90495"/>
                </a:cubicBezTo>
                <a:cubicBezTo>
                  <a:pt x="736316" y="82901"/>
                  <a:pt x="733743" y="77232"/>
                  <a:pt x="728595" y="73488"/>
                </a:cubicBezTo>
                <a:cubicBezTo>
                  <a:pt x="723448" y="69745"/>
                  <a:pt x="716161" y="67873"/>
                  <a:pt x="706735" y="67873"/>
                </a:cubicBezTo>
                <a:lnTo>
                  <a:pt x="682841" y="67873"/>
                </a:lnTo>
                <a:lnTo>
                  <a:pt x="682841" y="112953"/>
                </a:lnTo>
                <a:close/>
                <a:moveTo>
                  <a:pt x="829127" y="122954"/>
                </a:moveTo>
                <a:cubicBezTo>
                  <a:pt x="828911" y="120895"/>
                  <a:pt x="828748" y="118620"/>
                  <a:pt x="828639" y="116128"/>
                </a:cubicBezTo>
                <a:cubicBezTo>
                  <a:pt x="828531" y="113635"/>
                  <a:pt x="828477" y="111575"/>
                  <a:pt x="828477" y="109950"/>
                </a:cubicBezTo>
                <a:lnTo>
                  <a:pt x="828153" y="109950"/>
                </a:lnTo>
                <a:cubicBezTo>
                  <a:pt x="825985" y="114393"/>
                  <a:pt x="822463" y="117988"/>
                  <a:pt x="817587" y="120736"/>
                </a:cubicBezTo>
                <a:cubicBezTo>
                  <a:pt x="812711" y="123484"/>
                  <a:pt x="807564" y="124858"/>
                  <a:pt x="802145" y="124858"/>
                </a:cubicBezTo>
                <a:cubicBezTo>
                  <a:pt x="792502" y="124858"/>
                  <a:pt x="785269" y="121997"/>
                  <a:pt x="780446" y="116274"/>
                </a:cubicBezTo>
                <a:cubicBezTo>
                  <a:pt x="775624" y="110550"/>
                  <a:pt x="773214" y="102974"/>
                  <a:pt x="773214" y="93546"/>
                </a:cubicBezTo>
                <a:lnTo>
                  <a:pt x="773214" y="46896"/>
                </a:lnTo>
                <a:lnTo>
                  <a:pt x="784268" y="46896"/>
                </a:lnTo>
                <a:lnTo>
                  <a:pt x="784268" y="88995"/>
                </a:lnTo>
                <a:cubicBezTo>
                  <a:pt x="784268" y="93004"/>
                  <a:pt x="784593" y="96634"/>
                  <a:pt x="785243" y="99885"/>
                </a:cubicBezTo>
                <a:cubicBezTo>
                  <a:pt x="785892" y="103136"/>
                  <a:pt x="787003" y="105926"/>
                  <a:pt x="788573" y="108256"/>
                </a:cubicBezTo>
                <a:cubicBezTo>
                  <a:pt x="790146" y="110586"/>
                  <a:pt x="792259" y="112401"/>
                  <a:pt x="794913" y="113702"/>
                </a:cubicBezTo>
                <a:cubicBezTo>
                  <a:pt x="797568" y="115002"/>
                  <a:pt x="800901" y="115652"/>
                  <a:pt x="804911" y="115652"/>
                </a:cubicBezTo>
                <a:cubicBezTo>
                  <a:pt x="807836" y="115652"/>
                  <a:pt x="810679" y="115056"/>
                  <a:pt x="813442" y="113864"/>
                </a:cubicBezTo>
                <a:cubicBezTo>
                  <a:pt x="816207" y="112671"/>
                  <a:pt x="818672" y="110857"/>
                  <a:pt x="820838" y="108420"/>
                </a:cubicBezTo>
                <a:cubicBezTo>
                  <a:pt x="823006" y="105981"/>
                  <a:pt x="824740" y="102892"/>
                  <a:pt x="826039" y="99153"/>
                </a:cubicBezTo>
                <a:cubicBezTo>
                  <a:pt x="827341" y="95415"/>
                  <a:pt x="827991" y="90999"/>
                  <a:pt x="827991" y="85907"/>
                </a:cubicBezTo>
                <a:lnTo>
                  <a:pt x="827991" y="46896"/>
                </a:lnTo>
                <a:lnTo>
                  <a:pt x="839043" y="46896"/>
                </a:lnTo>
                <a:lnTo>
                  <a:pt x="839043" y="106225"/>
                </a:lnTo>
                <a:cubicBezTo>
                  <a:pt x="839043" y="108283"/>
                  <a:pt x="839097" y="110937"/>
                  <a:pt x="839204" y="114186"/>
                </a:cubicBezTo>
                <a:cubicBezTo>
                  <a:pt x="839313" y="117435"/>
                  <a:pt x="839476" y="120358"/>
                  <a:pt x="839693" y="122954"/>
                </a:cubicBezTo>
                <a:lnTo>
                  <a:pt x="829127" y="122954"/>
                </a:lnTo>
                <a:close/>
                <a:moveTo>
                  <a:pt x="879517" y="122954"/>
                </a:moveTo>
                <a:lnTo>
                  <a:pt x="868465" y="122954"/>
                </a:lnTo>
                <a:lnTo>
                  <a:pt x="868465" y="46883"/>
                </a:lnTo>
                <a:lnTo>
                  <a:pt x="879517" y="46883"/>
                </a:lnTo>
                <a:lnTo>
                  <a:pt x="879517" y="122954"/>
                </a:lnTo>
                <a:moveTo>
                  <a:pt x="881793" y="17555"/>
                </a:moveTo>
                <a:cubicBezTo>
                  <a:pt x="881793" y="19823"/>
                  <a:pt x="880981" y="21687"/>
                  <a:pt x="879355" y="23145"/>
                </a:cubicBezTo>
                <a:cubicBezTo>
                  <a:pt x="877730" y="24604"/>
                  <a:pt x="875942" y="25333"/>
                  <a:pt x="873991" y="25333"/>
                </a:cubicBezTo>
                <a:cubicBezTo>
                  <a:pt x="872040" y="25333"/>
                  <a:pt x="870251" y="24604"/>
                  <a:pt x="868626" y="23145"/>
                </a:cubicBezTo>
                <a:cubicBezTo>
                  <a:pt x="867001" y="21687"/>
                  <a:pt x="866188" y="19823"/>
                  <a:pt x="866188" y="17555"/>
                </a:cubicBezTo>
                <a:cubicBezTo>
                  <a:pt x="866188" y="15286"/>
                  <a:pt x="867001" y="13423"/>
                  <a:pt x="868626" y="11964"/>
                </a:cubicBezTo>
                <a:cubicBezTo>
                  <a:pt x="870251" y="10506"/>
                  <a:pt x="872040" y="9777"/>
                  <a:pt x="873991" y="9777"/>
                </a:cubicBezTo>
                <a:cubicBezTo>
                  <a:pt x="875942" y="9777"/>
                  <a:pt x="877730" y="10506"/>
                  <a:pt x="879355" y="11964"/>
                </a:cubicBezTo>
                <a:cubicBezTo>
                  <a:pt x="880981" y="13423"/>
                  <a:pt x="881793" y="15286"/>
                  <a:pt x="881793" y="17555"/>
                </a:cubicBezTo>
                <a:close/>
                <a:moveTo>
                  <a:pt x="920315" y="122954"/>
                </a:moveTo>
                <a:lnTo>
                  <a:pt x="909261" y="122954"/>
                </a:lnTo>
                <a:lnTo>
                  <a:pt x="909261" y="72"/>
                </a:lnTo>
                <a:lnTo>
                  <a:pt x="920315" y="72"/>
                </a:lnTo>
                <a:lnTo>
                  <a:pt x="920315" y="122954"/>
                </a:lnTo>
                <a:close/>
                <a:moveTo>
                  <a:pt x="1012477" y="110114"/>
                </a:moveTo>
                <a:cubicBezTo>
                  <a:pt x="1009227" y="114990"/>
                  <a:pt x="1005000" y="118666"/>
                  <a:pt x="999798" y="121143"/>
                </a:cubicBezTo>
                <a:cubicBezTo>
                  <a:pt x="994597" y="123620"/>
                  <a:pt x="989233" y="124858"/>
                  <a:pt x="983707" y="124858"/>
                </a:cubicBezTo>
                <a:cubicBezTo>
                  <a:pt x="977746" y="124858"/>
                  <a:pt x="972355" y="123829"/>
                  <a:pt x="967534" y="121770"/>
                </a:cubicBezTo>
                <a:cubicBezTo>
                  <a:pt x="962712" y="119710"/>
                  <a:pt x="958594" y="116892"/>
                  <a:pt x="955180" y="113315"/>
                </a:cubicBezTo>
                <a:cubicBezTo>
                  <a:pt x="951767" y="109737"/>
                  <a:pt x="949112" y="105509"/>
                  <a:pt x="947216" y="100632"/>
                </a:cubicBezTo>
                <a:cubicBezTo>
                  <a:pt x="945319" y="95752"/>
                  <a:pt x="944371" y="90494"/>
                  <a:pt x="944371" y="84858"/>
                </a:cubicBezTo>
                <a:cubicBezTo>
                  <a:pt x="944371" y="79221"/>
                  <a:pt x="945319" y="73964"/>
                  <a:pt x="947216" y="69086"/>
                </a:cubicBezTo>
                <a:cubicBezTo>
                  <a:pt x="949112" y="64207"/>
                  <a:pt x="951767" y="59979"/>
                  <a:pt x="955180" y="56402"/>
                </a:cubicBezTo>
                <a:cubicBezTo>
                  <a:pt x="958594" y="52824"/>
                  <a:pt x="962712" y="50006"/>
                  <a:pt x="967534" y="47947"/>
                </a:cubicBezTo>
                <a:cubicBezTo>
                  <a:pt x="972355" y="45887"/>
                  <a:pt x="977746" y="44857"/>
                  <a:pt x="983707" y="44857"/>
                </a:cubicBezTo>
                <a:cubicBezTo>
                  <a:pt x="989233" y="44857"/>
                  <a:pt x="994597" y="46131"/>
                  <a:pt x="999798" y="48679"/>
                </a:cubicBezTo>
                <a:cubicBezTo>
                  <a:pt x="1005000" y="51225"/>
                  <a:pt x="1009227" y="54992"/>
                  <a:pt x="1012477" y="59979"/>
                </a:cubicBezTo>
                <a:lnTo>
                  <a:pt x="1012802" y="59979"/>
                </a:lnTo>
                <a:lnTo>
                  <a:pt x="1012802" y="0"/>
                </a:lnTo>
                <a:lnTo>
                  <a:pt x="1023854" y="0"/>
                </a:lnTo>
                <a:lnTo>
                  <a:pt x="1023854" y="122954"/>
                </a:lnTo>
                <a:lnTo>
                  <a:pt x="1012802" y="122954"/>
                </a:lnTo>
                <a:lnTo>
                  <a:pt x="1012802" y="110114"/>
                </a:lnTo>
                <a:lnTo>
                  <a:pt x="1012477" y="110114"/>
                </a:lnTo>
                <a:moveTo>
                  <a:pt x="956075" y="84860"/>
                </a:moveTo>
                <a:cubicBezTo>
                  <a:pt x="956075" y="89096"/>
                  <a:pt x="956725" y="93089"/>
                  <a:pt x="958024" y="96837"/>
                </a:cubicBezTo>
                <a:cubicBezTo>
                  <a:pt x="959324" y="100584"/>
                  <a:pt x="961193" y="103843"/>
                  <a:pt x="963632" y="106614"/>
                </a:cubicBezTo>
                <a:cubicBezTo>
                  <a:pt x="966071" y="109383"/>
                  <a:pt x="969078" y="111556"/>
                  <a:pt x="972653" y="113132"/>
                </a:cubicBezTo>
                <a:cubicBezTo>
                  <a:pt x="976229" y="114706"/>
                  <a:pt x="980293" y="115493"/>
                  <a:pt x="984843" y="115493"/>
                </a:cubicBezTo>
                <a:cubicBezTo>
                  <a:pt x="989069" y="115493"/>
                  <a:pt x="992970" y="114706"/>
                  <a:pt x="996547" y="113132"/>
                </a:cubicBezTo>
                <a:cubicBezTo>
                  <a:pt x="1000123" y="111556"/>
                  <a:pt x="1003211" y="109411"/>
                  <a:pt x="1005810" y="106696"/>
                </a:cubicBezTo>
                <a:cubicBezTo>
                  <a:pt x="1008411" y="103979"/>
                  <a:pt x="1010443" y="100747"/>
                  <a:pt x="1011907" y="97001"/>
                </a:cubicBezTo>
                <a:cubicBezTo>
                  <a:pt x="1013370" y="93252"/>
                  <a:pt x="1014102" y="89205"/>
                  <a:pt x="1014102" y="84860"/>
                </a:cubicBezTo>
                <a:cubicBezTo>
                  <a:pt x="1014102" y="80515"/>
                  <a:pt x="1013370" y="76469"/>
                  <a:pt x="1011907" y="72722"/>
                </a:cubicBezTo>
                <a:cubicBezTo>
                  <a:pt x="1010443" y="68974"/>
                  <a:pt x="1008411" y="65715"/>
                  <a:pt x="1005810" y="62945"/>
                </a:cubicBezTo>
                <a:cubicBezTo>
                  <a:pt x="1003211" y="60174"/>
                  <a:pt x="1000123" y="58001"/>
                  <a:pt x="996547" y="56427"/>
                </a:cubicBezTo>
                <a:cubicBezTo>
                  <a:pt x="992970" y="54851"/>
                  <a:pt x="989069" y="54063"/>
                  <a:pt x="984843" y="54063"/>
                </a:cubicBezTo>
                <a:cubicBezTo>
                  <a:pt x="980293" y="54063"/>
                  <a:pt x="976229" y="54879"/>
                  <a:pt x="972653" y="56509"/>
                </a:cubicBezTo>
                <a:cubicBezTo>
                  <a:pt x="969078" y="58138"/>
                  <a:pt x="966071" y="60338"/>
                  <a:pt x="963632" y="63109"/>
                </a:cubicBezTo>
                <a:cubicBezTo>
                  <a:pt x="961193" y="65878"/>
                  <a:pt x="959324" y="69137"/>
                  <a:pt x="958024" y="72886"/>
                </a:cubicBezTo>
                <a:cubicBezTo>
                  <a:pt x="956725" y="76632"/>
                  <a:pt x="956075" y="80624"/>
                  <a:pt x="956075" y="848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8" name="Text Wealth,Transform">
            <a:extLst xmlns:a="http://schemas.openxmlformats.org/drawingml/2006/main">
              <a:ext uri="{FF2B5EF4-FFF2-40B4-BE49-F238E27FC236}">
                <a16:creationId xmlns:a16="http://schemas.microsoft.com/office/drawing/2014/main" id="{58903DEB-F749-48BC-A44B-E7ED188B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6598" y="6977374"/>
            <a:ext cx="1313342" cy="147622"/>
          </a:xfrm>
          <a:custGeom xmlns:a="http://schemas.openxmlformats.org/drawingml/2006/main">
            <a:pathLst>
              <a:path w="1313342" h="147622">
                <a:moveTo>
                  <a:pt x="40797" y="108673"/>
                </a:moveTo>
                <a:lnTo>
                  <a:pt x="41122" y="108673"/>
                </a:lnTo>
                <a:lnTo>
                  <a:pt x="69892" y="9683"/>
                </a:lnTo>
                <a:lnTo>
                  <a:pt x="83870" y="9683"/>
                </a:lnTo>
                <a:lnTo>
                  <a:pt x="112641" y="108673"/>
                </a:lnTo>
                <a:lnTo>
                  <a:pt x="112966" y="108673"/>
                </a:lnTo>
                <a:lnTo>
                  <a:pt x="141086" y="9683"/>
                </a:lnTo>
                <a:lnTo>
                  <a:pt x="153438" y="9683"/>
                </a:lnTo>
                <a:lnTo>
                  <a:pt x="119466" y="124764"/>
                </a:lnTo>
                <a:lnTo>
                  <a:pt x="105813" y="124764"/>
                </a:lnTo>
                <a:lnTo>
                  <a:pt x="76881" y="25938"/>
                </a:lnTo>
                <a:lnTo>
                  <a:pt x="76556" y="25938"/>
                </a:lnTo>
                <a:lnTo>
                  <a:pt x="47625" y="124764"/>
                </a:lnTo>
                <a:lnTo>
                  <a:pt x="33971" y="124764"/>
                </a:lnTo>
                <a:lnTo>
                  <a:pt x="0" y="9683"/>
                </a:lnTo>
                <a:lnTo>
                  <a:pt x="12351" y="9683"/>
                </a:lnTo>
                <a:lnTo>
                  <a:pt x="40797" y="108673"/>
                </a:lnTo>
                <a:close/>
                <a:moveTo>
                  <a:pt x="222520" y="80954"/>
                </a:moveTo>
                <a:cubicBezTo>
                  <a:pt x="222195" y="73741"/>
                  <a:pt x="219891" y="67758"/>
                  <a:pt x="215610" y="63005"/>
                </a:cubicBezTo>
                <a:cubicBezTo>
                  <a:pt x="211331" y="58251"/>
                  <a:pt x="205237" y="55874"/>
                  <a:pt x="197326" y="55874"/>
                </a:cubicBezTo>
                <a:cubicBezTo>
                  <a:pt x="193642" y="55874"/>
                  <a:pt x="190229" y="56557"/>
                  <a:pt x="187086" y="57923"/>
                </a:cubicBezTo>
                <a:cubicBezTo>
                  <a:pt x="183944" y="59288"/>
                  <a:pt x="181181" y="61146"/>
                  <a:pt x="178797" y="63496"/>
                </a:cubicBezTo>
                <a:cubicBezTo>
                  <a:pt x="176412" y="65845"/>
                  <a:pt x="174516" y="68523"/>
                  <a:pt x="173107" y="71529"/>
                </a:cubicBezTo>
                <a:cubicBezTo>
                  <a:pt x="171698" y="74533"/>
                  <a:pt x="170886" y="77675"/>
                  <a:pt x="170669" y="80954"/>
                </a:cubicBezTo>
                <a:lnTo>
                  <a:pt x="222520" y="80954"/>
                </a:lnTo>
                <a:moveTo>
                  <a:pt x="233736" y="84471"/>
                </a:moveTo>
                <a:cubicBezTo>
                  <a:pt x="233736" y="85231"/>
                  <a:pt x="233736" y="86046"/>
                  <a:pt x="233736" y="86916"/>
                </a:cubicBezTo>
                <a:cubicBezTo>
                  <a:pt x="233736" y="87784"/>
                  <a:pt x="233681" y="88707"/>
                  <a:pt x="233572" y="89684"/>
                </a:cubicBezTo>
                <a:lnTo>
                  <a:pt x="170505" y="89684"/>
                </a:lnTo>
                <a:cubicBezTo>
                  <a:pt x="170615" y="93475"/>
                  <a:pt x="171373" y="97050"/>
                  <a:pt x="172780" y="100408"/>
                </a:cubicBezTo>
                <a:cubicBezTo>
                  <a:pt x="174189" y="103765"/>
                  <a:pt x="176139" y="106689"/>
                  <a:pt x="178631" y="109181"/>
                </a:cubicBezTo>
                <a:cubicBezTo>
                  <a:pt x="181124" y="111671"/>
                  <a:pt x="184050" y="113648"/>
                  <a:pt x="187408" y="115111"/>
                </a:cubicBezTo>
                <a:cubicBezTo>
                  <a:pt x="190768" y="116573"/>
                  <a:pt x="194399" y="117304"/>
                  <a:pt x="198301" y="117304"/>
                </a:cubicBezTo>
                <a:cubicBezTo>
                  <a:pt x="204044" y="117304"/>
                  <a:pt x="209001" y="115977"/>
                  <a:pt x="213172" y="113323"/>
                </a:cubicBezTo>
                <a:cubicBezTo>
                  <a:pt x="217344" y="110667"/>
                  <a:pt x="220514" y="107606"/>
                  <a:pt x="222681" y="104139"/>
                </a:cubicBezTo>
                <a:lnTo>
                  <a:pt x="230970" y="110639"/>
                </a:lnTo>
                <a:cubicBezTo>
                  <a:pt x="226420" y="116374"/>
                  <a:pt x="221408" y="120479"/>
                  <a:pt x="215935" y="122956"/>
                </a:cubicBezTo>
                <a:cubicBezTo>
                  <a:pt x="210464" y="125431"/>
                  <a:pt x="204586" y="126669"/>
                  <a:pt x="198301" y="126669"/>
                </a:cubicBezTo>
                <a:cubicBezTo>
                  <a:pt x="192666" y="126669"/>
                  <a:pt x="187437" y="125666"/>
                  <a:pt x="182614" y="123660"/>
                </a:cubicBezTo>
                <a:cubicBezTo>
                  <a:pt x="177792" y="121655"/>
                  <a:pt x="173648" y="118864"/>
                  <a:pt x="170181" y="115287"/>
                </a:cubicBezTo>
                <a:cubicBezTo>
                  <a:pt x="166713" y="111709"/>
                  <a:pt x="163977" y="107481"/>
                  <a:pt x="161971" y="102603"/>
                </a:cubicBezTo>
                <a:cubicBezTo>
                  <a:pt x="159967" y="97726"/>
                  <a:pt x="158965" y="92414"/>
                  <a:pt x="158965" y="86668"/>
                </a:cubicBezTo>
                <a:cubicBezTo>
                  <a:pt x="158965" y="80922"/>
                  <a:pt x="159940" y="75611"/>
                  <a:pt x="161889" y="70733"/>
                </a:cubicBezTo>
                <a:cubicBezTo>
                  <a:pt x="163840" y="65855"/>
                  <a:pt x="166550" y="61628"/>
                  <a:pt x="170017" y="58052"/>
                </a:cubicBezTo>
                <a:cubicBezTo>
                  <a:pt x="173486" y="54473"/>
                  <a:pt x="177550" y="51682"/>
                  <a:pt x="182210" y="49676"/>
                </a:cubicBezTo>
                <a:cubicBezTo>
                  <a:pt x="186869" y="47670"/>
                  <a:pt x="191908" y="46667"/>
                  <a:pt x="197326" y="46667"/>
                </a:cubicBezTo>
                <a:cubicBezTo>
                  <a:pt x="203285" y="46667"/>
                  <a:pt x="208540" y="47673"/>
                  <a:pt x="213091" y="49683"/>
                </a:cubicBezTo>
                <a:cubicBezTo>
                  <a:pt x="217643" y="51692"/>
                  <a:pt x="221436" y="54408"/>
                  <a:pt x="224470" y="57831"/>
                </a:cubicBezTo>
                <a:cubicBezTo>
                  <a:pt x="227504" y="61252"/>
                  <a:pt x="229806" y="65243"/>
                  <a:pt x="231377" y="69805"/>
                </a:cubicBezTo>
                <a:cubicBezTo>
                  <a:pt x="232950" y="74367"/>
                  <a:pt x="233736" y="79256"/>
                  <a:pt x="233736" y="84471"/>
                </a:cubicBezTo>
                <a:close/>
                <a:moveTo>
                  <a:pt x="304440" y="75646"/>
                </a:moveTo>
                <a:cubicBezTo>
                  <a:pt x="304440" y="69001"/>
                  <a:pt x="302707" y="64045"/>
                  <a:pt x="299239" y="60777"/>
                </a:cubicBezTo>
                <a:cubicBezTo>
                  <a:pt x="295772" y="57508"/>
                  <a:pt x="290733" y="55874"/>
                  <a:pt x="284122" y="55874"/>
                </a:cubicBezTo>
                <a:cubicBezTo>
                  <a:pt x="279572" y="55874"/>
                  <a:pt x="275346" y="56687"/>
                  <a:pt x="271444" y="58312"/>
                </a:cubicBezTo>
                <a:cubicBezTo>
                  <a:pt x="267543" y="59937"/>
                  <a:pt x="264239" y="62105"/>
                  <a:pt x="261530" y="64815"/>
                </a:cubicBezTo>
                <a:lnTo>
                  <a:pt x="255352" y="57501"/>
                </a:lnTo>
                <a:cubicBezTo>
                  <a:pt x="258495" y="54371"/>
                  <a:pt x="262641" y="51783"/>
                  <a:pt x="267788" y="49738"/>
                </a:cubicBezTo>
                <a:cubicBezTo>
                  <a:pt x="272935" y="47691"/>
                  <a:pt x="278759" y="46667"/>
                  <a:pt x="285261" y="46667"/>
                </a:cubicBezTo>
                <a:cubicBezTo>
                  <a:pt x="289380" y="46667"/>
                  <a:pt x="293226" y="47237"/>
                  <a:pt x="296801" y="48376"/>
                </a:cubicBezTo>
                <a:cubicBezTo>
                  <a:pt x="300378" y="49516"/>
                  <a:pt x="303520" y="51224"/>
                  <a:pt x="306228" y="53503"/>
                </a:cubicBezTo>
                <a:cubicBezTo>
                  <a:pt x="308938" y="55780"/>
                  <a:pt x="311052" y="58653"/>
                  <a:pt x="312568" y="62124"/>
                </a:cubicBezTo>
                <a:cubicBezTo>
                  <a:pt x="314086" y="65595"/>
                  <a:pt x="314845" y="69662"/>
                  <a:pt x="314845" y="74327"/>
                </a:cubicBezTo>
                <a:lnTo>
                  <a:pt x="314845" y="107680"/>
                </a:lnTo>
                <a:cubicBezTo>
                  <a:pt x="314845" y="110609"/>
                  <a:pt x="314953" y="113646"/>
                  <a:pt x="315170" y="116793"/>
                </a:cubicBezTo>
                <a:cubicBezTo>
                  <a:pt x="315386" y="119938"/>
                  <a:pt x="315711" y="122595"/>
                  <a:pt x="316144" y="124764"/>
                </a:cubicBezTo>
                <a:lnTo>
                  <a:pt x="306231" y="124764"/>
                </a:lnTo>
                <a:cubicBezTo>
                  <a:pt x="305905" y="122914"/>
                  <a:pt x="305634" y="120901"/>
                  <a:pt x="305417" y="118725"/>
                </a:cubicBezTo>
                <a:cubicBezTo>
                  <a:pt x="305201" y="116549"/>
                  <a:pt x="305093" y="114427"/>
                  <a:pt x="305093" y="112361"/>
                </a:cubicBezTo>
                <a:lnTo>
                  <a:pt x="304765" y="112361"/>
                </a:lnTo>
                <a:cubicBezTo>
                  <a:pt x="301298" y="117455"/>
                  <a:pt x="297369" y="121113"/>
                  <a:pt x="292979" y="123335"/>
                </a:cubicBezTo>
                <a:cubicBezTo>
                  <a:pt x="288591" y="125558"/>
                  <a:pt x="283309" y="126669"/>
                  <a:pt x="277133" y="126669"/>
                </a:cubicBezTo>
                <a:cubicBezTo>
                  <a:pt x="274207" y="126669"/>
                  <a:pt x="271199" y="126263"/>
                  <a:pt x="268110" y="125451"/>
                </a:cubicBezTo>
                <a:cubicBezTo>
                  <a:pt x="265023" y="124639"/>
                  <a:pt x="262207" y="123313"/>
                  <a:pt x="259660" y="121473"/>
                </a:cubicBezTo>
                <a:cubicBezTo>
                  <a:pt x="257114" y="119631"/>
                  <a:pt x="255001" y="117248"/>
                  <a:pt x="253321" y="114325"/>
                </a:cubicBezTo>
                <a:cubicBezTo>
                  <a:pt x="251641" y="111400"/>
                  <a:pt x="250801" y="107825"/>
                  <a:pt x="250801" y="103600"/>
                </a:cubicBezTo>
                <a:cubicBezTo>
                  <a:pt x="250801" y="97752"/>
                  <a:pt x="252291" y="93122"/>
                  <a:pt x="255270" y="89711"/>
                </a:cubicBezTo>
                <a:cubicBezTo>
                  <a:pt x="258250" y="86300"/>
                  <a:pt x="262232" y="83756"/>
                  <a:pt x="267217" y="82077"/>
                </a:cubicBezTo>
                <a:cubicBezTo>
                  <a:pt x="272203" y="80397"/>
                  <a:pt x="277919" y="79314"/>
                  <a:pt x="284365" y="78828"/>
                </a:cubicBezTo>
                <a:cubicBezTo>
                  <a:pt x="290814" y="78340"/>
                  <a:pt x="297506" y="78097"/>
                  <a:pt x="304440" y="78097"/>
                </a:cubicBezTo>
                <a:lnTo>
                  <a:pt x="304440" y="75646"/>
                </a:lnTo>
                <a:moveTo>
                  <a:pt x="301189" y="86827"/>
                </a:moveTo>
                <a:cubicBezTo>
                  <a:pt x="296638" y="86827"/>
                  <a:pt x="292060" y="87016"/>
                  <a:pt x="287453" y="87395"/>
                </a:cubicBezTo>
                <a:cubicBezTo>
                  <a:pt x="282848" y="87772"/>
                  <a:pt x="278677" y="88528"/>
                  <a:pt x="274938" y="89664"/>
                </a:cubicBezTo>
                <a:cubicBezTo>
                  <a:pt x="271201" y="90799"/>
                  <a:pt x="268141" y="92446"/>
                  <a:pt x="265757" y="94607"/>
                </a:cubicBezTo>
                <a:cubicBezTo>
                  <a:pt x="263372" y="96768"/>
                  <a:pt x="262180" y="99631"/>
                  <a:pt x="262180" y="103196"/>
                </a:cubicBezTo>
                <a:cubicBezTo>
                  <a:pt x="262180" y="105898"/>
                  <a:pt x="262694" y="108167"/>
                  <a:pt x="263723" y="110004"/>
                </a:cubicBezTo>
                <a:cubicBezTo>
                  <a:pt x="264753" y="111841"/>
                  <a:pt x="266134" y="113327"/>
                  <a:pt x="267867" y="114461"/>
                </a:cubicBezTo>
                <a:cubicBezTo>
                  <a:pt x="269602" y="115596"/>
                  <a:pt x="271525" y="116406"/>
                  <a:pt x="273639" y="116892"/>
                </a:cubicBezTo>
                <a:cubicBezTo>
                  <a:pt x="275752" y="117378"/>
                  <a:pt x="277892" y="117621"/>
                  <a:pt x="280060" y="117621"/>
                </a:cubicBezTo>
                <a:cubicBezTo>
                  <a:pt x="283960" y="117621"/>
                  <a:pt x="287428" y="116946"/>
                  <a:pt x="290462" y="115595"/>
                </a:cubicBezTo>
                <a:cubicBezTo>
                  <a:pt x="293496" y="114244"/>
                  <a:pt x="296042" y="112407"/>
                  <a:pt x="298101" y="110084"/>
                </a:cubicBezTo>
                <a:cubicBezTo>
                  <a:pt x="300159" y="107761"/>
                  <a:pt x="301730" y="105087"/>
                  <a:pt x="302813" y="102063"/>
                </a:cubicBezTo>
                <a:cubicBezTo>
                  <a:pt x="303898" y="99037"/>
                  <a:pt x="304440" y="95849"/>
                  <a:pt x="304440" y="92499"/>
                </a:cubicBezTo>
                <a:lnTo>
                  <a:pt x="304440" y="86827"/>
                </a:lnTo>
                <a:lnTo>
                  <a:pt x="301189" y="86827"/>
                </a:lnTo>
                <a:close/>
                <a:moveTo>
                  <a:pt x="354667" y="124764"/>
                </a:moveTo>
                <a:lnTo>
                  <a:pt x="343613" y="124764"/>
                </a:lnTo>
                <a:lnTo>
                  <a:pt x="343613" y="1882"/>
                </a:lnTo>
                <a:lnTo>
                  <a:pt x="354667" y="1882"/>
                </a:lnTo>
                <a:lnTo>
                  <a:pt x="354667" y="124764"/>
                </a:lnTo>
                <a:close/>
                <a:moveTo>
                  <a:pt x="418544" y="57938"/>
                </a:moveTo>
                <a:lnTo>
                  <a:pt x="397090" y="57938"/>
                </a:lnTo>
                <a:lnTo>
                  <a:pt x="397090" y="102358"/>
                </a:lnTo>
                <a:cubicBezTo>
                  <a:pt x="397090" y="105179"/>
                  <a:pt x="397361" y="107511"/>
                  <a:pt x="397901" y="109355"/>
                </a:cubicBezTo>
                <a:cubicBezTo>
                  <a:pt x="398444" y="111198"/>
                  <a:pt x="399229" y="112636"/>
                  <a:pt x="400258" y="113668"/>
                </a:cubicBezTo>
                <a:cubicBezTo>
                  <a:pt x="401288" y="114698"/>
                  <a:pt x="402507" y="115403"/>
                  <a:pt x="403916" y="115783"/>
                </a:cubicBezTo>
                <a:cubicBezTo>
                  <a:pt x="405325" y="116162"/>
                  <a:pt x="406842" y="116351"/>
                  <a:pt x="408467" y="116351"/>
                </a:cubicBezTo>
                <a:cubicBezTo>
                  <a:pt x="409985" y="116351"/>
                  <a:pt x="411583" y="116130"/>
                  <a:pt x="413261" y="115689"/>
                </a:cubicBezTo>
                <a:cubicBezTo>
                  <a:pt x="414941" y="115246"/>
                  <a:pt x="416540" y="114637"/>
                  <a:pt x="418058" y="113861"/>
                </a:cubicBezTo>
                <a:lnTo>
                  <a:pt x="418544" y="123442"/>
                </a:lnTo>
                <a:cubicBezTo>
                  <a:pt x="416595" y="124201"/>
                  <a:pt x="414563" y="124770"/>
                  <a:pt x="412450" y="125148"/>
                </a:cubicBezTo>
                <a:cubicBezTo>
                  <a:pt x="410337" y="125527"/>
                  <a:pt x="408034" y="125716"/>
                  <a:pt x="405540" y="125716"/>
                </a:cubicBezTo>
                <a:cubicBezTo>
                  <a:pt x="403482" y="125716"/>
                  <a:pt x="401315" y="125445"/>
                  <a:pt x="399040" y="124903"/>
                </a:cubicBezTo>
                <a:cubicBezTo>
                  <a:pt x="396765" y="124362"/>
                  <a:pt x="394652" y="123334"/>
                  <a:pt x="392700" y="121818"/>
                </a:cubicBezTo>
                <a:cubicBezTo>
                  <a:pt x="390751" y="120300"/>
                  <a:pt x="389153" y="118240"/>
                  <a:pt x="387906" y="115639"/>
                </a:cubicBezTo>
                <a:cubicBezTo>
                  <a:pt x="386659" y="113038"/>
                  <a:pt x="386036" y="109625"/>
                  <a:pt x="386036" y="105399"/>
                </a:cubicBezTo>
                <a:lnTo>
                  <a:pt x="386036" y="57938"/>
                </a:lnTo>
                <a:lnTo>
                  <a:pt x="370269" y="57938"/>
                </a:lnTo>
                <a:lnTo>
                  <a:pt x="370269" y="48731"/>
                </a:lnTo>
                <a:lnTo>
                  <a:pt x="386036" y="48731"/>
                </a:lnTo>
                <a:lnTo>
                  <a:pt x="386036" y="27275"/>
                </a:lnTo>
                <a:lnTo>
                  <a:pt x="397090" y="27275"/>
                </a:lnTo>
                <a:lnTo>
                  <a:pt x="397090" y="48731"/>
                </a:lnTo>
                <a:lnTo>
                  <a:pt x="418544" y="48731"/>
                </a:lnTo>
                <a:lnTo>
                  <a:pt x="418544" y="57938"/>
                </a:lnTo>
                <a:close/>
                <a:moveTo>
                  <a:pt x="447478" y="61147"/>
                </a:moveTo>
                <a:cubicBezTo>
                  <a:pt x="449537" y="56701"/>
                  <a:pt x="452950" y="53176"/>
                  <a:pt x="457717" y="50574"/>
                </a:cubicBezTo>
                <a:cubicBezTo>
                  <a:pt x="462485" y="47970"/>
                  <a:pt x="467579" y="46667"/>
                  <a:pt x="472997" y="46667"/>
                </a:cubicBezTo>
                <a:cubicBezTo>
                  <a:pt x="482640" y="46667"/>
                  <a:pt x="489872" y="49542"/>
                  <a:pt x="494694" y="55291"/>
                </a:cubicBezTo>
                <a:cubicBezTo>
                  <a:pt x="499517" y="61040"/>
                  <a:pt x="501929" y="68633"/>
                  <a:pt x="501929" y="78069"/>
                </a:cubicBezTo>
                <a:lnTo>
                  <a:pt x="501929" y="124764"/>
                </a:lnTo>
                <a:lnTo>
                  <a:pt x="490877" y="124764"/>
                </a:lnTo>
                <a:lnTo>
                  <a:pt x="490877" y="82583"/>
                </a:lnTo>
                <a:cubicBezTo>
                  <a:pt x="490877" y="78565"/>
                  <a:pt x="490552" y="74929"/>
                  <a:pt x="489902" y="71673"/>
                </a:cubicBezTo>
                <a:cubicBezTo>
                  <a:pt x="489252" y="68416"/>
                  <a:pt x="488141" y="65620"/>
                  <a:pt x="486569" y="63285"/>
                </a:cubicBezTo>
                <a:cubicBezTo>
                  <a:pt x="484998" y="60950"/>
                  <a:pt x="482885" y="59131"/>
                  <a:pt x="480229" y="57828"/>
                </a:cubicBezTo>
                <a:cubicBezTo>
                  <a:pt x="477576" y="56525"/>
                  <a:pt x="474244" y="55874"/>
                  <a:pt x="470234" y="55874"/>
                </a:cubicBezTo>
                <a:cubicBezTo>
                  <a:pt x="467309" y="55874"/>
                  <a:pt x="464464" y="56472"/>
                  <a:pt x="461700" y="57667"/>
                </a:cubicBezTo>
                <a:cubicBezTo>
                  <a:pt x="458937" y="58861"/>
                  <a:pt x="456472" y="60680"/>
                  <a:pt x="454304" y="63124"/>
                </a:cubicBezTo>
                <a:cubicBezTo>
                  <a:pt x="452138" y="65566"/>
                  <a:pt x="450404" y="68659"/>
                  <a:pt x="449103" y="72405"/>
                </a:cubicBezTo>
                <a:cubicBezTo>
                  <a:pt x="447803" y="76150"/>
                  <a:pt x="447153" y="80574"/>
                  <a:pt x="447153" y="85679"/>
                </a:cubicBezTo>
                <a:lnTo>
                  <a:pt x="447153" y="124764"/>
                </a:lnTo>
                <a:lnTo>
                  <a:pt x="436099" y="124764"/>
                </a:lnTo>
                <a:lnTo>
                  <a:pt x="436099" y="1806"/>
                </a:lnTo>
                <a:lnTo>
                  <a:pt x="447153" y="1806"/>
                </a:lnTo>
                <a:lnTo>
                  <a:pt x="447153" y="61147"/>
                </a:lnTo>
                <a:lnTo>
                  <a:pt x="447478" y="61147"/>
                </a:lnTo>
                <a:close/>
                <a:moveTo>
                  <a:pt x="532489" y="147622"/>
                </a:moveTo>
                <a:lnTo>
                  <a:pt x="523223" y="147622"/>
                </a:lnTo>
                <a:lnTo>
                  <a:pt x="534113" y="109367"/>
                </a:lnTo>
                <a:lnTo>
                  <a:pt x="545654" y="109367"/>
                </a:lnTo>
                <a:lnTo>
                  <a:pt x="532489" y="147622"/>
                </a:lnTo>
                <a:close/>
                <a:moveTo>
                  <a:pt x="642204" y="124764"/>
                </a:moveTo>
                <a:lnTo>
                  <a:pt x="630500" y="124764"/>
                </a:lnTo>
                <a:lnTo>
                  <a:pt x="630500" y="20159"/>
                </a:lnTo>
                <a:lnTo>
                  <a:pt x="591978" y="20159"/>
                </a:lnTo>
                <a:lnTo>
                  <a:pt x="591978" y="9683"/>
                </a:lnTo>
                <a:lnTo>
                  <a:pt x="680727" y="9683"/>
                </a:lnTo>
                <a:lnTo>
                  <a:pt x="680727" y="20159"/>
                </a:lnTo>
                <a:lnTo>
                  <a:pt x="642204" y="20159"/>
                </a:lnTo>
                <a:lnTo>
                  <a:pt x="642204" y="124764"/>
                </a:lnTo>
                <a:close/>
                <a:moveTo>
                  <a:pt x="682676" y="65378"/>
                </a:moveTo>
                <a:cubicBezTo>
                  <a:pt x="682676" y="63316"/>
                  <a:pt x="682622" y="60660"/>
                  <a:pt x="682513" y="57409"/>
                </a:cubicBezTo>
                <a:cubicBezTo>
                  <a:pt x="682405" y="54159"/>
                  <a:pt x="682243" y="51233"/>
                  <a:pt x="682027" y="48632"/>
                </a:cubicBezTo>
                <a:lnTo>
                  <a:pt x="692592" y="48632"/>
                </a:lnTo>
                <a:cubicBezTo>
                  <a:pt x="692809" y="50690"/>
                  <a:pt x="692971" y="52966"/>
                  <a:pt x="693078" y="55460"/>
                </a:cubicBezTo>
                <a:cubicBezTo>
                  <a:pt x="693187" y="57952"/>
                  <a:pt x="693242" y="60010"/>
                  <a:pt x="693242" y="61635"/>
                </a:cubicBezTo>
                <a:lnTo>
                  <a:pt x="693567" y="61635"/>
                </a:lnTo>
                <a:cubicBezTo>
                  <a:pt x="695735" y="57188"/>
                  <a:pt x="698985" y="53581"/>
                  <a:pt x="703319" y="50817"/>
                </a:cubicBezTo>
                <a:cubicBezTo>
                  <a:pt x="707654" y="48051"/>
                  <a:pt x="712531" y="46667"/>
                  <a:pt x="717950" y="46667"/>
                </a:cubicBezTo>
                <a:cubicBezTo>
                  <a:pt x="719359" y="46667"/>
                  <a:pt x="720632" y="46731"/>
                  <a:pt x="721769" y="46858"/>
                </a:cubicBezTo>
                <a:cubicBezTo>
                  <a:pt x="722907" y="46986"/>
                  <a:pt x="724072" y="47240"/>
                  <a:pt x="725264" y="47620"/>
                </a:cubicBezTo>
                <a:lnTo>
                  <a:pt x="723801" y="57962"/>
                </a:lnTo>
                <a:cubicBezTo>
                  <a:pt x="723151" y="57746"/>
                  <a:pt x="722067" y="57529"/>
                  <a:pt x="720549" y="57312"/>
                </a:cubicBezTo>
                <a:cubicBezTo>
                  <a:pt x="719033" y="57094"/>
                  <a:pt x="717516" y="56985"/>
                  <a:pt x="715998" y="56985"/>
                </a:cubicBezTo>
                <a:cubicBezTo>
                  <a:pt x="713073" y="56985"/>
                  <a:pt x="710255" y="57527"/>
                  <a:pt x="707545" y="58612"/>
                </a:cubicBezTo>
                <a:cubicBezTo>
                  <a:pt x="704837" y="59695"/>
                  <a:pt x="702480" y="61402"/>
                  <a:pt x="700474" y="63731"/>
                </a:cubicBezTo>
                <a:cubicBezTo>
                  <a:pt x="698470" y="66061"/>
                  <a:pt x="696845" y="69041"/>
                  <a:pt x="695598" y="72672"/>
                </a:cubicBezTo>
                <a:cubicBezTo>
                  <a:pt x="694353" y="76302"/>
                  <a:pt x="693731" y="80663"/>
                  <a:pt x="693731" y="85755"/>
                </a:cubicBezTo>
                <a:lnTo>
                  <a:pt x="693731" y="124764"/>
                </a:lnTo>
                <a:lnTo>
                  <a:pt x="682676" y="124764"/>
                </a:lnTo>
                <a:lnTo>
                  <a:pt x="682676" y="65378"/>
                </a:lnTo>
                <a:close/>
                <a:moveTo>
                  <a:pt x="787191" y="75646"/>
                </a:moveTo>
                <a:cubicBezTo>
                  <a:pt x="787191" y="69001"/>
                  <a:pt x="785457" y="64045"/>
                  <a:pt x="781990" y="60777"/>
                </a:cubicBezTo>
                <a:cubicBezTo>
                  <a:pt x="778522" y="57508"/>
                  <a:pt x="773483" y="55874"/>
                  <a:pt x="766873" y="55874"/>
                </a:cubicBezTo>
                <a:cubicBezTo>
                  <a:pt x="762322" y="55874"/>
                  <a:pt x="758096" y="56687"/>
                  <a:pt x="754194" y="58312"/>
                </a:cubicBezTo>
                <a:cubicBezTo>
                  <a:pt x="750293" y="59937"/>
                  <a:pt x="746989" y="62105"/>
                  <a:pt x="744281" y="64815"/>
                </a:cubicBezTo>
                <a:lnTo>
                  <a:pt x="738102" y="57501"/>
                </a:lnTo>
                <a:cubicBezTo>
                  <a:pt x="741246" y="54371"/>
                  <a:pt x="745391" y="51783"/>
                  <a:pt x="750538" y="49738"/>
                </a:cubicBezTo>
                <a:cubicBezTo>
                  <a:pt x="755685" y="47691"/>
                  <a:pt x="761510" y="46667"/>
                  <a:pt x="768011" y="46667"/>
                </a:cubicBezTo>
                <a:cubicBezTo>
                  <a:pt x="772130" y="46667"/>
                  <a:pt x="775977" y="47237"/>
                  <a:pt x="779552" y="48376"/>
                </a:cubicBezTo>
                <a:cubicBezTo>
                  <a:pt x="783128" y="49516"/>
                  <a:pt x="786270" y="51224"/>
                  <a:pt x="788979" y="53503"/>
                </a:cubicBezTo>
                <a:cubicBezTo>
                  <a:pt x="791689" y="55780"/>
                  <a:pt x="793802" y="58653"/>
                  <a:pt x="795318" y="62124"/>
                </a:cubicBezTo>
                <a:cubicBezTo>
                  <a:pt x="796836" y="65595"/>
                  <a:pt x="797595" y="69662"/>
                  <a:pt x="797595" y="74327"/>
                </a:cubicBezTo>
                <a:lnTo>
                  <a:pt x="797595" y="107680"/>
                </a:lnTo>
                <a:cubicBezTo>
                  <a:pt x="797595" y="110609"/>
                  <a:pt x="797703" y="113646"/>
                  <a:pt x="797920" y="116793"/>
                </a:cubicBezTo>
                <a:cubicBezTo>
                  <a:pt x="798137" y="119938"/>
                  <a:pt x="798461" y="122595"/>
                  <a:pt x="798895" y="124764"/>
                </a:cubicBezTo>
                <a:lnTo>
                  <a:pt x="788981" y="124764"/>
                </a:lnTo>
                <a:cubicBezTo>
                  <a:pt x="788656" y="122914"/>
                  <a:pt x="788384" y="120901"/>
                  <a:pt x="788168" y="118725"/>
                </a:cubicBezTo>
                <a:cubicBezTo>
                  <a:pt x="787951" y="116549"/>
                  <a:pt x="787843" y="114427"/>
                  <a:pt x="787843" y="112361"/>
                </a:cubicBezTo>
                <a:lnTo>
                  <a:pt x="787515" y="112361"/>
                </a:lnTo>
                <a:cubicBezTo>
                  <a:pt x="784048" y="117455"/>
                  <a:pt x="780120" y="121113"/>
                  <a:pt x="775730" y="123335"/>
                </a:cubicBezTo>
                <a:cubicBezTo>
                  <a:pt x="771341" y="125558"/>
                  <a:pt x="766059" y="126669"/>
                  <a:pt x="759884" y="126669"/>
                </a:cubicBezTo>
                <a:cubicBezTo>
                  <a:pt x="756957" y="126669"/>
                  <a:pt x="753949" y="126263"/>
                  <a:pt x="750861" y="125451"/>
                </a:cubicBezTo>
                <a:cubicBezTo>
                  <a:pt x="747774" y="124639"/>
                  <a:pt x="744957" y="123313"/>
                  <a:pt x="742411" y="121473"/>
                </a:cubicBezTo>
                <a:cubicBezTo>
                  <a:pt x="739864" y="119631"/>
                  <a:pt x="737751" y="117248"/>
                  <a:pt x="736071" y="114325"/>
                </a:cubicBezTo>
                <a:cubicBezTo>
                  <a:pt x="734391" y="111400"/>
                  <a:pt x="733551" y="107825"/>
                  <a:pt x="733551" y="103600"/>
                </a:cubicBezTo>
                <a:cubicBezTo>
                  <a:pt x="733551" y="97752"/>
                  <a:pt x="735041" y="93122"/>
                  <a:pt x="738021" y="89711"/>
                </a:cubicBezTo>
                <a:cubicBezTo>
                  <a:pt x="741000" y="86300"/>
                  <a:pt x="744982" y="83756"/>
                  <a:pt x="749968" y="82077"/>
                </a:cubicBezTo>
                <a:cubicBezTo>
                  <a:pt x="754953" y="80397"/>
                  <a:pt x="760669" y="79314"/>
                  <a:pt x="767116" y="78828"/>
                </a:cubicBezTo>
                <a:cubicBezTo>
                  <a:pt x="773564" y="78340"/>
                  <a:pt x="780256" y="78097"/>
                  <a:pt x="787191" y="78097"/>
                </a:cubicBezTo>
                <a:lnTo>
                  <a:pt x="787191" y="75646"/>
                </a:lnTo>
                <a:moveTo>
                  <a:pt x="783939" y="86827"/>
                </a:moveTo>
                <a:cubicBezTo>
                  <a:pt x="779389" y="86827"/>
                  <a:pt x="774810" y="87016"/>
                  <a:pt x="770204" y="87395"/>
                </a:cubicBezTo>
                <a:cubicBezTo>
                  <a:pt x="765599" y="87772"/>
                  <a:pt x="761427" y="88528"/>
                  <a:pt x="757689" y="89664"/>
                </a:cubicBezTo>
                <a:cubicBezTo>
                  <a:pt x="753952" y="90799"/>
                  <a:pt x="750891" y="92446"/>
                  <a:pt x="748507" y="94607"/>
                </a:cubicBezTo>
                <a:cubicBezTo>
                  <a:pt x="746123" y="96768"/>
                  <a:pt x="744930" y="99631"/>
                  <a:pt x="744930" y="103196"/>
                </a:cubicBezTo>
                <a:cubicBezTo>
                  <a:pt x="744930" y="105898"/>
                  <a:pt x="745445" y="108167"/>
                  <a:pt x="746473" y="110004"/>
                </a:cubicBezTo>
                <a:cubicBezTo>
                  <a:pt x="747503" y="111841"/>
                  <a:pt x="748885" y="113327"/>
                  <a:pt x="750618" y="114461"/>
                </a:cubicBezTo>
                <a:cubicBezTo>
                  <a:pt x="752352" y="115596"/>
                  <a:pt x="754276" y="116406"/>
                  <a:pt x="756389" y="116892"/>
                </a:cubicBezTo>
                <a:cubicBezTo>
                  <a:pt x="758502" y="117378"/>
                  <a:pt x="760642" y="117621"/>
                  <a:pt x="762810" y="117621"/>
                </a:cubicBezTo>
                <a:cubicBezTo>
                  <a:pt x="766711" y="117621"/>
                  <a:pt x="770178" y="116946"/>
                  <a:pt x="773212" y="115595"/>
                </a:cubicBezTo>
                <a:cubicBezTo>
                  <a:pt x="776246" y="114244"/>
                  <a:pt x="778793" y="112407"/>
                  <a:pt x="780851" y="110084"/>
                </a:cubicBezTo>
                <a:cubicBezTo>
                  <a:pt x="782910" y="107761"/>
                  <a:pt x="784481" y="105087"/>
                  <a:pt x="785564" y="102063"/>
                </a:cubicBezTo>
                <a:cubicBezTo>
                  <a:pt x="786648" y="99037"/>
                  <a:pt x="787191" y="95849"/>
                  <a:pt x="787191" y="92499"/>
                </a:cubicBezTo>
                <a:lnTo>
                  <a:pt x="787191" y="86827"/>
                </a:lnTo>
                <a:lnTo>
                  <a:pt x="783939" y="86827"/>
                </a:lnTo>
                <a:close/>
                <a:moveTo>
                  <a:pt x="835956" y="48632"/>
                </a:moveTo>
                <a:cubicBezTo>
                  <a:pt x="836172" y="50690"/>
                  <a:pt x="836334" y="52966"/>
                  <a:pt x="836442" y="55460"/>
                </a:cubicBezTo>
                <a:cubicBezTo>
                  <a:pt x="836551" y="57952"/>
                  <a:pt x="836605" y="60010"/>
                  <a:pt x="836605" y="61635"/>
                </a:cubicBezTo>
                <a:lnTo>
                  <a:pt x="836930" y="61635"/>
                </a:lnTo>
                <a:cubicBezTo>
                  <a:pt x="839098" y="57188"/>
                  <a:pt x="842620" y="53581"/>
                  <a:pt x="847496" y="50817"/>
                </a:cubicBezTo>
                <a:cubicBezTo>
                  <a:pt x="852372" y="48051"/>
                  <a:pt x="857519" y="46667"/>
                  <a:pt x="862938" y="46667"/>
                </a:cubicBezTo>
                <a:cubicBezTo>
                  <a:pt x="872581" y="46667"/>
                  <a:pt x="879813" y="49542"/>
                  <a:pt x="884634" y="55291"/>
                </a:cubicBezTo>
                <a:cubicBezTo>
                  <a:pt x="889458" y="61040"/>
                  <a:pt x="891869" y="68633"/>
                  <a:pt x="891869" y="78069"/>
                </a:cubicBezTo>
                <a:lnTo>
                  <a:pt x="891869" y="124764"/>
                </a:lnTo>
                <a:lnTo>
                  <a:pt x="880817" y="124764"/>
                </a:lnTo>
                <a:lnTo>
                  <a:pt x="880817" y="82583"/>
                </a:lnTo>
                <a:cubicBezTo>
                  <a:pt x="880817" y="78565"/>
                  <a:pt x="880492" y="74929"/>
                  <a:pt x="879843" y="71673"/>
                </a:cubicBezTo>
                <a:cubicBezTo>
                  <a:pt x="879193" y="68416"/>
                  <a:pt x="878082" y="65620"/>
                  <a:pt x="876509" y="63285"/>
                </a:cubicBezTo>
                <a:cubicBezTo>
                  <a:pt x="874939" y="60950"/>
                  <a:pt x="872825" y="59131"/>
                  <a:pt x="870170" y="57828"/>
                </a:cubicBezTo>
                <a:cubicBezTo>
                  <a:pt x="867516" y="56525"/>
                  <a:pt x="864184" y="55874"/>
                  <a:pt x="860175" y="55874"/>
                </a:cubicBezTo>
                <a:cubicBezTo>
                  <a:pt x="857250" y="55874"/>
                  <a:pt x="854405" y="56472"/>
                  <a:pt x="851640" y="57667"/>
                </a:cubicBezTo>
                <a:cubicBezTo>
                  <a:pt x="848877" y="58861"/>
                  <a:pt x="846412" y="60680"/>
                  <a:pt x="844244" y="63124"/>
                </a:cubicBezTo>
                <a:cubicBezTo>
                  <a:pt x="842078" y="65566"/>
                  <a:pt x="840345" y="68659"/>
                  <a:pt x="839043" y="72405"/>
                </a:cubicBezTo>
                <a:cubicBezTo>
                  <a:pt x="837744" y="76150"/>
                  <a:pt x="837094" y="80574"/>
                  <a:pt x="837094" y="85679"/>
                </a:cubicBezTo>
                <a:lnTo>
                  <a:pt x="837094" y="124764"/>
                </a:lnTo>
                <a:lnTo>
                  <a:pt x="826040" y="124764"/>
                </a:lnTo>
                <a:lnTo>
                  <a:pt x="826040" y="65378"/>
                </a:lnTo>
                <a:cubicBezTo>
                  <a:pt x="826040" y="63316"/>
                  <a:pt x="825985" y="60660"/>
                  <a:pt x="825876" y="57409"/>
                </a:cubicBezTo>
                <a:cubicBezTo>
                  <a:pt x="825769" y="54159"/>
                  <a:pt x="825606" y="51233"/>
                  <a:pt x="825390" y="48632"/>
                </a:cubicBezTo>
                <a:lnTo>
                  <a:pt x="835956" y="48632"/>
                </a:lnTo>
                <a:close/>
                <a:moveTo>
                  <a:pt x="960951" y="66603"/>
                </a:moveTo>
                <a:cubicBezTo>
                  <a:pt x="959325" y="63460"/>
                  <a:pt x="956860" y="60886"/>
                  <a:pt x="953555" y="58882"/>
                </a:cubicBezTo>
                <a:cubicBezTo>
                  <a:pt x="950250" y="56877"/>
                  <a:pt x="946484" y="55874"/>
                  <a:pt x="942257" y="55874"/>
                </a:cubicBezTo>
                <a:cubicBezTo>
                  <a:pt x="940308" y="55874"/>
                  <a:pt x="938358" y="56091"/>
                  <a:pt x="936407" y="56526"/>
                </a:cubicBezTo>
                <a:cubicBezTo>
                  <a:pt x="934456" y="56959"/>
                  <a:pt x="932721" y="57665"/>
                  <a:pt x="931203" y="58642"/>
                </a:cubicBezTo>
                <a:cubicBezTo>
                  <a:pt x="929687" y="59617"/>
                  <a:pt x="928468" y="60865"/>
                  <a:pt x="927547" y="62385"/>
                </a:cubicBezTo>
                <a:cubicBezTo>
                  <a:pt x="926626" y="63902"/>
                  <a:pt x="926166" y="65692"/>
                  <a:pt x="926166" y="67754"/>
                </a:cubicBezTo>
                <a:cubicBezTo>
                  <a:pt x="926166" y="71336"/>
                  <a:pt x="927628" y="74075"/>
                  <a:pt x="930553" y="75974"/>
                </a:cubicBezTo>
                <a:cubicBezTo>
                  <a:pt x="933480" y="77872"/>
                  <a:pt x="938086" y="79472"/>
                  <a:pt x="944371" y="80775"/>
                </a:cubicBezTo>
                <a:cubicBezTo>
                  <a:pt x="953365" y="82619"/>
                  <a:pt x="960002" y="85304"/>
                  <a:pt x="964282" y="88831"/>
                </a:cubicBezTo>
                <a:cubicBezTo>
                  <a:pt x="968562" y="92356"/>
                  <a:pt x="970703" y="97102"/>
                  <a:pt x="970703" y="103070"/>
                </a:cubicBezTo>
                <a:cubicBezTo>
                  <a:pt x="970703" y="107410"/>
                  <a:pt x="969863" y="111073"/>
                  <a:pt x="968183" y="114057"/>
                </a:cubicBezTo>
                <a:cubicBezTo>
                  <a:pt x="966503" y="117040"/>
                  <a:pt x="964308" y="119481"/>
                  <a:pt x="961598" y="121381"/>
                </a:cubicBezTo>
                <a:cubicBezTo>
                  <a:pt x="958890" y="123279"/>
                  <a:pt x="955829" y="124635"/>
                  <a:pt x="952416" y="125449"/>
                </a:cubicBezTo>
                <a:cubicBezTo>
                  <a:pt x="949004" y="126262"/>
                  <a:pt x="945564" y="126669"/>
                  <a:pt x="942096" y="126669"/>
                </a:cubicBezTo>
                <a:cubicBezTo>
                  <a:pt x="936352" y="126669"/>
                  <a:pt x="930771" y="125485"/>
                  <a:pt x="925352" y="123117"/>
                </a:cubicBezTo>
                <a:cubicBezTo>
                  <a:pt x="919936" y="120748"/>
                  <a:pt x="915493" y="117023"/>
                  <a:pt x="912024" y="111941"/>
                </a:cubicBezTo>
                <a:lnTo>
                  <a:pt x="920801" y="105438"/>
                </a:lnTo>
                <a:cubicBezTo>
                  <a:pt x="922752" y="108798"/>
                  <a:pt x="925624" y="111616"/>
                  <a:pt x="929415" y="113891"/>
                </a:cubicBezTo>
                <a:cubicBezTo>
                  <a:pt x="933208" y="116166"/>
                  <a:pt x="937381" y="117304"/>
                  <a:pt x="941933" y="117304"/>
                </a:cubicBezTo>
                <a:cubicBezTo>
                  <a:pt x="944317" y="117304"/>
                  <a:pt x="946592" y="117087"/>
                  <a:pt x="948758" y="116654"/>
                </a:cubicBezTo>
                <a:cubicBezTo>
                  <a:pt x="950926" y="116219"/>
                  <a:pt x="952822" y="115459"/>
                  <a:pt x="954448" y="114374"/>
                </a:cubicBezTo>
                <a:cubicBezTo>
                  <a:pt x="956073" y="113290"/>
                  <a:pt x="957373" y="111907"/>
                  <a:pt x="958349" y="110225"/>
                </a:cubicBezTo>
                <a:cubicBezTo>
                  <a:pt x="959325" y="108542"/>
                  <a:pt x="959812" y="106453"/>
                  <a:pt x="959812" y="103958"/>
                </a:cubicBezTo>
                <a:cubicBezTo>
                  <a:pt x="959812" y="99943"/>
                  <a:pt x="957889" y="96932"/>
                  <a:pt x="954041" y="94925"/>
                </a:cubicBezTo>
                <a:cubicBezTo>
                  <a:pt x="950195" y="92917"/>
                  <a:pt x="944642" y="91046"/>
                  <a:pt x="937381" y="89310"/>
                </a:cubicBezTo>
                <a:cubicBezTo>
                  <a:pt x="935106" y="88767"/>
                  <a:pt x="932695" y="88089"/>
                  <a:pt x="930147" y="87276"/>
                </a:cubicBezTo>
                <a:cubicBezTo>
                  <a:pt x="927600" y="86462"/>
                  <a:pt x="925243" y="85269"/>
                  <a:pt x="923076" y="83697"/>
                </a:cubicBezTo>
                <a:cubicBezTo>
                  <a:pt x="920910" y="82123"/>
                  <a:pt x="919122" y="80142"/>
                  <a:pt x="917713" y="77754"/>
                </a:cubicBezTo>
                <a:cubicBezTo>
                  <a:pt x="916305" y="75367"/>
                  <a:pt x="915600" y="72383"/>
                  <a:pt x="915600" y="68803"/>
                </a:cubicBezTo>
                <a:cubicBezTo>
                  <a:pt x="915600" y="64896"/>
                  <a:pt x="916358" y="61559"/>
                  <a:pt x="917875" y="58793"/>
                </a:cubicBezTo>
                <a:cubicBezTo>
                  <a:pt x="919392" y="56025"/>
                  <a:pt x="921425" y="53747"/>
                  <a:pt x="923971" y="51958"/>
                </a:cubicBezTo>
                <a:cubicBezTo>
                  <a:pt x="926517" y="50167"/>
                  <a:pt x="929416" y="48838"/>
                  <a:pt x="932667" y="47970"/>
                </a:cubicBezTo>
                <a:cubicBezTo>
                  <a:pt x="935919" y="47102"/>
                  <a:pt x="939279" y="46667"/>
                  <a:pt x="942746" y="46667"/>
                </a:cubicBezTo>
                <a:cubicBezTo>
                  <a:pt x="948055" y="46667"/>
                  <a:pt x="953202" y="47852"/>
                  <a:pt x="958185" y="50222"/>
                </a:cubicBezTo>
                <a:cubicBezTo>
                  <a:pt x="963171" y="52589"/>
                  <a:pt x="966910" y="55937"/>
                  <a:pt x="969403" y="60264"/>
                </a:cubicBezTo>
                <a:lnTo>
                  <a:pt x="960951" y="66603"/>
                </a:lnTo>
                <a:close/>
                <a:moveTo>
                  <a:pt x="1024828" y="57938"/>
                </a:moveTo>
                <a:lnTo>
                  <a:pt x="1006949" y="57938"/>
                </a:lnTo>
                <a:lnTo>
                  <a:pt x="1006949" y="124764"/>
                </a:lnTo>
                <a:lnTo>
                  <a:pt x="995897" y="124764"/>
                </a:lnTo>
                <a:lnTo>
                  <a:pt x="995897" y="57938"/>
                </a:lnTo>
                <a:lnTo>
                  <a:pt x="979967" y="57938"/>
                </a:lnTo>
                <a:lnTo>
                  <a:pt x="979967" y="48731"/>
                </a:lnTo>
                <a:lnTo>
                  <a:pt x="995897" y="48731"/>
                </a:lnTo>
                <a:lnTo>
                  <a:pt x="995897" y="27939"/>
                </a:lnTo>
                <a:cubicBezTo>
                  <a:pt x="995897" y="19275"/>
                  <a:pt x="998010" y="12453"/>
                  <a:pt x="1002236" y="7473"/>
                </a:cubicBezTo>
                <a:cubicBezTo>
                  <a:pt x="1006463" y="2491"/>
                  <a:pt x="1012964" y="0"/>
                  <a:pt x="1021741" y="0"/>
                </a:cubicBezTo>
                <a:cubicBezTo>
                  <a:pt x="1023149" y="0"/>
                  <a:pt x="1024666" y="81"/>
                  <a:pt x="1026292" y="243"/>
                </a:cubicBezTo>
                <a:cubicBezTo>
                  <a:pt x="1027917" y="403"/>
                  <a:pt x="1029434" y="699"/>
                  <a:pt x="1030843" y="1128"/>
                </a:cubicBezTo>
                <a:lnTo>
                  <a:pt x="1028894" y="10819"/>
                </a:lnTo>
                <a:cubicBezTo>
                  <a:pt x="1027701" y="10495"/>
                  <a:pt x="1026509" y="10224"/>
                  <a:pt x="1025317" y="10008"/>
                </a:cubicBezTo>
                <a:cubicBezTo>
                  <a:pt x="1024125" y="9791"/>
                  <a:pt x="1022771" y="9683"/>
                  <a:pt x="1021254" y="9683"/>
                </a:cubicBezTo>
                <a:cubicBezTo>
                  <a:pt x="1018328" y="9683"/>
                  <a:pt x="1015916" y="10171"/>
                  <a:pt x="1014020" y="11148"/>
                </a:cubicBezTo>
                <a:cubicBezTo>
                  <a:pt x="1012123" y="12124"/>
                  <a:pt x="1010660" y="13507"/>
                  <a:pt x="1009630" y="15298"/>
                </a:cubicBezTo>
                <a:cubicBezTo>
                  <a:pt x="1008601" y="17087"/>
                  <a:pt x="1007897" y="19174"/>
                  <a:pt x="1007517" y="21560"/>
                </a:cubicBezTo>
                <a:cubicBezTo>
                  <a:pt x="1007138" y="23946"/>
                  <a:pt x="1006949" y="26495"/>
                  <a:pt x="1006949" y="29207"/>
                </a:cubicBezTo>
                <a:lnTo>
                  <a:pt x="1006949" y="48731"/>
                </a:lnTo>
                <a:lnTo>
                  <a:pt x="1024828" y="48731"/>
                </a:lnTo>
                <a:lnTo>
                  <a:pt x="1024828" y="57938"/>
                </a:lnTo>
                <a:close/>
                <a:moveTo>
                  <a:pt x="1116177" y="86668"/>
                </a:moveTo>
                <a:cubicBezTo>
                  <a:pt x="1116177" y="92414"/>
                  <a:pt x="1115174" y="97726"/>
                  <a:pt x="1113169" y="102603"/>
                </a:cubicBezTo>
                <a:cubicBezTo>
                  <a:pt x="1111165" y="107481"/>
                  <a:pt x="1108374" y="111709"/>
                  <a:pt x="1104798" y="115287"/>
                </a:cubicBezTo>
                <a:cubicBezTo>
                  <a:pt x="1101223" y="118864"/>
                  <a:pt x="1096943" y="121655"/>
                  <a:pt x="1091958" y="123660"/>
                </a:cubicBezTo>
                <a:cubicBezTo>
                  <a:pt x="1086974" y="125666"/>
                  <a:pt x="1081502" y="126669"/>
                  <a:pt x="1075541" y="126669"/>
                </a:cubicBezTo>
                <a:cubicBezTo>
                  <a:pt x="1069690" y="126669"/>
                  <a:pt x="1064271" y="125666"/>
                  <a:pt x="1059286" y="123660"/>
                </a:cubicBezTo>
                <a:cubicBezTo>
                  <a:pt x="1054303" y="121655"/>
                  <a:pt x="1050023" y="118864"/>
                  <a:pt x="1046446" y="115287"/>
                </a:cubicBezTo>
                <a:cubicBezTo>
                  <a:pt x="1042871" y="111709"/>
                  <a:pt x="1040081" y="107481"/>
                  <a:pt x="1038075" y="102603"/>
                </a:cubicBezTo>
                <a:cubicBezTo>
                  <a:pt x="1036071" y="97726"/>
                  <a:pt x="1035069" y="92414"/>
                  <a:pt x="1035069" y="86668"/>
                </a:cubicBezTo>
                <a:cubicBezTo>
                  <a:pt x="1035069" y="80922"/>
                  <a:pt x="1036071" y="75611"/>
                  <a:pt x="1038075" y="70733"/>
                </a:cubicBezTo>
                <a:cubicBezTo>
                  <a:pt x="1040081" y="65855"/>
                  <a:pt x="1042871" y="61628"/>
                  <a:pt x="1046446" y="58052"/>
                </a:cubicBezTo>
                <a:cubicBezTo>
                  <a:pt x="1050023" y="54473"/>
                  <a:pt x="1054303" y="51682"/>
                  <a:pt x="1059286" y="49676"/>
                </a:cubicBezTo>
                <a:cubicBezTo>
                  <a:pt x="1064271" y="47670"/>
                  <a:pt x="1069690" y="46667"/>
                  <a:pt x="1075541" y="46667"/>
                </a:cubicBezTo>
                <a:cubicBezTo>
                  <a:pt x="1081502" y="46667"/>
                  <a:pt x="1086974" y="47670"/>
                  <a:pt x="1091958" y="49676"/>
                </a:cubicBezTo>
                <a:cubicBezTo>
                  <a:pt x="1096943" y="51682"/>
                  <a:pt x="1101223" y="54473"/>
                  <a:pt x="1104798" y="58052"/>
                </a:cubicBezTo>
                <a:cubicBezTo>
                  <a:pt x="1108374" y="61628"/>
                  <a:pt x="1111165" y="65855"/>
                  <a:pt x="1113169" y="70733"/>
                </a:cubicBezTo>
                <a:cubicBezTo>
                  <a:pt x="1115174" y="75611"/>
                  <a:pt x="1116177" y="80922"/>
                  <a:pt x="1116177" y="86668"/>
                </a:cubicBezTo>
                <a:moveTo>
                  <a:pt x="1104475" y="86671"/>
                </a:moveTo>
                <a:cubicBezTo>
                  <a:pt x="1104475" y="82434"/>
                  <a:pt x="1103798" y="78443"/>
                  <a:pt x="1102444" y="74696"/>
                </a:cubicBezTo>
                <a:cubicBezTo>
                  <a:pt x="1101090" y="70948"/>
                  <a:pt x="1099166" y="67689"/>
                  <a:pt x="1096673" y="64919"/>
                </a:cubicBezTo>
                <a:cubicBezTo>
                  <a:pt x="1094181" y="62148"/>
                  <a:pt x="1091147" y="59948"/>
                  <a:pt x="1087570" y="58319"/>
                </a:cubicBezTo>
                <a:cubicBezTo>
                  <a:pt x="1083996" y="56689"/>
                  <a:pt x="1079987" y="55874"/>
                  <a:pt x="1075544" y="55874"/>
                </a:cubicBezTo>
                <a:cubicBezTo>
                  <a:pt x="1071101" y="55874"/>
                  <a:pt x="1067119" y="56689"/>
                  <a:pt x="1063597" y="58319"/>
                </a:cubicBezTo>
                <a:cubicBezTo>
                  <a:pt x="1060075" y="59948"/>
                  <a:pt x="1057067" y="62148"/>
                  <a:pt x="1054574" y="64919"/>
                </a:cubicBezTo>
                <a:cubicBezTo>
                  <a:pt x="1052082" y="67689"/>
                  <a:pt x="1050159" y="70948"/>
                  <a:pt x="1048805" y="74696"/>
                </a:cubicBezTo>
                <a:cubicBezTo>
                  <a:pt x="1047451" y="78443"/>
                  <a:pt x="1046774" y="82434"/>
                  <a:pt x="1046774" y="86671"/>
                </a:cubicBezTo>
                <a:cubicBezTo>
                  <a:pt x="1046774" y="90907"/>
                  <a:pt x="1047451" y="94899"/>
                  <a:pt x="1048805" y="98648"/>
                </a:cubicBezTo>
                <a:cubicBezTo>
                  <a:pt x="1050159" y="102394"/>
                  <a:pt x="1052082" y="105653"/>
                  <a:pt x="1054574" y="108424"/>
                </a:cubicBezTo>
                <a:cubicBezTo>
                  <a:pt x="1057067" y="111194"/>
                  <a:pt x="1060075" y="113367"/>
                  <a:pt x="1063597" y="114942"/>
                </a:cubicBezTo>
                <a:cubicBezTo>
                  <a:pt x="1067119" y="116517"/>
                  <a:pt x="1071101" y="117304"/>
                  <a:pt x="1075544" y="117304"/>
                </a:cubicBezTo>
                <a:cubicBezTo>
                  <a:pt x="1079987" y="117304"/>
                  <a:pt x="1083996" y="116517"/>
                  <a:pt x="1087570" y="114942"/>
                </a:cubicBezTo>
                <a:cubicBezTo>
                  <a:pt x="1091147" y="113367"/>
                  <a:pt x="1094181" y="111194"/>
                  <a:pt x="1096673" y="108424"/>
                </a:cubicBezTo>
                <a:cubicBezTo>
                  <a:pt x="1099166" y="105653"/>
                  <a:pt x="1101090" y="102394"/>
                  <a:pt x="1102444" y="98648"/>
                </a:cubicBezTo>
                <a:cubicBezTo>
                  <a:pt x="1103798" y="94899"/>
                  <a:pt x="1104475" y="90907"/>
                  <a:pt x="1104475" y="86671"/>
                </a:cubicBezTo>
                <a:close/>
                <a:moveTo>
                  <a:pt x="1139908" y="65378"/>
                </a:moveTo>
                <a:cubicBezTo>
                  <a:pt x="1139908" y="63316"/>
                  <a:pt x="1139853" y="60660"/>
                  <a:pt x="1139744" y="57409"/>
                </a:cubicBezTo>
                <a:cubicBezTo>
                  <a:pt x="1139637" y="54159"/>
                  <a:pt x="1139475" y="51233"/>
                  <a:pt x="1139258" y="48632"/>
                </a:cubicBezTo>
                <a:lnTo>
                  <a:pt x="1149824" y="48632"/>
                </a:lnTo>
                <a:cubicBezTo>
                  <a:pt x="1150040" y="50690"/>
                  <a:pt x="1150203" y="52966"/>
                  <a:pt x="1150310" y="55460"/>
                </a:cubicBezTo>
                <a:cubicBezTo>
                  <a:pt x="1150419" y="57952"/>
                  <a:pt x="1150474" y="60010"/>
                  <a:pt x="1150474" y="61635"/>
                </a:cubicBezTo>
                <a:lnTo>
                  <a:pt x="1150799" y="61635"/>
                </a:lnTo>
                <a:cubicBezTo>
                  <a:pt x="1152966" y="57188"/>
                  <a:pt x="1156217" y="53581"/>
                  <a:pt x="1160551" y="50817"/>
                </a:cubicBezTo>
                <a:cubicBezTo>
                  <a:pt x="1164886" y="48051"/>
                  <a:pt x="1169763" y="46667"/>
                  <a:pt x="1175181" y="46667"/>
                </a:cubicBezTo>
                <a:cubicBezTo>
                  <a:pt x="1176590" y="46667"/>
                  <a:pt x="1177863" y="46731"/>
                  <a:pt x="1179001" y="46858"/>
                </a:cubicBezTo>
                <a:cubicBezTo>
                  <a:pt x="1180139" y="46986"/>
                  <a:pt x="1181303" y="47240"/>
                  <a:pt x="1182496" y="47620"/>
                </a:cubicBezTo>
                <a:lnTo>
                  <a:pt x="1181032" y="57962"/>
                </a:lnTo>
                <a:cubicBezTo>
                  <a:pt x="1180382" y="57746"/>
                  <a:pt x="1179299" y="57529"/>
                  <a:pt x="1177781" y="57312"/>
                </a:cubicBezTo>
                <a:cubicBezTo>
                  <a:pt x="1176264" y="57094"/>
                  <a:pt x="1174747" y="56985"/>
                  <a:pt x="1173230" y="56985"/>
                </a:cubicBezTo>
                <a:cubicBezTo>
                  <a:pt x="1170305" y="56985"/>
                  <a:pt x="1167487" y="57527"/>
                  <a:pt x="1164777" y="58612"/>
                </a:cubicBezTo>
                <a:cubicBezTo>
                  <a:pt x="1162069" y="59695"/>
                  <a:pt x="1159712" y="61402"/>
                  <a:pt x="1157706" y="63731"/>
                </a:cubicBezTo>
                <a:cubicBezTo>
                  <a:pt x="1155702" y="66061"/>
                  <a:pt x="1154077" y="69041"/>
                  <a:pt x="1152830" y="72672"/>
                </a:cubicBezTo>
                <a:cubicBezTo>
                  <a:pt x="1151585" y="76302"/>
                  <a:pt x="1150962" y="80663"/>
                  <a:pt x="1150962" y="85755"/>
                </a:cubicBezTo>
                <a:lnTo>
                  <a:pt x="1150962" y="124764"/>
                </a:lnTo>
                <a:lnTo>
                  <a:pt x="1139908" y="124764"/>
                </a:lnTo>
                <a:lnTo>
                  <a:pt x="1139908" y="65378"/>
                </a:lnTo>
                <a:close/>
                <a:moveTo>
                  <a:pt x="1209314" y="61635"/>
                </a:moveTo>
                <a:cubicBezTo>
                  <a:pt x="1211482" y="57189"/>
                  <a:pt x="1214814" y="53583"/>
                  <a:pt x="1219310" y="50817"/>
                </a:cubicBezTo>
                <a:cubicBezTo>
                  <a:pt x="1223807" y="48051"/>
                  <a:pt x="1228820" y="46667"/>
                  <a:pt x="1234347" y="46667"/>
                </a:cubicBezTo>
                <a:cubicBezTo>
                  <a:pt x="1236406" y="46667"/>
                  <a:pt x="1238545" y="46885"/>
                  <a:pt x="1240766" y="47320"/>
                </a:cubicBezTo>
                <a:cubicBezTo>
                  <a:pt x="1242988" y="47753"/>
                  <a:pt x="1245156" y="48593"/>
                  <a:pt x="1247269" y="49840"/>
                </a:cubicBezTo>
                <a:cubicBezTo>
                  <a:pt x="1249382" y="51086"/>
                  <a:pt x="1251332" y="52741"/>
                  <a:pt x="1253120" y="54803"/>
                </a:cubicBezTo>
                <a:cubicBezTo>
                  <a:pt x="1254909" y="56863"/>
                  <a:pt x="1256453" y="59520"/>
                  <a:pt x="1257753" y="62774"/>
                </a:cubicBezTo>
                <a:cubicBezTo>
                  <a:pt x="1260354" y="57567"/>
                  <a:pt x="1263902" y="53581"/>
                  <a:pt x="1268398" y="50817"/>
                </a:cubicBezTo>
                <a:cubicBezTo>
                  <a:pt x="1272895" y="48051"/>
                  <a:pt x="1278233" y="46667"/>
                  <a:pt x="1284410" y="46667"/>
                </a:cubicBezTo>
                <a:cubicBezTo>
                  <a:pt x="1294053" y="46667"/>
                  <a:pt x="1301285" y="49542"/>
                  <a:pt x="1306107" y="55291"/>
                </a:cubicBezTo>
                <a:cubicBezTo>
                  <a:pt x="1310930" y="61040"/>
                  <a:pt x="1313342" y="68633"/>
                  <a:pt x="1313342" y="78069"/>
                </a:cubicBezTo>
                <a:lnTo>
                  <a:pt x="1313342" y="124764"/>
                </a:lnTo>
                <a:lnTo>
                  <a:pt x="1302290" y="124764"/>
                </a:lnTo>
                <a:lnTo>
                  <a:pt x="1302290" y="82583"/>
                </a:lnTo>
                <a:cubicBezTo>
                  <a:pt x="1302290" y="74549"/>
                  <a:pt x="1300800" y="68089"/>
                  <a:pt x="1297820" y="63203"/>
                </a:cubicBezTo>
                <a:cubicBezTo>
                  <a:pt x="1294841" y="58317"/>
                  <a:pt x="1289775" y="55874"/>
                  <a:pt x="1282622" y="55874"/>
                </a:cubicBezTo>
                <a:cubicBezTo>
                  <a:pt x="1278612" y="55874"/>
                  <a:pt x="1275226" y="56688"/>
                  <a:pt x="1272463" y="58317"/>
                </a:cubicBezTo>
                <a:cubicBezTo>
                  <a:pt x="1269700" y="59946"/>
                  <a:pt x="1267479" y="62090"/>
                  <a:pt x="1265799" y="64751"/>
                </a:cubicBezTo>
                <a:cubicBezTo>
                  <a:pt x="1264119" y="67409"/>
                  <a:pt x="1262899" y="70422"/>
                  <a:pt x="1262140" y="73788"/>
                </a:cubicBezTo>
                <a:cubicBezTo>
                  <a:pt x="1261383" y="77155"/>
                  <a:pt x="1261004" y="80630"/>
                  <a:pt x="1261004" y="84213"/>
                </a:cubicBezTo>
                <a:lnTo>
                  <a:pt x="1261004" y="124764"/>
                </a:lnTo>
                <a:lnTo>
                  <a:pt x="1249950" y="124764"/>
                </a:lnTo>
                <a:lnTo>
                  <a:pt x="1249950" y="80304"/>
                </a:lnTo>
                <a:cubicBezTo>
                  <a:pt x="1249950" y="76612"/>
                  <a:pt x="1249679" y="73246"/>
                  <a:pt x="1249137" y="70207"/>
                </a:cubicBezTo>
                <a:cubicBezTo>
                  <a:pt x="1248596" y="67166"/>
                  <a:pt x="1247648" y="64588"/>
                  <a:pt x="1246292" y="62471"/>
                </a:cubicBezTo>
                <a:cubicBezTo>
                  <a:pt x="1244938" y="60353"/>
                  <a:pt x="1243068" y="58725"/>
                  <a:pt x="1240684" y="57585"/>
                </a:cubicBezTo>
                <a:cubicBezTo>
                  <a:pt x="1238301" y="56444"/>
                  <a:pt x="1235268" y="55874"/>
                  <a:pt x="1231584" y="55874"/>
                </a:cubicBezTo>
                <a:cubicBezTo>
                  <a:pt x="1228983" y="55874"/>
                  <a:pt x="1226355" y="56472"/>
                  <a:pt x="1223700" y="57667"/>
                </a:cubicBezTo>
                <a:cubicBezTo>
                  <a:pt x="1221046" y="58861"/>
                  <a:pt x="1218662" y="60680"/>
                  <a:pt x="1216549" y="63124"/>
                </a:cubicBezTo>
                <a:cubicBezTo>
                  <a:pt x="1214436" y="65566"/>
                  <a:pt x="1212729" y="68659"/>
                  <a:pt x="1211428" y="72405"/>
                </a:cubicBezTo>
                <a:cubicBezTo>
                  <a:pt x="1210128" y="76150"/>
                  <a:pt x="1209478" y="80574"/>
                  <a:pt x="1209478" y="85679"/>
                </a:cubicBezTo>
                <a:lnTo>
                  <a:pt x="1209478" y="124764"/>
                </a:lnTo>
                <a:lnTo>
                  <a:pt x="1198424" y="124764"/>
                </a:lnTo>
                <a:lnTo>
                  <a:pt x="1198424" y="65378"/>
                </a:lnTo>
                <a:cubicBezTo>
                  <a:pt x="1198424" y="63318"/>
                  <a:pt x="1198369" y="60661"/>
                  <a:pt x="1198260" y="57407"/>
                </a:cubicBezTo>
                <a:cubicBezTo>
                  <a:pt x="1198153" y="54153"/>
                  <a:pt x="1197991" y="51224"/>
                  <a:pt x="1197774" y="48619"/>
                </a:cubicBezTo>
                <a:lnTo>
                  <a:pt x="1208340" y="48619"/>
                </a:lnTo>
                <a:cubicBezTo>
                  <a:pt x="1208556" y="50681"/>
                  <a:pt x="1208718" y="52960"/>
                  <a:pt x="1208826" y="55455"/>
                </a:cubicBezTo>
                <a:cubicBezTo>
                  <a:pt x="1208935" y="57948"/>
                  <a:pt x="1208990" y="60008"/>
                  <a:pt x="1208990" y="61635"/>
                </a:cubicBezTo>
                <a:lnTo>
                  <a:pt x="1209314" y="6163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9" name="Text Yourself.">
            <a:extLst xmlns:a="http://schemas.openxmlformats.org/drawingml/2006/main">
              <a:ext uri="{FF2B5EF4-FFF2-40B4-BE49-F238E27FC236}">
                <a16:creationId xmlns:a16="http://schemas.microsoft.com/office/drawing/2014/main" id="{2209729C-A486-405A-9468-1972D6AC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4321" y="7178520"/>
            <a:ext cx="619450" cy="126669"/>
          </a:xfrm>
          <a:custGeom xmlns:a="http://schemas.openxmlformats.org/drawingml/2006/main">
            <a:pathLst>
              <a:path w="619450" h="126669">
                <a:moveTo>
                  <a:pt x="54778" y="124764"/>
                </a:moveTo>
                <a:lnTo>
                  <a:pt x="43074" y="124764"/>
                </a:lnTo>
                <a:lnTo>
                  <a:pt x="43074" y="75187"/>
                </a:lnTo>
                <a:lnTo>
                  <a:pt x="0" y="9683"/>
                </a:lnTo>
                <a:lnTo>
                  <a:pt x="14628" y="9683"/>
                </a:lnTo>
                <a:lnTo>
                  <a:pt x="49249" y="65435"/>
                </a:lnTo>
                <a:lnTo>
                  <a:pt x="84198" y="9683"/>
                </a:lnTo>
                <a:lnTo>
                  <a:pt x="97851" y="9683"/>
                </a:lnTo>
                <a:lnTo>
                  <a:pt x="54778" y="75187"/>
                </a:lnTo>
                <a:lnTo>
                  <a:pt x="54778" y="124764"/>
                </a:lnTo>
                <a:close/>
                <a:moveTo>
                  <a:pt x="173431" y="86668"/>
                </a:moveTo>
                <a:cubicBezTo>
                  <a:pt x="173431" y="92414"/>
                  <a:pt x="172429" y="97726"/>
                  <a:pt x="170423" y="102603"/>
                </a:cubicBezTo>
                <a:cubicBezTo>
                  <a:pt x="168419" y="107481"/>
                  <a:pt x="165629" y="111709"/>
                  <a:pt x="162052" y="115287"/>
                </a:cubicBezTo>
                <a:cubicBezTo>
                  <a:pt x="158477" y="118864"/>
                  <a:pt x="154197" y="121655"/>
                  <a:pt x="149212" y="123660"/>
                </a:cubicBezTo>
                <a:cubicBezTo>
                  <a:pt x="144229" y="125666"/>
                  <a:pt x="138757" y="126669"/>
                  <a:pt x="132796" y="126669"/>
                </a:cubicBezTo>
                <a:cubicBezTo>
                  <a:pt x="126944" y="126669"/>
                  <a:pt x="121526" y="125666"/>
                  <a:pt x="116541" y="123660"/>
                </a:cubicBezTo>
                <a:cubicBezTo>
                  <a:pt x="111557" y="121655"/>
                  <a:pt x="107277" y="118864"/>
                  <a:pt x="103701" y="115287"/>
                </a:cubicBezTo>
                <a:cubicBezTo>
                  <a:pt x="100126" y="111709"/>
                  <a:pt x="97336" y="107481"/>
                  <a:pt x="95330" y="102603"/>
                </a:cubicBezTo>
                <a:cubicBezTo>
                  <a:pt x="93326" y="97726"/>
                  <a:pt x="92324" y="92414"/>
                  <a:pt x="92324" y="86668"/>
                </a:cubicBezTo>
                <a:cubicBezTo>
                  <a:pt x="92324" y="80922"/>
                  <a:pt x="93326" y="75611"/>
                  <a:pt x="95330" y="70733"/>
                </a:cubicBezTo>
                <a:cubicBezTo>
                  <a:pt x="97336" y="65855"/>
                  <a:pt x="100126" y="61628"/>
                  <a:pt x="103701" y="58052"/>
                </a:cubicBezTo>
                <a:cubicBezTo>
                  <a:pt x="107277" y="54473"/>
                  <a:pt x="111557" y="51682"/>
                  <a:pt x="116541" y="49676"/>
                </a:cubicBezTo>
                <a:cubicBezTo>
                  <a:pt x="121526" y="47670"/>
                  <a:pt x="126944" y="46667"/>
                  <a:pt x="132796" y="46667"/>
                </a:cubicBezTo>
                <a:cubicBezTo>
                  <a:pt x="138757" y="46667"/>
                  <a:pt x="144229" y="47670"/>
                  <a:pt x="149212" y="49676"/>
                </a:cubicBezTo>
                <a:cubicBezTo>
                  <a:pt x="154197" y="51682"/>
                  <a:pt x="158477" y="54473"/>
                  <a:pt x="162052" y="58052"/>
                </a:cubicBezTo>
                <a:cubicBezTo>
                  <a:pt x="165629" y="61628"/>
                  <a:pt x="168419" y="65855"/>
                  <a:pt x="170423" y="70733"/>
                </a:cubicBezTo>
                <a:cubicBezTo>
                  <a:pt x="172429" y="75611"/>
                  <a:pt x="173431" y="80922"/>
                  <a:pt x="173431" y="86668"/>
                </a:cubicBezTo>
                <a:moveTo>
                  <a:pt x="161730" y="86671"/>
                </a:moveTo>
                <a:cubicBezTo>
                  <a:pt x="161730" y="82434"/>
                  <a:pt x="161053" y="78443"/>
                  <a:pt x="159699" y="74696"/>
                </a:cubicBezTo>
                <a:cubicBezTo>
                  <a:pt x="158344" y="70948"/>
                  <a:pt x="156421" y="67689"/>
                  <a:pt x="153927" y="64919"/>
                </a:cubicBezTo>
                <a:cubicBezTo>
                  <a:pt x="151435" y="62148"/>
                  <a:pt x="148401" y="59948"/>
                  <a:pt x="144825" y="58319"/>
                </a:cubicBezTo>
                <a:cubicBezTo>
                  <a:pt x="141250" y="56689"/>
                  <a:pt x="137241" y="55874"/>
                  <a:pt x="132798" y="55874"/>
                </a:cubicBezTo>
                <a:cubicBezTo>
                  <a:pt x="128355" y="55874"/>
                  <a:pt x="124373" y="56689"/>
                  <a:pt x="120851" y="58319"/>
                </a:cubicBezTo>
                <a:cubicBezTo>
                  <a:pt x="117329" y="59948"/>
                  <a:pt x="114322" y="62148"/>
                  <a:pt x="111828" y="64919"/>
                </a:cubicBezTo>
                <a:cubicBezTo>
                  <a:pt x="109336" y="67689"/>
                  <a:pt x="107413" y="70948"/>
                  <a:pt x="106059" y="74696"/>
                </a:cubicBezTo>
                <a:cubicBezTo>
                  <a:pt x="104705" y="78443"/>
                  <a:pt x="104028" y="82434"/>
                  <a:pt x="104028" y="86671"/>
                </a:cubicBezTo>
                <a:cubicBezTo>
                  <a:pt x="104028" y="90907"/>
                  <a:pt x="104705" y="94899"/>
                  <a:pt x="106059" y="98648"/>
                </a:cubicBezTo>
                <a:cubicBezTo>
                  <a:pt x="107413" y="102394"/>
                  <a:pt x="109336" y="105653"/>
                  <a:pt x="111828" y="108424"/>
                </a:cubicBezTo>
                <a:cubicBezTo>
                  <a:pt x="114322" y="111194"/>
                  <a:pt x="117329" y="113367"/>
                  <a:pt x="120851" y="114942"/>
                </a:cubicBezTo>
                <a:cubicBezTo>
                  <a:pt x="124373" y="116517"/>
                  <a:pt x="128355" y="117304"/>
                  <a:pt x="132798" y="117304"/>
                </a:cubicBezTo>
                <a:cubicBezTo>
                  <a:pt x="137241" y="117304"/>
                  <a:pt x="141250" y="116517"/>
                  <a:pt x="144825" y="114942"/>
                </a:cubicBezTo>
                <a:cubicBezTo>
                  <a:pt x="148401" y="113367"/>
                  <a:pt x="151435" y="111194"/>
                  <a:pt x="153927" y="108424"/>
                </a:cubicBezTo>
                <a:cubicBezTo>
                  <a:pt x="156421" y="105653"/>
                  <a:pt x="158344" y="102394"/>
                  <a:pt x="159699" y="98648"/>
                </a:cubicBezTo>
                <a:cubicBezTo>
                  <a:pt x="161053" y="94899"/>
                  <a:pt x="161730" y="90907"/>
                  <a:pt x="161730" y="86671"/>
                </a:cubicBezTo>
                <a:close/>
                <a:moveTo>
                  <a:pt x="252427" y="124764"/>
                </a:moveTo>
                <a:cubicBezTo>
                  <a:pt x="252211" y="122705"/>
                  <a:pt x="252048" y="120430"/>
                  <a:pt x="251939" y="117939"/>
                </a:cubicBezTo>
                <a:cubicBezTo>
                  <a:pt x="251831" y="115445"/>
                  <a:pt x="251778" y="113386"/>
                  <a:pt x="251778" y="111760"/>
                </a:cubicBezTo>
                <a:lnTo>
                  <a:pt x="251453" y="111760"/>
                </a:lnTo>
                <a:cubicBezTo>
                  <a:pt x="249285" y="116203"/>
                  <a:pt x="245763" y="119799"/>
                  <a:pt x="240887" y="122547"/>
                </a:cubicBezTo>
                <a:cubicBezTo>
                  <a:pt x="236011" y="125295"/>
                  <a:pt x="230864" y="126669"/>
                  <a:pt x="225445" y="126669"/>
                </a:cubicBezTo>
                <a:cubicBezTo>
                  <a:pt x="215802" y="126669"/>
                  <a:pt x="208569" y="123808"/>
                  <a:pt x="203746" y="118085"/>
                </a:cubicBezTo>
                <a:cubicBezTo>
                  <a:pt x="198925" y="112361"/>
                  <a:pt x="196514" y="104784"/>
                  <a:pt x="196514" y="95356"/>
                </a:cubicBezTo>
                <a:lnTo>
                  <a:pt x="196514" y="48706"/>
                </a:lnTo>
                <a:lnTo>
                  <a:pt x="207568" y="48706"/>
                </a:lnTo>
                <a:lnTo>
                  <a:pt x="207568" y="90805"/>
                </a:lnTo>
                <a:cubicBezTo>
                  <a:pt x="207568" y="94815"/>
                  <a:pt x="207893" y="98445"/>
                  <a:pt x="208543" y="101696"/>
                </a:cubicBezTo>
                <a:cubicBezTo>
                  <a:pt x="209193" y="104946"/>
                  <a:pt x="210303" y="107737"/>
                  <a:pt x="211874" y="110066"/>
                </a:cubicBezTo>
                <a:cubicBezTo>
                  <a:pt x="213446" y="112396"/>
                  <a:pt x="215559" y="114212"/>
                  <a:pt x="218213" y="115513"/>
                </a:cubicBezTo>
                <a:cubicBezTo>
                  <a:pt x="220869" y="116813"/>
                  <a:pt x="224201" y="117462"/>
                  <a:pt x="228211" y="117462"/>
                </a:cubicBezTo>
                <a:cubicBezTo>
                  <a:pt x="231136" y="117462"/>
                  <a:pt x="233980" y="116866"/>
                  <a:pt x="236743" y="115674"/>
                </a:cubicBezTo>
                <a:cubicBezTo>
                  <a:pt x="239507" y="114482"/>
                  <a:pt x="241973" y="112667"/>
                  <a:pt x="244139" y="110230"/>
                </a:cubicBezTo>
                <a:cubicBezTo>
                  <a:pt x="246306" y="107791"/>
                  <a:pt x="248040" y="104703"/>
                  <a:pt x="249340" y="100964"/>
                </a:cubicBezTo>
                <a:cubicBezTo>
                  <a:pt x="250641" y="97226"/>
                  <a:pt x="251292" y="92810"/>
                  <a:pt x="251292" y="87717"/>
                </a:cubicBezTo>
                <a:lnTo>
                  <a:pt x="251292" y="48706"/>
                </a:lnTo>
                <a:lnTo>
                  <a:pt x="262343" y="48706"/>
                </a:lnTo>
                <a:lnTo>
                  <a:pt x="262343" y="108035"/>
                </a:lnTo>
                <a:cubicBezTo>
                  <a:pt x="262343" y="110094"/>
                  <a:pt x="262397" y="112747"/>
                  <a:pt x="262505" y="115997"/>
                </a:cubicBezTo>
                <a:cubicBezTo>
                  <a:pt x="262614" y="119246"/>
                  <a:pt x="262777" y="122168"/>
                  <a:pt x="262993" y="124764"/>
                </a:cubicBezTo>
                <a:lnTo>
                  <a:pt x="252427" y="124764"/>
                </a:lnTo>
                <a:close/>
                <a:moveTo>
                  <a:pt x="291600" y="65378"/>
                </a:moveTo>
                <a:cubicBezTo>
                  <a:pt x="291600" y="63316"/>
                  <a:pt x="291546" y="60660"/>
                  <a:pt x="291437" y="57409"/>
                </a:cubicBezTo>
                <a:cubicBezTo>
                  <a:pt x="291329" y="54159"/>
                  <a:pt x="291167" y="51233"/>
                  <a:pt x="290950" y="48632"/>
                </a:cubicBezTo>
                <a:lnTo>
                  <a:pt x="301516" y="48632"/>
                </a:lnTo>
                <a:cubicBezTo>
                  <a:pt x="301733" y="50690"/>
                  <a:pt x="301895" y="52966"/>
                  <a:pt x="302002" y="55460"/>
                </a:cubicBezTo>
                <a:cubicBezTo>
                  <a:pt x="302111" y="57952"/>
                  <a:pt x="302166" y="60010"/>
                  <a:pt x="302166" y="61635"/>
                </a:cubicBezTo>
                <a:lnTo>
                  <a:pt x="302491" y="61635"/>
                </a:lnTo>
                <a:cubicBezTo>
                  <a:pt x="304659" y="57188"/>
                  <a:pt x="307909" y="53581"/>
                  <a:pt x="312243" y="50817"/>
                </a:cubicBezTo>
                <a:cubicBezTo>
                  <a:pt x="316578" y="48051"/>
                  <a:pt x="321455" y="46667"/>
                  <a:pt x="326874" y="46667"/>
                </a:cubicBezTo>
                <a:cubicBezTo>
                  <a:pt x="328282" y="46667"/>
                  <a:pt x="329556" y="46731"/>
                  <a:pt x="330693" y="46858"/>
                </a:cubicBezTo>
                <a:cubicBezTo>
                  <a:pt x="331831" y="46986"/>
                  <a:pt x="332996" y="47240"/>
                  <a:pt x="334188" y="47620"/>
                </a:cubicBezTo>
                <a:lnTo>
                  <a:pt x="332724" y="57962"/>
                </a:lnTo>
                <a:cubicBezTo>
                  <a:pt x="332075" y="57746"/>
                  <a:pt x="330991" y="57529"/>
                  <a:pt x="329473" y="57312"/>
                </a:cubicBezTo>
                <a:cubicBezTo>
                  <a:pt x="327957" y="57094"/>
                  <a:pt x="326440" y="56985"/>
                  <a:pt x="324922" y="56985"/>
                </a:cubicBezTo>
                <a:cubicBezTo>
                  <a:pt x="321997" y="56985"/>
                  <a:pt x="319179" y="57527"/>
                  <a:pt x="316469" y="58612"/>
                </a:cubicBezTo>
                <a:cubicBezTo>
                  <a:pt x="313761" y="59695"/>
                  <a:pt x="311404" y="61402"/>
                  <a:pt x="309398" y="63731"/>
                </a:cubicBezTo>
                <a:cubicBezTo>
                  <a:pt x="307394" y="66061"/>
                  <a:pt x="305769" y="69041"/>
                  <a:pt x="304522" y="72672"/>
                </a:cubicBezTo>
                <a:cubicBezTo>
                  <a:pt x="303277" y="76302"/>
                  <a:pt x="302655" y="80663"/>
                  <a:pt x="302655" y="85755"/>
                </a:cubicBezTo>
                <a:lnTo>
                  <a:pt x="302655" y="124764"/>
                </a:lnTo>
                <a:lnTo>
                  <a:pt x="291600" y="124764"/>
                </a:lnTo>
                <a:lnTo>
                  <a:pt x="291600" y="65378"/>
                </a:lnTo>
                <a:close/>
                <a:moveTo>
                  <a:pt x="390591" y="66603"/>
                </a:moveTo>
                <a:cubicBezTo>
                  <a:pt x="388965" y="63460"/>
                  <a:pt x="386500" y="60886"/>
                  <a:pt x="383195" y="58882"/>
                </a:cubicBezTo>
                <a:cubicBezTo>
                  <a:pt x="379889" y="56877"/>
                  <a:pt x="376124" y="55874"/>
                  <a:pt x="371897" y="55874"/>
                </a:cubicBezTo>
                <a:cubicBezTo>
                  <a:pt x="369948" y="55874"/>
                  <a:pt x="367998" y="56091"/>
                  <a:pt x="366046" y="56526"/>
                </a:cubicBezTo>
                <a:cubicBezTo>
                  <a:pt x="364095" y="56959"/>
                  <a:pt x="362361" y="57665"/>
                  <a:pt x="360843" y="58642"/>
                </a:cubicBezTo>
                <a:cubicBezTo>
                  <a:pt x="359327" y="59617"/>
                  <a:pt x="358108" y="60865"/>
                  <a:pt x="357187" y="62385"/>
                </a:cubicBezTo>
                <a:cubicBezTo>
                  <a:pt x="356266" y="63902"/>
                  <a:pt x="355806" y="65692"/>
                  <a:pt x="355806" y="67754"/>
                </a:cubicBezTo>
                <a:cubicBezTo>
                  <a:pt x="355806" y="71336"/>
                  <a:pt x="357268" y="74075"/>
                  <a:pt x="360193" y="75974"/>
                </a:cubicBezTo>
                <a:cubicBezTo>
                  <a:pt x="363120" y="77872"/>
                  <a:pt x="367726" y="79472"/>
                  <a:pt x="374010" y="80775"/>
                </a:cubicBezTo>
                <a:cubicBezTo>
                  <a:pt x="383005" y="82619"/>
                  <a:pt x="389642" y="85304"/>
                  <a:pt x="393921" y="88831"/>
                </a:cubicBezTo>
                <a:cubicBezTo>
                  <a:pt x="398202" y="92356"/>
                  <a:pt x="400343" y="97102"/>
                  <a:pt x="400343" y="103070"/>
                </a:cubicBezTo>
                <a:cubicBezTo>
                  <a:pt x="400343" y="107410"/>
                  <a:pt x="399503" y="111073"/>
                  <a:pt x="397823" y="114057"/>
                </a:cubicBezTo>
                <a:cubicBezTo>
                  <a:pt x="396143" y="117040"/>
                  <a:pt x="393948" y="119481"/>
                  <a:pt x="391238" y="121381"/>
                </a:cubicBezTo>
                <a:cubicBezTo>
                  <a:pt x="388530" y="123279"/>
                  <a:pt x="385469" y="124635"/>
                  <a:pt x="382056" y="125449"/>
                </a:cubicBezTo>
                <a:cubicBezTo>
                  <a:pt x="378643" y="126262"/>
                  <a:pt x="375203" y="126669"/>
                  <a:pt x="371736" y="126669"/>
                </a:cubicBezTo>
                <a:cubicBezTo>
                  <a:pt x="365992" y="126669"/>
                  <a:pt x="360411" y="125485"/>
                  <a:pt x="354992" y="123117"/>
                </a:cubicBezTo>
                <a:cubicBezTo>
                  <a:pt x="349575" y="120748"/>
                  <a:pt x="345133" y="117023"/>
                  <a:pt x="341664" y="111941"/>
                </a:cubicBezTo>
                <a:lnTo>
                  <a:pt x="350441" y="105438"/>
                </a:lnTo>
                <a:cubicBezTo>
                  <a:pt x="352392" y="108798"/>
                  <a:pt x="355263" y="111616"/>
                  <a:pt x="359055" y="113891"/>
                </a:cubicBezTo>
                <a:cubicBezTo>
                  <a:pt x="362848" y="116166"/>
                  <a:pt x="367020" y="117304"/>
                  <a:pt x="371572" y="117304"/>
                </a:cubicBezTo>
                <a:cubicBezTo>
                  <a:pt x="373957" y="117304"/>
                  <a:pt x="376232" y="117087"/>
                  <a:pt x="378398" y="116654"/>
                </a:cubicBezTo>
                <a:cubicBezTo>
                  <a:pt x="380566" y="116219"/>
                  <a:pt x="382462" y="115459"/>
                  <a:pt x="384087" y="114374"/>
                </a:cubicBezTo>
                <a:cubicBezTo>
                  <a:pt x="385713" y="113290"/>
                  <a:pt x="387013" y="111907"/>
                  <a:pt x="387989" y="110225"/>
                </a:cubicBezTo>
                <a:cubicBezTo>
                  <a:pt x="388964" y="108542"/>
                  <a:pt x="389452" y="106453"/>
                  <a:pt x="389452" y="103958"/>
                </a:cubicBezTo>
                <a:cubicBezTo>
                  <a:pt x="389452" y="99943"/>
                  <a:pt x="387528" y="96932"/>
                  <a:pt x="383681" y="94925"/>
                </a:cubicBezTo>
                <a:cubicBezTo>
                  <a:pt x="379835" y="92917"/>
                  <a:pt x="374282" y="91046"/>
                  <a:pt x="367021" y="89310"/>
                </a:cubicBezTo>
                <a:cubicBezTo>
                  <a:pt x="364746" y="88767"/>
                  <a:pt x="362334" y="88089"/>
                  <a:pt x="359786" y="87276"/>
                </a:cubicBezTo>
                <a:cubicBezTo>
                  <a:pt x="357240" y="86462"/>
                  <a:pt x="354883" y="85269"/>
                  <a:pt x="352715" y="83697"/>
                </a:cubicBezTo>
                <a:cubicBezTo>
                  <a:pt x="350549" y="82123"/>
                  <a:pt x="348762" y="80142"/>
                  <a:pt x="347353" y="77754"/>
                </a:cubicBezTo>
                <a:cubicBezTo>
                  <a:pt x="345944" y="75367"/>
                  <a:pt x="345240" y="72383"/>
                  <a:pt x="345240" y="68803"/>
                </a:cubicBezTo>
                <a:cubicBezTo>
                  <a:pt x="345240" y="64896"/>
                  <a:pt x="345998" y="61559"/>
                  <a:pt x="347514" y="58793"/>
                </a:cubicBezTo>
                <a:cubicBezTo>
                  <a:pt x="349032" y="56025"/>
                  <a:pt x="351064" y="53747"/>
                  <a:pt x="353611" y="51958"/>
                </a:cubicBezTo>
                <a:cubicBezTo>
                  <a:pt x="356157" y="50167"/>
                  <a:pt x="359056" y="48838"/>
                  <a:pt x="362306" y="47970"/>
                </a:cubicBezTo>
                <a:cubicBezTo>
                  <a:pt x="365559" y="47102"/>
                  <a:pt x="368919" y="46667"/>
                  <a:pt x="372386" y="46667"/>
                </a:cubicBezTo>
                <a:cubicBezTo>
                  <a:pt x="377695" y="46667"/>
                  <a:pt x="382842" y="47852"/>
                  <a:pt x="387825" y="50222"/>
                </a:cubicBezTo>
                <a:cubicBezTo>
                  <a:pt x="392810" y="52589"/>
                  <a:pt x="396550" y="55937"/>
                  <a:pt x="399043" y="60264"/>
                </a:cubicBezTo>
                <a:lnTo>
                  <a:pt x="390591" y="66603"/>
                </a:lnTo>
                <a:close/>
                <a:moveTo>
                  <a:pt x="480314" y="80954"/>
                </a:moveTo>
                <a:cubicBezTo>
                  <a:pt x="479989" y="73741"/>
                  <a:pt x="477685" y="67758"/>
                  <a:pt x="473405" y="63005"/>
                </a:cubicBezTo>
                <a:cubicBezTo>
                  <a:pt x="469125" y="58251"/>
                  <a:pt x="463031" y="55874"/>
                  <a:pt x="455121" y="55874"/>
                </a:cubicBezTo>
                <a:cubicBezTo>
                  <a:pt x="451437" y="55874"/>
                  <a:pt x="448023" y="56557"/>
                  <a:pt x="444880" y="57923"/>
                </a:cubicBezTo>
                <a:cubicBezTo>
                  <a:pt x="441738" y="59288"/>
                  <a:pt x="438975" y="61146"/>
                  <a:pt x="436591" y="63496"/>
                </a:cubicBezTo>
                <a:cubicBezTo>
                  <a:pt x="434207" y="65845"/>
                  <a:pt x="432310" y="68523"/>
                  <a:pt x="430901" y="71529"/>
                </a:cubicBezTo>
                <a:cubicBezTo>
                  <a:pt x="429493" y="74533"/>
                  <a:pt x="428680" y="77675"/>
                  <a:pt x="428463" y="80954"/>
                </a:cubicBezTo>
                <a:lnTo>
                  <a:pt x="480314" y="80954"/>
                </a:lnTo>
                <a:moveTo>
                  <a:pt x="491530" y="84471"/>
                </a:moveTo>
                <a:cubicBezTo>
                  <a:pt x="491530" y="85231"/>
                  <a:pt x="491530" y="86046"/>
                  <a:pt x="491530" y="86916"/>
                </a:cubicBezTo>
                <a:cubicBezTo>
                  <a:pt x="491530" y="87784"/>
                  <a:pt x="491475" y="88707"/>
                  <a:pt x="491366" y="89684"/>
                </a:cubicBezTo>
                <a:lnTo>
                  <a:pt x="428300" y="89684"/>
                </a:lnTo>
                <a:cubicBezTo>
                  <a:pt x="428409" y="93475"/>
                  <a:pt x="429167" y="97050"/>
                  <a:pt x="430574" y="100408"/>
                </a:cubicBezTo>
                <a:cubicBezTo>
                  <a:pt x="431983" y="103765"/>
                  <a:pt x="433933" y="106689"/>
                  <a:pt x="436425" y="109181"/>
                </a:cubicBezTo>
                <a:cubicBezTo>
                  <a:pt x="438918" y="111671"/>
                  <a:pt x="441844" y="113648"/>
                  <a:pt x="445202" y="115111"/>
                </a:cubicBezTo>
                <a:cubicBezTo>
                  <a:pt x="448562" y="116573"/>
                  <a:pt x="452193" y="117304"/>
                  <a:pt x="456095" y="117304"/>
                </a:cubicBezTo>
                <a:cubicBezTo>
                  <a:pt x="461838" y="117304"/>
                  <a:pt x="466795" y="115977"/>
                  <a:pt x="470967" y="113323"/>
                </a:cubicBezTo>
                <a:cubicBezTo>
                  <a:pt x="475138" y="110667"/>
                  <a:pt x="478308" y="107606"/>
                  <a:pt x="480476" y="104139"/>
                </a:cubicBezTo>
                <a:lnTo>
                  <a:pt x="488765" y="110639"/>
                </a:lnTo>
                <a:cubicBezTo>
                  <a:pt x="484214" y="116374"/>
                  <a:pt x="479202" y="120479"/>
                  <a:pt x="473730" y="122956"/>
                </a:cubicBezTo>
                <a:cubicBezTo>
                  <a:pt x="468258" y="125431"/>
                  <a:pt x="462380" y="126669"/>
                  <a:pt x="456095" y="126669"/>
                </a:cubicBezTo>
                <a:cubicBezTo>
                  <a:pt x="450460" y="126669"/>
                  <a:pt x="445231" y="125666"/>
                  <a:pt x="440408" y="123660"/>
                </a:cubicBezTo>
                <a:cubicBezTo>
                  <a:pt x="435587" y="121655"/>
                  <a:pt x="431442" y="118864"/>
                  <a:pt x="427975" y="115287"/>
                </a:cubicBezTo>
                <a:cubicBezTo>
                  <a:pt x="424507" y="111709"/>
                  <a:pt x="421771" y="107481"/>
                  <a:pt x="419765" y="102603"/>
                </a:cubicBezTo>
                <a:cubicBezTo>
                  <a:pt x="417761" y="97726"/>
                  <a:pt x="416759" y="92414"/>
                  <a:pt x="416759" y="86668"/>
                </a:cubicBezTo>
                <a:cubicBezTo>
                  <a:pt x="416759" y="80922"/>
                  <a:pt x="417734" y="75611"/>
                  <a:pt x="419683" y="70733"/>
                </a:cubicBezTo>
                <a:cubicBezTo>
                  <a:pt x="421635" y="65855"/>
                  <a:pt x="424344" y="61628"/>
                  <a:pt x="427811" y="58052"/>
                </a:cubicBezTo>
                <a:cubicBezTo>
                  <a:pt x="431280" y="54473"/>
                  <a:pt x="435344" y="51682"/>
                  <a:pt x="440004" y="49676"/>
                </a:cubicBezTo>
                <a:cubicBezTo>
                  <a:pt x="444663" y="47670"/>
                  <a:pt x="449702" y="46667"/>
                  <a:pt x="455121" y="46667"/>
                </a:cubicBezTo>
                <a:cubicBezTo>
                  <a:pt x="461080" y="46667"/>
                  <a:pt x="466334" y="47673"/>
                  <a:pt x="470885" y="49683"/>
                </a:cubicBezTo>
                <a:cubicBezTo>
                  <a:pt x="475437" y="51692"/>
                  <a:pt x="479230" y="54408"/>
                  <a:pt x="482264" y="57831"/>
                </a:cubicBezTo>
                <a:cubicBezTo>
                  <a:pt x="485298" y="61252"/>
                  <a:pt x="487600" y="65243"/>
                  <a:pt x="489171" y="69805"/>
                </a:cubicBezTo>
                <a:cubicBezTo>
                  <a:pt x="490744" y="74367"/>
                  <a:pt x="491530" y="79256"/>
                  <a:pt x="491530" y="84471"/>
                </a:cubicBezTo>
                <a:close/>
                <a:moveTo>
                  <a:pt x="526639" y="124764"/>
                </a:moveTo>
                <a:lnTo>
                  <a:pt x="515584" y="124764"/>
                </a:lnTo>
                <a:lnTo>
                  <a:pt x="515584" y="1882"/>
                </a:lnTo>
                <a:lnTo>
                  <a:pt x="526639" y="1882"/>
                </a:lnTo>
                <a:lnTo>
                  <a:pt x="526639" y="124764"/>
                </a:lnTo>
                <a:close/>
                <a:moveTo>
                  <a:pt x="588403" y="57938"/>
                </a:moveTo>
                <a:lnTo>
                  <a:pt x="570523" y="57938"/>
                </a:lnTo>
                <a:lnTo>
                  <a:pt x="570523" y="124764"/>
                </a:lnTo>
                <a:lnTo>
                  <a:pt x="559471" y="124764"/>
                </a:lnTo>
                <a:lnTo>
                  <a:pt x="559471" y="57938"/>
                </a:lnTo>
                <a:lnTo>
                  <a:pt x="543541" y="57938"/>
                </a:lnTo>
                <a:lnTo>
                  <a:pt x="543541" y="48731"/>
                </a:lnTo>
                <a:lnTo>
                  <a:pt x="559471" y="48731"/>
                </a:lnTo>
                <a:lnTo>
                  <a:pt x="559471" y="27939"/>
                </a:lnTo>
                <a:cubicBezTo>
                  <a:pt x="559471" y="19275"/>
                  <a:pt x="561585" y="12453"/>
                  <a:pt x="565811" y="7473"/>
                </a:cubicBezTo>
                <a:cubicBezTo>
                  <a:pt x="570037" y="2491"/>
                  <a:pt x="576539" y="0"/>
                  <a:pt x="585315" y="0"/>
                </a:cubicBezTo>
                <a:cubicBezTo>
                  <a:pt x="586724" y="0"/>
                  <a:pt x="588241" y="81"/>
                  <a:pt x="589866" y="243"/>
                </a:cubicBezTo>
                <a:cubicBezTo>
                  <a:pt x="591492" y="403"/>
                  <a:pt x="593009" y="699"/>
                  <a:pt x="594418" y="1128"/>
                </a:cubicBezTo>
                <a:lnTo>
                  <a:pt x="592468" y="10819"/>
                </a:lnTo>
                <a:cubicBezTo>
                  <a:pt x="591276" y="10495"/>
                  <a:pt x="590084" y="10224"/>
                  <a:pt x="588892" y="10008"/>
                </a:cubicBezTo>
                <a:cubicBezTo>
                  <a:pt x="587699" y="9791"/>
                  <a:pt x="586345" y="9683"/>
                  <a:pt x="584829" y="9683"/>
                </a:cubicBezTo>
                <a:cubicBezTo>
                  <a:pt x="581902" y="9683"/>
                  <a:pt x="579491" y="10171"/>
                  <a:pt x="577594" y="11148"/>
                </a:cubicBezTo>
                <a:cubicBezTo>
                  <a:pt x="575698" y="12124"/>
                  <a:pt x="574234" y="13507"/>
                  <a:pt x="573204" y="15298"/>
                </a:cubicBezTo>
                <a:cubicBezTo>
                  <a:pt x="572176" y="17087"/>
                  <a:pt x="571472" y="19174"/>
                  <a:pt x="571091" y="21560"/>
                </a:cubicBezTo>
                <a:cubicBezTo>
                  <a:pt x="570713" y="23946"/>
                  <a:pt x="570523" y="26495"/>
                  <a:pt x="570523" y="29207"/>
                </a:cubicBezTo>
                <a:lnTo>
                  <a:pt x="570523" y="48731"/>
                </a:lnTo>
                <a:lnTo>
                  <a:pt x="588403" y="48731"/>
                </a:lnTo>
                <a:lnTo>
                  <a:pt x="588403" y="57938"/>
                </a:lnTo>
                <a:close/>
                <a:moveTo>
                  <a:pt x="619450" y="116907"/>
                </a:moveTo>
                <a:cubicBezTo>
                  <a:pt x="619450" y="119190"/>
                  <a:pt x="618638" y="121230"/>
                  <a:pt x="617012" y="123025"/>
                </a:cubicBezTo>
                <a:cubicBezTo>
                  <a:pt x="615387" y="124819"/>
                  <a:pt x="613274" y="125716"/>
                  <a:pt x="610673" y="125716"/>
                </a:cubicBezTo>
                <a:cubicBezTo>
                  <a:pt x="608072" y="125716"/>
                  <a:pt x="605959" y="124819"/>
                  <a:pt x="604334" y="123025"/>
                </a:cubicBezTo>
                <a:cubicBezTo>
                  <a:pt x="602708" y="121230"/>
                  <a:pt x="601896" y="119190"/>
                  <a:pt x="601896" y="116907"/>
                </a:cubicBezTo>
                <a:cubicBezTo>
                  <a:pt x="601896" y="114623"/>
                  <a:pt x="602708" y="112585"/>
                  <a:pt x="604334" y="110791"/>
                </a:cubicBezTo>
                <a:cubicBezTo>
                  <a:pt x="605959" y="108995"/>
                  <a:pt x="608072" y="108097"/>
                  <a:pt x="610673" y="108097"/>
                </a:cubicBezTo>
                <a:cubicBezTo>
                  <a:pt x="613274" y="108097"/>
                  <a:pt x="615387" y="108995"/>
                  <a:pt x="617012" y="110791"/>
                </a:cubicBezTo>
                <a:cubicBezTo>
                  <a:pt x="618638" y="112585"/>
                  <a:pt x="619450" y="114623"/>
                  <a:pt x="619450" y="1169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6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d41f6315ea472c"/>
          <a:stretch xmlns:a="http://schemas.openxmlformats.org/drawingml/2006/main"/>
        </p:blipFill>
        <p:spPr>
          <a:xfrm xmlns:a="http://schemas.openxmlformats.org/drawingml/2006/main">
            <a:off x="9508184" y="6345222"/>
            <a:ext cx="284449" cy="284449"/>
          </a:xfrm>
          <a:prstGeom xmlns:a="http://schemas.openxmlformats.org/drawingml/2006/main" prst="rect">
            <a:avLst/>
          </a:prstGeom>
        </p:spPr>
      </p:pic>
      <p:sp>
        <p:nvSpPr>
          <p:cNvPr id="8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EDD9EE-BF42-4A7A-B845-400EDFD6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1921" y="2146225"/>
            <a:ext cx="2110127" cy="223496"/>
          </a:xfrm>
          <a:custGeom xmlns:a="http://schemas.openxmlformats.org/drawingml/2006/main">
            <a:pathLst>
              <a:path w="2110127" h="223496">
                <a:moveTo>
                  <a:pt x="0" y="0"/>
                </a:moveTo>
                <a:lnTo>
                  <a:pt x="2110127" y="0"/>
                </a:lnTo>
                <a:lnTo>
                  <a:pt x="2110127" y="223496"/>
                </a:lnTo>
                <a:lnTo>
                  <a:pt x="0" y="2234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FD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52590C-384D-4DBD-BF2A-4D0C6566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684" y="2146225"/>
            <a:ext cx="381975" cy="223496"/>
          </a:xfrm>
          <a:custGeom xmlns:a="http://schemas.openxmlformats.org/drawingml/2006/main">
            <a:pathLst>
              <a:path w="381975" h="223496">
                <a:moveTo>
                  <a:pt x="0" y="0"/>
                </a:moveTo>
                <a:lnTo>
                  <a:pt x="381975" y="0"/>
                </a:lnTo>
                <a:lnTo>
                  <a:pt x="381975" y="223496"/>
                </a:lnTo>
                <a:lnTo>
                  <a:pt x="0" y="2234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FD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0A0FC5-9F1E-49A2-96DD-4D4D1CAB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679" y="2146225"/>
            <a:ext cx="1872489" cy="223496"/>
          </a:xfrm>
          <a:custGeom xmlns:a="http://schemas.openxmlformats.org/drawingml/2006/main">
            <a:pathLst>
              <a:path w="1872489" h="223496">
                <a:moveTo>
                  <a:pt x="0" y="0"/>
                </a:moveTo>
                <a:lnTo>
                  <a:pt x="1872489" y="0"/>
                </a:lnTo>
                <a:lnTo>
                  <a:pt x="1872489" y="223496"/>
                </a:lnTo>
                <a:lnTo>
                  <a:pt x="0" y="2234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FD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7CEE69-4164-49C0-BCD1-C2A9A865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0944" y="2347372"/>
            <a:ext cx="727865" cy="223496"/>
          </a:xfrm>
          <a:custGeom xmlns:a="http://schemas.openxmlformats.org/drawingml/2006/main">
            <a:pathLst>
              <a:path w="727865" h="223496">
                <a:moveTo>
                  <a:pt x="0" y="0"/>
                </a:moveTo>
                <a:lnTo>
                  <a:pt x="727865" y="0"/>
                </a:lnTo>
                <a:lnTo>
                  <a:pt x="727865" y="223496"/>
                </a:lnTo>
                <a:lnTo>
                  <a:pt x="0" y="2234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FD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77E2D4-8ECA-46C7-B50F-DEE47F26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2046" y="2347372"/>
            <a:ext cx="1723275" cy="223496"/>
          </a:xfrm>
          <a:custGeom xmlns:a="http://schemas.openxmlformats.org/drawingml/2006/main">
            <a:pathLst>
              <a:path w="1723275" h="223496">
                <a:moveTo>
                  <a:pt x="0" y="0"/>
                </a:moveTo>
                <a:lnTo>
                  <a:pt x="1723275" y="0"/>
                </a:lnTo>
                <a:lnTo>
                  <a:pt x="1723275" y="223496"/>
                </a:lnTo>
                <a:lnTo>
                  <a:pt x="0" y="2234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FD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AEEC9E-8EA3-4E0E-99B9-7CBE9D45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322" y="2548518"/>
            <a:ext cx="800847" cy="223496"/>
          </a:xfrm>
          <a:custGeom xmlns:a="http://schemas.openxmlformats.org/drawingml/2006/main">
            <a:pathLst>
              <a:path w="800847" h="223496">
                <a:moveTo>
                  <a:pt x="0" y="0"/>
                </a:moveTo>
                <a:lnTo>
                  <a:pt x="800847" y="0"/>
                </a:lnTo>
                <a:lnTo>
                  <a:pt x="800847" y="223496"/>
                </a:lnTo>
                <a:lnTo>
                  <a:pt x="0" y="2234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FD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C74261-7107-41CF-8233-6E710892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804" y="2548518"/>
            <a:ext cx="336951" cy="223496"/>
          </a:xfrm>
          <a:custGeom xmlns:a="http://schemas.openxmlformats.org/drawingml/2006/main">
            <a:pathLst>
              <a:path w="336951" h="223496">
                <a:moveTo>
                  <a:pt x="0" y="0"/>
                </a:moveTo>
                <a:lnTo>
                  <a:pt x="336951" y="0"/>
                </a:lnTo>
                <a:lnTo>
                  <a:pt x="336951" y="223496"/>
                </a:lnTo>
                <a:lnTo>
                  <a:pt x="0" y="2234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FD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FC15C5-493B-44DC-B898-88E40150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1800" y="2548518"/>
            <a:ext cx="769801" cy="223496"/>
          </a:xfrm>
          <a:custGeom xmlns:a="http://schemas.openxmlformats.org/drawingml/2006/main">
            <a:pathLst>
              <a:path w="769801" h="223496">
                <a:moveTo>
                  <a:pt x="0" y="0"/>
                </a:moveTo>
                <a:lnTo>
                  <a:pt x="769801" y="0"/>
                </a:lnTo>
                <a:lnTo>
                  <a:pt x="769801" y="223496"/>
                </a:lnTo>
                <a:lnTo>
                  <a:pt x="0" y="2234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FD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72C1EC-6B92-42E1-891A-47B7FD9B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9622" y="2548518"/>
            <a:ext cx="850422" cy="223496"/>
          </a:xfrm>
          <a:custGeom xmlns:a="http://schemas.openxmlformats.org/drawingml/2006/main">
            <a:pathLst>
              <a:path w="850422" h="223496">
                <a:moveTo>
                  <a:pt x="0" y="0"/>
                </a:moveTo>
                <a:lnTo>
                  <a:pt x="850422" y="0"/>
                </a:lnTo>
                <a:lnTo>
                  <a:pt x="850422" y="223496"/>
                </a:lnTo>
                <a:lnTo>
                  <a:pt x="0" y="2234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FD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2BAA48-77A5-432E-8B7C-2CFF71B8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2526" y="2548518"/>
            <a:ext cx="834493" cy="223496"/>
          </a:xfrm>
          <a:custGeom xmlns:a="http://schemas.openxmlformats.org/drawingml/2006/main">
            <a:pathLst>
              <a:path w="834493" h="223496">
                <a:moveTo>
                  <a:pt x="0" y="0"/>
                </a:moveTo>
                <a:lnTo>
                  <a:pt x="834493" y="0"/>
                </a:lnTo>
                <a:lnTo>
                  <a:pt x="834493" y="223496"/>
                </a:lnTo>
                <a:lnTo>
                  <a:pt x="0" y="2234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FD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4EBE9E-5646-43F7-81B5-5944A39D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2817" y="2749664"/>
            <a:ext cx="553457" cy="223496"/>
          </a:xfrm>
          <a:custGeom xmlns:a="http://schemas.openxmlformats.org/drawingml/2006/main">
            <a:pathLst>
              <a:path w="553457" h="223496">
                <a:moveTo>
                  <a:pt x="0" y="0"/>
                </a:moveTo>
                <a:lnTo>
                  <a:pt x="553457" y="0"/>
                </a:lnTo>
                <a:lnTo>
                  <a:pt x="553457" y="223496"/>
                </a:lnTo>
                <a:lnTo>
                  <a:pt x="0" y="2234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FD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968387-9F9F-4FC0-8675-529A6983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6910" y="2749664"/>
            <a:ext cx="1310743" cy="223496"/>
          </a:xfrm>
          <a:custGeom xmlns:a="http://schemas.openxmlformats.org/drawingml/2006/main">
            <a:pathLst>
              <a:path w="1310743" h="223496">
                <a:moveTo>
                  <a:pt x="0" y="0"/>
                </a:moveTo>
                <a:lnTo>
                  <a:pt x="1310743" y="0"/>
                </a:lnTo>
                <a:lnTo>
                  <a:pt x="1310743" y="223496"/>
                </a:lnTo>
                <a:lnTo>
                  <a:pt x="0" y="2234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FD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B8F336-5EAE-40C6-BB75-BA85853D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414" y="2749664"/>
            <a:ext cx="507783" cy="223496"/>
          </a:xfrm>
          <a:custGeom xmlns:a="http://schemas.openxmlformats.org/drawingml/2006/main">
            <a:pathLst>
              <a:path w="507783" h="223496">
                <a:moveTo>
                  <a:pt x="0" y="0"/>
                </a:moveTo>
                <a:lnTo>
                  <a:pt x="507783" y="0"/>
                </a:lnTo>
                <a:lnTo>
                  <a:pt x="507783" y="223496"/>
                </a:lnTo>
                <a:lnTo>
                  <a:pt x="0" y="2234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FD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1143BF-6BF1-455C-B0B0-FDAD132C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3450" y="2950811"/>
            <a:ext cx="1307167" cy="223496"/>
          </a:xfrm>
          <a:custGeom xmlns:a="http://schemas.openxmlformats.org/drawingml/2006/main">
            <a:pathLst>
              <a:path w="1307167" h="223496">
                <a:moveTo>
                  <a:pt x="0" y="0"/>
                </a:moveTo>
                <a:lnTo>
                  <a:pt x="1307167" y="0"/>
                </a:lnTo>
                <a:lnTo>
                  <a:pt x="1307167" y="223496"/>
                </a:lnTo>
                <a:lnTo>
                  <a:pt x="0" y="2234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FD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6A5B63-3CDE-4DA1-8F3E-61FEBD9E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252" y="2950811"/>
            <a:ext cx="1038159" cy="223496"/>
          </a:xfrm>
          <a:custGeom xmlns:a="http://schemas.openxmlformats.org/drawingml/2006/main">
            <a:pathLst>
              <a:path w="1038159" h="223496">
                <a:moveTo>
                  <a:pt x="0" y="0"/>
                </a:moveTo>
                <a:lnTo>
                  <a:pt x="1038159" y="0"/>
                </a:lnTo>
                <a:lnTo>
                  <a:pt x="1038159" y="223496"/>
                </a:lnTo>
                <a:lnTo>
                  <a:pt x="0" y="2234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FD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C25875-5C8B-42E7-9883-EDEF1B83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9096" y="2950811"/>
            <a:ext cx="490716" cy="223496"/>
          </a:xfrm>
          <a:custGeom xmlns:a="http://schemas.openxmlformats.org/drawingml/2006/main">
            <a:pathLst>
              <a:path w="490716" h="223496">
                <a:moveTo>
                  <a:pt x="0" y="0"/>
                </a:moveTo>
                <a:lnTo>
                  <a:pt x="490716" y="0"/>
                </a:lnTo>
                <a:lnTo>
                  <a:pt x="490716" y="223496"/>
                </a:lnTo>
                <a:lnTo>
                  <a:pt x="0" y="2234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FD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7" name="Text :ElevateyouriPhonewithoursleek,slim-ﬁttedcasecollection">
            <a:extLst xmlns:a="http://schemas.openxmlformats.org/drawingml/2006/main">
              <a:ext uri="{FF2B5EF4-FFF2-40B4-BE49-F238E27FC236}">
                <a16:creationId xmlns:a16="http://schemas.microsoft.com/office/drawing/2014/main" id="{2A1FFE09-077F-403F-A1FD-436A7CD9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8374" y="2185467"/>
            <a:ext cx="4552816" cy="163812"/>
          </a:xfrm>
          <a:custGeom xmlns:a="http://schemas.openxmlformats.org/drawingml/2006/main">
            <a:pathLst>
              <a:path w="4552816" h="163812">
                <a:moveTo>
                  <a:pt x="31861" y="58171"/>
                </a:moveTo>
                <a:cubicBezTo>
                  <a:pt x="31861" y="60343"/>
                  <a:pt x="31427" y="62380"/>
                  <a:pt x="30559" y="64282"/>
                </a:cubicBezTo>
                <a:cubicBezTo>
                  <a:pt x="29692" y="66182"/>
                  <a:pt x="28555" y="67838"/>
                  <a:pt x="27146" y="69250"/>
                </a:cubicBezTo>
                <a:cubicBezTo>
                  <a:pt x="25737" y="70662"/>
                  <a:pt x="24057" y="71775"/>
                  <a:pt x="22106" y="72591"/>
                </a:cubicBezTo>
                <a:cubicBezTo>
                  <a:pt x="20157" y="73404"/>
                  <a:pt x="18153" y="73811"/>
                  <a:pt x="16094" y="73811"/>
                </a:cubicBezTo>
                <a:cubicBezTo>
                  <a:pt x="13926" y="73811"/>
                  <a:pt x="11867" y="73430"/>
                  <a:pt x="9916" y="72670"/>
                </a:cubicBezTo>
                <a:cubicBezTo>
                  <a:pt x="7965" y="71909"/>
                  <a:pt x="6258" y="70824"/>
                  <a:pt x="4794" y="69413"/>
                </a:cubicBezTo>
                <a:cubicBezTo>
                  <a:pt x="3333" y="68001"/>
                  <a:pt x="2168" y="66372"/>
                  <a:pt x="1300" y="64525"/>
                </a:cubicBezTo>
                <a:cubicBezTo>
                  <a:pt x="433" y="62678"/>
                  <a:pt x="0" y="60669"/>
                  <a:pt x="0" y="58498"/>
                </a:cubicBezTo>
                <a:cubicBezTo>
                  <a:pt x="0" y="56325"/>
                  <a:pt x="433" y="54289"/>
                  <a:pt x="1300" y="52389"/>
                </a:cubicBezTo>
                <a:cubicBezTo>
                  <a:pt x="2168" y="50488"/>
                  <a:pt x="3333" y="48831"/>
                  <a:pt x="4794" y="47419"/>
                </a:cubicBezTo>
                <a:cubicBezTo>
                  <a:pt x="6258" y="46007"/>
                  <a:pt x="7965" y="44894"/>
                  <a:pt x="9916" y="44081"/>
                </a:cubicBezTo>
                <a:cubicBezTo>
                  <a:pt x="11867" y="43265"/>
                  <a:pt x="13926" y="42858"/>
                  <a:pt x="16094" y="42858"/>
                </a:cubicBezTo>
                <a:cubicBezTo>
                  <a:pt x="18153" y="42858"/>
                  <a:pt x="20157" y="43265"/>
                  <a:pt x="22106" y="44081"/>
                </a:cubicBezTo>
                <a:cubicBezTo>
                  <a:pt x="24057" y="44894"/>
                  <a:pt x="25737" y="45980"/>
                  <a:pt x="27146" y="47337"/>
                </a:cubicBezTo>
                <a:cubicBezTo>
                  <a:pt x="28555" y="48695"/>
                  <a:pt x="29692" y="50324"/>
                  <a:pt x="30559" y="52226"/>
                </a:cubicBezTo>
                <a:cubicBezTo>
                  <a:pt x="31427" y="54125"/>
                  <a:pt x="31861" y="56107"/>
                  <a:pt x="31861" y="58171"/>
                </a:cubicBezTo>
                <a:moveTo>
                  <a:pt x="31861" y="110240"/>
                </a:moveTo>
                <a:cubicBezTo>
                  <a:pt x="31861" y="112413"/>
                  <a:pt x="31427" y="114450"/>
                  <a:pt x="30559" y="116351"/>
                </a:cubicBezTo>
                <a:cubicBezTo>
                  <a:pt x="29692" y="118251"/>
                  <a:pt x="28555" y="119880"/>
                  <a:pt x="27146" y="121237"/>
                </a:cubicBezTo>
                <a:cubicBezTo>
                  <a:pt x="25737" y="122595"/>
                  <a:pt x="24057" y="123681"/>
                  <a:pt x="22106" y="124496"/>
                </a:cubicBezTo>
                <a:cubicBezTo>
                  <a:pt x="20157" y="125310"/>
                  <a:pt x="18153" y="125716"/>
                  <a:pt x="16094" y="125716"/>
                </a:cubicBezTo>
                <a:cubicBezTo>
                  <a:pt x="13926" y="125716"/>
                  <a:pt x="11867" y="125336"/>
                  <a:pt x="9916" y="124576"/>
                </a:cubicBezTo>
                <a:cubicBezTo>
                  <a:pt x="7965" y="123815"/>
                  <a:pt x="6258" y="122729"/>
                  <a:pt x="4794" y="121319"/>
                </a:cubicBezTo>
                <a:cubicBezTo>
                  <a:pt x="3333" y="119907"/>
                  <a:pt x="2168" y="118277"/>
                  <a:pt x="1300" y="116431"/>
                </a:cubicBezTo>
                <a:cubicBezTo>
                  <a:pt x="433" y="114584"/>
                  <a:pt x="0" y="112575"/>
                  <a:pt x="0" y="110404"/>
                </a:cubicBezTo>
                <a:cubicBezTo>
                  <a:pt x="0" y="108231"/>
                  <a:pt x="433" y="106195"/>
                  <a:pt x="1300" y="104295"/>
                </a:cubicBezTo>
                <a:cubicBezTo>
                  <a:pt x="2168" y="102393"/>
                  <a:pt x="3333" y="100737"/>
                  <a:pt x="4794" y="99325"/>
                </a:cubicBezTo>
                <a:cubicBezTo>
                  <a:pt x="6258" y="97913"/>
                  <a:pt x="7965" y="96800"/>
                  <a:pt x="9916" y="95986"/>
                </a:cubicBezTo>
                <a:cubicBezTo>
                  <a:pt x="11867" y="95171"/>
                  <a:pt x="13926" y="94764"/>
                  <a:pt x="16094" y="94764"/>
                </a:cubicBezTo>
                <a:cubicBezTo>
                  <a:pt x="18153" y="94764"/>
                  <a:pt x="20157" y="95171"/>
                  <a:pt x="22106" y="95986"/>
                </a:cubicBezTo>
                <a:cubicBezTo>
                  <a:pt x="24057" y="96800"/>
                  <a:pt x="25737" y="97885"/>
                  <a:pt x="27146" y="99243"/>
                </a:cubicBezTo>
                <a:cubicBezTo>
                  <a:pt x="28555" y="100600"/>
                  <a:pt x="29692" y="102230"/>
                  <a:pt x="30559" y="104131"/>
                </a:cubicBezTo>
                <a:cubicBezTo>
                  <a:pt x="31427" y="106031"/>
                  <a:pt x="31861" y="108067"/>
                  <a:pt x="31861" y="110240"/>
                </a:cubicBezTo>
                <a:close/>
                <a:moveTo>
                  <a:pt x="110530" y="114288"/>
                </a:moveTo>
                <a:lnTo>
                  <a:pt x="172133" y="114288"/>
                </a:lnTo>
                <a:lnTo>
                  <a:pt x="172133" y="124764"/>
                </a:lnTo>
                <a:lnTo>
                  <a:pt x="98826" y="124764"/>
                </a:lnTo>
                <a:lnTo>
                  <a:pt x="98826" y="9683"/>
                </a:lnTo>
                <a:lnTo>
                  <a:pt x="170184" y="9683"/>
                </a:lnTo>
                <a:lnTo>
                  <a:pt x="170184" y="20159"/>
                </a:lnTo>
                <a:lnTo>
                  <a:pt x="110530" y="20159"/>
                </a:lnTo>
                <a:lnTo>
                  <a:pt x="110530" y="59684"/>
                </a:lnTo>
                <a:lnTo>
                  <a:pt x="166283" y="59684"/>
                </a:lnTo>
                <a:lnTo>
                  <a:pt x="166283" y="70001"/>
                </a:lnTo>
                <a:lnTo>
                  <a:pt x="110530" y="70001"/>
                </a:lnTo>
                <a:lnTo>
                  <a:pt x="110530" y="114288"/>
                </a:lnTo>
                <a:close/>
                <a:moveTo>
                  <a:pt x="205781" y="124764"/>
                </a:moveTo>
                <a:lnTo>
                  <a:pt x="194726" y="124764"/>
                </a:lnTo>
                <a:lnTo>
                  <a:pt x="194726" y="1882"/>
                </a:lnTo>
                <a:lnTo>
                  <a:pt x="205781" y="1882"/>
                </a:lnTo>
                <a:lnTo>
                  <a:pt x="205781" y="124764"/>
                </a:lnTo>
                <a:close/>
                <a:moveTo>
                  <a:pt x="293391" y="80954"/>
                </a:moveTo>
                <a:cubicBezTo>
                  <a:pt x="293066" y="73741"/>
                  <a:pt x="290762" y="67758"/>
                  <a:pt x="286481" y="63005"/>
                </a:cubicBezTo>
                <a:cubicBezTo>
                  <a:pt x="282202" y="58251"/>
                  <a:pt x="276108" y="55874"/>
                  <a:pt x="268197" y="55874"/>
                </a:cubicBezTo>
                <a:cubicBezTo>
                  <a:pt x="264513" y="55874"/>
                  <a:pt x="261100" y="56557"/>
                  <a:pt x="257957" y="57923"/>
                </a:cubicBezTo>
                <a:cubicBezTo>
                  <a:pt x="254815" y="59288"/>
                  <a:pt x="252052" y="61146"/>
                  <a:pt x="249668" y="63496"/>
                </a:cubicBezTo>
                <a:cubicBezTo>
                  <a:pt x="247283" y="65845"/>
                  <a:pt x="245387" y="68523"/>
                  <a:pt x="243978" y="71529"/>
                </a:cubicBezTo>
                <a:cubicBezTo>
                  <a:pt x="242569" y="74533"/>
                  <a:pt x="241757" y="77675"/>
                  <a:pt x="241540" y="80954"/>
                </a:cubicBezTo>
                <a:lnTo>
                  <a:pt x="293391" y="80954"/>
                </a:lnTo>
                <a:moveTo>
                  <a:pt x="304607" y="84471"/>
                </a:moveTo>
                <a:cubicBezTo>
                  <a:pt x="304607" y="85231"/>
                  <a:pt x="304607" y="86046"/>
                  <a:pt x="304607" y="86916"/>
                </a:cubicBezTo>
                <a:cubicBezTo>
                  <a:pt x="304607" y="87784"/>
                  <a:pt x="304552" y="88707"/>
                  <a:pt x="304443" y="89684"/>
                </a:cubicBezTo>
                <a:lnTo>
                  <a:pt x="241376" y="89684"/>
                </a:lnTo>
                <a:cubicBezTo>
                  <a:pt x="241486" y="93475"/>
                  <a:pt x="242244" y="97050"/>
                  <a:pt x="243651" y="100408"/>
                </a:cubicBezTo>
                <a:cubicBezTo>
                  <a:pt x="245060" y="103765"/>
                  <a:pt x="247010" y="106689"/>
                  <a:pt x="249502" y="109181"/>
                </a:cubicBezTo>
                <a:cubicBezTo>
                  <a:pt x="251995" y="111671"/>
                  <a:pt x="254921" y="113648"/>
                  <a:pt x="258279" y="115111"/>
                </a:cubicBezTo>
                <a:cubicBezTo>
                  <a:pt x="261639" y="116573"/>
                  <a:pt x="265270" y="117304"/>
                  <a:pt x="269172" y="117304"/>
                </a:cubicBezTo>
                <a:cubicBezTo>
                  <a:pt x="274915" y="117304"/>
                  <a:pt x="279872" y="115977"/>
                  <a:pt x="284043" y="113323"/>
                </a:cubicBezTo>
                <a:cubicBezTo>
                  <a:pt x="288215" y="110667"/>
                  <a:pt x="291385" y="107606"/>
                  <a:pt x="293552" y="104139"/>
                </a:cubicBezTo>
                <a:lnTo>
                  <a:pt x="301841" y="110639"/>
                </a:lnTo>
                <a:cubicBezTo>
                  <a:pt x="297291" y="116374"/>
                  <a:pt x="292279" y="120479"/>
                  <a:pt x="286806" y="122956"/>
                </a:cubicBezTo>
                <a:cubicBezTo>
                  <a:pt x="281335" y="125431"/>
                  <a:pt x="275457" y="126669"/>
                  <a:pt x="269172" y="126669"/>
                </a:cubicBezTo>
                <a:cubicBezTo>
                  <a:pt x="263537" y="126669"/>
                  <a:pt x="258308" y="125666"/>
                  <a:pt x="253485" y="123660"/>
                </a:cubicBezTo>
                <a:cubicBezTo>
                  <a:pt x="248663" y="121655"/>
                  <a:pt x="244519" y="118864"/>
                  <a:pt x="241052" y="115287"/>
                </a:cubicBezTo>
                <a:cubicBezTo>
                  <a:pt x="237584" y="111709"/>
                  <a:pt x="234848" y="107481"/>
                  <a:pt x="232842" y="102603"/>
                </a:cubicBezTo>
                <a:cubicBezTo>
                  <a:pt x="230838" y="97726"/>
                  <a:pt x="229836" y="92414"/>
                  <a:pt x="229836" y="86668"/>
                </a:cubicBezTo>
                <a:cubicBezTo>
                  <a:pt x="229836" y="80922"/>
                  <a:pt x="230811" y="75611"/>
                  <a:pt x="232760" y="70733"/>
                </a:cubicBezTo>
                <a:cubicBezTo>
                  <a:pt x="234711" y="65855"/>
                  <a:pt x="237421" y="61628"/>
                  <a:pt x="240888" y="58052"/>
                </a:cubicBezTo>
                <a:cubicBezTo>
                  <a:pt x="244357" y="54473"/>
                  <a:pt x="248421" y="51682"/>
                  <a:pt x="253081" y="49676"/>
                </a:cubicBezTo>
                <a:cubicBezTo>
                  <a:pt x="257740" y="47670"/>
                  <a:pt x="262779" y="46667"/>
                  <a:pt x="268197" y="46667"/>
                </a:cubicBezTo>
                <a:cubicBezTo>
                  <a:pt x="274156" y="46667"/>
                  <a:pt x="279411" y="47673"/>
                  <a:pt x="283962" y="49683"/>
                </a:cubicBezTo>
                <a:cubicBezTo>
                  <a:pt x="288514" y="51692"/>
                  <a:pt x="292307" y="54408"/>
                  <a:pt x="295341" y="57831"/>
                </a:cubicBezTo>
                <a:cubicBezTo>
                  <a:pt x="298375" y="61252"/>
                  <a:pt x="300677" y="65243"/>
                  <a:pt x="302248" y="69805"/>
                </a:cubicBezTo>
                <a:cubicBezTo>
                  <a:pt x="303821" y="74367"/>
                  <a:pt x="304607" y="79256"/>
                  <a:pt x="304607" y="84471"/>
                </a:cubicBezTo>
                <a:close/>
                <a:moveTo>
                  <a:pt x="359545" y="124764"/>
                </a:moveTo>
                <a:lnTo>
                  <a:pt x="347355" y="124764"/>
                </a:lnTo>
                <a:lnTo>
                  <a:pt x="316310" y="48694"/>
                </a:lnTo>
                <a:lnTo>
                  <a:pt x="328661" y="48694"/>
                </a:lnTo>
                <a:lnTo>
                  <a:pt x="353369" y="113060"/>
                </a:lnTo>
                <a:lnTo>
                  <a:pt x="353694" y="113060"/>
                </a:lnTo>
                <a:lnTo>
                  <a:pt x="378563" y="48694"/>
                </a:lnTo>
                <a:lnTo>
                  <a:pt x="390428" y="48694"/>
                </a:lnTo>
                <a:lnTo>
                  <a:pt x="359545" y="124764"/>
                </a:lnTo>
                <a:close/>
                <a:moveTo>
                  <a:pt x="455607" y="75646"/>
                </a:moveTo>
                <a:cubicBezTo>
                  <a:pt x="455607" y="69001"/>
                  <a:pt x="453873" y="64045"/>
                  <a:pt x="450406" y="60777"/>
                </a:cubicBezTo>
                <a:cubicBezTo>
                  <a:pt x="446939" y="57508"/>
                  <a:pt x="441900" y="55874"/>
                  <a:pt x="435289" y="55874"/>
                </a:cubicBezTo>
                <a:cubicBezTo>
                  <a:pt x="430739" y="55874"/>
                  <a:pt x="426513" y="56687"/>
                  <a:pt x="422610" y="58312"/>
                </a:cubicBezTo>
                <a:cubicBezTo>
                  <a:pt x="418710" y="59937"/>
                  <a:pt x="415405" y="62105"/>
                  <a:pt x="412697" y="64815"/>
                </a:cubicBezTo>
                <a:lnTo>
                  <a:pt x="406519" y="57501"/>
                </a:lnTo>
                <a:cubicBezTo>
                  <a:pt x="409662" y="54371"/>
                  <a:pt x="413807" y="51783"/>
                  <a:pt x="418955" y="49738"/>
                </a:cubicBezTo>
                <a:cubicBezTo>
                  <a:pt x="424102" y="47691"/>
                  <a:pt x="429926" y="46667"/>
                  <a:pt x="436428" y="46667"/>
                </a:cubicBezTo>
                <a:cubicBezTo>
                  <a:pt x="440546" y="46667"/>
                  <a:pt x="444393" y="47237"/>
                  <a:pt x="447968" y="48376"/>
                </a:cubicBezTo>
                <a:cubicBezTo>
                  <a:pt x="451544" y="49516"/>
                  <a:pt x="454687" y="51224"/>
                  <a:pt x="457395" y="53503"/>
                </a:cubicBezTo>
                <a:cubicBezTo>
                  <a:pt x="460105" y="55780"/>
                  <a:pt x="462218" y="58653"/>
                  <a:pt x="463735" y="62124"/>
                </a:cubicBezTo>
                <a:cubicBezTo>
                  <a:pt x="465252" y="65595"/>
                  <a:pt x="466011" y="69662"/>
                  <a:pt x="466011" y="74327"/>
                </a:cubicBezTo>
                <a:lnTo>
                  <a:pt x="466011" y="107680"/>
                </a:lnTo>
                <a:cubicBezTo>
                  <a:pt x="466011" y="110609"/>
                  <a:pt x="466120" y="113646"/>
                  <a:pt x="466336" y="116793"/>
                </a:cubicBezTo>
                <a:cubicBezTo>
                  <a:pt x="466553" y="119938"/>
                  <a:pt x="466878" y="122595"/>
                  <a:pt x="467311" y="124764"/>
                </a:cubicBezTo>
                <a:lnTo>
                  <a:pt x="457398" y="124764"/>
                </a:lnTo>
                <a:cubicBezTo>
                  <a:pt x="457072" y="122914"/>
                  <a:pt x="456801" y="120901"/>
                  <a:pt x="456584" y="118725"/>
                </a:cubicBezTo>
                <a:cubicBezTo>
                  <a:pt x="456368" y="116549"/>
                  <a:pt x="456259" y="114427"/>
                  <a:pt x="456259" y="112361"/>
                </a:cubicBezTo>
                <a:lnTo>
                  <a:pt x="455932" y="112361"/>
                </a:lnTo>
                <a:cubicBezTo>
                  <a:pt x="452465" y="117455"/>
                  <a:pt x="448536" y="121113"/>
                  <a:pt x="444146" y="123335"/>
                </a:cubicBezTo>
                <a:cubicBezTo>
                  <a:pt x="439758" y="125558"/>
                  <a:pt x="434476" y="126669"/>
                  <a:pt x="428300" y="126669"/>
                </a:cubicBezTo>
                <a:cubicBezTo>
                  <a:pt x="425373" y="126669"/>
                  <a:pt x="422366" y="126263"/>
                  <a:pt x="419277" y="125451"/>
                </a:cubicBezTo>
                <a:cubicBezTo>
                  <a:pt x="416190" y="124639"/>
                  <a:pt x="413373" y="123313"/>
                  <a:pt x="410827" y="121473"/>
                </a:cubicBezTo>
                <a:cubicBezTo>
                  <a:pt x="408281" y="119631"/>
                  <a:pt x="406167" y="117248"/>
                  <a:pt x="404488" y="114325"/>
                </a:cubicBezTo>
                <a:cubicBezTo>
                  <a:pt x="402808" y="111400"/>
                  <a:pt x="401968" y="107825"/>
                  <a:pt x="401968" y="103600"/>
                </a:cubicBezTo>
                <a:cubicBezTo>
                  <a:pt x="401968" y="97752"/>
                  <a:pt x="403457" y="93122"/>
                  <a:pt x="406437" y="89711"/>
                </a:cubicBezTo>
                <a:cubicBezTo>
                  <a:pt x="409417" y="86300"/>
                  <a:pt x="413399" y="83756"/>
                  <a:pt x="418384" y="82077"/>
                </a:cubicBezTo>
                <a:cubicBezTo>
                  <a:pt x="423369" y="80397"/>
                  <a:pt x="429085" y="79314"/>
                  <a:pt x="435532" y="78828"/>
                </a:cubicBezTo>
                <a:cubicBezTo>
                  <a:pt x="441981" y="78340"/>
                  <a:pt x="448672" y="78097"/>
                  <a:pt x="455607" y="78097"/>
                </a:cubicBezTo>
                <a:lnTo>
                  <a:pt x="455607" y="75646"/>
                </a:lnTo>
                <a:moveTo>
                  <a:pt x="452355" y="86827"/>
                </a:moveTo>
                <a:cubicBezTo>
                  <a:pt x="447805" y="86827"/>
                  <a:pt x="443227" y="87016"/>
                  <a:pt x="438620" y="87395"/>
                </a:cubicBezTo>
                <a:cubicBezTo>
                  <a:pt x="434015" y="87772"/>
                  <a:pt x="429843" y="88528"/>
                  <a:pt x="426105" y="89664"/>
                </a:cubicBezTo>
                <a:cubicBezTo>
                  <a:pt x="422368" y="90799"/>
                  <a:pt x="419308" y="92446"/>
                  <a:pt x="416923" y="94607"/>
                </a:cubicBezTo>
                <a:cubicBezTo>
                  <a:pt x="414539" y="96768"/>
                  <a:pt x="413347" y="99631"/>
                  <a:pt x="413347" y="103196"/>
                </a:cubicBezTo>
                <a:cubicBezTo>
                  <a:pt x="413347" y="105898"/>
                  <a:pt x="413861" y="108167"/>
                  <a:pt x="414890" y="110004"/>
                </a:cubicBezTo>
                <a:cubicBezTo>
                  <a:pt x="415920" y="111841"/>
                  <a:pt x="417301" y="113327"/>
                  <a:pt x="419034" y="114461"/>
                </a:cubicBezTo>
                <a:cubicBezTo>
                  <a:pt x="420768" y="115596"/>
                  <a:pt x="422692" y="116406"/>
                  <a:pt x="424805" y="116892"/>
                </a:cubicBezTo>
                <a:cubicBezTo>
                  <a:pt x="426918" y="117378"/>
                  <a:pt x="429059" y="117621"/>
                  <a:pt x="431227" y="117621"/>
                </a:cubicBezTo>
                <a:cubicBezTo>
                  <a:pt x="435127" y="117621"/>
                  <a:pt x="438594" y="116946"/>
                  <a:pt x="441629" y="115595"/>
                </a:cubicBezTo>
                <a:cubicBezTo>
                  <a:pt x="444663" y="114244"/>
                  <a:pt x="447209" y="112407"/>
                  <a:pt x="449268" y="110084"/>
                </a:cubicBezTo>
                <a:cubicBezTo>
                  <a:pt x="451326" y="107761"/>
                  <a:pt x="452897" y="105087"/>
                  <a:pt x="453980" y="102063"/>
                </a:cubicBezTo>
                <a:cubicBezTo>
                  <a:pt x="455065" y="99037"/>
                  <a:pt x="455607" y="95849"/>
                  <a:pt x="455607" y="92499"/>
                </a:cubicBezTo>
                <a:lnTo>
                  <a:pt x="455607" y="86827"/>
                </a:lnTo>
                <a:lnTo>
                  <a:pt x="452355" y="86827"/>
                </a:lnTo>
                <a:close/>
                <a:moveTo>
                  <a:pt x="527126" y="57938"/>
                </a:moveTo>
                <a:lnTo>
                  <a:pt x="505672" y="57938"/>
                </a:lnTo>
                <a:lnTo>
                  <a:pt x="505672" y="102358"/>
                </a:lnTo>
                <a:cubicBezTo>
                  <a:pt x="505672" y="105179"/>
                  <a:pt x="505942" y="107511"/>
                  <a:pt x="506483" y="109355"/>
                </a:cubicBezTo>
                <a:cubicBezTo>
                  <a:pt x="507025" y="111198"/>
                  <a:pt x="507811" y="112636"/>
                  <a:pt x="508839" y="113668"/>
                </a:cubicBezTo>
                <a:cubicBezTo>
                  <a:pt x="509869" y="114698"/>
                  <a:pt x="511089" y="115403"/>
                  <a:pt x="512497" y="115783"/>
                </a:cubicBezTo>
                <a:cubicBezTo>
                  <a:pt x="513906" y="116162"/>
                  <a:pt x="515423" y="116351"/>
                  <a:pt x="517048" y="116351"/>
                </a:cubicBezTo>
                <a:cubicBezTo>
                  <a:pt x="518566" y="116351"/>
                  <a:pt x="520164" y="116130"/>
                  <a:pt x="521843" y="115689"/>
                </a:cubicBezTo>
                <a:cubicBezTo>
                  <a:pt x="523523" y="115246"/>
                  <a:pt x="525122" y="114637"/>
                  <a:pt x="526639" y="113861"/>
                </a:cubicBezTo>
                <a:lnTo>
                  <a:pt x="527126" y="123442"/>
                </a:lnTo>
                <a:cubicBezTo>
                  <a:pt x="525176" y="124201"/>
                  <a:pt x="523145" y="124770"/>
                  <a:pt x="521032" y="125148"/>
                </a:cubicBezTo>
                <a:cubicBezTo>
                  <a:pt x="518919" y="125527"/>
                  <a:pt x="516615" y="125716"/>
                  <a:pt x="514122" y="125716"/>
                </a:cubicBezTo>
                <a:cubicBezTo>
                  <a:pt x="512063" y="125716"/>
                  <a:pt x="509896" y="125445"/>
                  <a:pt x="507621" y="124903"/>
                </a:cubicBezTo>
                <a:cubicBezTo>
                  <a:pt x="505346" y="124362"/>
                  <a:pt x="503233" y="123334"/>
                  <a:pt x="501282" y="121818"/>
                </a:cubicBezTo>
                <a:cubicBezTo>
                  <a:pt x="499332" y="120300"/>
                  <a:pt x="497734" y="118240"/>
                  <a:pt x="496488" y="115639"/>
                </a:cubicBezTo>
                <a:cubicBezTo>
                  <a:pt x="495241" y="113038"/>
                  <a:pt x="494618" y="109625"/>
                  <a:pt x="494618" y="105399"/>
                </a:cubicBezTo>
                <a:lnTo>
                  <a:pt x="494618" y="57938"/>
                </a:lnTo>
                <a:lnTo>
                  <a:pt x="478851" y="57938"/>
                </a:lnTo>
                <a:lnTo>
                  <a:pt x="478851" y="48731"/>
                </a:lnTo>
                <a:lnTo>
                  <a:pt x="494618" y="48731"/>
                </a:lnTo>
                <a:lnTo>
                  <a:pt x="494618" y="27275"/>
                </a:lnTo>
                <a:lnTo>
                  <a:pt x="505672" y="27275"/>
                </a:lnTo>
                <a:lnTo>
                  <a:pt x="505672" y="48731"/>
                </a:lnTo>
                <a:lnTo>
                  <a:pt x="527126" y="48731"/>
                </a:lnTo>
                <a:lnTo>
                  <a:pt x="527126" y="57938"/>
                </a:lnTo>
                <a:close/>
                <a:moveTo>
                  <a:pt x="602384" y="80954"/>
                </a:moveTo>
                <a:cubicBezTo>
                  <a:pt x="602059" y="73741"/>
                  <a:pt x="599755" y="67758"/>
                  <a:pt x="595475" y="63005"/>
                </a:cubicBezTo>
                <a:cubicBezTo>
                  <a:pt x="591195" y="58251"/>
                  <a:pt x="585101" y="55874"/>
                  <a:pt x="577191" y="55874"/>
                </a:cubicBezTo>
                <a:cubicBezTo>
                  <a:pt x="573507" y="55874"/>
                  <a:pt x="570093" y="56557"/>
                  <a:pt x="566950" y="57923"/>
                </a:cubicBezTo>
                <a:cubicBezTo>
                  <a:pt x="563808" y="59288"/>
                  <a:pt x="561045" y="61146"/>
                  <a:pt x="558661" y="63496"/>
                </a:cubicBezTo>
                <a:cubicBezTo>
                  <a:pt x="556277" y="65845"/>
                  <a:pt x="554380" y="68523"/>
                  <a:pt x="552971" y="71529"/>
                </a:cubicBezTo>
                <a:cubicBezTo>
                  <a:pt x="551563" y="74533"/>
                  <a:pt x="550750" y="77675"/>
                  <a:pt x="550533" y="80954"/>
                </a:cubicBezTo>
                <a:lnTo>
                  <a:pt x="602384" y="80954"/>
                </a:lnTo>
                <a:moveTo>
                  <a:pt x="613600" y="84471"/>
                </a:moveTo>
                <a:cubicBezTo>
                  <a:pt x="613600" y="85231"/>
                  <a:pt x="613600" y="86046"/>
                  <a:pt x="613600" y="86916"/>
                </a:cubicBezTo>
                <a:cubicBezTo>
                  <a:pt x="613600" y="87784"/>
                  <a:pt x="613545" y="88707"/>
                  <a:pt x="613436" y="89684"/>
                </a:cubicBezTo>
                <a:lnTo>
                  <a:pt x="550370" y="89684"/>
                </a:lnTo>
                <a:cubicBezTo>
                  <a:pt x="550479" y="93475"/>
                  <a:pt x="551237" y="97050"/>
                  <a:pt x="552644" y="100408"/>
                </a:cubicBezTo>
                <a:cubicBezTo>
                  <a:pt x="554053" y="103765"/>
                  <a:pt x="556003" y="106689"/>
                  <a:pt x="558495" y="109181"/>
                </a:cubicBezTo>
                <a:cubicBezTo>
                  <a:pt x="560988" y="111671"/>
                  <a:pt x="563914" y="113648"/>
                  <a:pt x="567272" y="115111"/>
                </a:cubicBezTo>
                <a:cubicBezTo>
                  <a:pt x="570632" y="116573"/>
                  <a:pt x="574263" y="117304"/>
                  <a:pt x="578165" y="117304"/>
                </a:cubicBezTo>
                <a:cubicBezTo>
                  <a:pt x="583908" y="117304"/>
                  <a:pt x="588865" y="115977"/>
                  <a:pt x="593037" y="113323"/>
                </a:cubicBezTo>
                <a:cubicBezTo>
                  <a:pt x="597208" y="110667"/>
                  <a:pt x="600378" y="107606"/>
                  <a:pt x="602546" y="104139"/>
                </a:cubicBezTo>
                <a:lnTo>
                  <a:pt x="610835" y="110639"/>
                </a:lnTo>
                <a:cubicBezTo>
                  <a:pt x="606284" y="116374"/>
                  <a:pt x="601272" y="120479"/>
                  <a:pt x="595800" y="122956"/>
                </a:cubicBezTo>
                <a:cubicBezTo>
                  <a:pt x="590328" y="125431"/>
                  <a:pt x="584450" y="126669"/>
                  <a:pt x="578165" y="126669"/>
                </a:cubicBezTo>
                <a:cubicBezTo>
                  <a:pt x="572530" y="126669"/>
                  <a:pt x="567301" y="125666"/>
                  <a:pt x="562478" y="123660"/>
                </a:cubicBezTo>
                <a:cubicBezTo>
                  <a:pt x="557657" y="121655"/>
                  <a:pt x="553512" y="118864"/>
                  <a:pt x="550045" y="115287"/>
                </a:cubicBezTo>
                <a:cubicBezTo>
                  <a:pt x="546577" y="111709"/>
                  <a:pt x="543841" y="107481"/>
                  <a:pt x="541835" y="102603"/>
                </a:cubicBezTo>
                <a:cubicBezTo>
                  <a:pt x="539831" y="97726"/>
                  <a:pt x="538829" y="92414"/>
                  <a:pt x="538829" y="86668"/>
                </a:cubicBezTo>
                <a:cubicBezTo>
                  <a:pt x="538829" y="80922"/>
                  <a:pt x="539804" y="75611"/>
                  <a:pt x="541753" y="70733"/>
                </a:cubicBezTo>
                <a:cubicBezTo>
                  <a:pt x="543705" y="65855"/>
                  <a:pt x="546414" y="61628"/>
                  <a:pt x="549881" y="58052"/>
                </a:cubicBezTo>
                <a:cubicBezTo>
                  <a:pt x="553350" y="54473"/>
                  <a:pt x="557414" y="51682"/>
                  <a:pt x="562074" y="49676"/>
                </a:cubicBezTo>
                <a:cubicBezTo>
                  <a:pt x="566733" y="47670"/>
                  <a:pt x="571772" y="46667"/>
                  <a:pt x="577191" y="46667"/>
                </a:cubicBezTo>
                <a:cubicBezTo>
                  <a:pt x="583150" y="46667"/>
                  <a:pt x="588404" y="47673"/>
                  <a:pt x="592955" y="49683"/>
                </a:cubicBezTo>
                <a:cubicBezTo>
                  <a:pt x="597507" y="51692"/>
                  <a:pt x="601300" y="54408"/>
                  <a:pt x="604334" y="57831"/>
                </a:cubicBezTo>
                <a:cubicBezTo>
                  <a:pt x="607368" y="61252"/>
                  <a:pt x="609670" y="65243"/>
                  <a:pt x="611241" y="69805"/>
                </a:cubicBezTo>
                <a:cubicBezTo>
                  <a:pt x="612814" y="74367"/>
                  <a:pt x="613600" y="79256"/>
                  <a:pt x="613600" y="84471"/>
                </a:cubicBezTo>
                <a:close/>
                <a:moveTo>
                  <a:pt x="704137" y="113008"/>
                </a:moveTo>
                <a:lnTo>
                  <a:pt x="704462" y="113008"/>
                </a:lnTo>
                <a:lnTo>
                  <a:pt x="728028" y="48803"/>
                </a:lnTo>
                <a:lnTo>
                  <a:pt x="740057" y="48803"/>
                </a:lnTo>
                <a:lnTo>
                  <a:pt x="702185" y="144541"/>
                </a:lnTo>
                <a:cubicBezTo>
                  <a:pt x="699910" y="150393"/>
                  <a:pt x="697011" y="155067"/>
                  <a:pt x="693489" y="158564"/>
                </a:cubicBezTo>
                <a:cubicBezTo>
                  <a:pt x="689967" y="162063"/>
                  <a:pt x="684901" y="163812"/>
                  <a:pt x="678291" y="163812"/>
                </a:cubicBezTo>
                <a:cubicBezTo>
                  <a:pt x="674932" y="163812"/>
                  <a:pt x="671628" y="163495"/>
                  <a:pt x="668377" y="162860"/>
                </a:cubicBezTo>
                <a:lnTo>
                  <a:pt x="669513" y="152830"/>
                </a:lnTo>
                <a:cubicBezTo>
                  <a:pt x="672114" y="153696"/>
                  <a:pt x="674823" y="154130"/>
                  <a:pt x="677641" y="154130"/>
                </a:cubicBezTo>
                <a:cubicBezTo>
                  <a:pt x="681434" y="154130"/>
                  <a:pt x="684413" y="152965"/>
                  <a:pt x="686579" y="150635"/>
                </a:cubicBezTo>
                <a:cubicBezTo>
                  <a:pt x="688747" y="148305"/>
                  <a:pt x="690644" y="144974"/>
                  <a:pt x="692269" y="140640"/>
                </a:cubicBezTo>
                <a:lnTo>
                  <a:pt x="698447" y="124709"/>
                </a:lnTo>
                <a:lnTo>
                  <a:pt x="665939" y="48803"/>
                </a:lnTo>
                <a:lnTo>
                  <a:pt x="678291" y="48803"/>
                </a:lnTo>
                <a:lnTo>
                  <a:pt x="704137" y="113008"/>
                </a:lnTo>
                <a:close/>
                <a:moveTo>
                  <a:pt x="832868" y="86668"/>
                </a:moveTo>
                <a:cubicBezTo>
                  <a:pt x="832868" y="92414"/>
                  <a:pt x="831865" y="97726"/>
                  <a:pt x="829859" y="102603"/>
                </a:cubicBezTo>
                <a:cubicBezTo>
                  <a:pt x="827855" y="107481"/>
                  <a:pt x="825065" y="111709"/>
                  <a:pt x="821489" y="115287"/>
                </a:cubicBezTo>
                <a:cubicBezTo>
                  <a:pt x="817914" y="118864"/>
                  <a:pt x="813634" y="121655"/>
                  <a:pt x="808649" y="123660"/>
                </a:cubicBezTo>
                <a:cubicBezTo>
                  <a:pt x="803665" y="125666"/>
                  <a:pt x="798193" y="126669"/>
                  <a:pt x="792232" y="126669"/>
                </a:cubicBezTo>
                <a:cubicBezTo>
                  <a:pt x="786380" y="126669"/>
                  <a:pt x="780962" y="125666"/>
                  <a:pt x="775977" y="123660"/>
                </a:cubicBezTo>
                <a:cubicBezTo>
                  <a:pt x="770993" y="121655"/>
                  <a:pt x="766713" y="118864"/>
                  <a:pt x="763137" y="115287"/>
                </a:cubicBezTo>
                <a:cubicBezTo>
                  <a:pt x="759562" y="111709"/>
                  <a:pt x="756772" y="107481"/>
                  <a:pt x="754766" y="102603"/>
                </a:cubicBezTo>
                <a:cubicBezTo>
                  <a:pt x="752762" y="97726"/>
                  <a:pt x="751760" y="92414"/>
                  <a:pt x="751760" y="86668"/>
                </a:cubicBezTo>
                <a:cubicBezTo>
                  <a:pt x="751760" y="80922"/>
                  <a:pt x="752762" y="75611"/>
                  <a:pt x="754766" y="70733"/>
                </a:cubicBezTo>
                <a:cubicBezTo>
                  <a:pt x="756772" y="65855"/>
                  <a:pt x="759562" y="61628"/>
                  <a:pt x="763137" y="58052"/>
                </a:cubicBezTo>
                <a:cubicBezTo>
                  <a:pt x="766713" y="54473"/>
                  <a:pt x="770993" y="51682"/>
                  <a:pt x="775977" y="49676"/>
                </a:cubicBezTo>
                <a:cubicBezTo>
                  <a:pt x="780962" y="47670"/>
                  <a:pt x="786380" y="46667"/>
                  <a:pt x="792232" y="46667"/>
                </a:cubicBezTo>
                <a:cubicBezTo>
                  <a:pt x="798193" y="46667"/>
                  <a:pt x="803665" y="47670"/>
                  <a:pt x="808649" y="49676"/>
                </a:cubicBezTo>
                <a:cubicBezTo>
                  <a:pt x="813634" y="51682"/>
                  <a:pt x="817914" y="54473"/>
                  <a:pt x="821489" y="58052"/>
                </a:cubicBezTo>
                <a:cubicBezTo>
                  <a:pt x="825065" y="61628"/>
                  <a:pt x="827855" y="65855"/>
                  <a:pt x="829859" y="70733"/>
                </a:cubicBezTo>
                <a:cubicBezTo>
                  <a:pt x="831865" y="75611"/>
                  <a:pt x="832868" y="80922"/>
                  <a:pt x="832868" y="86668"/>
                </a:cubicBezTo>
                <a:moveTo>
                  <a:pt x="821166" y="86671"/>
                </a:moveTo>
                <a:cubicBezTo>
                  <a:pt x="821166" y="82434"/>
                  <a:pt x="820489" y="78443"/>
                  <a:pt x="819135" y="74696"/>
                </a:cubicBezTo>
                <a:cubicBezTo>
                  <a:pt x="817781" y="70948"/>
                  <a:pt x="815857" y="67689"/>
                  <a:pt x="813363" y="64919"/>
                </a:cubicBezTo>
                <a:cubicBezTo>
                  <a:pt x="810872" y="62148"/>
                  <a:pt x="807838" y="59948"/>
                  <a:pt x="804261" y="58319"/>
                </a:cubicBezTo>
                <a:cubicBezTo>
                  <a:pt x="800686" y="56689"/>
                  <a:pt x="796677" y="55874"/>
                  <a:pt x="792235" y="55874"/>
                </a:cubicBezTo>
                <a:cubicBezTo>
                  <a:pt x="787792" y="55874"/>
                  <a:pt x="783809" y="56689"/>
                  <a:pt x="780287" y="58319"/>
                </a:cubicBezTo>
                <a:cubicBezTo>
                  <a:pt x="776766" y="59948"/>
                  <a:pt x="773758" y="62148"/>
                  <a:pt x="771264" y="64919"/>
                </a:cubicBezTo>
                <a:cubicBezTo>
                  <a:pt x="768773" y="67689"/>
                  <a:pt x="766850" y="70948"/>
                  <a:pt x="765496" y="74696"/>
                </a:cubicBezTo>
                <a:cubicBezTo>
                  <a:pt x="764141" y="78443"/>
                  <a:pt x="763464" y="82434"/>
                  <a:pt x="763464" y="86671"/>
                </a:cubicBezTo>
                <a:cubicBezTo>
                  <a:pt x="763464" y="90907"/>
                  <a:pt x="764141" y="94899"/>
                  <a:pt x="765496" y="98648"/>
                </a:cubicBezTo>
                <a:cubicBezTo>
                  <a:pt x="766850" y="102394"/>
                  <a:pt x="768773" y="105653"/>
                  <a:pt x="771264" y="108424"/>
                </a:cubicBezTo>
                <a:cubicBezTo>
                  <a:pt x="773758" y="111194"/>
                  <a:pt x="776766" y="113367"/>
                  <a:pt x="780287" y="114942"/>
                </a:cubicBezTo>
                <a:cubicBezTo>
                  <a:pt x="783809" y="116517"/>
                  <a:pt x="787792" y="117304"/>
                  <a:pt x="792235" y="117304"/>
                </a:cubicBezTo>
                <a:cubicBezTo>
                  <a:pt x="796677" y="117304"/>
                  <a:pt x="800686" y="116517"/>
                  <a:pt x="804261" y="114942"/>
                </a:cubicBezTo>
                <a:cubicBezTo>
                  <a:pt x="807838" y="113367"/>
                  <a:pt x="810872" y="111194"/>
                  <a:pt x="813363" y="108424"/>
                </a:cubicBezTo>
                <a:cubicBezTo>
                  <a:pt x="815857" y="105653"/>
                  <a:pt x="817781" y="102394"/>
                  <a:pt x="819135" y="98648"/>
                </a:cubicBezTo>
                <a:cubicBezTo>
                  <a:pt x="820489" y="94899"/>
                  <a:pt x="821166" y="90907"/>
                  <a:pt x="821166" y="86671"/>
                </a:cubicBezTo>
                <a:close/>
                <a:moveTo>
                  <a:pt x="911864" y="124764"/>
                </a:moveTo>
                <a:cubicBezTo>
                  <a:pt x="911647" y="122705"/>
                  <a:pt x="911484" y="120430"/>
                  <a:pt x="911375" y="117939"/>
                </a:cubicBezTo>
                <a:cubicBezTo>
                  <a:pt x="911268" y="115445"/>
                  <a:pt x="911214" y="113386"/>
                  <a:pt x="911214" y="111760"/>
                </a:cubicBezTo>
                <a:lnTo>
                  <a:pt x="910889" y="111760"/>
                </a:lnTo>
                <a:cubicBezTo>
                  <a:pt x="908721" y="116203"/>
                  <a:pt x="905199" y="119799"/>
                  <a:pt x="900323" y="122547"/>
                </a:cubicBezTo>
                <a:cubicBezTo>
                  <a:pt x="895447" y="125295"/>
                  <a:pt x="890300" y="126669"/>
                  <a:pt x="884882" y="126669"/>
                </a:cubicBezTo>
                <a:cubicBezTo>
                  <a:pt x="875239" y="126669"/>
                  <a:pt x="868006" y="123808"/>
                  <a:pt x="863182" y="118085"/>
                </a:cubicBezTo>
                <a:cubicBezTo>
                  <a:pt x="858361" y="112361"/>
                  <a:pt x="855950" y="104784"/>
                  <a:pt x="855950" y="95356"/>
                </a:cubicBezTo>
                <a:lnTo>
                  <a:pt x="855950" y="48706"/>
                </a:lnTo>
                <a:lnTo>
                  <a:pt x="867004" y="48706"/>
                </a:lnTo>
                <a:lnTo>
                  <a:pt x="867004" y="90805"/>
                </a:lnTo>
                <a:cubicBezTo>
                  <a:pt x="867004" y="94815"/>
                  <a:pt x="867329" y="98445"/>
                  <a:pt x="867979" y="101696"/>
                </a:cubicBezTo>
                <a:cubicBezTo>
                  <a:pt x="868629" y="104946"/>
                  <a:pt x="869739" y="107737"/>
                  <a:pt x="871310" y="110066"/>
                </a:cubicBezTo>
                <a:cubicBezTo>
                  <a:pt x="872882" y="112396"/>
                  <a:pt x="874996" y="114212"/>
                  <a:pt x="877649" y="115513"/>
                </a:cubicBezTo>
                <a:cubicBezTo>
                  <a:pt x="880305" y="116813"/>
                  <a:pt x="883637" y="117462"/>
                  <a:pt x="887647" y="117462"/>
                </a:cubicBezTo>
                <a:cubicBezTo>
                  <a:pt x="890572" y="117462"/>
                  <a:pt x="893416" y="116866"/>
                  <a:pt x="896179" y="115674"/>
                </a:cubicBezTo>
                <a:cubicBezTo>
                  <a:pt x="898944" y="114482"/>
                  <a:pt x="901409" y="112667"/>
                  <a:pt x="903575" y="110230"/>
                </a:cubicBezTo>
                <a:cubicBezTo>
                  <a:pt x="905743" y="107791"/>
                  <a:pt x="907476" y="104703"/>
                  <a:pt x="908776" y="100964"/>
                </a:cubicBezTo>
                <a:cubicBezTo>
                  <a:pt x="910077" y="97226"/>
                  <a:pt x="910728" y="92810"/>
                  <a:pt x="910728" y="87717"/>
                </a:cubicBezTo>
                <a:lnTo>
                  <a:pt x="910728" y="48706"/>
                </a:lnTo>
                <a:lnTo>
                  <a:pt x="921780" y="48706"/>
                </a:lnTo>
                <a:lnTo>
                  <a:pt x="921780" y="108035"/>
                </a:lnTo>
                <a:cubicBezTo>
                  <a:pt x="921780" y="110094"/>
                  <a:pt x="921833" y="112747"/>
                  <a:pt x="921941" y="115997"/>
                </a:cubicBezTo>
                <a:cubicBezTo>
                  <a:pt x="922050" y="119246"/>
                  <a:pt x="922213" y="122168"/>
                  <a:pt x="922429" y="124764"/>
                </a:cubicBezTo>
                <a:lnTo>
                  <a:pt x="911864" y="124764"/>
                </a:lnTo>
                <a:close/>
                <a:moveTo>
                  <a:pt x="951037" y="65378"/>
                </a:moveTo>
                <a:cubicBezTo>
                  <a:pt x="951037" y="63316"/>
                  <a:pt x="950982" y="60660"/>
                  <a:pt x="950873" y="57409"/>
                </a:cubicBezTo>
                <a:cubicBezTo>
                  <a:pt x="950765" y="54159"/>
                  <a:pt x="950603" y="51233"/>
                  <a:pt x="950387" y="48632"/>
                </a:cubicBezTo>
                <a:lnTo>
                  <a:pt x="960952" y="48632"/>
                </a:lnTo>
                <a:cubicBezTo>
                  <a:pt x="961169" y="50690"/>
                  <a:pt x="961331" y="52966"/>
                  <a:pt x="961439" y="55460"/>
                </a:cubicBezTo>
                <a:cubicBezTo>
                  <a:pt x="961548" y="57952"/>
                  <a:pt x="961602" y="60010"/>
                  <a:pt x="961602" y="61635"/>
                </a:cubicBezTo>
                <a:lnTo>
                  <a:pt x="961927" y="61635"/>
                </a:lnTo>
                <a:cubicBezTo>
                  <a:pt x="964095" y="57188"/>
                  <a:pt x="967346" y="53581"/>
                  <a:pt x="971679" y="50817"/>
                </a:cubicBezTo>
                <a:cubicBezTo>
                  <a:pt x="976015" y="48051"/>
                  <a:pt x="980892" y="46667"/>
                  <a:pt x="986310" y="46667"/>
                </a:cubicBezTo>
                <a:cubicBezTo>
                  <a:pt x="987719" y="46667"/>
                  <a:pt x="988992" y="46731"/>
                  <a:pt x="990130" y="46858"/>
                </a:cubicBezTo>
                <a:cubicBezTo>
                  <a:pt x="991267" y="46986"/>
                  <a:pt x="992432" y="47240"/>
                  <a:pt x="993624" y="47620"/>
                </a:cubicBezTo>
                <a:lnTo>
                  <a:pt x="992161" y="57962"/>
                </a:lnTo>
                <a:cubicBezTo>
                  <a:pt x="991511" y="57746"/>
                  <a:pt x="990427" y="57529"/>
                  <a:pt x="988909" y="57312"/>
                </a:cubicBezTo>
                <a:cubicBezTo>
                  <a:pt x="987393" y="57094"/>
                  <a:pt x="985876" y="56985"/>
                  <a:pt x="984358" y="56985"/>
                </a:cubicBezTo>
                <a:cubicBezTo>
                  <a:pt x="981433" y="56985"/>
                  <a:pt x="978616" y="57527"/>
                  <a:pt x="975906" y="58612"/>
                </a:cubicBezTo>
                <a:cubicBezTo>
                  <a:pt x="973197" y="59695"/>
                  <a:pt x="970840" y="61402"/>
                  <a:pt x="968835" y="63731"/>
                </a:cubicBezTo>
                <a:cubicBezTo>
                  <a:pt x="966831" y="66061"/>
                  <a:pt x="965205" y="69041"/>
                  <a:pt x="963958" y="72672"/>
                </a:cubicBezTo>
                <a:cubicBezTo>
                  <a:pt x="962713" y="76302"/>
                  <a:pt x="962091" y="80663"/>
                  <a:pt x="962091" y="85755"/>
                </a:cubicBezTo>
                <a:lnTo>
                  <a:pt x="962091" y="124764"/>
                </a:lnTo>
                <a:lnTo>
                  <a:pt x="951037" y="124764"/>
                </a:lnTo>
                <a:lnTo>
                  <a:pt x="951037" y="65378"/>
                </a:lnTo>
                <a:close/>
                <a:moveTo>
                  <a:pt x="1061402" y="124764"/>
                </a:moveTo>
                <a:lnTo>
                  <a:pt x="1050351" y="124764"/>
                </a:lnTo>
                <a:lnTo>
                  <a:pt x="1050351" y="48694"/>
                </a:lnTo>
                <a:lnTo>
                  <a:pt x="1061402" y="48694"/>
                </a:lnTo>
                <a:lnTo>
                  <a:pt x="1061402" y="124764"/>
                </a:lnTo>
                <a:moveTo>
                  <a:pt x="1063679" y="19365"/>
                </a:moveTo>
                <a:cubicBezTo>
                  <a:pt x="1063679" y="21634"/>
                  <a:pt x="1062867" y="23497"/>
                  <a:pt x="1061241" y="24956"/>
                </a:cubicBezTo>
                <a:cubicBezTo>
                  <a:pt x="1059616" y="26414"/>
                  <a:pt x="1057828" y="27143"/>
                  <a:pt x="1055877" y="27143"/>
                </a:cubicBezTo>
                <a:cubicBezTo>
                  <a:pt x="1053925" y="27143"/>
                  <a:pt x="1052137" y="26414"/>
                  <a:pt x="1050512" y="24956"/>
                </a:cubicBezTo>
                <a:cubicBezTo>
                  <a:pt x="1048887" y="23497"/>
                  <a:pt x="1048074" y="21634"/>
                  <a:pt x="1048074" y="19365"/>
                </a:cubicBezTo>
                <a:cubicBezTo>
                  <a:pt x="1048074" y="17097"/>
                  <a:pt x="1048887" y="15233"/>
                  <a:pt x="1050512" y="13775"/>
                </a:cubicBezTo>
                <a:cubicBezTo>
                  <a:pt x="1052137" y="12317"/>
                  <a:pt x="1053925" y="11587"/>
                  <a:pt x="1055877" y="11587"/>
                </a:cubicBezTo>
                <a:cubicBezTo>
                  <a:pt x="1057828" y="11587"/>
                  <a:pt x="1059616" y="12317"/>
                  <a:pt x="1061241" y="13775"/>
                </a:cubicBezTo>
                <a:cubicBezTo>
                  <a:pt x="1062867" y="15233"/>
                  <a:pt x="1063679" y="17097"/>
                  <a:pt x="1063679" y="19365"/>
                </a:cubicBezTo>
                <a:close/>
                <a:moveTo>
                  <a:pt x="1091473" y="9683"/>
                </a:moveTo>
                <a:lnTo>
                  <a:pt x="1123984" y="9683"/>
                </a:lnTo>
                <a:cubicBezTo>
                  <a:pt x="1129835" y="9683"/>
                  <a:pt x="1135145" y="10306"/>
                  <a:pt x="1139912" y="11553"/>
                </a:cubicBezTo>
                <a:cubicBezTo>
                  <a:pt x="1144680" y="12798"/>
                  <a:pt x="1148771" y="14694"/>
                  <a:pt x="1152184" y="17240"/>
                </a:cubicBezTo>
                <a:cubicBezTo>
                  <a:pt x="1155598" y="19785"/>
                  <a:pt x="1158226" y="22980"/>
                  <a:pt x="1160068" y="26826"/>
                </a:cubicBezTo>
                <a:cubicBezTo>
                  <a:pt x="1161910" y="30672"/>
                  <a:pt x="1162831" y="35195"/>
                  <a:pt x="1162831" y="40395"/>
                </a:cubicBezTo>
                <a:cubicBezTo>
                  <a:pt x="1162831" y="45595"/>
                  <a:pt x="1161883" y="50118"/>
                  <a:pt x="1159986" y="53964"/>
                </a:cubicBezTo>
                <a:cubicBezTo>
                  <a:pt x="1158090" y="57810"/>
                  <a:pt x="1155434" y="61006"/>
                  <a:pt x="1152020" y="63553"/>
                </a:cubicBezTo>
                <a:cubicBezTo>
                  <a:pt x="1148607" y="66099"/>
                  <a:pt x="1144490" y="68022"/>
                  <a:pt x="1139669" y="69322"/>
                </a:cubicBezTo>
                <a:cubicBezTo>
                  <a:pt x="1134847" y="70621"/>
                  <a:pt x="1129510" y="71271"/>
                  <a:pt x="1123659" y="71271"/>
                </a:cubicBezTo>
                <a:lnTo>
                  <a:pt x="1103177" y="71271"/>
                </a:lnTo>
                <a:lnTo>
                  <a:pt x="1103177" y="124764"/>
                </a:lnTo>
                <a:lnTo>
                  <a:pt x="1091473" y="124764"/>
                </a:lnTo>
                <a:lnTo>
                  <a:pt x="1091473" y="9683"/>
                </a:lnTo>
                <a:moveTo>
                  <a:pt x="1103177" y="61430"/>
                </a:moveTo>
                <a:lnTo>
                  <a:pt x="1123007" y="61430"/>
                </a:lnTo>
                <a:cubicBezTo>
                  <a:pt x="1132218" y="61430"/>
                  <a:pt x="1139207" y="59636"/>
                  <a:pt x="1143974" y="56048"/>
                </a:cubicBezTo>
                <a:cubicBezTo>
                  <a:pt x="1148743" y="52460"/>
                  <a:pt x="1151127" y="47241"/>
                  <a:pt x="1151127" y="40393"/>
                </a:cubicBezTo>
                <a:cubicBezTo>
                  <a:pt x="1151127" y="33218"/>
                  <a:pt x="1148662" y="27973"/>
                  <a:pt x="1143731" y="24658"/>
                </a:cubicBezTo>
                <a:cubicBezTo>
                  <a:pt x="1138801" y="21341"/>
                  <a:pt x="1131892" y="19683"/>
                  <a:pt x="1123007" y="19683"/>
                </a:cubicBezTo>
                <a:lnTo>
                  <a:pt x="1103177" y="19683"/>
                </a:lnTo>
                <a:lnTo>
                  <a:pt x="1103177" y="61430"/>
                </a:lnTo>
                <a:close/>
                <a:moveTo>
                  <a:pt x="1196802" y="61147"/>
                </a:moveTo>
                <a:cubicBezTo>
                  <a:pt x="1198861" y="56701"/>
                  <a:pt x="1202274" y="53176"/>
                  <a:pt x="1207040" y="50574"/>
                </a:cubicBezTo>
                <a:cubicBezTo>
                  <a:pt x="1211809" y="47970"/>
                  <a:pt x="1216903" y="46667"/>
                  <a:pt x="1222321" y="46667"/>
                </a:cubicBezTo>
                <a:cubicBezTo>
                  <a:pt x="1231964" y="46667"/>
                  <a:pt x="1239196" y="49542"/>
                  <a:pt x="1244018" y="55291"/>
                </a:cubicBezTo>
                <a:cubicBezTo>
                  <a:pt x="1248841" y="61040"/>
                  <a:pt x="1251253" y="68633"/>
                  <a:pt x="1251253" y="78069"/>
                </a:cubicBezTo>
                <a:lnTo>
                  <a:pt x="1251253" y="124764"/>
                </a:lnTo>
                <a:lnTo>
                  <a:pt x="1240201" y="124764"/>
                </a:lnTo>
                <a:lnTo>
                  <a:pt x="1240201" y="82583"/>
                </a:lnTo>
                <a:cubicBezTo>
                  <a:pt x="1240201" y="78565"/>
                  <a:pt x="1239876" y="74929"/>
                  <a:pt x="1239226" y="71673"/>
                </a:cubicBezTo>
                <a:cubicBezTo>
                  <a:pt x="1238576" y="68416"/>
                  <a:pt x="1237465" y="65620"/>
                  <a:pt x="1235893" y="63285"/>
                </a:cubicBezTo>
                <a:cubicBezTo>
                  <a:pt x="1234322" y="60950"/>
                  <a:pt x="1232209" y="59131"/>
                  <a:pt x="1229553" y="57828"/>
                </a:cubicBezTo>
                <a:cubicBezTo>
                  <a:pt x="1226899" y="56525"/>
                  <a:pt x="1223568" y="55874"/>
                  <a:pt x="1219558" y="55874"/>
                </a:cubicBezTo>
                <a:cubicBezTo>
                  <a:pt x="1216633" y="55874"/>
                  <a:pt x="1213788" y="56472"/>
                  <a:pt x="1211024" y="57667"/>
                </a:cubicBezTo>
                <a:cubicBezTo>
                  <a:pt x="1208261" y="58861"/>
                  <a:pt x="1205795" y="60680"/>
                  <a:pt x="1203628" y="63124"/>
                </a:cubicBezTo>
                <a:cubicBezTo>
                  <a:pt x="1201462" y="65566"/>
                  <a:pt x="1199728" y="68659"/>
                  <a:pt x="1198427" y="72405"/>
                </a:cubicBezTo>
                <a:cubicBezTo>
                  <a:pt x="1197127" y="76150"/>
                  <a:pt x="1196477" y="80574"/>
                  <a:pt x="1196477" y="85679"/>
                </a:cubicBezTo>
                <a:lnTo>
                  <a:pt x="1196477" y="124764"/>
                </a:lnTo>
                <a:lnTo>
                  <a:pt x="1185423" y="124764"/>
                </a:lnTo>
                <a:lnTo>
                  <a:pt x="1185423" y="1806"/>
                </a:lnTo>
                <a:lnTo>
                  <a:pt x="1196477" y="1806"/>
                </a:lnTo>
                <a:lnTo>
                  <a:pt x="1196477" y="61147"/>
                </a:lnTo>
                <a:lnTo>
                  <a:pt x="1196802" y="61147"/>
                </a:lnTo>
                <a:close/>
                <a:moveTo>
                  <a:pt x="1355442" y="86668"/>
                </a:moveTo>
                <a:cubicBezTo>
                  <a:pt x="1355442" y="92414"/>
                  <a:pt x="1354439" y="97726"/>
                  <a:pt x="1352433" y="102603"/>
                </a:cubicBezTo>
                <a:cubicBezTo>
                  <a:pt x="1350429" y="107481"/>
                  <a:pt x="1347639" y="111709"/>
                  <a:pt x="1344063" y="115287"/>
                </a:cubicBezTo>
                <a:cubicBezTo>
                  <a:pt x="1340488" y="118864"/>
                  <a:pt x="1336208" y="121655"/>
                  <a:pt x="1331223" y="123660"/>
                </a:cubicBezTo>
                <a:cubicBezTo>
                  <a:pt x="1326239" y="125666"/>
                  <a:pt x="1320767" y="126669"/>
                  <a:pt x="1314806" y="126669"/>
                </a:cubicBezTo>
                <a:cubicBezTo>
                  <a:pt x="1308955" y="126669"/>
                  <a:pt x="1303536" y="125666"/>
                  <a:pt x="1298551" y="123660"/>
                </a:cubicBezTo>
                <a:cubicBezTo>
                  <a:pt x="1293568" y="121655"/>
                  <a:pt x="1289287" y="118864"/>
                  <a:pt x="1285711" y="115287"/>
                </a:cubicBezTo>
                <a:cubicBezTo>
                  <a:pt x="1282136" y="111709"/>
                  <a:pt x="1279346" y="107481"/>
                  <a:pt x="1277340" y="102603"/>
                </a:cubicBezTo>
                <a:cubicBezTo>
                  <a:pt x="1275336" y="97726"/>
                  <a:pt x="1274334" y="92414"/>
                  <a:pt x="1274334" y="86668"/>
                </a:cubicBezTo>
                <a:cubicBezTo>
                  <a:pt x="1274334" y="80922"/>
                  <a:pt x="1275336" y="75611"/>
                  <a:pt x="1277340" y="70733"/>
                </a:cubicBezTo>
                <a:cubicBezTo>
                  <a:pt x="1279346" y="65855"/>
                  <a:pt x="1282136" y="61628"/>
                  <a:pt x="1285711" y="58052"/>
                </a:cubicBezTo>
                <a:cubicBezTo>
                  <a:pt x="1289287" y="54473"/>
                  <a:pt x="1293568" y="51682"/>
                  <a:pt x="1298551" y="49676"/>
                </a:cubicBezTo>
                <a:cubicBezTo>
                  <a:pt x="1303536" y="47670"/>
                  <a:pt x="1308955" y="46667"/>
                  <a:pt x="1314806" y="46667"/>
                </a:cubicBezTo>
                <a:cubicBezTo>
                  <a:pt x="1320767" y="46667"/>
                  <a:pt x="1326239" y="47670"/>
                  <a:pt x="1331223" y="49676"/>
                </a:cubicBezTo>
                <a:cubicBezTo>
                  <a:pt x="1336208" y="51682"/>
                  <a:pt x="1340488" y="54473"/>
                  <a:pt x="1344063" y="58052"/>
                </a:cubicBezTo>
                <a:cubicBezTo>
                  <a:pt x="1347639" y="61628"/>
                  <a:pt x="1350429" y="65855"/>
                  <a:pt x="1352433" y="70733"/>
                </a:cubicBezTo>
                <a:cubicBezTo>
                  <a:pt x="1354439" y="75611"/>
                  <a:pt x="1355442" y="80922"/>
                  <a:pt x="1355442" y="86668"/>
                </a:cubicBezTo>
                <a:moveTo>
                  <a:pt x="1343740" y="86671"/>
                </a:moveTo>
                <a:cubicBezTo>
                  <a:pt x="1343740" y="82434"/>
                  <a:pt x="1343063" y="78443"/>
                  <a:pt x="1341709" y="74696"/>
                </a:cubicBezTo>
                <a:cubicBezTo>
                  <a:pt x="1340355" y="70948"/>
                  <a:pt x="1338431" y="67689"/>
                  <a:pt x="1335938" y="64919"/>
                </a:cubicBezTo>
                <a:cubicBezTo>
                  <a:pt x="1333446" y="62148"/>
                  <a:pt x="1330412" y="59948"/>
                  <a:pt x="1326835" y="58319"/>
                </a:cubicBezTo>
                <a:cubicBezTo>
                  <a:pt x="1323260" y="56689"/>
                  <a:pt x="1319252" y="55874"/>
                  <a:pt x="1314809" y="55874"/>
                </a:cubicBezTo>
                <a:cubicBezTo>
                  <a:pt x="1310366" y="55874"/>
                  <a:pt x="1306384" y="56689"/>
                  <a:pt x="1302862" y="58319"/>
                </a:cubicBezTo>
                <a:cubicBezTo>
                  <a:pt x="1299340" y="59948"/>
                  <a:pt x="1296332" y="62148"/>
                  <a:pt x="1293839" y="64919"/>
                </a:cubicBezTo>
                <a:cubicBezTo>
                  <a:pt x="1291347" y="67689"/>
                  <a:pt x="1289424" y="70948"/>
                  <a:pt x="1288070" y="74696"/>
                </a:cubicBezTo>
                <a:cubicBezTo>
                  <a:pt x="1286716" y="78443"/>
                  <a:pt x="1286038" y="82434"/>
                  <a:pt x="1286038" y="86671"/>
                </a:cubicBezTo>
                <a:cubicBezTo>
                  <a:pt x="1286038" y="90907"/>
                  <a:pt x="1286716" y="94899"/>
                  <a:pt x="1288070" y="98648"/>
                </a:cubicBezTo>
                <a:cubicBezTo>
                  <a:pt x="1289424" y="102394"/>
                  <a:pt x="1291347" y="105653"/>
                  <a:pt x="1293839" y="108424"/>
                </a:cubicBezTo>
                <a:cubicBezTo>
                  <a:pt x="1296332" y="111194"/>
                  <a:pt x="1299340" y="113367"/>
                  <a:pt x="1302862" y="114942"/>
                </a:cubicBezTo>
                <a:cubicBezTo>
                  <a:pt x="1306384" y="116517"/>
                  <a:pt x="1310366" y="117304"/>
                  <a:pt x="1314809" y="117304"/>
                </a:cubicBezTo>
                <a:cubicBezTo>
                  <a:pt x="1319252" y="117304"/>
                  <a:pt x="1323260" y="116517"/>
                  <a:pt x="1326835" y="114942"/>
                </a:cubicBezTo>
                <a:cubicBezTo>
                  <a:pt x="1330412" y="113367"/>
                  <a:pt x="1333446" y="111194"/>
                  <a:pt x="1335938" y="108424"/>
                </a:cubicBezTo>
                <a:cubicBezTo>
                  <a:pt x="1338431" y="105653"/>
                  <a:pt x="1340355" y="102394"/>
                  <a:pt x="1341709" y="98648"/>
                </a:cubicBezTo>
                <a:cubicBezTo>
                  <a:pt x="1343063" y="94899"/>
                  <a:pt x="1343740" y="90907"/>
                  <a:pt x="1343740" y="86671"/>
                </a:cubicBezTo>
                <a:close/>
                <a:moveTo>
                  <a:pt x="1389090" y="48632"/>
                </a:moveTo>
                <a:cubicBezTo>
                  <a:pt x="1389306" y="50690"/>
                  <a:pt x="1389468" y="52966"/>
                  <a:pt x="1389576" y="55460"/>
                </a:cubicBezTo>
                <a:cubicBezTo>
                  <a:pt x="1389685" y="57952"/>
                  <a:pt x="1389739" y="60010"/>
                  <a:pt x="1389739" y="61635"/>
                </a:cubicBezTo>
                <a:lnTo>
                  <a:pt x="1390064" y="61635"/>
                </a:lnTo>
                <a:cubicBezTo>
                  <a:pt x="1392232" y="57188"/>
                  <a:pt x="1395754" y="53581"/>
                  <a:pt x="1400630" y="50817"/>
                </a:cubicBezTo>
                <a:cubicBezTo>
                  <a:pt x="1405506" y="48051"/>
                  <a:pt x="1410653" y="46667"/>
                  <a:pt x="1416072" y="46667"/>
                </a:cubicBezTo>
                <a:cubicBezTo>
                  <a:pt x="1425715" y="46667"/>
                  <a:pt x="1432947" y="49542"/>
                  <a:pt x="1437769" y="55291"/>
                </a:cubicBezTo>
                <a:cubicBezTo>
                  <a:pt x="1442592" y="61040"/>
                  <a:pt x="1445003" y="68633"/>
                  <a:pt x="1445003" y="78069"/>
                </a:cubicBezTo>
                <a:lnTo>
                  <a:pt x="1445003" y="124764"/>
                </a:lnTo>
                <a:lnTo>
                  <a:pt x="1433952" y="124764"/>
                </a:lnTo>
                <a:lnTo>
                  <a:pt x="1433952" y="82583"/>
                </a:lnTo>
                <a:cubicBezTo>
                  <a:pt x="1433952" y="78565"/>
                  <a:pt x="1433627" y="74929"/>
                  <a:pt x="1432977" y="71673"/>
                </a:cubicBezTo>
                <a:cubicBezTo>
                  <a:pt x="1432327" y="68416"/>
                  <a:pt x="1431216" y="65620"/>
                  <a:pt x="1429643" y="63285"/>
                </a:cubicBezTo>
                <a:cubicBezTo>
                  <a:pt x="1428073" y="60950"/>
                  <a:pt x="1425960" y="59131"/>
                  <a:pt x="1423304" y="57828"/>
                </a:cubicBezTo>
                <a:cubicBezTo>
                  <a:pt x="1420650" y="56525"/>
                  <a:pt x="1417318" y="55874"/>
                  <a:pt x="1413309" y="55874"/>
                </a:cubicBezTo>
                <a:cubicBezTo>
                  <a:pt x="1410384" y="55874"/>
                  <a:pt x="1407539" y="56472"/>
                  <a:pt x="1404774" y="57667"/>
                </a:cubicBezTo>
                <a:cubicBezTo>
                  <a:pt x="1402012" y="58861"/>
                  <a:pt x="1399546" y="60680"/>
                  <a:pt x="1397378" y="63124"/>
                </a:cubicBezTo>
                <a:cubicBezTo>
                  <a:pt x="1395212" y="65566"/>
                  <a:pt x="1393479" y="68659"/>
                  <a:pt x="1392178" y="72405"/>
                </a:cubicBezTo>
                <a:cubicBezTo>
                  <a:pt x="1390878" y="76150"/>
                  <a:pt x="1390228" y="80574"/>
                  <a:pt x="1390228" y="85679"/>
                </a:cubicBezTo>
                <a:lnTo>
                  <a:pt x="1390228" y="124764"/>
                </a:lnTo>
                <a:lnTo>
                  <a:pt x="1379174" y="124764"/>
                </a:lnTo>
                <a:lnTo>
                  <a:pt x="1379174" y="65378"/>
                </a:lnTo>
                <a:cubicBezTo>
                  <a:pt x="1379174" y="63316"/>
                  <a:pt x="1379119" y="60660"/>
                  <a:pt x="1379010" y="57409"/>
                </a:cubicBezTo>
                <a:cubicBezTo>
                  <a:pt x="1378903" y="54159"/>
                  <a:pt x="1378741" y="51233"/>
                  <a:pt x="1378524" y="48632"/>
                </a:cubicBezTo>
                <a:lnTo>
                  <a:pt x="1389090" y="48632"/>
                </a:lnTo>
                <a:close/>
                <a:moveTo>
                  <a:pt x="1531640" y="80954"/>
                </a:moveTo>
                <a:cubicBezTo>
                  <a:pt x="1531314" y="73741"/>
                  <a:pt x="1529011" y="67758"/>
                  <a:pt x="1524730" y="63005"/>
                </a:cubicBezTo>
                <a:cubicBezTo>
                  <a:pt x="1520451" y="58251"/>
                  <a:pt x="1514356" y="55874"/>
                  <a:pt x="1506446" y="55874"/>
                </a:cubicBezTo>
                <a:cubicBezTo>
                  <a:pt x="1502762" y="55874"/>
                  <a:pt x="1499349" y="56557"/>
                  <a:pt x="1496205" y="57923"/>
                </a:cubicBezTo>
                <a:cubicBezTo>
                  <a:pt x="1493064" y="59288"/>
                  <a:pt x="1490301" y="61146"/>
                  <a:pt x="1487917" y="63496"/>
                </a:cubicBezTo>
                <a:cubicBezTo>
                  <a:pt x="1485532" y="65845"/>
                  <a:pt x="1483636" y="68523"/>
                  <a:pt x="1482227" y="71529"/>
                </a:cubicBezTo>
                <a:cubicBezTo>
                  <a:pt x="1480818" y="74533"/>
                  <a:pt x="1480006" y="77675"/>
                  <a:pt x="1479789" y="80954"/>
                </a:cubicBezTo>
                <a:lnTo>
                  <a:pt x="1531640" y="80954"/>
                </a:lnTo>
                <a:moveTo>
                  <a:pt x="1542856" y="84471"/>
                </a:moveTo>
                <a:cubicBezTo>
                  <a:pt x="1542856" y="85231"/>
                  <a:pt x="1542856" y="86046"/>
                  <a:pt x="1542856" y="86916"/>
                </a:cubicBezTo>
                <a:cubicBezTo>
                  <a:pt x="1542856" y="87784"/>
                  <a:pt x="1542801" y="88707"/>
                  <a:pt x="1542692" y="89684"/>
                </a:cubicBezTo>
                <a:lnTo>
                  <a:pt x="1479625" y="89684"/>
                </a:lnTo>
                <a:cubicBezTo>
                  <a:pt x="1479734" y="93475"/>
                  <a:pt x="1480492" y="97050"/>
                  <a:pt x="1481900" y="100408"/>
                </a:cubicBezTo>
                <a:cubicBezTo>
                  <a:pt x="1483308" y="103765"/>
                  <a:pt x="1485259" y="106689"/>
                  <a:pt x="1487750" y="109181"/>
                </a:cubicBezTo>
                <a:cubicBezTo>
                  <a:pt x="1490244" y="111671"/>
                  <a:pt x="1493170" y="113648"/>
                  <a:pt x="1496528" y="115111"/>
                </a:cubicBezTo>
                <a:cubicBezTo>
                  <a:pt x="1499888" y="116573"/>
                  <a:pt x="1503519" y="117304"/>
                  <a:pt x="1507421" y="117304"/>
                </a:cubicBezTo>
                <a:cubicBezTo>
                  <a:pt x="1513163" y="117304"/>
                  <a:pt x="1518120" y="115977"/>
                  <a:pt x="1522292" y="113323"/>
                </a:cubicBezTo>
                <a:cubicBezTo>
                  <a:pt x="1526464" y="110667"/>
                  <a:pt x="1529634" y="107606"/>
                  <a:pt x="1531801" y="104139"/>
                </a:cubicBezTo>
                <a:lnTo>
                  <a:pt x="1540090" y="110639"/>
                </a:lnTo>
                <a:cubicBezTo>
                  <a:pt x="1535540" y="116374"/>
                  <a:pt x="1530528" y="120479"/>
                  <a:pt x="1525055" y="122956"/>
                </a:cubicBezTo>
                <a:cubicBezTo>
                  <a:pt x="1519584" y="125431"/>
                  <a:pt x="1513706" y="126669"/>
                  <a:pt x="1507421" y="126669"/>
                </a:cubicBezTo>
                <a:cubicBezTo>
                  <a:pt x="1501786" y="126669"/>
                  <a:pt x="1496557" y="125666"/>
                  <a:pt x="1491734" y="123660"/>
                </a:cubicBezTo>
                <a:cubicBezTo>
                  <a:pt x="1486912" y="121655"/>
                  <a:pt x="1482768" y="118864"/>
                  <a:pt x="1479300" y="115287"/>
                </a:cubicBezTo>
                <a:cubicBezTo>
                  <a:pt x="1475833" y="111709"/>
                  <a:pt x="1473097" y="107481"/>
                  <a:pt x="1471091" y="102603"/>
                </a:cubicBezTo>
                <a:cubicBezTo>
                  <a:pt x="1469087" y="97726"/>
                  <a:pt x="1468085" y="92414"/>
                  <a:pt x="1468085" y="86668"/>
                </a:cubicBezTo>
                <a:cubicBezTo>
                  <a:pt x="1468085" y="80922"/>
                  <a:pt x="1469060" y="75611"/>
                  <a:pt x="1471009" y="70733"/>
                </a:cubicBezTo>
                <a:cubicBezTo>
                  <a:pt x="1472960" y="65855"/>
                  <a:pt x="1475669" y="61628"/>
                  <a:pt x="1479137" y="58052"/>
                </a:cubicBezTo>
                <a:cubicBezTo>
                  <a:pt x="1482606" y="54473"/>
                  <a:pt x="1486670" y="51682"/>
                  <a:pt x="1491329" y="49676"/>
                </a:cubicBezTo>
                <a:cubicBezTo>
                  <a:pt x="1495989" y="47670"/>
                  <a:pt x="1501028" y="46667"/>
                  <a:pt x="1506446" y="46667"/>
                </a:cubicBezTo>
                <a:cubicBezTo>
                  <a:pt x="1512405" y="46667"/>
                  <a:pt x="1517660" y="47673"/>
                  <a:pt x="1522210" y="49683"/>
                </a:cubicBezTo>
                <a:cubicBezTo>
                  <a:pt x="1526762" y="51692"/>
                  <a:pt x="1530555" y="54408"/>
                  <a:pt x="1533589" y="57831"/>
                </a:cubicBezTo>
                <a:cubicBezTo>
                  <a:pt x="1536624" y="61252"/>
                  <a:pt x="1538926" y="65243"/>
                  <a:pt x="1540497" y="69805"/>
                </a:cubicBezTo>
                <a:cubicBezTo>
                  <a:pt x="1542069" y="74367"/>
                  <a:pt x="1542856" y="79256"/>
                  <a:pt x="1542856" y="84471"/>
                </a:cubicBezTo>
                <a:close/>
                <a:moveTo>
                  <a:pt x="1608685" y="48731"/>
                </a:moveTo>
                <a:lnTo>
                  <a:pt x="1627053" y="110468"/>
                </a:lnTo>
                <a:lnTo>
                  <a:pt x="1627378" y="110468"/>
                </a:lnTo>
                <a:lnTo>
                  <a:pt x="1647857" y="48731"/>
                </a:lnTo>
                <a:lnTo>
                  <a:pt x="1658586" y="48731"/>
                </a:lnTo>
                <a:lnTo>
                  <a:pt x="1679390" y="110468"/>
                </a:lnTo>
                <a:lnTo>
                  <a:pt x="1679715" y="110468"/>
                </a:lnTo>
                <a:lnTo>
                  <a:pt x="1697920" y="48731"/>
                </a:lnTo>
                <a:lnTo>
                  <a:pt x="1709624" y="48731"/>
                </a:lnTo>
                <a:lnTo>
                  <a:pt x="1685569" y="124764"/>
                </a:lnTo>
                <a:lnTo>
                  <a:pt x="1673540" y="124764"/>
                </a:lnTo>
                <a:lnTo>
                  <a:pt x="1653222" y="63191"/>
                </a:lnTo>
                <a:lnTo>
                  <a:pt x="1652897" y="63191"/>
                </a:lnTo>
                <a:lnTo>
                  <a:pt x="1632904" y="124764"/>
                </a:lnTo>
                <a:lnTo>
                  <a:pt x="1620875" y="124764"/>
                </a:lnTo>
                <a:lnTo>
                  <a:pt x="1596819" y="48731"/>
                </a:lnTo>
                <a:lnTo>
                  <a:pt x="1608685" y="48731"/>
                </a:lnTo>
                <a:close/>
                <a:moveTo>
                  <a:pt x="1739693" y="124764"/>
                </a:moveTo>
                <a:lnTo>
                  <a:pt x="1728641" y="124764"/>
                </a:lnTo>
                <a:lnTo>
                  <a:pt x="1728641" y="48694"/>
                </a:lnTo>
                <a:lnTo>
                  <a:pt x="1739693" y="48694"/>
                </a:lnTo>
                <a:lnTo>
                  <a:pt x="1739693" y="124764"/>
                </a:lnTo>
                <a:moveTo>
                  <a:pt x="1741970" y="19365"/>
                </a:moveTo>
                <a:cubicBezTo>
                  <a:pt x="1741970" y="21634"/>
                  <a:pt x="1741157" y="23497"/>
                  <a:pt x="1739532" y="24956"/>
                </a:cubicBezTo>
                <a:cubicBezTo>
                  <a:pt x="1737906" y="26414"/>
                  <a:pt x="1736118" y="27143"/>
                  <a:pt x="1734167" y="27143"/>
                </a:cubicBezTo>
                <a:cubicBezTo>
                  <a:pt x="1732216" y="27143"/>
                  <a:pt x="1730428" y="26414"/>
                  <a:pt x="1728802" y="24956"/>
                </a:cubicBezTo>
                <a:cubicBezTo>
                  <a:pt x="1727177" y="23497"/>
                  <a:pt x="1726364" y="21634"/>
                  <a:pt x="1726364" y="19365"/>
                </a:cubicBezTo>
                <a:cubicBezTo>
                  <a:pt x="1726364" y="17097"/>
                  <a:pt x="1727177" y="15233"/>
                  <a:pt x="1728802" y="13775"/>
                </a:cubicBezTo>
                <a:cubicBezTo>
                  <a:pt x="1730428" y="12317"/>
                  <a:pt x="1732216" y="11587"/>
                  <a:pt x="1734167" y="11587"/>
                </a:cubicBezTo>
                <a:cubicBezTo>
                  <a:pt x="1736118" y="11587"/>
                  <a:pt x="1737906" y="12317"/>
                  <a:pt x="1739532" y="13775"/>
                </a:cubicBezTo>
                <a:cubicBezTo>
                  <a:pt x="1741157" y="15233"/>
                  <a:pt x="1741970" y="17097"/>
                  <a:pt x="1741970" y="19365"/>
                </a:cubicBezTo>
                <a:close/>
                <a:moveTo>
                  <a:pt x="1803410" y="57938"/>
                </a:moveTo>
                <a:lnTo>
                  <a:pt x="1781956" y="57938"/>
                </a:lnTo>
                <a:lnTo>
                  <a:pt x="1781956" y="102358"/>
                </a:lnTo>
                <a:cubicBezTo>
                  <a:pt x="1781956" y="105179"/>
                  <a:pt x="1782227" y="107511"/>
                  <a:pt x="1782767" y="109355"/>
                </a:cubicBezTo>
                <a:cubicBezTo>
                  <a:pt x="1783310" y="111198"/>
                  <a:pt x="1784095" y="112636"/>
                  <a:pt x="1785123" y="113668"/>
                </a:cubicBezTo>
                <a:cubicBezTo>
                  <a:pt x="1786153" y="114698"/>
                  <a:pt x="1787373" y="115403"/>
                  <a:pt x="1788782" y="115783"/>
                </a:cubicBezTo>
                <a:cubicBezTo>
                  <a:pt x="1790190" y="116162"/>
                  <a:pt x="1791707" y="116351"/>
                  <a:pt x="1793333" y="116351"/>
                </a:cubicBezTo>
                <a:cubicBezTo>
                  <a:pt x="1794851" y="116351"/>
                  <a:pt x="1796449" y="116130"/>
                  <a:pt x="1798127" y="115689"/>
                </a:cubicBezTo>
                <a:cubicBezTo>
                  <a:pt x="1799807" y="115246"/>
                  <a:pt x="1801406" y="114637"/>
                  <a:pt x="1802924" y="113861"/>
                </a:cubicBezTo>
                <a:lnTo>
                  <a:pt x="1803410" y="123442"/>
                </a:lnTo>
                <a:cubicBezTo>
                  <a:pt x="1801460" y="124201"/>
                  <a:pt x="1799429" y="124770"/>
                  <a:pt x="1797316" y="125148"/>
                </a:cubicBezTo>
                <a:cubicBezTo>
                  <a:pt x="1795203" y="125527"/>
                  <a:pt x="1792900" y="125716"/>
                  <a:pt x="1790406" y="125716"/>
                </a:cubicBezTo>
                <a:cubicBezTo>
                  <a:pt x="1788348" y="125716"/>
                  <a:pt x="1786181" y="125445"/>
                  <a:pt x="1783906" y="124903"/>
                </a:cubicBezTo>
                <a:cubicBezTo>
                  <a:pt x="1781630" y="124362"/>
                  <a:pt x="1779517" y="123334"/>
                  <a:pt x="1777566" y="121818"/>
                </a:cubicBezTo>
                <a:cubicBezTo>
                  <a:pt x="1775617" y="120300"/>
                  <a:pt x="1774019" y="118240"/>
                  <a:pt x="1772772" y="115639"/>
                </a:cubicBezTo>
                <a:cubicBezTo>
                  <a:pt x="1771525" y="113038"/>
                  <a:pt x="1770902" y="109625"/>
                  <a:pt x="1770902" y="105399"/>
                </a:cubicBezTo>
                <a:lnTo>
                  <a:pt x="1770902" y="57938"/>
                </a:lnTo>
                <a:lnTo>
                  <a:pt x="1755135" y="57938"/>
                </a:lnTo>
                <a:lnTo>
                  <a:pt x="1755135" y="48731"/>
                </a:lnTo>
                <a:lnTo>
                  <a:pt x="1770902" y="48731"/>
                </a:lnTo>
                <a:lnTo>
                  <a:pt x="1770902" y="27275"/>
                </a:lnTo>
                <a:lnTo>
                  <a:pt x="1781956" y="27275"/>
                </a:lnTo>
                <a:lnTo>
                  <a:pt x="1781956" y="48731"/>
                </a:lnTo>
                <a:lnTo>
                  <a:pt x="1803410" y="48731"/>
                </a:lnTo>
                <a:lnTo>
                  <a:pt x="1803410" y="57938"/>
                </a:lnTo>
                <a:close/>
                <a:moveTo>
                  <a:pt x="1832343" y="61147"/>
                </a:moveTo>
                <a:cubicBezTo>
                  <a:pt x="1834402" y="56701"/>
                  <a:pt x="1837814" y="53176"/>
                  <a:pt x="1842581" y="50574"/>
                </a:cubicBezTo>
                <a:cubicBezTo>
                  <a:pt x="1847350" y="47970"/>
                  <a:pt x="1852443" y="46667"/>
                  <a:pt x="1857862" y="46667"/>
                </a:cubicBezTo>
                <a:cubicBezTo>
                  <a:pt x="1867505" y="46667"/>
                  <a:pt x="1874737" y="49542"/>
                  <a:pt x="1879559" y="55291"/>
                </a:cubicBezTo>
                <a:cubicBezTo>
                  <a:pt x="1884382" y="61040"/>
                  <a:pt x="1886793" y="68633"/>
                  <a:pt x="1886793" y="78069"/>
                </a:cubicBezTo>
                <a:lnTo>
                  <a:pt x="1886793" y="124764"/>
                </a:lnTo>
                <a:lnTo>
                  <a:pt x="1875742" y="124764"/>
                </a:lnTo>
                <a:lnTo>
                  <a:pt x="1875742" y="82583"/>
                </a:lnTo>
                <a:cubicBezTo>
                  <a:pt x="1875742" y="78565"/>
                  <a:pt x="1875417" y="74929"/>
                  <a:pt x="1874767" y="71673"/>
                </a:cubicBezTo>
                <a:cubicBezTo>
                  <a:pt x="1874117" y="68416"/>
                  <a:pt x="1873006" y="65620"/>
                  <a:pt x="1871434" y="63285"/>
                </a:cubicBezTo>
                <a:cubicBezTo>
                  <a:pt x="1869863" y="60950"/>
                  <a:pt x="1867750" y="59131"/>
                  <a:pt x="1865094" y="57828"/>
                </a:cubicBezTo>
                <a:cubicBezTo>
                  <a:pt x="1862440" y="56525"/>
                  <a:pt x="1859109" y="55874"/>
                  <a:pt x="1855099" y="55874"/>
                </a:cubicBezTo>
                <a:cubicBezTo>
                  <a:pt x="1852174" y="55874"/>
                  <a:pt x="1849329" y="56472"/>
                  <a:pt x="1846565" y="57667"/>
                </a:cubicBezTo>
                <a:cubicBezTo>
                  <a:pt x="1843802" y="58861"/>
                  <a:pt x="1841336" y="60680"/>
                  <a:pt x="1839169" y="63124"/>
                </a:cubicBezTo>
                <a:cubicBezTo>
                  <a:pt x="1837003" y="65566"/>
                  <a:pt x="1835269" y="68659"/>
                  <a:pt x="1833968" y="72405"/>
                </a:cubicBezTo>
                <a:cubicBezTo>
                  <a:pt x="1832668" y="76150"/>
                  <a:pt x="1832018" y="80574"/>
                  <a:pt x="1832018" y="85679"/>
                </a:cubicBezTo>
                <a:lnTo>
                  <a:pt x="1832018" y="124764"/>
                </a:lnTo>
                <a:lnTo>
                  <a:pt x="1820964" y="124764"/>
                </a:lnTo>
                <a:lnTo>
                  <a:pt x="1820964" y="1806"/>
                </a:lnTo>
                <a:lnTo>
                  <a:pt x="1832018" y="1806"/>
                </a:lnTo>
                <a:lnTo>
                  <a:pt x="1832018" y="61147"/>
                </a:lnTo>
                <a:lnTo>
                  <a:pt x="1832343" y="61147"/>
                </a:lnTo>
                <a:close/>
                <a:moveTo>
                  <a:pt x="2031619" y="86668"/>
                </a:moveTo>
                <a:cubicBezTo>
                  <a:pt x="2031619" y="92414"/>
                  <a:pt x="2030616" y="97726"/>
                  <a:pt x="2028611" y="102603"/>
                </a:cubicBezTo>
                <a:cubicBezTo>
                  <a:pt x="2026607" y="107481"/>
                  <a:pt x="2023816" y="111709"/>
                  <a:pt x="2020240" y="115287"/>
                </a:cubicBezTo>
                <a:cubicBezTo>
                  <a:pt x="2016665" y="118864"/>
                  <a:pt x="2012385" y="121655"/>
                  <a:pt x="2007400" y="123660"/>
                </a:cubicBezTo>
                <a:cubicBezTo>
                  <a:pt x="2002416" y="125666"/>
                  <a:pt x="1996944" y="126669"/>
                  <a:pt x="1990983" y="126669"/>
                </a:cubicBezTo>
                <a:cubicBezTo>
                  <a:pt x="1985132" y="126669"/>
                  <a:pt x="1979713" y="125666"/>
                  <a:pt x="1974728" y="123660"/>
                </a:cubicBezTo>
                <a:cubicBezTo>
                  <a:pt x="1969745" y="121655"/>
                  <a:pt x="1965465" y="118864"/>
                  <a:pt x="1961888" y="115287"/>
                </a:cubicBezTo>
                <a:cubicBezTo>
                  <a:pt x="1958313" y="111709"/>
                  <a:pt x="1955523" y="107481"/>
                  <a:pt x="1953517" y="102603"/>
                </a:cubicBezTo>
                <a:cubicBezTo>
                  <a:pt x="1951513" y="97726"/>
                  <a:pt x="1950511" y="92414"/>
                  <a:pt x="1950511" y="86668"/>
                </a:cubicBezTo>
                <a:cubicBezTo>
                  <a:pt x="1950511" y="80922"/>
                  <a:pt x="1951513" y="75611"/>
                  <a:pt x="1953517" y="70733"/>
                </a:cubicBezTo>
                <a:cubicBezTo>
                  <a:pt x="1955523" y="65855"/>
                  <a:pt x="1958313" y="61628"/>
                  <a:pt x="1961888" y="58052"/>
                </a:cubicBezTo>
                <a:cubicBezTo>
                  <a:pt x="1965465" y="54473"/>
                  <a:pt x="1969745" y="51682"/>
                  <a:pt x="1974728" y="49676"/>
                </a:cubicBezTo>
                <a:cubicBezTo>
                  <a:pt x="1979713" y="47670"/>
                  <a:pt x="1985132" y="46667"/>
                  <a:pt x="1990983" y="46667"/>
                </a:cubicBezTo>
                <a:cubicBezTo>
                  <a:pt x="1996944" y="46667"/>
                  <a:pt x="2002416" y="47670"/>
                  <a:pt x="2007400" y="49676"/>
                </a:cubicBezTo>
                <a:cubicBezTo>
                  <a:pt x="2012385" y="51682"/>
                  <a:pt x="2016665" y="54473"/>
                  <a:pt x="2020240" y="58052"/>
                </a:cubicBezTo>
                <a:cubicBezTo>
                  <a:pt x="2023816" y="61628"/>
                  <a:pt x="2026607" y="65855"/>
                  <a:pt x="2028611" y="70733"/>
                </a:cubicBezTo>
                <a:cubicBezTo>
                  <a:pt x="2030616" y="75611"/>
                  <a:pt x="2031619" y="80922"/>
                  <a:pt x="2031619" y="86668"/>
                </a:cubicBezTo>
                <a:moveTo>
                  <a:pt x="2019917" y="86671"/>
                </a:moveTo>
                <a:cubicBezTo>
                  <a:pt x="2019917" y="82434"/>
                  <a:pt x="2019240" y="78443"/>
                  <a:pt x="2017886" y="74696"/>
                </a:cubicBezTo>
                <a:cubicBezTo>
                  <a:pt x="2016532" y="70948"/>
                  <a:pt x="2014608" y="67689"/>
                  <a:pt x="2012115" y="64919"/>
                </a:cubicBezTo>
                <a:cubicBezTo>
                  <a:pt x="2009623" y="62148"/>
                  <a:pt x="2006589" y="59948"/>
                  <a:pt x="2003012" y="58319"/>
                </a:cubicBezTo>
                <a:cubicBezTo>
                  <a:pt x="1999438" y="56689"/>
                  <a:pt x="1995429" y="55874"/>
                  <a:pt x="1990986" y="55874"/>
                </a:cubicBezTo>
                <a:cubicBezTo>
                  <a:pt x="1986543" y="55874"/>
                  <a:pt x="1982561" y="56689"/>
                  <a:pt x="1979039" y="58319"/>
                </a:cubicBezTo>
                <a:cubicBezTo>
                  <a:pt x="1975517" y="59948"/>
                  <a:pt x="1972509" y="62148"/>
                  <a:pt x="1970016" y="64919"/>
                </a:cubicBezTo>
                <a:cubicBezTo>
                  <a:pt x="1967524" y="67689"/>
                  <a:pt x="1965601" y="70948"/>
                  <a:pt x="1964247" y="74696"/>
                </a:cubicBezTo>
                <a:cubicBezTo>
                  <a:pt x="1962893" y="78443"/>
                  <a:pt x="1962216" y="82434"/>
                  <a:pt x="1962216" y="86671"/>
                </a:cubicBezTo>
                <a:cubicBezTo>
                  <a:pt x="1962216" y="90907"/>
                  <a:pt x="1962893" y="94899"/>
                  <a:pt x="1964247" y="98648"/>
                </a:cubicBezTo>
                <a:cubicBezTo>
                  <a:pt x="1965601" y="102394"/>
                  <a:pt x="1967524" y="105653"/>
                  <a:pt x="1970016" y="108424"/>
                </a:cubicBezTo>
                <a:cubicBezTo>
                  <a:pt x="1972509" y="111194"/>
                  <a:pt x="1975517" y="113367"/>
                  <a:pt x="1979039" y="114942"/>
                </a:cubicBezTo>
                <a:cubicBezTo>
                  <a:pt x="1982561" y="116517"/>
                  <a:pt x="1986543" y="117304"/>
                  <a:pt x="1990986" y="117304"/>
                </a:cubicBezTo>
                <a:cubicBezTo>
                  <a:pt x="1995429" y="117304"/>
                  <a:pt x="1999438" y="116517"/>
                  <a:pt x="2003012" y="114942"/>
                </a:cubicBezTo>
                <a:cubicBezTo>
                  <a:pt x="2006589" y="113367"/>
                  <a:pt x="2009623" y="111194"/>
                  <a:pt x="2012115" y="108424"/>
                </a:cubicBezTo>
                <a:cubicBezTo>
                  <a:pt x="2014608" y="105653"/>
                  <a:pt x="2016532" y="102394"/>
                  <a:pt x="2017886" y="98648"/>
                </a:cubicBezTo>
                <a:cubicBezTo>
                  <a:pt x="2019240" y="94899"/>
                  <a:pt x="2019917" y="90907"/>
                  <a:pt x="2019917" y="86671"/>
                </a:cubicBezTo>
                <a:close/>
                <a:moveTo>
                  <a:pt x="2110615" y="124764"/>
                </a:moveTo>
                <a:cubicBezTo>
                  <a:pt x="2110398" y="122705"/>
                  <a:pt x="2110236" y="120430"/>
                  <a:pt x="2110126" y="117939"/>
                </a:cubicBezTo>
                <a:cubicBezTo>
                  <a:pt x="2110019" y="115445"/>
                  <a:pt x="2109965" y="113386"/>
                  <a:pt x="2109965" y="111760"/>
                </a:cubicBezTo>
                <a:lnTo>
                  <a:pt x="2109640" y="111760"/>
                </a:lnTo>
                <a:cubicBezTo>
                  <a:pt x="2107473" y="116203"/>
                  <a:pt x="2103951" y="119799"/>
                  <a:pt x="2099075" y="122547"/>
                </a:cubicBezTo>
                <a:cubicBezTo>
                  <a:pt x="2094199" y="125295"/>
                  <a:pt x="2089051" y="126669"/>
                  <a:pt x="2083633" y="126669"/>
                </a:cubicBezTo>
                <a:cubicBezTo>
                  <a:pt x="2073990" y="126669"/>
                  <a:pt x="2066757" y="123808"/>
                  <a:pt x="2061934" y="118085"/>
                </a:cubicBezTo>
                <a:cubicBezTo>
                  <a:pt x="2057112" y="112361"/>
                  <a:pt x="2054701" y="104784"/>
                  <a:pt x="2054701" y="95356"/>
                </a:cubicBezTo>
                <a:lnTo>
                  <a:pt x="2054701" y="48706"/>
                </a:lnTo>
                <a:lnTo>
                  <a:pt x="2065756" y="48706"/>
                </a:lnTo>
                <a:lnTo>
                  <a:pt x="2065756" y="90805"/>
                </a:lnTo>
                <a:cubicBezTo>
                  <a:pt x="2065756" y="94815"/>
                  <a:pt x="2066081" y="98445"/>
                  <a:pt x="2066730" y="101696"/>
                </a:cubicBezTo>
                <a:cubicBezTo>
                  <a:pt x="2067380" y="104946"/>
                  <a:pt x="2068490" y="107737"/>
                  <a:pt x="2070061" y="110066"/>
                </a:cubicBezTo>
                <a:cubicBezTo>
                  <a:pt x="2071634" y="112396"/>
                  <a:pt x="2073747" y="114212"/>
                  <a:pt x="2076401" y="115513"/>
                </a:cubicBezTo>
                <a:cubicBezTo>
                  <a:pt x="2079056" y="116813"/>
                  <a:pt x="2082389" y="117462"/>
                  <a:pt x="2086398" y="117462"/>
                </a:cubicBezTo>
                <a:cubicBezTo>
                  <a:pt x="2089323" y="117462"/>
                  <a:pt x="2092167" y="116866"/>
                  <a:pt x="2094930" y="115674"/>
                </a:cubicBezTo>
                <a:cubicBezTo>
                  <a:pt x="2097695" y="114482"/>
                  <a:pt x="2100160" y="112667"/>
                  <a:pt x="2102326" y="110230"/>
                </a:cubicBezTo>
                <a:cubicBezTo>
                  <a:pt x="2104494" y="107791"/>
                  <a:pt x="2106228" y="104703"/>
                  <a:pt x="2107527" y="100964"/>
                </a:cubicBezTo>
                <a:cubicBezTo>
                  <a:pt x="2108828" y="97226"/>
                  <a:pt x="2109479" y="92810"/>
                  <a:pt x="2109479" y="87717"/>
                </a:cubicBezTo>
                <a:lnTo>
                  <a:pt x="2109479" y="48706"/>
                </a:lnTo>
                <a:lnTo>
                  <a:pt x="2120531" y="48706"/>
                </a:lnTo>
                <a:lnTo>
                  <a:pt x="2120531" y="108035"/>
                </a:lnTo>
                <a:cubicBezTo>
                  <a:pt x="2120531" y="110094"/>
                  <a:pt x="2120585" y="112747"/>
                  <a:pt x="2120692" y="115997"/>
                </a:cubicBezTo>
                <a:cubicBezTo>
                  <a:pt x="2120801" y="119246"/>
                  <a:pt x="2120964" y="122168"/>
                  <a:pt x="2121181" y="124764"/>
                </a:cubicBezTo>
                <a:lnTo>
                  <a:pt x="2110615" y="124764"/>
                </a:lnTo>
                <a:close/>
                <a:moveTo>
                  <a:pt x="2149787" y="65378"/>
                </a:moveTo>
                <a:cubicBezTo>
                  <a:pt x="2149787" y="63316"/>
                  <a:pt x="2149733" y="60660"/>
                  <a:pt x="2149624" y="57409"/>
                </a:cubicBezTo>
                <a:cubicBezTo>
                  <a:pt x="2149516" y="54159"/>
                  <a:pt x="2149354" y="51233"/>
                  <a:pt x="2149137" y="48632"/>
                </a:cubicBezTo>
                <a:lnTo>
                  <a:pt x="2159703" y="48632"/>
                </a:lnTo>
                <a:cubicBezTo>
                  <a:pt x="2159920" y="50690"/>
                  <a:pt x="2160082" y="52966"/>
                  <a:pt x="2160189" y="55460"/>
                </a:cubicBezTo>
                <a:cubicBezTo>
                  <a:pt x="2160298" y="57952"/>
                  <a:pt x="2160353" y="60010"/>
                  <a:pt x="2160353" y="61635"/>
                </a:cubicBezTo>
                <a:lnTo>
                  <a:pt x="2160678" y="61635"/>
                </a:lnTo>
                <a:cubicBezTo>
                  <a:pt x="2162846" y="57188"/>
                  <a:pt x="2166096" y="53581"/>
                  <a:pt x="2170430" y="50817"/>
                </a:cubicBezTo>
                <a:cubicBezTo>
                  <a:pt x="2174765" y="48051"/>
                  <a:pt x="2179642" y="46667"/>
                  <a:pt x="2185061" y="46667"/>
                </a:cubicBezTo>
                <a:cubicBezTo>
                  <a:pt x="2186469" y="46667"/>
                  <a:pt x="2187743" y="46731"/>
                  <a:pt x="2188880" y="46858"/>
                </a:cubicBezTo>
                <a:cubicBezTo>
                  <a:pt x="2190018" y="46986"/>
                  <a:pt x="2191183" y="47240"/>
                  <a:pt x="2192375" y="47620"/>
                </a:cubicBezTo>
                <a:lnTo>
                  <a:pt x="2190911" y="57962"/>
                </a:lnTo>
                <a:cubicBezTo>
                  <a:pt x="2190262" y="57746"/>
                  <a:pt x="2189178" y="57529"/>
                  <a:pt x="2187660" y="57312"/>
                </a:cubicBezTo>
                <a:cubicBezTo>
                  <a:pt x="2186144" y="57094"/>
                  <a:pt x="2184627" y="56985"/>
                  <a:pt x="2183109" y="56985"/>
                </a:cubicBezTo>
                <a:cubicBezTo>
                  <a:pt x="2180184" y="56985"/>
                  <a:pt x="2177366" y="57527"/>
                  <a:pt x="2174656" y="58612"/>
                </a:cubicBezTo>
                <a:cubicBezTo>
                  <a:pt x="2171948" y="59695"/>
                  <a:pt x="2169591" y="61402"/>
                  <a:pt x="2167585" y="63731"/>
                </a:cubicBezTo>
                <a:cubicBezTo>
                  <a:pt x="2165581" y="66061"/>
                  <a:pt x="2163956" y="69041"/>
                  <a:pt x="2162709" y="72672"/>
                </a:cubicBezTo>
                <a:cubicBezTo>
                  <a:pt x="2161464" y="76302"/>
                  <a:pt x="2160842" y="80663"/>
                  <a:pt x="2160842" y="85755"/>
                </a:cubicBezTo>
                <a:lnTo>
                  <a:pt x="2160842" y="124764"/>
                </a:lnTo>
                <a:lnTo>
                  <a:pt x="2149787" y="124764"/>
                </a:lnTo>
                <a:lnTo>
                  <a:pt x="2149787" y="65378"/>
                </a:lnTo>
                <a:close/>
                <a:moveTo>
                  <a:pt x="2289413" y="66603"/>
                </a:moveTo>
                <a:cubicBezTo>
                  <a:pt x="2287788" y="63460"/>
                  <a:pt x="2285323" y="60886"/>
                  <a:pt x="2282017" y="58882"/>
                </a:cubicBezTo>
                <a:cubicBezTo>
                  <a:pt x="2278712" y="56877"/>
                  <a:pt x="2274946" y="55874"/>
                  <a:pt x="2270720" y="55874"/>
                </a:cubicBezTo>
                <a:cubicBezTo>
                  <a:pt x="2268770" y="55874"/>
                  <a:pt x="2266820" y="56091"/>
                  <a:pt x="2264869" y="56526"/>
                </a:cubicBezTo>
                <a:cubicBezTo>
                  <a:pt x="2262918" y="56959"/>
                  <a:pt x="2261184" y="57665"/>
                  <a:pt x="2259666" y="58642"/>
                </a:cubicBezTo>
                <a:cubicBezTo>
                  <a:pt x="2258149" y="59617"/>
                  <a:pt x="2256931" y="60865"/>
                  <a:pt x="2256010" y="62385"/>
                </a:cubicBezTo>
                <a:cubicBezTo>
                  <a:pt x="2255089" y="63902"/>
                  <a:pt x="2254628" y="65692"/>
                  <a:pt x="2254628" y="67754"/>
                </a:cubicBezTo>
                <a:cubicBezTo>
                  <a:pt x="2254628" y="71336"/>
                  <a:pt x="2256091" y="74075"/>
                  <a:pt x="2259016" y="75974"/>
                </a:cubicBezTo>
                <a:cubicBezTo>
                  <a:pt x="2261942" y="77872"/>
                  <a:pt x="2266548" y="79472"/>
                  <a:pt x="2272833" y="80775"/>
                </a:cubicBezTo>
                <a:cubicBezTo>
                  <a:pt x="2281828" y="82619"/>
                  <a:pt x="2288465" y="85304"/>
                  <a:pt x="2292744" y="88831"/>
                </a:cubicBezTo>
                <a:cubicBezTo>
                  <a:pt x="2297025" y="92356"/>
                  <a:pt x="2299165" y="97102"/>
                  <a:pt x="2299165" y="103070"/>
                </a:cubicBezTo>
                <a:cubicBezTo>
                  <a:pt x="2299165" y="107410"/>
                  <a:pt x="2298325" y="111073"/>
                  <a:pt x="2296645" y="114057"/>
                </a:cubicBezTo>
                <a:cubicBezTo>
                  <a:pt x="2294966" y="117040"/>
                  <a:pt x="2292771" y="119481"/>
                  <a:pt x="2290061" y="121381"/>
                </a:cubicBezTo>
                <a:cubicBezTo>
                  <a:pt x="2287352" y="123279"/>
                  <a:pt x="2284292" y="124635"/>
                  <a:pt x="2280879" y="125449"/>
                </a:cubicBezTo>
                <a:cubicBezTo>
                  <a:pt x="2277466" y="126262"/>
                  <a:pt x="2274026" y="126669"/>
                  <a:pt x="2270559" y="126669"/>
                </a:cubicBezTo>
                <a:cubicBezTo>
                  <a:pt x="2264815" y="126669"/>
                  <a:pt x="2259233" y="125485"/>
                  <a:pt x="2253815" y="123117"/>
                </a:cubicBezTo>
                <a:cubicBezTo>
                  <a:pt x="2248398" y="120748"/>
                  <a:pt x="2243955" y="117023"/>
                  <a:pt x="2240486" y="111941"/>
                </a:cubicBezTo>
                <a:lnTo>
                  <a:pt x="2249264" y="105438"/>
                </a:lnTo>
                <a:cubicBezTo>
                  <a:pt x="2251215" y="108798"/>
                  <a:pt x="2254086" y="111616"/>
                  <a:pt x="2257877" y="113891"/>
                </a:cubicBezTo>
                <a:cubicBezTo>
                  <a:pt x="2261671" y="116166"/>
                  <a:pt x="2265843" y="117304"/>
                  <a:pt x="2270395" y="117304"/>
                </a:cubicBezTo>
                <a:cubicBezTo>
                  <a:pt x="2272779" y="117304"/>
                  <a:pt x="2275054" y="117087"/>
                  <a:pt x="2277221" y="116654"/>
                </a:cubicBezTo>
                <a:cubicBezTo>
                  <a:pt x="2279388" y="116219"/>
                  <a:pt x="2281285" y="115459"/>
                  <a:pt x="2282910" y="114374"/>
                </a:cubicBezTo>
                <a:cubicBezTo>
                  <a:pt x="2284535" y="113290"/>
                  <a:pt x="2285836" y="111907"/>
                  <a:pt x="2286811" y="110225"/>
                </a:cubicBezTo>
                <a:cubicBezTo>
                  <a:pt x="2287787" y="108542"/>
                  <a:pt x="2288275" y="106453"/>
                  <a:pt x="2288275" y="103958"/>
                </a:cubicBezTo>
                <a:cubicBezTo>
                  <a:pt x="2288275" y="99943"/>
                  <a:pt x="2286351" y="96932"/>
                  <a:pt x="2282503" y="94925"/>
                </a:cubicBezTo>
                <a:cubicBezTo>
                  <a:pt x="2278657" y="92917"/>
                  <a:pt x="2273104" y="91046"/>
                  <a:pt x="2265844" y="89310"/>
                </a:cubicBezTo>
                <a:cubicBezTo>
                  <a:pt x="2263569" y="88767"/>
                  <a:pt x="2261157" y="88089"/>
                  <a:pt x="2258609" y="87276"/>
                </a:cubicBezTo>
                <a:cubicBezTo>
                  <a:pt x="2256063" y="86462"/>
                  <a:pt x="2253706" y="85269"/>
                  <a:pt x="2251538" y="83697"/>
                </a:cubicBezTo>
                <a:cubicBezTo>
                  <a:pt x="2249372" y="82123"/>
                  <a:pt x="2247585" y="80142"/>
                  <a:pt x="2246176" y="77754"/>
                </a:cubicBezTo>
                <a:cubicBezTo>
                  <a:pt x="2244767" y="75367"/>
                  <a:pt x="2244063" y="72383"/>
                  <a:pt x="2244063" y="68803"/>
                </a:cubicBezTo>
                <a:cubicBezTo>
                  <a:pt x="2244063" y="64896"/>
                  <a:pt x="2244821" y="61559"/>
                  <a:pt x="2246337" y="58793"/>
                </a:cubicBezTo>
                <a:cubicBezTo>
                  <a:pt x="2247855" y="56025"/>
                  <a:pt x="2249887" y="53747"/>
                  <a:pt x="2252433" y="51958"/>
                </a:cubicBezTo>
                <a:cubicBezTo>
                  <a:pt x="2254980" y="50167"/>
                  <a:pt x="2257878" y="48838"/>
                  <a:pt x="2261129" y="47970"/>
                </a:cubicBezTo>
                <a:cubicBezTo>
                  <a:pt x="2264381" y="47102"/>
                  <a:pt x="2267741" y="46667"/>
                  <a:pt x="2271209" y="46667"/>
                </a:cubicBezTo>
                <a:cubicBezTo>
                  <a:pt x="2276518" y="46667"/>
                  <a:pt x="2281664" y="47852"/>
                  <a:pt x="2286648" y="50222"/>
                </a:cubicBezTo>
                <a:cubicBezTo>
                  <a:pt x="2291633" y="52589"/>
                  <a:pt x="2295372" y="55937"/>
                  <a:pt x="2297866" y="60264"/>
                </a:cubicBezTo>
                <a:lnTo>
                  <a:pt x="2289413" y="66603"/>
                </a:lnTo>
                <a:close/>
                <a:moveTo>
                  <a:pt x="2332486" y="124764"/>
                </a:moveTo>
                <a:lnTo>
                  <a:pt x="2321432" y="124764"/>
                </a:lnTo>
                <a:lnTo>
                  <a:pt x="2321432" y="1882"/>
                </a:lnTo>
                <a:lnTo>
                  <a:pt x="2332486" y="1882"/>
                </a:lnTo>
                <a:lnTo>
                  <a:pt x="2332486" y="124764"/>
                </a:lnTo>
                <a:close/>
                <a:moveTo>
                  <a:pt x="2420097" y="80954"/>
                </a:moveTo>
                <a:cubicBezTo>
                  <a:pt x="2419772" y="73741"/>
                  <a:pt x="2417468" y="67758"/>
                  <a:pt x="2413188" y="63005"/>
                </a:cubicBezTo>
                <a:cubicBezTo>
                  <a:pt x="2408908" y="58251"/>
                  <a:pt x="2402814" y="55874"/>
                  <a:pt x="2394903" y="55874"/>
                </a:cubicBezTo>
                <a:cubicBezTo>
                  <a:pt x="2391220" y="55874"/>
                  <a:pt x="2387806" y="56557"/>
                  <a:pt x="2384663" y="57923"/>
                </a:cubicBezTo>
                <a:cubicBezTo>
                  <a:pt x="2381521" y="59288"/>
                  <a:pt x="2378758" y="61146"/>
                  <a:pt x="2376374" y="63496"/>
                </a:cubicBezTo>
                <a:cubicBezTo>
                  <a:pt x="2373990" y="65845"/>
                  <a:pt x="2372093" y="68523"/>
                  <a:pt x="2370684" y="71529"/>
                </a:cubicBezTo>
                <a:cubicBezTo>
                  <a:pt x="2369276" y="74533"/>
                  <a:pt x="2368463" y="77675"/>
                  <a:pt x="2368246" y="80954"/>
                </a:cubicBezTo>
                <a:lnTo>
                  <a:pt x="2420097" y="80954"/>
                </a:lnTo>
                <a:moveTo>
                  <a:pt x="2431313" y="84471"/>
                </a:moveTo>
                <a:cubicBezTo>
                  <a:pt x="2431313" y="85231"/>
                  <a:pt x="2431313" y="86046"/>
                  <a:pt x="2431313" y="86916"/>
                </a:cubicBezTo>
                <a:cubicBezTo>
                  <a:pt x="2431313" y="87784"/>
                  <a:pt x="2431258" y="88707"/>
                  <a:pt x="2431149" y="89684"/>
                </a:cubicBezTo>
                <a:lnTo>
                  <a:pt x="2368083" y="89684"/>
                </a:lnTo>
                <a:cubicBezTo>
                  <a:pt x="2368192" y="93475"/>
                  <a:pt x="2368950" y="97050"/>
                  <a:pt x="2370357" y="100408"/>
                </a:cubicBezTo>
                <a:cubicBezTo>
                  <a:pt x="2371766" y="103765"/>
                  <a:pt x="2373716" y="106689"/>
                  <a:pt x="2376208" y="109181"/>
                </a:cubicBezTo>
                <a:cubicBezTo>
                  <a:pt x="2378701" y="111671"/>
                  <a:pt x="2381627" y="113648"/>
                  <a:pt x="2384985" y="115111"/>
                </a:cubicBezTo>
                <a:cubicBezTo>
                  <a:pt x="2388345" y="116573"/>
                  <a:pt x="2391976" y="117304"/>
                  <a:pt x="2395878" y="117304"/>
                </a:cubicBezTo>
                <a:cubicBezTo>
                  <a:pt x="2401621" y="117304"/>
                  <a:pt x="2406578" y="115977"/>
                  <a:pt x="2410749" y="113323"/>
                </a:cubicBezTo>
                <a:cubicBezTo>
                  <a:pt x="2414921" y="110667"/>
                  <a:pt x="2418091" y="107606"/>
                  <a:pt x="2420259" y="104139"/>
                </a:cubicBezTo>
                <a:lnTo>
                  <a:pt x="2428547" y="110639"/>
                </a:lnTo>
                <a:cubicBezTo>
                  <a:pt x="2423997" y="116374"/>
                  <a:pt x="2418985" y="120479"/>
                  <a:pt x="2413512" y="122956"/>
                </a:cubicBezTo>
                <a:cubicBezTo>
                  <a:pt x="2408041" y="125431"/>
                  <a:pt x="2402163" y="126669"/>
                  <a:pt x="2395878" y="126669"/>
                </a:cubicBezTo>
                <a:cubicBezTo>
                  <a:pt x="2390243" y="126669"/>
                  <a:pt x="2385014" y="125666"/>
                  <a:pt x="2380191" y="123660"/>
                </a:cubicBezTo>
                <a:cubicBezTo>
                  <a:pt x="2375369" y="121655"/>
                  <a:pt x="2371225" y="118864"/>
                  <a:pt x="2367758" y="115287"/>
                </a:cubicBezTo>
                <a:cubicBezTo>
                  <a:pt x="2364290" y="111709"/>
                  <a:pt x="2361554" y="107481"/>
                  <a:pt x="2359548" y="102603"/>
                </a:cubicBezTo>
                <a:cubicBezTo>
                  <a:pt x="2357544" y="97726"/>
                  <a:pt x="2356542" y="92414"/>
                  <a:pt x="2356542" y="86668"/>
                </a:cubicBezTo>
                <a:cubicBezTo>
                  <a:pt x="2356542" y="80922"/>
                  <a:pt x="2357517" y="75611"/>
                  <a:pt x="2359466" y="70733"/>
                </a:cubicBezTo>
                <a:cubicBezTo>
                  <a:pt x="2361417" y="65855"/>
                  <a:pt x="2364127" y="61628"/>
                  <a:pt x="2367594" y="58052"/>
                </a:cubicBezTo>
                <a:cubicBezTo>
                  <a:pt x="2371063" y="54473"/>
                  <a:pt x="2375127" y="51682"/>
                  <a:pt x="2379787" y="49676"/>
                </a:cubicBezTo>
                <a:cubicBezTo>
                  <a:pt x="2384446" y="47670"/>
                  <a:pt x="2389485" y="46667"/>
                  <a:pt x="2394903" y="46667"/>
                </a:cubicBezTo>
                <a:cubicBezTo>
                  <a:pt x="2400863" y="46667"/>
                  <a:pt x="2406117" y="47673"/>
                  <a:pt x="2410668" y="49683"/>
                </a:cubicBezTo>
                <a:cubicBezTo>
                  <a:pt x="2415220" y="51692"/>
                  <a:pt x="2419013" y="54408"/>
                  <a:pt x="2422047" y="57831"/>
                </a:cubicBezTo>
                <a:cubicBezTo>
                  <a:pt x="2425081" y="61252"/>
                  <a:pt x="2427383" y="65243"/>
                  <a:pt x="2428954" y="69805"/>
                </a:cubicBezTo>
                <a:cubicBezTo>
                  <a:pt x="2430527" y="74367"/>
                  <a:pt x="2431313" y="79256"/>
                  <a:pt x="2431313" y="84471"/>
                </a:cubicBezTo>
                <a:close/>
                <a:moveTo>
                  <a:pt x="2513072" y="80954"/>
                </a:moveTo>
                <a:cubicBezTo>
                  <a:pt x="2512746" y="73741"/>
                  <a:pt x="2510443" y="67758"/>
                  <a:pt x="2506162" y="63005"/>
                </a:cubicBezTo>
                <a:cubicBezTo>
                  <a:pt x="2501883" y="58251"/>
                  <a:pt x="2495788" y="55874"/>
                  <a:pt x="2487878" y="55874"/>
                </a:cubicBezTo>
                <a:cubicBezTo>
                  <a:pt x="2484194" y="55874"/>
                  <a:pt x="2480780" y="56557"/>
                  <a:pt x="2477637" y="57923"/>
                </a:cubicBezTo>
                <a:cubicBezTo>
                  <a:pt x="2474496" y="59288"/>
                  <a:pt x="2471733" y="61146"/>
                  <a:pt x="2469348" y="63496"/>
                </a:cubicBezTo>
                <a:cubicBezTo>
                  <a:pt x="2466964" y="65845"/>
                  <a:pt x="2465068" y="68523"/>
                  <a:pt x="2463659" y="71529"/>
                </a:cubicBezTo>
                <a:cubicBezTo>
                  <a:pt x="2462250" y="74533"/>
                  <a:pt x="2461437" y="77675"/>
                  <a:pt x="2461221" y="80954"/>
                </a:cubicBezTo>
                <a:lnTo>
                  <a:pt x="2513072" y="80954"/>
                </a:lnTo>
                <a:moveTo>
                  <a:pt x="2524287" y="84471"/>
                </a:moveTo>
                <a:cubicBezTo>
                  <a:pt x="2524287" y="85231"/>
                  <a:pt x="2524287" y="86046"/>
                  <a:pt x="2524287" y="86916"/>
                </a:cubicBezTo>
                <a:cubicBezTo>
                  <a:pt x="2524287" y="87784"/>
                  <a:pt x="2524233" y="88707"/>
                  <a:pt x="2524124" y="89684"/>
                </a:cubicBezTo>
                <a:lnTo>
                  <a:pt x="2461057" y="89684"/>
                </a:lnTo>
                <a:cubicBezTo>
                  <a:pt x="2461166" y="93475"/>
                  <a:pt x="2461924" y="97050"/>
                  <a:pt x="2463331" y="100408"/>
                </a:cubicBezTo>
                <a:cubicBezTo>
                  <a:pt x="2464740" y="103765"/>
                  <a:pt x="2466690" y="106689"/>
                  <a:pt x="2469182" y="109181"/>
                </a:cubicBezTo>
                <a:cubicBezTo>
                  <a:pt x="2471676" y="111671"/>
                  <a:pt x="2474601" y="113648"/>
                  <a:pt x="2477960" y="115111"/>
                </a:cubicBezTo>
                <a:cubicBezTo>
                  <a:pt x="2481319" y="116573"/>
                  <a:pt x="2484950" y="117304"/>
                  <a:pt x="2488853" y="117304"/>
                </a:cubicBezTo>
                <a:cubicBezTo>
                  <a:pt x="2494595" y="117304"/>
                  <a:pt x="2499552" y="115977"/>
                  <a:pt x="2503724" y="113323"/>
                </a:cubicBezTo>
                <a:cubicBezTo>
                  <a:pt x="2507896" y="110667"/>
                  <a:pt x="2511065" y="107606"/>
                  <a:pt x="2513233" y="104139"/>
                </a:cubicBezTo>
                <a:lnTo>
                  <a:pt x="2521522" y="110639"/>
                </a:lnTo>
                <a:cubicBezTo>
                  <a:pt x="2516972" y="116374"/>
                  <a:pt x="2511960" y="120479"/>
                  <a:pt x="2506487" y="122956"/>
                </a:cubicBezTo>
                <a:cubicBezTo>
                  <a:pt x="2501016" y="125431"/>
                  <a:pt x="2495137" y="126669"/>
                  <a:pt x="2488853" y="126669"/>
                </a:cubicBezTo>
                <a:cubicBezTo>
                  <a:pt x="2483218" y="126669"/>
                  <a:pt x="2477989" y="125666"/>
                  <a:pt x="2473165" y="123660"/>
                </a:cubicBezTo>
                <a:cubicBezTo>
                  <a:pt x="2468344" y="121655"/>
                  <a:pt x="2464199" y="118864"/>
                  <a:pt x="2460732" y="115287"/>
                </a:cubicBezTo>
                <a:cubicBezTo>
                  <a:pt x="2457265" y="111709"/>
                  <a:pt x="2454528" y="107481"/>
                  <a:pt x="2452523" y="102603"/>
                </a:cubicBezTo>
                <a:cubicBezTo>
                  <a:pt x="2450519" y="97726"/>
                  <a:pt x="2449517" y="92414"/>
                  <a:pt x="2449517" y="86668"/>
                </a:cubicBezTo>
                <a:cubicBezTo>
                  <a:pt x="2449517" y="80922"/>
                  <a:pt x="2450491" y="75611"/>
                  <a:pt x="2452441" y="70733"/>
                </a:cubicBezTo>
                <a:cubicBezTo>
                  <a:pt x="2454392" y="65855"/>
                  <a:pt x="2457101" y="61628"/>
                  <a:pt x="2460568" y="58052"/>
                </a:cubicBezTo>
                <a:cubicBezTo>
                  <a:pt x="2464037" y="54473"/>
                  <a:pt x="2468102" y="51682"/>
                  <a:pt x="2472761" y="49676"/>
                </a:cubicBezTo>
                <a:cubicBezTo>
                  <a:pt x="2477421" y="47670"/>
                  <a:pt x="2482460" y="46667"/>
                  <a:pt x="2487878" y="46667"/>
                </a:cubicBezTo>
                <a:cubicBezTo>
                  <a:pt x="2493837" y="46667"/>
                  <a:pt x="2499092" y="47673"/>
                  <a:pt x="2503642" y="49683"/>
                </a:cubicBezTo>
                <a:cubicBezTo>
                  <a:pt x="2508194" y="51692"/>
                  <a:pt x="2511987" y="54408"/>
                  <a:pt x="2515021" y="57831"/>
                </a:cubicBezTo>
                <a:cubicBezTo>
                  <a:pt x="2518055" y="61252"/>
                  <a:pt x="2520358" y="65243"/>
                  <a:pt x="2521929" y="69805"/>
                </a:cubicBezTo>
                <a:cubicBezTo>
                  <a:pt x="2523501" y="74367"/>
                  <a:pt x="2524287" y="79256"/>
                  <a:pt x="2524287" y="84471"/>
                </a:cubicBezTo>
                <a:close/>
                <a:moveTo>
                  <a:pt x="2559396" y="83017"/>
                </a:moveTo>
                <a:lnTo>
                  <a:pt x="2559882" y="83017"/>
                </a:lnTo>
                <a:lnTo>
                  <a:pt x="2594992" y="48721"/>
                </a:lnTo>
                <a:lnTo>
                  <a:pt x="2610922" y="48721"/>
                </a:lnTo>
                <a:lnTo>
                  <a:pt x="2572561" y="83503"/>
                </a:lnTo>
                <a:lnTo>
                  <a:pt x="2614824" y="124764"/>
                </a:lnTo>
                <a:lnTo>
                  <a:pt x="2598569" y="124764"/>
                </a:lnTo>
                <a:lnTo>
                  <a:pt x="2559882" y="84763"/>
                </a:lnTo>
                <a:lnTo>
                  <a:pt x="2559396" y="84763"/>
                </a:lnTo>
                <a:lnTo>
                  <a:pt x="2559396" y="124764"/>
                </a:lnTo>
                <a:lnTo>
                  <a:pt x="2548342" y="124764"/>
                </a:lnTo>
                <a:lnTo>
                  <a:pt x="2548342" y="1910"/>
                </a:lnTo>
                <a:lnTo>
                  <a:pt x="2559396" y="1910"/>
                </a:lnTo>
                <a:lnTo>
                  <a:pt x="2559396" y="83017"/>
                </a:lnTo>
                <a:close/>
                <a:moveTo>
                  <a:pt x="2632865" y="147622"/>
                </a:moveTo>
                <a:lnTo>
                  <a:pt x="2623599" y="147622"/>
                </a:lnTo>
                <a:lnTo>
                  <a:pt x="2634490" y="109367"/>
                </a:lnTo>
                <a:lnTo>
                  <a:pt x="2646030" y="109367"/>
                </a:lnTo>
                <a:lnTo>
                  <a:pt x="2632865" y="147622"/>
                </a:lnTo>
                <a:close/>
                <a:moveTo>
                  <a:pt x="2749408" y="66603"/>
                </a:moveTo>
                <a:cubicBezTo>
                  <a:pt x="2747783" y="63460"/>
                  <a:pt x="2745317" y="60886"/>
                  <a:pt x="2742012" y="58882"/>
                </a:cubicBezTo>
                <a:cubicBezTo>
                  <a:pt x="2738707" y="56877"/>
                  <a:pt x="2734941" y="55874"/>
                  <a:pt x="2730715" y="55874"/>
                </a:cubicBezTo>
                <a:cubicBezTo>
                  <a:pt x="2728765" y="55874"/>
                  <a:pt x="2726815" y="56091"/>
                  <a:pt x="2724864" y="56526"/>
                </a:cubicBezTo>
                <a:cubicBezTo>
                  <a:pt x="2722913" y="56959"/>
                  <a:pt x="2721178" y="57665"/>
                  <a:pt x="2719661" y="58642"/>
                </a:cubicBezTo>
                <a:cubicBezTo>
                  <a:pt x="2718144" y="59617"/>
                  <a:pt x="2716926" y="60865"/>
                  <a:pt x="2716005" y="62385"/>
                </a:cubicBezTo>
                <a:cubicBezTo>
                  <a:pt x="2715084" y="63902"/>
                  <a:pt x="2714623" y="65692"/>
                  <a:pt x="2714623" y="67754"/>
                </a:cubicBezTo>
                <a:cubicBezTo>
                  <a:pt x="2714623" y="71336"/>
                  <a:pt x="2716086" y="74075"/>
                  <a:pt x="2719011" y="75974"/>
                </a:cubicBezTo>
                <a:cubicBezTo>
                  <a:pt x="2721937" y="77872"/>
                  <a:pt x="2726543" y="79472"/>
                  <a:pt x="2732828" y="80775"/>
                </a:cubicBezTo>
                <a:cubicBezTo>
                  <a:pt x="2741823" y="82619"/>
                  <a:pt x="2748460" y="85304"/>
                  <a:pt x="2752739" y="88831"/>
                </a:cubicBezTo>
                <a:cubicBezTo>
                  <a:pt x="2757020" y="92356"/>
                  <a:pt x="2759160" y="97102"/>
                  <a:pt x="2759160" y="103070"/>
                </a:cubicBezTo>
                <a:cubicBezTo>
                  <a:pt x="2759160" y="107410"/>
                  <a:pt x="2758320" y="111073"/>
                  <a:pt x="2756640" y="114057"/>
                </a:cubicBezTo>
                <a:cubicBezTo>
                  <a:pt x="2754960" y="117040"/>
                  <a:pt x="2752765" y="119481"/>
                  <a:pt x="2750055" y="121381"/>
                </a:cubicBezTo>
                <a:cubicBezTo>
                  <a:pt x="2747347" y="123279"/>
                  <a:pt x="2744287" y="124635"/>
                  <a:pt x="2740874" y="125449"/>
                </a:cubicBezTo>
                <a:cubicBezTo>
                  <a:pt x="2737461" y="126262"/>
                  <a:pt x="2734021" y="126669"/>
                  <a:pt x="2730554" y="126669"/>
                </a:cubicBezTo>
                <a:cubicBezTo>
                  <a:pt x="2724809" y="126669"/>
                  <a:pt x="2719228" y="125485"/>
                  <a:pt x="2713810" y="123117"/>
                </a:cubicBezTo>
                <a:cubicBezTo>
                  <a:pt x="2708393" y="120748"/>
                  <a:pt x="2703950" y="117023"/>
                  <a:pt x="2700481" y="111941"/>
                </a:cubicBezTo>
                <a:lnTo>
                  <a:pt x="2709259" y="105438"/>
                </a:lnTo>
                <a:cubicBezTo>
                  <a:pt x="2711210" y="108798"/>
                  <a:pt x="2714081" y="111616"/>
                  <a:pt x="2717872" y="113891"/>
                </a:cubicBezTo>
                <a:cubicBezTo>
                  <a:pt x="2721665" y="116166"/>
                  <a:pt x="2725838" y="117304"/>
                  <a:pt x="2730390" y="117304"/>
                </a:cubicBezTo>
                <a:cubicBezTo>
                  <a:pt x="2732774" y="117304"/>
                  <a:pt x="2735049" y="117087"/>
                  <a:pt x="2737215" y="116654"/>
                </a:cubicBezTo>
                <a:cubicBezTo>
                  <a:pt x="2739383" y="116219"/>
                  <a:pt x="2741280" y="115459"/>
                  <a:pt x="2742905" y="114374"/>
                </a:cubicBezTo>
                <a:cubicBezTo>
                  <a:pt x="2744530" y="113290"/>
                  <a:pt x="2745831" y="111907"/>
                  <a:pt x="2746806" y="110225"/>
                </a:cubicBezTo>
                <a:cubicBezTo>
                  <a:pt x="2747782" y="108542"/>
                  <a:pt x="2748270" y="106453"/>
                  <a:pt x="2748270" y="103958"/>
                </a:cubicBezTo>
                <a:cubicBezTo>
                  <a:pt x="2748270" y="99943"/>
                  <a:pt x="2746346" y="96932"/>
                  <a:pt x="2742498" y="94925"/>
                </a:cubicBezTo>
                <a:cubicBezTo>
                  <a:pt x="2738652" y="92917"/>
                  <a:pt x="2733099" y="91046"/>
                  <a:pt x="2725839" y="89310"/>
                </a:cubicBezTo>
                <a:cubicBezTo>
                  <a:pt x="2723564" y="88767"/>
                  <a:pt x="2721152" y="88089"/>
                  <a:pt x="2718604" y="87276"/>
                </a:cubicBezTo>
                <a:cubicBezTo>
                  <a:pt x="2716058" y="86462"/>
                  <a:pt x="2713701" y="85269"/>
                  <a:pt x="2711533" y="83697"/>
                </a:cubicBezTo>
                <a:cubicBezTo>
                  <a:pt x="2709367" y="82123"/>
                  <a:pt x="2707580" y="80142"/>
                  <a:pt x="2706171" y="77754"/>
                </a:cubicBezTo>
                <a:cubicBezTo>
                  <a:pt x="2704762" y="75367"/>
                  <a:pt x="2704058" y="72383"/>
                  <a:pt x="2704058" y="68803"/>
                </a:cubicBezTo>
                <a:cubicBezTo>
                  <a:pt x="2704058" y="64896"/>
                  <a:pt x="2704816" y="61559"/>
                  <a:pt x="2706332" y="58793"/>
                </a:cubicBezTo>
                <a:cubicBezTo>
                  <a:pt x="2707850" y="56025"/>
                  <a:pt x="2709882" y="53747"/>
                  <a:pt x="2712428" y="51958"/>
                </a:cubicBezTo>
                <a:cubicBezTo>
                  <a:pt x="2714975" y="50167"/>
                  <a:pt x="2717873" y="48838"/>
                  <a:pt x="2721124" y="47970"/>
                </a:cubicBezTo>
                <a:cubicBezTo>
                  <a:pt x="2724376" y="47102"/>
                  <a:pt x="2727736" y="46667"/>
                  <a:pt x="2731203" y="46667"/>
                </a:cubicBezTo>
                <a:cubicBezTo>
                  <a:pt x="2736513" y="46667"/>
                  <a:pt x="2741659" y="47852"/>
                  <a:pt x="2746643" y="50222"/>
                </a:cubicBezTo>
                <a:cubicBezTo>
                  <a:pt x="2751628" y="52589"/>
                  <a:pt x="2755367" y="55937"/>
                  <a:pt x="2757861" y="60264"/>
                </a:cubicBezTo>
                <a:lnTo>
                  <a:pt x="2749408" y="66603"/>
                </a:lnTo>
                <a:close/>
                <a:moveTo>
                  <a:pt x="2792482" y="124764"/>
                </a:moveTo>
                <a:lnTo>
                  <a:pt x="2781428" y="124764"/>
                </a:lnTo>
                <a:lnTo>
                  <a:pt x="2781428" y="1882"/>
                </a:lnTo>
                <a:lnTo>
                  <a:pt x="2792482" y="1882"/>
                </a:lnTo>
                <a:lnTo>
                  <a:pt x="2792482" y="124764"/>
                </a:lnTo>
                <a:close/>
                <a:moveTo>
                  <a:pt x="2833279" y="124764"/>
                </a:moveTo>
                <a:lnTo>
                  <a:pt x="2822227" y="124764"/>
                </a:lnTo>
                <a:lnTo>
                  <a:pt x="2822227" y="48694"/>
                </a:lnTo>
                <a:lnTo>
                  <a:pt x="2833279" y="48694"/>
                </a:lnTo>
                <a:lnTo>
                  <a:pt x="2833279" y="124764"/>
                </a:lnTo>
                <a:moveTo>
                  <a:pt x="2835556" y="19365"/>
                </a:moveTo>
                <a:cubicBezTo>
                  <a:pt x="2835556" y="21634"/>
                  <a:pt x="2834743" y="23497"/>
                  <a:pt x="2833118" y="24956"/>
                </a:cubicBezTo>
                <a:cubicBezTo>
                  <a:pt x="2831492" y="26414"/>
                  <a:pt x="2829704" y="27143"/>
                  <a:pt x="2827753" y="27143"/>
                </a:cubicBezTo>
                <a:cubicBezTo>
                  <a:pt x="2825802" y="27143"/>
                  <a:pt x="2824014" y="26414"/>
                  <a:pt x="2822388" y="24956"/>
                </a:cubicBezTo>
                <a:cubicBezTo>
                  <a:pt x="2820763" y="23497"/>
                  <a:pt x="2819950" y="21634"/>
                  <a:pt x="2819950" y="19365"/>
                </a:cubicBezTo>
                <a:cubicBezTo>
                  <a:pt x="2819950" y="17097"/>
                  <a:pt x="2820763" y="15233"/>
                  <a:pt x="2822388" y="13775"/>
                </a:cubicBezTo>
                <a:cubicBezTo>
                  <a:pt x="2824014" y="12317"/>
                  <a:pt x="2825802" y="11587"/>
                  <a:pt x="2827753" y="11587"/>
                </a:cubicBezTo>
                <a:cubicBezTo>
                  <a:pt x="2829704" y="11587"/>
                  <a:pt x="2831492" y="12317"/>
                  <a:pt x="2833118" y="13775"/>
                </a:cubicBezTo>
                <a:cubicBezTo>
                  <a:pt x="2834743" y="15233"/>
                  <a:pt x="2835556" y="17097"/>
                  <a:pt x="2835556" y="19365"/>
                </a:cubicBezTo>
                <a:close/>
                <a:moveTo>
                  <a:pt x="2873589" y="61635"/>
                </a:moveTo>
                <a:cubicBezTo>
                  <a:pt x="2875757" y="57189"/>
                  <a:pt x="2879089" y="53583"/>
                  <a:pt x="2883584" y="50817"/>
                </a:cubicBezTo>
                <a:cubicBezTo>
                  <a:pt x="2888082" y="48051"/>
                  <a:pt x="2893094" y="46667"/>
                  <a:pt x="2898622" y="46667"/>
                </a:cubicBezTo>
                <a:cubicBezTo>
                  <a:pt x="2900680" y="46667"/>
                  <a:pt x="2902820" y="46885"/>
                  <a:pt x="2905041" y="47320"/>
                </a:cubicBezTo>
                <a:cubicBezTo>
                  <a:pt x="2907263" y="47753"/>
                  <a:pt x="2909431" y="48593"/>
                  <a:pt x="2911544" y="49840"/>
                </a:cubicBezTo>
                <a:cubicBezTo>
                  <a:pt x="2913657" y="51086"/>
                  <a:pt x="2915607" y="52741"/>
                  <a:pt x="2917395" y="54803"/>
                </a:cubicBezTo>
                <a:cubicBezTo>
                  <a:pt x="2919184" y="56863"/>
                  <a:pt x="2920728" y="59520"/>
                  <a:pt x="2922028" y="62774"/>
                </a:cubicBezTo>
                <a:cubicBezTo>
                  <a:pt x="2924628" y="57567"/>
                  <a:pt x="2928177" y="53581"/>
                  <a:pt x="2932673" y="50817"/>
                </a:cubicBezTo>
                <a:cubicBezTo>
                  <a:pt x="2937170" y="48051"/>
                  <a:pt x="2942507" y="46667"/>
                  <a:pt x="2948685" y="46667"/>
                </a:cubicBezTo>
                <a:cubicBezTo>
                  <a:pt x="2958328" y="46667"/>
                  <a:pt x="2965560" y="49542"/>
                  <a:pt x="2970382" y="55291"/>
                </a:cubicBezTo>
                <a:cubicBezTo>
                  <a:pt x="2975205" y="61040"/>
                  <a:pt x="2977616" y="68633"/>
                  <a:pt x="2977616" y="78069"/>
                </a:cubicBezTo>
                <a:lnTo>
                  <a:pt x="2977616" y="124764"/>
                </a:lnTo>
                <a:lnTo>
                  <a:pt x="2966565" y="124764"/>
                </a:lnTo>
                <a:lnTo>
                  <a:pt x="2966565" y="82583"/>
                </a:lnTo>
                <a:cubicBezTo>
                  <a:pt x="2966565" y="74549"/>
                  <a:pt x="2965075" y="68089"/>
                  <a:pt x="2962095" y="63203"/>
                </a:cubicBezTo>
                <a:cubicBezTo>
                  <a:pt x="2959116" y="58317"/>
                  <a:pt x="2954049" y="55874"/>
                  <a:pt x="2946897" y="55874"/>
                </a:cubicBezTo>
                <a:cubicBezTo>
                  <a:pt x="2942887" y="55874"/>
                  <a:pt x="2939501" y="56688"/>
                  <a:pt x="2936738" y="58317"/>
                </a:cubicBezTo>
                <a:cubicBezTo>
                  <a:pt x="2933975" y="59946"/>
                  <a:pt x="2931753" y="62090"/>
                  <a:pt x="2930073" y="64751"/>
                </a:cubicBezTo>
                <a:cubicBezTo>
                  <a:pt x="2928393" y="67409"/>
                  <a:pt x="2927174" y="70422"/>
                  <a:pt x="2926415" y="73788"/>
                </a:cubicBezTo>
                <a:cubicBezTo>
                  <a:pt x="2925658" y="77155"/>
                  <a:pt x="2925279" y="80630"/>
                  <a:pt x="2925279" y="84213"/>
                </a:cubicBezTo>
                <a:lnTo>
                  <a:pt x="2925279" y="124764"/>
                </a:lnTo>
                <a:lnTo>
                  <a:pt x="2914225" y="124764"/>
                </a:lnTo>
                <a:lnTo>
                  <a:pt x="2914225" y="80304"/>
                </a:lnTo>
                <a:cubicBezTo>
                  <a:pt x="2914225" y="76612"/>
                  <a:pt x="2913954" y="73246"/>
                  <a:pt x="2913411" y="70207"/>
                </a:cubicBezTo>
                <a:cubicBezTo>
                  <a:pt x="2912871" y="67166"/>
                  <a:pt x="2911922" y="64588"/>
                  <a:pt x="2910567" y="62471"/>
                </a:cubicBezTo>
                <a:cubicBezTo>
                  <a:pt x="2909212" y="60353"/>
                  <a:pt x="2907343" y="58725"/>
                  <a:pt x="2904959" y="57585"/>
                </a:cubicBezTo>
                <a:cubicBezTo>
                  <a:pt x="2902576" y="56444"/>
                  <a:pt x="2899543" y="55874"/>
                  <a:pt x="2895859" y="55874"/>
                </a:cubicBezTo>
                <a:cubicBezTo>
                  <a:pt x="2893258" y="55874"/>
                  <a:pt x="2890630" y="56472"/>
                  <a:pt x="2887974" y="57667"/>
                </a:cubicBezTo>
                <a:cubicBezTo>
                  <a:pt x="2885321" y="58861"/>
                  <a:pt x="2882937" y="60680"/>
                  <a:pt x="2880824" y="63124"/>
                </a:cubicBezTo>
                <a:cubicBezTo>
                  <a:pt x="2878711" y="65566"/>
                  <a:pt x="2877004" y="68659"/>
                  <a:pt x="2875702" y="72405"/>
                </a:cubicBezTo>
                <a:cubicBezTo>
                  <a:pt x="2874403" y="76150"/>
                  <a:pt x="2873753" y="80574"/>
                  <a:pt x="2873753" y="85679"/>
                </a:cubicBezTo>
                <a:lnTo>
                  <a:pt x="2873753" y="124764"/>
                </a:lnTo>
                <a:lnTo>
                  <a:pt x="2862699" y="124764"/>
                </a:lnTo>
                <a:lnTo>
                  <a:pt x="2862699" y="65378"/>
                </a:lnTo>
                <a:cubicBezTo>
                  <a:pt x="2862699" y="63318"/>
                  <a:pt x="2862644" y="60661"/>
                  <a:pt x="2862535" y="57407"/>
                </a:cubicBezTo>
                <a:cubicBezTo>
                  <a:pt x="2862427" y="54153"/>
                  <a:pt x="2862265" y="51224"/>
                  <a:pt x="2862049" y="48619"/>
                </a:cubicBezTo>
                <a:lnTo>
                  <a:pt x="2872614" y="48619"/>
                </a:lnTo>
                <a:cubicBezTo>
                  <a:pt x="2872831" y="50681"/>
                  <a:pt x="2872993" y="52960"/>
                  <a:pt x="2873101" y="55455"/>
                </a:cubicBezTo>
                <a:cubicBezTo>
                  <a:pt x="2873210" y="57948"/>
                  <a:pt x="2873264" y="60008"/>
                  <a:pt x="2873264" y="61635"/>
                </a:cubicBezTo>
                <a:lnTo>
                  <a:pt x="2873589" y="61635"/>
                </a:lnTo>
                <a:close/>
                <a:moveTo>
                  <a:pt x="3035807" y="90002"/>
                </a:moveTo>
                <a:lnTo>
                  <a:pt x="2999397" y="90002"/>
                </a:lnTo>
                <a:lnTo>
                  <a:pt x="2999397" y="80795"/>
                </a:lnTo>
                <a:lnTo>
                  <a:pt x="3035807" y="80795"/>
                </a:lnTo>
                <a:lnTo>
                  <a:pt x="3035807" y="90002"/>
                </a:lnTo>
                <a:close/>
                <a:moveTo>
                  <a:pt x="3117077" y="124764"/>
                </a:moveTo>
                <a:lnTo>
                  <a:pt x="3106026" y="124764"/>
                </a:lnTo>
                <a:lnTo>
                  <a:pt x="3106026" y="48731"/>
                </a:lnTo>
                <a:lnTo>
                  <a:pt x="3117077" y="48731"/>
                </a:lnTo>
                <a:lnTo>
                  <a:pt x="3117077" y="124764"/>
                </a:lnTo>
                <a:moveTo>
                  <a:pt x="3119515" y="19365"/>
                </a:moveTo>
                <a:cubicBezTo>
                  <a:pt x="3119515" y="21634"/>
                  <a:pt x="3118703" y="23497"/>
                  <a:pt x="3117077" y="24956"/>
                </a:cubicBezTo>
                <a:cubicBezTo>
                  <a:pt x="3115452" y="26414"/>
                  <a:pt x="3113665" y="27143"/>
                  <a:pt x="3111715" y="27143"/>
                </a:cubicBezTo>
                <a:cubicBezTo>
                  <a:pt x="3109764" y="27143"/>
                  <a:pt x="3107976" y="26414"/>
                  <a:pt x="3106351" y="24956"/>
                </a:cubicBezTo>
                <a:cubicBezTo>
                  <a:pt x="3104725" y="23497"/>
                  <a:pt x="3103912" y="21634"/>
                  <a:pt x="3103912" y="19365"/>
                </a:cubicBezTo>
                <a:cubicBezTo>
                  <a:pt x="3103912" y="17097"/>
                  <a:pt x="3104725" y="15233"/>
                  <a:pt x="3106351" y="13775"/>
                </a:cubicBezTo>
                <a:cubicBezTo>
                  <a:pt x="3107976" y="12317"/>
                  <a:pt x="3109764" y="11587"/>
                  <a:pt x="3111715" y="11587"/>
                </a:cubicBezTo>
                <a:cubicBezTo>
                  <a:pt x="3113665" y="11587"/>
                  <a:pt x="3115452" y="12317"/>
                  <a:pt x="3117077" y="13775"/>
                </a:cubicBezTo>
                <a:cubicBezTo>
                  <a:pt x="3118703" y="15233"/>
                  <a:pt x="3119515" y="17097"/>
                  <a:pt x="3119515" y="19365"/>
                </a:cubicBezTo>
                <a:moveTo>
                  <a:pt x="3090420" y="57938"/>
                </a:moveTo>
                <a:lnTo>
                  <a:pt x="3072540" y="57938"/>
                </a:lnTo>
                <a:lnTo>
                  <a:pt x="3072540" y="124764"/>
                </a:lnTo>
                <a:lnTo>
                  <a:pt x="3061489" y="124764"/>
                </a:lnTo>
                <a:lnTo>
                  <a:pt x="3061489" y="57938"/>
                </a:lnTo>
                <a:lnTo>
                  <a:pt x="3045558" y="57938"/>
                </a:lnTo>
                <a:lnTo>
                  <a:pt x="3045558" y="48731"/>
                </a:lnTo>
                <a:lnTo>
                  <a:pt x="3061489" y="48731"/>
                </a:lnTo>
                <a:lnTo>
                  <a:pt x="3061489" y="27939"/>
                </a:lnTo>
                <a:cubicBezTo>
                  <a:pt x="3061489" y="19275"/>
                  <a:pt x="3063602" y="12453"/>
                  <a:pt x="3067828" y="7473"/>
                </a:cubicBezTo>
                <a:cubicBezTo>
                  <a:pt x="3072054" y="2491"/>
                  <a:pt x="3078556" y="0"/>
                  <a:pt x="3087332" y="0"/>
                </a:cubicBezTo>
                <a:cubicBezTo>
                  <a:pt x="3088741" y="0"/>
                  <a:pt x="3090258" y="81"/>
                  <a:pt x="3091884" y="243"/>
                </a:cubicBezTo>
                <a:cubicBezTo>
                  <a:pt x="3093509" y="403"/>
                  <a:pt x="3095026" y="699"/>
                  <a:pt x="3096435" y="1128"/>
                </a:cubicBezTo>
                <a:lnTo>
                  <a:pt x="3094485" y="10819"/>
                </a:lnTo>
                <a:cubicBezTo>
                  <a:pt x="3093293" y="10495"/>
                  <a:pt x="3092101" y="10224"/>
                  <a:pt x="3090909" y="10008"/>
                </a:cubicBezTo>
                <a:cubicBezTo>
                  <a:pt x="3089717" y="9791"/>
                  <a:pt x="3088362" y="9683"/>
                  <a:pt x="3086846" y="9683"/>
                </a:cubicBezTo>
                <a:cubicBezTo>
                  <a:pt x="3083920" y="9683"/>
                  <a:pt x="3081508" y="10171"/>
                  <a:pt x="3079611" y="11148"/>
                </a:cubicBezTo>
                <a:cubicBezTo>
                  <a:pt x="3077715" y="12124"/>
                  <a:pt x="3076252" y="13507"/>
                  <a:pt x="3075222" y="15298"/>
                </a:cubicBezTo>
                <a:cubicBezTo>
                  <a:pt x="3074193" y="17087"/>
                  <a:pt x="3073489" y="19174"/>
                  <a:pt x="3073108" y="21560"/>
                </a:cubicBezTo>
                <a:cubicBezTo>
                  <a:pt x="3072730" y="23946"/>
                  <a:pt x="3072540" y="26495"/>
                  <a:pt x="3072540" y="29207"/>
                </a:cubicBezTo>
                <a:lnTo>
                  <a:pt x="3072540" y="48731"/>
                </a:lnTo>
                <a:lnTo>
                  <a:pt x="3090420" y="48731"/>
                </a:lnTo>
                <a:lnTo>
                  <a:pt x="3090420" y="57938"/>
                </a:lnTo>
                <a:close/>
                <a:moveTo>
                  <a:pt x="3180956" y="57938"/>
                </a:moveTo>
                <a:lnTo>
                  <a:pt x="3159503" y="57938"/>
                </a:lnTo>
                <a:lnTo>
                  <a:pt x="3159503" y="102358"/>
                </a:lnTo>
                <a:cubicBezTo>
                  <a:pt x="3159503" y="105179"/>
                  <a:pt x="3159773" y="107511"/>
                  <a:pt x="3160314" y="109355"/>
                </a:cubicBezTo>
                <a:cubicBezTo>
                  <a:pt x="3160856" y="111198"/>
                  <a:pt x="3161641" y="112636"/>
                  <a:pt x="3162670" y="113668"/>
                </a:cubicBezTo>
                <a:cubicBezTo>
                  <a:pt x="3163700" y="114698"/>
                  <a:pt x="3164919" y="115403"/>
                  <a:pt x="3166328" y="115783"/>
                </a:cubicBezTo>
                <a:cubicBezTo>
                  <a:pt x="3167737" y="116162"/>
                  <a:pt x="3169254" y="116351"/>
                  <a:pt x="3170879" y="116351"/>
                </a:cubicBezTo>
                <a:cubicBezTo>
                  <a:pt x="3172397" y="116351"/>
                  <a:pt x="3173995" y="116130"/>
                  <a:pt x="3175674" y="115689"/>
                </a:cubicBezTo>
                <a:cubicBezTo>
                  <a:pt x="3177353" y="115246"/>
                  <a:pt x="3178952" y="114637"/>
                  <a:pt x="3180470" y="113861"/>
                </a:cubicBezTo>
                <a:lnTo>
                  <a:pt x="3180956" y="123442"/>
                </a:lnTo>
                <a:cubicBezTo>
                  <a:pt x="3179007" y="124201"/>
                  <a:pt x="3176976" y="124770"/>
                  <a:pt x="3174863" y="125148"/>
                </a:cubicBezTo>
                <a:cubicBezTo>
                  <a:pt x="3172749" y="125527"/>
                  <a:pt x="3170446" y="125716"/>
                  <a:pt x="3167953" y="125716"/>
                </a:cubicBezTo>
                <a:cubicBezTo>
                  <a:pt x="3165894" y="125716"/>
                  <a:pt x="3163727" y="125445"/>
                  <a:pt x="3161452" y="124903"/>
                </a:cubicBezTo>
                <a:cubicBezTo>
                  <a:pt x="3159177" y="124362"/>
                  <a:pt x="3157064" y="123334"/>
                  <a:pt x="3155113" y="121818"/>
                </a:cubicBezTo>
                <a:cubicBezTo>
                  <a:pt x="3153163" y="120300"/>
                  <a:pt x="3151565" y="118240"/>
                  <a:pt x="3150318" y="115639"/>
                </a:cubicBezTo>
                <a:cubicBezTo>
                  <a:pt x="3149072" y="113038"/>
                  <a:pt x="3148448" y="109625"/>
                  <a:pt x="3148448" y="105399"/>
                </a:cubicBezTo>
                <a:lnTo>
                  <a:pt x="3148448" y="57938"/>
                </a:lnTo>
                <a:lnTo>
                  <a:pt x="3132682" y="57938"/>
                </a:lnTo>
                <a:lnTo>
                  <a:pt x="3132682" y="48731"/>
                </a:lnTo>
                <a:lnTo>
                  <a:pt x="3148448" y="48731"/>
                </a:lnTo>
                <a:lnTo>
                  <a:pt x="3148448" y="27275"/>
                </a:lnTo>
                <a:lnTo>
                  <a:pt x="3159503" y="27275"/>
                </a:lnTo>
                <a:lnTo>
                  <a:pt x="3159503" y="48731"/>
                </a:lnTo>
                <a:lnTo>
                  <a:pt x="3180956" y="48731"/>
                </a:lnTo>
                <a:lnTo>
                  <a:pt x="3180956" y="57938"/>
                </a:lnTo>
                <a:close/>
                <a:moveTo>
                  <a:pt x="3230533" y="57938"/>
                </a:moveTo>
                <a:lnTo>
                  <a:pt x="3209079" y="57938"/>
                </a:lnTo>
                <a:lnTo>
                  <a:pt x="3209079" y="102358"/>
                </a:lnTo>
                <a:cubicBezTo>
                  <a:pt x="3209079" y="105179"/>
                  <a:pt x="3209349" y="107511"/>
                  <a:pt x="3209890" y="109355"/>
                </a:cubicBezTo>
                <a:cubicBezTo>
                  <a:pt x="3210432" y="111198"/>
                  <a:pt x="3211218" y="112636"/>
                  <a:pt x="3212246" y="113668"/>
                </a:cubicBezTo>
                <a:cubicBezTo>
                  <a:pt x="3213276" y="114698"/>
                  <a:pt x="3214496" y="115403"/>
                  <a:pt x="3215905" y="115783"/>
                </a:cubicBezTo>
                <a:cubicBezTo>
                  <a:pt x="3217313" y="116162"/>
                  <a:pt x="3218830" y="116351"/>
                  <a:pt x="3220456" y="116351"/>
                </a:cubicBezTo>
                <a:cubicBezTo>
                  <a:pt x="3221974" y="116351"/>
                  <a:pt x="3223572" y="116130"/>
                  <a:pt x="3225250" y="115689"/>
                </a:cubicBezTo>
                <a:cubicBezTo>
                  <a:pt x="3226930" y="115246"/>
                  <a:pt x="3228529" y="114637"/>
                  <a:pt x="3230047" y="113861"/>
                </a:cubicBezTo>
                <a:lnTo>
                  <a:pt x="3230533" y="123442"/>
                </a:lnTo>
                <a:cubicBezTo>
                  <a:pt x="3228583" y="124201"/>
                  <a:pt x="3226552" y="124770"/>
                  <a:pt x="3224439" y="125148"/>
                </a:cubicBezTo>
                <a:cubicBezTo>
                  <a:pt x="3222326" y="125527"/>
                  <a:pt x="3220023" y="125716"/>
                  <a:pt x="3217529" y="125716"/>
                </a:cubicBezTo>
                <a:cubicBezTo>
                  <a:pt x="3215471" y="125716"/>
                  <a:pt x="3213304" y="125445"/>
                  <a:pt x="3211029" y="124903"/>
                </a:cubicBezTo>
                <a:cubicBezTo>
                  <a:pt x="3208753" y="124362"/>
                  <a:pt x="3206640" y="123334"/>
                  <a:pt x="3204689" y="121818"/>
                </a:cubicBezTo>
                <a:cubicBezTo>
                  <a:pt x="3202740" y="120300"/>
                  <a:pt x="3201142" y="118240"/>
                  <a:pt x="3199895" y="115639"/>
                </a:cubicBezTo>
                <a:cubicBezTo>
                  <a:pt x="3198648" y="113038"/>
                  <a:pt x="3198025" y="109625"/>
                  <a:pt x="3198025" y="105399"/>
                </a:cubicBezTo>
                <a:lnTo>
                  <a:pt x="3198025" y="57938"/>
                </a:lnTo>
                <a:lnTo>
                  <a:pt x="3182258" y="57938"/>
                </a:lnTo>
                <a:lnTo>
                  <a:pt x="3182258" y="48731"/>
                </a:lnTo>
                <a:lnTo>
                  <a:pt x="3198025" y="48731"/>
                </a:lnTo>
                <a:lnTo>
                  <a:pt x="3198025" y="27275"/>
                </a:lnTo>
                <a:lnTo>
                  <a:pt x="3209079" y="27275"/>
                </a:lnTo>
                <a:lnTo>
                  <a:pt x="3209079" y="48731"/>
                </a:lnTo>
                <a:lnTo>
                  <a:pt x="3230533" y="48731"/>
                </a:lnTo>
                <a:lnTo>
                  <a:pt x="3230533" y="57938"/>
                </a:lnTo>
                <a:close/>
                <a:moveTo>
                  <a:pt x="3305791" y="80954"/>
                </a:moveTo>
                <a:cubicBezTo>
                  <a:pt x="3305465" y="73741"/>
                  <a:pt x="3303162" y="67758"/>
                  <a:pt x="3298881" y="63005"/>
                </a:cubicBezTo>
                <a:cubicBezTo>
                  <a:pt x="3294602" y="58251"/>
                  <a:pt x="3288507" y="55874"/>
                  <a:pt x="3280597" y="55874"/>
                </a:cubicBezTo>
                <a:cubicBezTo>
                  <a:pt x="3276913" y="55874"/>
                  <a:pt x="3273500" y="56557"/>
                  <a:pt x="3270356" y="57923"/>
                </a:cubicBezTo>
                <a:cubicBezTo>
                  <a:pt x="3267215" y="59288"/>
                  <a:pt x="3264452" y="61146"/>
                  <a:pt x="3262067" y="63496"/>
                </a:cubicBezTo>
                <a:cubicBezTo>
                  <a:pt x="3259683" y="65845"/>
                  <a:pt x="3257787" y="68523"/>
                  <a:pt x="3256378" y="71529"/>
                </a:cubicBezTo>
                <a:cubicBezTo>
                  <a:pt x="3254969" y="74533"/>
                  <a:pt x="3254156" y="77675"/>
                  <a:pt x="3253940" y="80954"/>
                </a:cubicBezTo>
                <a:lnTo>
                  <a:pt x="3305791" y="80954"/>
                </a:lnTo>
                <a:moveTo>
                  <a:pt x="3317006" y="84471"/>
                </a:moveTo>
                <a:cubicBezTo>
                  <a:pt x="3317006" y="85231"/>
                  <a:pt x="3317006" y="86046"/>
                  <a:pt x="3317006" y="86916"/>
                </a:cubicBezTo>
                <a:cubicBezTo>
                  <a:pt x="3317006" y="87784"/>
                  <a:pt x="3316952" y="88707"/>
                  <a:pt x="3316843" y="89684"/>
                </a:cubicBezTo>
                <a:lnTo>
                  <a:pt x="3253776" y="89684"/>
                </a:lnTo>
                <a:cubicBezTo>
                  <a:pt x="3253885" y="93475"/>
                  <a:pt x="3254643" y="97050"/>
                  <a:pt x="3256050" y="100408"/>
                </a:cubicBezTo>
                <a:cubicBezTo>
                  <a:pt x="3257459" y="103765"/>
                  <a:pt x="3259409" y="106689"/>
                  <a:pt x="3261901" y="109181"/>
                </a:cubicBezTo>
                <a:cubicBezTo>
                  <a:pt x="3264395" y="111671"/>
                  <a:pt x="3267321" y="113648"/>
                  <a:pt x="3270679" y="115111"/>
                </a:cubicBezTo>
                <a:cubicBezTo>
                  <a:pt x="3274039" y="116573"/>
                  <a:pt x="3277670" y="117304"/>
                  <a:pt x="3281572" y="117304"/>
                </a:cubicBezTo>
                <a:cubicBezTo>
                  <a:pt x="3287314" y="117304"/>
                  <a:pt x="3292271" y="115977"/>
                  <a:pt x="3296443" y="113323"/>
                </a:cubicBezTo>
                <a:cubicBezTo>
                  <a:pt x="3300615" y="110667"/>
                  <a:pt x="3303784" y="107606"/>
                  <a:pt x="3305952" y="104139"/>
                </a:cubicBezTo>
                <a:lnTo>
                  <a:pt x="3314241" y="110639"/>
                </a:lnTo>
                <a:cubicBezTo>
                  <a:pt x="3309691" y="116374"/>
                  <a:pt x="3304679" y="120479"/>
                  <a:pt x="3299206" y="122956"/>
                </a:cubicBezTo>
                <a:cubicBezTo>
                  <a:pt x="3293735" y="125431"/>
                  <a:pt x="3287857" y="126669"/>
                  <a:pt x="3281572" y="126669"/>
                </a:cubicBezTo>
                <a:cubicBezTo>
                  <a:pt x="3275937" y="126669"/>
                  <a:pt x="3270708" y="125666"/>
                  <a:pt x="3265884" y="123660"/>
                </a:cubicBezTo>
                <a:cubicBezTo>
                  <a:pt x="3261063" y="121655"/>
                  <a:pt x="3256919" y="118864"/>
                  <a:pt x="3253451" y="115287"/>
                </a:cubicBezTo>
                <a:cubicBezTo>
                  <a:pt x="3249984" y="111709"/>
                  <a:pt x="3247247" y="107481"/>
                  <a:pt x="3245242" y="102603"/>
                </a:cubicBezTo>
                <a:cubicBezTo>
                  <a:pt x="3243238" y="97726"/>
                  <a:pt x="3242236" y="92414"/>
                  <a:pt x="3242236" y="86668"/>
                </a:cubicBezTo>
                <a:cubicBezTo>
                  <a:pt x="3242236" y="80922"/>
                  <a:pt x="3243210" y="75611"/>
                  <a:pt x="3245160" y="70733"/>
                </a:cubicBezTo>
                <a:cubicBezTo>
                  <a:pt x="3247111" y="65855"/>
                  <a:pt x="3249820" y="61628"/>
                  <a:pt x="3253288" y="58052"/>
                </a:cubicBezTo>
                <a:cubicBezTo>
                  <a:pt x="3256757" y="54473"/>
                  <a:pt x="3260821" y="51682"/>
                  <a:pt x="3265480" y="49676"/>
                </a:cubicBezTo>
                <a:cubicBezTo>
                  <a:pt x="3270140" y="47670"/>
                  <a:pt x="3275179" y="46667"/>
                  <a:pt x="3280597" y="46667"/>
                </a:cubicBezTo>
                <a:cubicBezTo>
                  <a:pt x="3286556" y="46667"/>
                  <a:pt x="3291811" y="47673"/>
                  <a:pt x="3296361" y="49683"/>
                </a:cubicBezTo>
                <a:cubicBezTo>
                  <a:pt x="3300913" y="51692"/>
                  <a:pt x="3304706" y="54408"/>
                  <a:pt x="3307740" y="57831"/>
                </a:cubicBezTo>
                <a:cubicBezTo>
                  <a:pt x="3310774" y="61252"/>
                  <a:pt x="3313077" y="65243"/>
                  <a:pt x="3314648" y="69805"/>
                </a:cubicBezTo>
                <a:cubicBezTo>
                  <a:pt x="3316220" y="74367"/>
                  <a:pt x="3317006" y="79256"/>
                  <a:pt x="3317006" y="84471"/>
                </a:cubicBezTo>
                <a:close/>
                <a:moveTo>
                  <a:pt x="3403317" y="111924"/>
                </a:moveTo>
                <a:cubicBezTo>
                  <a:pt x="3400066" y="116800"/>
                  <a:pt x="3395840" y="120477"/>
                  <a:pt x="3390638" y="122954"/>
                </a:cubicBezTo>
                <a:cubicBezTo>
                  <a:pt x="3385436" y="125430"/>
                  <a:pt x="3380072" y="126669"/>
                  <a:pt x="3374546" y="126669"/>
                </a:cubicBezTo>
                <a:cubicBezTo>
                  <a:pt x="3368585" y="126669"/>
                  <a:pt x="3363194" y="125640"/>
                  <a:pt x="3358373" y="123581"/>
                </a:cubicBezTo>
                <a:cubicBezTo>
                  <a:pt x="3353551" y="121521"/>
                  <a:pt x="3349433" y="118702"/>
                  <a:pt x="3346019" y="115126"/>
                </a:cubicBezTo>
                <a:cubicBezTo>
                  <a:pt x="3342606" y="111548"/>
                  <a:pt x="3339952" y="107320"/>
                  <a:pt x="3338055" y="102442"/>
                </a:cubicBezTo>
                <a:cubicBezTo>
                  <a:pt x="3336158" y="97563"/>
                  <a:pt x="3335210" y="92305"/>
                  <a:pt x="3335210" y="86668"/>
                </a:cubicBezTo>
                <a:cubicBezTo>
                  <a:pt x="3335210" y="81031"/>
                  <a:pt x="3336158" y="75774"/>
                  <a:pt x="3338055" y="70897"/>
                </a:cubicBezTo>
                <a:cubicBezTo>
                  <a:pt x="3339952" y="66017"/>
                  <a:pt x="3342606" y="61789"/>
                  <a:pt x="3346019" y="58213"/>
                </a:cubicBezTo>
                <a:cubicBezTo>
                  <a:pt x="3349433" y="54635"/>
                  <a:pt x="3353551" y="51816"/>
                  <a:pt x="3358373" y="49758"/>
                </a:cubicBezTo>
                <a:cubicBezTo>
                  <a:pt x="3363194" y="47698"/>
                  <a:pt x="3368585" y="46667"/>
                  <a:pt x="3374546" y="46667"/>
                </a:cubicBezTo>
                <a:cubicBezTo>
                  <a:pt x="3380072" y="46667"/>
                  <a:pt x="3385436" y="47941"/>
                  <a:pt x="3390638" y="50489"/>
                </a:cubicBezTo>
                <a:cubicBezTo>
                  <a:pt x="3395840" y="53036"/>
                  <a:pt x="3400066" y="56802"/>
                  <a:pt x="3403317" y="61789"/>
                </a:cubicBezTo>
                <a:lnTo>
                  <a:pt x="3403641" y="61789"/>
                </a:lnTo>
                <a:lnTo>
                  <a:pt x="3403641" y="1811"/>
                </a:lnTo>
                <a:lnTo>
                  <a:pt x="3414693" y="1811"/>
                </a:lnTo>
                <a:lnTo>
                  <a:pt x="3414693" y="124764"/>
                </a:lnTo>
                <a:lnTo>
                  <a:pt x="3403641" y="124764"/>
                </a:lnTo>
                <a:lnTo>
                  <a:pt x="3403641" y="111924"/>
                </a:lnTo>
                <a:lnTo>
                  <a:pt x="3403317" y="111924"/>
                </a:lnTo>
                <a:moveTo>
                  <a:pt x="3346914" y="86671"/>
                </a:moveTo>
                <a:cubicBezTo>
                  <a:pt x="3346914" y="90907"/>
                  <a:pt x="3347564" y="94899"/>
                  <a:pt x="3348864" y="98648"/>
                </a:cubicBezTo>
                <a:cubicBezTo>
                  <a:pt x="3350163" y="102394"/>
                  <a:pt x="3352033" y="105653"/>
                  <a:pt x="3354471" y="108424"/>
                </a:cubicBezTo>
                <a:cubicBezTo>
                  <a:pt x="3356910" y="111194"/>
                  <a:pt x="3359917" y="113367"/>
                  <a:pt x="3363492" y="114942"/>
                </a:cubicBezTo>
                <a:cubicBezTo>
                  <a:pt x="3367068" y="116517"/>
                  <a:pt x="3371132" y="117304"/>
                  <a:pt x="3375682" y="117304"/>
                </a:cubicBezTo>
                <a:cubicBezTo>
                  <a:pt x="3379908" y="117304"/>
                  <a:pt x="3383810" y="116517"/>
                  <a:pt x="3387386" y="114942"/>
                </a:cubicBezTo>
                <a:cubicBezTo>
                  <a:pt x="3390963" y="113367"/>
                  <a:pt x="3394051" y="111221"/>
                  <a:pt x="3396650" y="108506"/>
                </a:cubicBezTo>
                <a:cubicBezTo>
                  <a:pt x="3399251" y="105790"/>
                  <a:pt x="3401283" y="102558"/>
                  <a:pt x="3402746" y="98811"/>
                </a:cubicBezTo>
                <a:cubicBezTo>
                  <a:pt x="3404209" y="95063"/>
                  <a:pt x="3404941" y="91016"/>
                  <a:pt x="3404941" y="86671"/>
                </a:cubicBezTo>
                <a:cubicBezTo>
                  <a:pt x="3404941" y="82325"/>
                  <a:pt x="3404209" y="78279"/>
                  <a:pt x="3402746" y="74533"/>
                </a:cubicBezTo>
                <a:cubicBezTo>
                  <a:pt x="3401283" y="70784"/>
                  <a:pt x="3399251" y="67525"/>
                  <a:pt x="3396650" y="64756"/>
                </a:cubicBezTo>
                <a:cubicBezTo>
                  <a:pt x="3394051" y="61984"/>
                  <a:pt x="3390963" y="59812"/>
                  <a:pt x="3387386" y="58238"/>
                </a:cubicBezTo>
                <a:cubicBezTo>
                  <a:pt x="3383810" y="56662"/>
                  <a:pt x="3379908" y="55874"/>
                  <a:pt x="3375682" y="55874"/>
                </a:cubicBezTo>
                <a:cubicBezTo>
                  <a:pt x="3371132" y="55874"/>
                  <a:pt x="3367068" y="56689"/>
                  <a:pt x="3363492" y="58319"/>
                </a:cubicBezTo>
                <a:cubicBezTo>
                  <a:pt x="3359917" y="59948"/>
                  <a:pt x="3356910" y="62148"/>
                  <a:pt x="3354471" y="64919"/>
                </a:cubicBezTo>
                <a:cubicBezTo>
                  <a:pt x="3352033" y="67689"/>
                  <a:pt x="3350163" y="70948"/>
                  <a:pt x="3348864" y="74696"/>
                </a:cubicBezTo>
                <a:cubicBezTo>
                  <a:pt x="3347564" y="78443"/>
                  <a:pt x="3346914" y="82434"/>
                  <a:pt x="3346914" y="86671"/>
                </a:cubicBezTo>
                <a:close/>
                <a:moveTo>
                  <a:pt x="3539689" y="65954"/>
                </a:moveTo>
                <a:cubicBezTo>
                  <a:pt x="3537847" y="63027"/>
                  <a:pt x="3535165" y="60615"/>
                  <a:pt x="3531643" y="58719"/>
                </a:cubicBezTo>
                <a:cubicBezTo>
                  <a:pt x="3528121" y="56822"/>
                  <a:pt x="3524302" y="55874"/>
                  <a:pt x="3520185" y="55874"/>
                </a:cubicBezTo>
                <a:cubicBezTo>
                  <a:pt x="3515742" y="55874"/>
                  <a:pt x="3511732" y="56662"/>
                  <a:pt x="3508156" y="58238"/>
                </a:cubicBezTo>
                <a:cubicBezTo>
                  <a:pt x="3504579" y="59812"/>
                  <a:pt x="3501518" y="61984"/>
                  <a:pt x="3498972" y="64756"/>
                </a:cubicBezTo>
                <a:cubicBezTo>
                  <a:pt x="3496425" y="67525"/>
                  <a:pt x="3494475" y="70784"/>
                  <a:pt x="3493121" y="74533"/>
                </a:cubicBezTo>
                <a:cubicBezTo>
                  <a:pt x="3491767" y="78279"/>
                  <a:pt x="3491089" y="82325"/>
                  <a:pt x="3491089" y="86671"/>
                </a:cubicBezTo>
                <a:cubicBezTo>
                  <a:pt x="3491089" y="91016"/>
                  <a:pt x="3491767" y="95036"/>
                  <a:pt x="3493121" y="98729"/>
                </a:cubicBezTo>
                <a:cubicBezTo>
                  <a:pt x="3494475" y="102422"/>
                  <a:pt x="3496398" y="105653"/>
                  <a:pt x="3498890" y="108424"/>
                </a:cubicBezTo>
                <a:cubicBezTo>
                  <a:pt x="3501383" y="111194"/>
                  <a:pt x="3504417" y="113367"/>
                  <a:pt x="3507992" y="114942"/>
                </a:cubicBezTo>
                <a:cubicBezTo>
                  <a:pt x="3511568" y="116517"/>
                  <a:pt x="3515578" y="117304"/>
                  <a:pt x="3520021" y="117304"/>
                </a:cubicBezTo>
                <a:cubicBezTo>
                  <a:pt x="3524897" y="117304"/>
                  <a:pt x="3529014" y="116383"/>
                  <a:pt x="3532372" y="114541"/>
                </a:cubicBezTo>
                <a:cubicBezTo>
                  <a:pt x="3535732" y="112699"/>
                  <a:pt x="3538496" y="110315"/>
                  <a:pt x="3540664" y="107390"/>
                </a:cubicBezTo>
                <a:lnTo>
                  <a:pt x="3548953" y="113566"/>
                </a:lnTo>
                <a:cubicBezTo>
                  <a:pt x="3545702" y="117564"/>
                  <a:pt x="3541719" y="120748"/>
                  <a:pt x="3537005" y="123117"/>
                </a:cubicBezTo>
                <a:cubicBezTo>
                  <a:pt x="3532293" y="125485"/>
                  <a:pt x="3526632" y="126669"/>
                  <a:pt x="3520021" y="126669"/>
                </a:cubicBezTo>
                <a:cubicBezTo>
                  <a:pt x="3513844" y="126669"/>
                  <a:pt x="3508262" y="125666"/>
                  <a:pt x="3503277" y="123660"/>
                </a:cubicBezTo>
                <a:cubicBezTo>
                  <a:pt x="3498294" y="121655"/>
                  <a:pt x="3494041" y="118864"/>
                  <a:pt x="3490519" y="115287"/>
                </a:cubicBezTo>
                <a:cubicBezTo>
                  <a:pt x="3486999" y="111709"/>
                  <a:pt x="3484263" y="107481"/>
                  <a:pt x="3482312" y="102603"/>
                </a:cubicBezTo>
                <a:cubicBezTo>
                  <a:pt x="3480361" y="97726"/>
                  <a:pt x="3479385" y="92414"/>
                  <a:pt x="3479385" y="86668"/>
                </a:cubicBezTo>
                <a:cubicBezTo>
                  <a:pt x="3479385" y="80922"/>
                  <a:pt x="3480361" y="75611"/>
                  <a:pt x="3482312" y="70733"/>
                </a:cubicBezTo>
                <a:cubicBezTo>
                  <a:pt x="3484263" y="65855"/>
                  <a:pt x="3486999" y="61628"/>
                  <a:pt x="3490519" y="58052"/>
                </a:cubicBezTo>
                <a:cubicBezTo>
                  <a:pt x="3494041" y="54473"/>
                  <a:pt x="3498294" y="51682"/>
                  <a:pt x="3503277" y="49676"/>
                </a:cubicBezTo>
                <a:cubicBezTo>
                  <a:pt x="3508262" y="47670"/>
                  <a:pt x="3513844" y="46667"/>
                  <a:pt x="3520021" y="46667"/>
                </a:cubicBezTo>
                <a:cubicBezTo>
                  <a:pt x="3525114" y="46667"/>
                  <a:pt x="3530287" y="47771"/>
                  <a:pt x="3535542" y="49979"/>
                </a:cubicBezTo>
                <a:cubicBezTo>
                  <a:pt x="3540798" y="52186"/>
                  <a:pt x="3545052" y="55452"/>
                  <a:pt x="3548303" y="59775"/>
                </a:cubicBezTo>
                <a:lnTo>
                  <a:pt x="3539689" y="65954"/>
                </a:lnTo>
                <a:close/>
                <a:moveTo>
                  <a:pt x="3614133" y="75646"/>
                </a:moveTo>
                <a:cubicBezTo>
                  <a:pt x="3614133" y="69001"/>
                  <a:pt x="3612399" y="64045"/>
                  <a:pt x="3608932" y="60777"/>
                </a:cubicBezTo>
                <a:cubicBezTo>
                  <a:pt x="3605464" y="57508"/>
                  <a:pt x="3600425" y="55874"/>
                  <a:pt x="3593815" y="55874"/>
                </a:cubicBezTo>
                <a:cubicBezTo>
                  <a:pt x="3589264" y="55874"/>
                  <a:pt x="3585038" y="56687"/>
                  <a:pt x="3581136" y="58312"/>
                </a:cubicBezTo>
                <a:cubicBezTo>
                  <a:pt x="3577235" y="59937"/>
                  <a:pt x="3573931" y="62105"/>
                  <a:pt x="3571223" y="64815"/>
                </a:cubicBezTo>
                <a:lnTo>
                  <a:pt x="3565044" y="57501"/>
                </a:lnTo>
                <a:cubicBezTo>
                  <a:pt x="3568188" y="54371"/>
                  <a:pt x="3572333" y="51783"/>
                  <a:pt x="3577480" y="49738"/>
                </a:cubicBezTo>
                <a:cubicBezTo>
                  <a:pt x="3582627" y="47691"/>
                  <a:pt x="3588452" y="46667"/>
                  <a:pt x="3594953" y="46667"/>
                </a:cubicBezTo>
                <a:cubicBezTo>
                  <a:pt x="3599072" y="46667"/>
                  <a:pt x="3602919" y="47237"/>
                  <a:pt x="3606494" y="48376"/>
                </a:cubicBezTo>
                <a:cubicBezTo>
                  <a:pt x="3610070" y="49516"/>
                  <a:pt x="3613212" y="51224"/>
                  <a:pt x="3615921" y="53503"/>
                </a:cubicBezTo>
                <a:cubicBezTo>
                  <a:pt x="3618631" y="55780"/>
                  <a:pt x="3620744" y="58653"/>
                  <a:pt x="3622260" y="62124"/>
                </a:cubicBezTo>
                <a:cubicBezTo>
                  <a:pt x="3623778" y="65595"/>
                  <a:pt x="3624537" y="69662"/>
                  <a:pt x="3624537" y="74327"/>
                </a:cubicBezTo>
                <a:lnTo>
                  <a:pt x="3624537" y="107680"/>
                </a:lnTo>
                <a:cubicBezTo>
                  <a:pt x="3624537" y="110609"/>
                  <a:pt x="3624645" y="113646"/>
                  <a:pt x="3624862" y="116793"/>
                </a:cubicBezTo>
                <a:cubicBezTo>
                  <a:pt x="3625079" y="119938"/>
                  <a:pt x="3625403" y="122595"/>
                  <a:pt x="3625837" y="124764"/>
                </a:cubicBezTo>
                <a:lnTo>
                  <a:pt x="3615923" y="124764"/>
                </a:lnTo>
                <a:cubicBezTo>
                  <a:pt x="3615598" y="122914"/>
                  <a:pt x="3615326" y="120901"/>
                  <a:pt x="3615110" y="118725"/>
                </a:cubicBezTo>
                <a:cubicBezTo>
                  <a:pt x="3614893" y="116549"/>
                  <a:pt x="3614785" y="114427"/>
                  <a:pt x="3614785" y="112361"/>
                </a:cubicBezTo>
                <a:lnTo>
                  <a:pt x="3614458" y="112361"/>
                </a:lnTo>
                <a:cubicBezTo>
                  <a:pt x="3610990" y="117455"/>
                  <a:pt x="3607062" y="121113"/>
                  <a:pt x="3602672" y="123335"/>
                </a:cubicBezTo>
                <a:cubicBezTo>
                  <a:pt x="3598283" y="125558"/>
                  <a:pt x="3593001" y="126669"/>
                  <a:pt x="3586826" y="126669"/>
                </a:cubicBezTo>
                <a:cubicBezTo>
                  <a:pt x="3583899" y="126669"/>
                  <a:pt x="3580891" y="126263"/>
                  <a:pt x="3577803" y="125451"/>
                </a:cubicBezTo>
                <a:cubicBezTo>
                  <a:pt x="3574716" y="124639"/>
                  <a:pt x="3571899" y="123313"/>
                  <a:pt x="3569353" y="121473"/>
                </a:cubicBezTo>
                <a:cubicBezTo>
                  <a:pt x="3566806" y="119631"/>
                  <a:pt x="3564693" y="117248"/>
                  <a:pt x="3563013" y="114325"/>
                </a:cubicBezTo>
                <a:cubicBezTo>
                  <a:pt x="3561333" y="111400"/>
                  <a:pt x="3560493" y="107825"/>
                  <a:pt x="3560493" y="103600"/>
                </a:cubicBezTo>
                <a:cubicBezTo>
                  <a:pt x="3560493" y="97752"/>
                  <a:pt x="3561983" y="93122"/>
                  <a:pt x="3564963" y="89711"/>
                </a:cubicBezTo>
                <a:cubicBezTo>
                  <a:pt x="3567942" y="86300"/>
                  <a:pt x="3571925" y="83756"/>
                  <a:pt x="3576910" y="82077"/>
                </a:cubicBezTo>
                <a:cubicBezTo>
                  <a:pt x="3581895" y="80397"/>
                  <a:pt x="3587611" y="79314"/>
                  <a:pt x="3594058" y="78828"/>
                </a:cubicBezTo>
                <a:cubicBezTo>
                  <a:pt x="3600506" y="78340"/>
                  <a:pt x="3607198" y="78097"/>
                  <a:pt x="3614133" y="78097"/>
                </a:cubicBezTo>
                <a:lnTo>
                  <a:pt x="3614133" y="75646"/>
                </a:lnTo>
                <a:moveTo>
                  <a:pt x="3610881" y="86827"/>
                </a:moveTo>
                <a:cubicBezTo>
                  <a:pt x="3606331" y="86827"/>
                  <a:pt x="3601752" y="87016"/>
                  <a:pt x="3597146" y="87395"/>
                </a:cubicBezTo>
                <a:cubicBezTo>
                  <a:pt x="3592541" y="87772"/>
                  <a:pt x="3588369" y="88528"/>
                  <a:pt x="3584631" y="89664"/>
                </a:cubicBezTo>
                <a:cubicBezTo>
                  <a:pt x="3580894" y="90799"/>
                  <a:pt x="3577833" y="92446"/>
                  <a:pt x="3575449" y="94607"/>
                </a:cubicBezTo>
                <a:cubicBezTo>
                  <a:pt x="3573065" y="96768"/>
                  <a:pt x="3571872" y="99631"/>
                  <a:pt x="3571872" y="103196"/>
                </a:cubicBezTo>
                <a:cubicBezTo>
                  <a:pt x="3571872" y="105898"/>
                  <a:pt x="3572387" y="108167"/>
                  <a:pt x="3573415" y="110004"/>
                </a:cubicBezTo>
                <a:cubicBezTo>
                  <a:pt x="3574445" y="111841"/>
                  <a:pt x="3575827" y="113327"/>
                  <a:pt x="3577560" y="114461"/>
                </a:cubicBezTo>
                <a:cubicBezTo>
                  <a:pt x="3579294" y="115596"/>
                  <a:pt x="3581218" y="116406"/>
                  <a:pt x="3583331" y="116892"/>
                </a:cubicBezTo>
                <a:cubicBezTo>
                  <a:pt x="3585444" y="117378"/>
                  <a:pt x="3587585" y="117621"/>
                  <a:pt x="3589752" y="117621"/>
                </a:cubicBezTo>
                <a:cubicBezTo>
                  <a:pt x="3593653" y="117621"/>
                  <a:pt x="3597120" y="116946"/>
                  <a:pt x="3600154" y="115595"/>
                </a:cubicBezTo>
                <a:cubicBezTo>
                  <a:pt x="3603188" y="114244"/>
                  <a:pt x="3605735" y="112407"/>
                  <a:pt x="3607793" y="110084"/>
                </a:cubicBezTo>
                <a:cubicBezTo>
                  <a:pt x="3609852" y="107761"/>
                  <a:pt x="3611423" y="105087"/>
                  <a:pt x="3612506" y="102063"/>
                </a:cubicBezTo>
                <a:cubicBezTo>
                  <a:pt x="3613590" y="99037"/>
                  <a:pt x="3614133" y="95849"/>
                  <a:pt x="3614133" y="92499"/>
                </a:cubicBezTo>
                <a:lnTo>
                  <a:pt x="3614133" y="86827"/>
                </a:lnTo>
                <a:lnTo>
                  <a:pt x="3610881" y="86827"/>
                </a:lnTo>
                <a:close/>
                <a:moveTo>
                  <a:pt x="3693455" y="66603"/>
                </a:moveTo>
                <a:cubicBezTo>
                  <a:pt x="3691830" y="63460"/>
                  <a:pt x="3689364" y="60886"/>
                  <a:pt x="3686059" y="58882"/>
                </a:cubicBezTo>
                <a:cubicBezTo>
                  <a:pt x="3682754" y="56877"/>
                  <a:pt x="3678988" y="55874"/>
                  <a:pt x="3674762" y="55874"/>
                </a:cubicBezTo>
                <a:cubicBezTo>
                  <a:pt x="3672812" y="55874"/>
                  <a:pt x="3670862" y="56091"/>
                  <a:pt x="3668911" y="56526"/>
                </a:cubicBezTo>
                <a:cubicBezTo>
                  <a:pt x="3666960" y="56959"/>
                  <a:pt x="3665225" y="57665"/>
                  <a:pt x="3663707" y="58642"/>
                </a:cubicBezTo>
                <a:cubicBezTo>
                  <a:pt x="3662191" y="59617"/>
                  <a:pt x="3660973" y="60865"/>
                  <a:pt x="3660052" y="62385"/>
                </a:cubicBezTo>
                <a:cubicBezTo>
                  <a:pt x="3659131" y="63902"/>
                  <a:pt x="3658670" y="65692"/>
                  <a:pt x="3658670" y="67754"/>
                </a:cubicBezTo>
                <a:cubicBezTo>
                  <a:pt x="3658670" y="71336"/>
                  <a:pt x="3660133" y="74075"/>
                  <a:pt x="3663058" y="75974"/>
                </a:cubicBezTo>
                <a:cubicBezTo>
                  <a:pt x="3665984" y="77872"/>
                  <a:pt x="3670590" y="79472"/>
                  <a:pt x="3676875" y="80775"/>
                </a:cubicBezTo>
                <a:cubicBezTo>
                  <a:pt x="3685870" y="82619"/>
                  <a:pt x="3692507" y="85304"/>
                  <a:pt x="3696786" y="88831"/>
                </a:cubicBezTo>
                <a:cubicBezTo>
                  <a:pt x="3701067" y="92356"/>
                  <a:pt x="3703207" y="97102"/>
                  <a:pt x="3703207" y="103070"/>
                </a:cubicBezTo>
                <a:cubicBezTo>
                  <a:pt x="3703207" y="107410"/>
                  <a:pt x="3702367" y="111073"/>
                  <a:pt x="3700687" y="114057"/>
                </a:cubicBezTo>
                <a:cubicBezTo>
                  <a:pt x="3699007" y="117040"/>
                  <a:pt x="3696812" y="119481"/>
                  <a:pt x="3694102" y="121381"/>
                </a:cubicBezTo>
                <a:cubicBezTo>
                  <a:pt x="3691394" y="123279"/>
                  <a:pt x="3688333" y="124635"/>
                  <a:pt x="3684921" y="125449"/>
                </a:cubicBezTo>
                <a:cubicBezTo>
                  <a:pt x="3681508" y="126262"/>
                  <a:pt x="3678068" y="126669"/>
                  <a:pt x="3674600" y="126669"/>
                </a:cubicBezTo>
                <a:cubicBezTo>
                  <a:pt x="3668856" y="126669"/>
                  <a:pt x="3663275" y="125485"/>
                  <a:pt x="3657857" y="123117"/>
                </a:cubicBezTo>
                <a:cubicBezTo>
                  <a:pt x="3652440" y="120748"/>
                  <a:pt x="3647997" y="117023"/>
                  <a:pt x="3644528" y="111941"/>
                </a:cubicBezTo>
                <a:lnTo>
                  <a:pt x="3653305" y="105438"/>
                </a:lnTo>
                <a:cubicBezTo>
                  <a:pt x="3655257" y="108798"/>
                  <a:pt x="3658128" y="111616"/>
                  <a:pt x="3661919" y="113891"/>
                </a:cubicBezTo>
                <a:cubicBezTo>
                  <a:pt x="3665712" y="116166"/>
                  <a:pt x="3669885" y="117304"/>
                  <a:pt x="3674437" y="117304"/>
                </a:cubicBezTo>
                <a:cubicBezTo>
                  <a:pt x="3676821" y="117304"/>
                  <a:pt x="3679096" y="117087"/>
                  <a:pt x="3681262" y="116654"/>
                </a:cubicBezTo>
                <a:cubicBezTo>
                  <a:pt x="3683430" y="116219"/>
                  <a:pt x="3685327" y="115459"/>
                  <a:pt x="3686952" y="114374"/>
                </a:cubicBezTo>
                <a:cubicBezTo>
                  <a:pt x="3688577" y="113290"/>
                  <a:pt x="3689878" y="111907"/>
                  <a:pt x="3690853" y="110225"/>
                </a:cubicBezTo>
                <a:cubicBezTo>
                  <a:pt x="3691829" y="108542"/>
                  <a:pt x="3692317" y="106453"/>
                  <a:pt x="3692317" y="103958"/>
                </a:cubicBezTo>
                <a:cubicBezTo>
                  <a:pt x="3692317" y="99943"/>
                  <a:pt x="3690393" y="96932"/>
                  <a:pt x="3686545" y="94925"/>
                </a:cubicBezTo>
                <a:cubicBezTo>
                  <a:pt x="3682699" y="92917"/>
                  <a:pt x="3677146" y="91046"/>
                  <a:pt x="3669886" y="89310"/>
                </a:cubicBezTo>
                <a:cubicBezTo>
                  <a:pt x="3667610" y="88767"/>
                  <a:pt x="3665199" y="88089"/>
                  <a:pt x="3662651" y="87276"/>
                </a:cubicBezTo>
                <a:cubicBezTo>
                  <a:pt x="3660105" y="86462"/>
                  <a:pt x="3657748" y="85269"/>
                  <a:pt x="3655580" y="83697"/>
                </a:cubicBezTo>
                <a:cubicBezTo>
                  <a:pt x="3653414" y="82123"/>
                  <a:pt x="3651626" y="80142"/>
                  <a:pt x="3650218" y="77754"/>
                </a:cubicBezTo>
                <a:cubicBezTo>
                  <a:pt x="3648809" y="75367"/>
                  <a:pt x="3648104" y="72383"/>
                  <a:pt x="3648104" y="68803"/>
                </a:cubicBezTo>
                <a:cubicBezTo>
                  <a:pt x="3648104" y="64896"/>
                  <a:pt x="3648863" y="61559"/>
                  <a:pt x="3650379" y="58793"/>
                </a:cubicBezTo>
                <a:cubicBezTo>
                  <a:pt x="3651897" y="56025"/>
                  <a:pt x="3653929" y="53747"/>
                  <a:pt x="3656475" y="51958"/>
                </a:cubicBezTo>
                <a:cubicBezTo>
                  <a:pt x="3659022" y="50167"/>
                  <a:pt x="3661920" y="48838"/>
                  <a:pt x="3665171" y="47970"/>
                </a:cubicBezTo>
                <a:cubicBezTo>
                  <a:pt x="3668423" y="47102"/>
                  <a:pt x="3671783" y="46667"/>
                  <a:pt x="3675250" y="46667"/>
                </a:cubicBezTo>
                <a:cubicBezTo>
                  <a:pt x="3680560" y="46667"/>
                  <a:pt x="3685706" y="47852"/>
                  <a:pt x="3690690" y="50222"/>
                </a:cubicBezTo>
                <a:cubicBezTo>
                  <a:pt x="3695675" y="52589"/>
                  <a:pt x="3699414" y="55937"/>
                  <a:pt x="3701908" y="60264"/>
                </a:cubicBezTo>
                <a:lnTo>
                  <a:pt x="3693455" y="66603"/>
                </a:lnTo>
                <a:close/>
                <a:moveTo>
                  <a:pt x="3783179" y="80954"/>
                </a:moveTo>
                <a:cubicBezTo>
                  <a:pt x="3782853" y="73741"/>
                  <a:pt x="3780550" y="67758"/>
                  <a:pt x="3776269" y="63005"/>
                </a:cubicBezTo>
                <a:cubicBezTo>
                  <a:pt x="3771990" y="58251"/>
                  <a:pt x="3765895" y="55874"/>
                  <a:pt x="3757985" y="55874"/>
                </a:cubicBezTo>
                <a:cubicBezTo>
                  <a:pt x="3754301" y="55874"/>
                  <a:pt x="3750887" y="56557"/>
                  <a:pt x="3747744" y="57923"/>
                </a:cubicBezTo>
                <a:cubicBezTo>
                  <a:pt x="3744603" y="59288"/>
                  <a:pt x="3741840" y="61146"/>
                  <a:pt x="3739455" y="63496"/>
                </a:cubicBezTo>
                <a:cubicBezTo>
                  <a:pt x="3737071" y="65845"/>
                  <a:pt x="3735175" y="68523"/>
                  <a:pt x="3733766" y="71529"/>
                </a:cubicBezTo>
                <a:cubicBezTo>
                  <a:pt x="3732357" y="74533"/>
                  <a:pt x="3731544" y="77675"/>
                  <a:pt x="3731328" y="80954"/>
                </a:cubicBezTo>
                <a:lnTo>
                  <a:pt x="3783179" y="80954"/>
                </a:lnTo>
                <a:moveTo>
                  <a:pt x="3794394" y="84471"/>
                </a:moveTo>
                <a:cubicBezTo>
                  <a:pt x="3794394" y="85231"/>
                  <a:pt x="3794394" y="86046"/>
                  <a:pt x="3794394" y="86916"/>
                </a:cubicBezTo>
                <a:cubicBezTo>
                  <a:pt x="3794394" y="87784"/>
                  <a:pt x="3794340" y="88707"/>
                  <a:pt x="3794231" y="89684"/>
                </a:cubicBezTo>
                <a:lnTo>
                  <a:pt x="3731164" y="89684"/>
                </a:lnTo>
                <a:cubicBezTo>
                  <a:pt x="3731273" y="93475"/>
                  <a:pt x="3732031" y="97050"/>
                  <a:pt x="3733438" y="100408"/>
                </a:cubicBezTo>
                <a:cubicBezTo>
                  <a:pt x="3734847" y="103765"/>
                  <a:pt x="3736797" y="106689"/>
                  <a:pt x="3739289" y="109181"/>
                </a:cubicBezTo>
                <a:cubicBezTo>
                  <a:pt x="3741783" y="111671"/>
                  <a:pt x="3744708" y="113648"/>
                  <a:pt x="3748067" y="115111"/>
                </a:cubicBezTo>
                <a:cubicBezTo>
                  <a:pt x="3751426" y="116573"/>
                  <a:pt x="3755058" y="117304"/>
                  <a:pt x="3758960" y="117304"/>
                </a:cubicBezTo>
                <a:cubicBezTo>
                  <a:pt x="3764702" y="117304"/>
                  <a:pt x="3769659" y="115977"/>
                  <a:pt x="3773831" y="113323"/>
                </a:cubicBezTo>
                <a:cubicBezTo>
                  <a:pt x="3778003" y="110667"/>
                  <a:pt x="3781172" y="107606"/>
                  <a:pt x="3783340" y="104139"/>
                </a:cubicBezTo>
                <a:lnTo>
                  <a:pt x="3791629" y="110639"/>
                </a:lnTo>
                <a:cubicBezTo>
                  <a:pt x="3787079" y="116374"/>
                  <a:pt x="3782067" y="120479"/>
                  <a:pt x="3776594" y="122956"/>
                </a:cubicBezTo>
                <a:cubicBezTo>
                  <a:pt x="3771123" y="125431"/>
                  <a:pt x="3765245" y="126669"/>
                  <a:pt x="3758960" y="126669"/>
                </a:cubicBezTo>
                <a:cubicBezTo>
                  <a:pt x="3753325" y="126669"/>
                  <a:pt x="3748096" y="125666"/>
                  <a:pt x="3743272" y="123660"/>
                </a:cubicBezTo>
                <a:cubicBezTo>
                  <a:pt x="3738451" y="121655"/>
                  <a:pt x="3734306" y="118864"/>
                  <a:pt x="3730839" y="115287"/>
                </a:cubicBezTo>
                <a:cubicBezTo>
                  <a:pt x="3727372" y="111709"/>
                  <a:pt x="3724635" y="107481"/>
                  <a:pt x="3722630" y="102603"/>
                </a:cubicBezTo>
                <a:cubicBezTo>
                  <a:pt x="3720626" y="97726"/>
                  <a:pt x="3719624" y="92414"/>
                  <a:pt x="3719624" y="86668"/>
                </a:cubicBezTo>
                <a:cubicBezTo>
                  <a:pt x="3719624" y="80922"/>
                  <a:pt x="3720598" y="75611"/>
                  <a:pt x="3722548" y="70733"/>
                </a:cubicBezTo>
                <a:cubicBezTo>
                  <a:pt x="3724499" y="65855"/>
                  <a:pt x="3727208" y="61628"/>
                  <a:pt x="3730675" y="58052"/>
                </a:cubicBezTo>
                <a:cubicBezTo>
                  <a:pt x="3734144" y="54473"/>
                  <a:pt x="3738209" y="51682"/>
                  <a:pt x="3742868" y="49676"/>
                </a:cubicBezTo>
                <a:cubicBezTo>
                  <a:pt x="3747528" y="47670"/>
                  <a:pt x="3752567" y="46667"/>
                  <a:pt x="3757985" y="46667"/>
                </a:cubicBezTo>
                <a:cubicBezTo>
                  <a:pt x="3763944" y="46667"/>
                  <a:pt x="3769199" y="47673"/>
                  <a:pt x="3773749" y="49683"/>
                </a:cubicBezTo>
                <a:cubicBezTo>
                  <a:pt x="3778301" y="51692"/>
                  <a:pt x="3782094" y="54408"/>
                  <a:pt x="3785128" y="57831"/>
                </a:cubicBezTo>
                <a:cubicBezTo>
                  <a:pt x="3788162" y="61252"/>
                  <a:pt x="3790465" y="65243"/>
                  <a:pt x="3792036" y="69805"/>
                </a:cubicBezTo>
                <a:cubicBezTo>
                  <a:pt x="3793608" y="74367"/>
                  <a:pt x="3794394" y="79256"/>
                  <a:pt x="3794394" y="84471"/>
                </a:cubicBezTo>
                <a:close/>
                <a:moveTo>
                  <a:pt x="3913537" y="65954"/>
                </a:moveTo>
                <a:cubicBezTo>
                  <a:pt x="3911695" y="63027"/>
                  <a:pt x="3909013" y="60615"/>
                  <a:pt x="3905491" y="58719"/>
                </a:cubicBezTo>
                <a:cubicBezTo>
                  <a:pt x="3901969" y="56822"/>
                  <a:pt x="3898150" y="55874"/>
                  <a:pt x="3894033" y="55874"/>
                </a:cubicBezTo>
                <a:cubicBezTo>
                  <a:pt x="3889590" y="55874"/>
                  <a:pt x="3885580" y="56662"/>
                  <a:pt x="3882004" y="58238"/>
                </a:cubicBezTo>
                <a:cubicBezTo>
                  <a:pt x="3878427" y="59812"/>
                  <a:pt x="3875366" y="61984"/>
                  <a:pt x="3872819" y="64756"/>
                </a:cubicBezTo>
                <a:cubicBezTo>
                  <a:pt x="3870273" y="67525"/>
                  <a:pt x="3868323" y="70784"/>
                  <a:pt x="3866969" y="74533"/>
                </a:cubicBezTo>
                <a:cubicBezTo>
                  <a:pt x="3865614" y="78279"/>
                  <a:pt x="3864937" y="82325"/>
                  <a:pt x="3864937" y="86671"/>
                </a:cubicBezTo>
                <a:cubicBezTo>
                  <a:pt x="3864937" y="91016"/>
                  <a:pt x="3865614" y="95036"/>
                  <a:pt x="3866969" y="98729"/>
                </a:cubicBezTo>
                <a:cubicBezTo>
                  <a:pt x="3868323" y="102422"/>
                  <a:pt x="3870246" y="105653"/>
                  <a:pt x="3872738" y="108424"/>
                </a:cubicBezTo>
                <a:cubicBezTo>
                  <a:pt x="3875231" y="111194"/>
                  <a:pt x="3878265" y="113367"/>
                  <a:pt x="3881840" y="114942"/>
                </a:cubicBezTo>
                <a:cubicBezTo>
                  <a:pt x="3885416" y="116517"/>
                  <a:pt x="3889426" y="117304"/>
                  <a:pt x="3893869" y="117304"/>
                </a:cubicBezTo>
                <a:cubicBezTo>
                  <a:pt x="3898745" y="117304"/>
                  <a:pt x="3902862" y="116383"/>
                  <a:pt x="3906220" y="114541"/>
                </a:cubicBezTo>
                <a:cubicBezTo>
                  <a:pt x="3909580" y="112699"/>
                  <a:pt x="3912344" y="110315"/>
                  <a:pt x="3914512" y="107390"/>
                </a:cubicBezTo>
                <a:lnTo>
                  <a:pt x="3922800" y="113566"/>
                </a:lnTo>
                <a:cubicBezTo>
                  <a:pt x="3919550" y="117564"/>
                  <a:pt x="3915567" y="120748"/>
                  <a:pt x="3910853" y="123117"/>
                </a:cubicBezTo>
                <a:cubicBezTo>
                  <a:pt x="3906141" y="125485"/>
                  <a:pt x="3900479" y="126669"/>
                  <a:pt x="3893869" y="126669"/>
                </a:cubicBezTo>
                <a:cubicBezTo>
                  <a:pt x="3887692" y="126669"/>
                  <a:pt x="3882110" y="125666"/>
                  <a:pt x="3877125" y="123660"/>
                </a:cubicBezTo>
                <a:cubicBezTo>
                  <a:pt x="3872141" y="121655"/>
                  <a:pt x="3867889" y="118864"/>
                  <a:pt x="3864367" y="115287"/>
                </a:cubicBezTo>
                <a:cubicBezTo>
                  <a:pt x="3860847" y="111709"/>
                  <a:pt x="3858111" y="107481"/>
                  <a:pt x="3856160" y="102603"/>
                </a:cubicBezTo>
                <a:cubicBezTo>
                  <a:pt x="3854209" y="97726"/>
                  <a:pt x="3853233" y="92414"/>
                  <a:pt x="3853233" y="86668"/>
                </a:cubicBezTo>
                <a:cubicBezTo>
                  <a:pt x="3853233" y="80922"/>
                  <a:pt x="3854209" y="75611"/>
                  <a:pt x="3856160" y="70733"/>
                </a:cubicBezTo>
                <a:cubicBezTo>
                  <a:pt x="3858111" y="65855"/>
                  <a:pt x="3860847" y="61628"/>
                  <a:pt x="3864367" y="58052"/>
                </a:cubicBezTo>
                <a:cubicBezTo>
                  <a:pt x="3867889" y="54473"/>
                  <a:pt x="3872141" y="51682"/>
                  <a:pt x="3877125" y="49676"/>
                </a:cubicBezTo>
                <a:cubicBezTo>
                  <a:pt x="3882110" y="47670"/>
                  <a:pt x="3887692" y="46667"/>
                  <a:pt x="3893869" y="46667"/>
                </a:cubicBezTo>
                <a:cubicBezTo>
                  <a:pt x="3898962" y="46667"/>
                  <a:pt x="3904135" y="47771"/>
                  <a:pt x="3909390" y="49979"/>
                </a:cubicBezTo>
                <a:cubicBezTo>
                  <a:pt x="3914646" y="52186"/>
                  <a:pt x="3918900" y="55452"/>
                  <a:pt x="3922151" y="59775"/>
                </a:cubicBezTo>
                <a:lnTo>
                  <a:pt x="3913537" y="65954"/>
                </a:lnTo>
                <a:close/>
                <a:moveTo>
                  <a:pt x="4015612" y="86668"/>
                </a:moveTo>
                <a:cubicBezTo>
                  <a:pt x="4015612" y="92414"/>
                  <a:pt x="4014610" y="97726"/>
                  <a:pt x="4012604" y="102603"/>
                </a:cubicBezTo>
                <a:cubicBezTo>
                  <a:pt x="4010600" y="107481"/>
                  <a:pt x="4007810" y="111709"/>
                  <a:pt x="4004233" y="115287"/>
                </a:cubicBezTo>
                <a:cubicBezTo>
                  <a:pt x="4000658" y="118864"/>
                  <a:pt x="3996378" y="121655"/>
                  <a:pt x="3991393" y="123660"/>
                </a:cubicBezTo>
                <a:cubicBezTo>
                  <a:pt x="3986410" y="125666"/>
                  <a:pt x="3980938" y="126669"/>
                  <a:pt x="3974977" y="126669"/>
                </a:cubicBezTo>
                <a:cubicBezTo>
                  <a:pt x="3969125" y="126669"/>
                  <a:pt x="3963707" y="125666"/>
                  <a:pt x="3958722" y="123660"/>
                </a:cubicBezTo>
                <a:cubicBezTo>
                  <a:pt x="3953738" y="121655"/>
                  <a:pt x="3949458" y="118864"/>
                  <a:pt x="3945882" y="115287"/>
                </a:cubicBezTo>
                <a:cubicBezTo>
                  <a:pt x="3942307" y="111709"/>
                  <a:pt x="3939517" y="107481"/>
                  <a:pt x="3937511" y="102603"/>
                </a:cubicBezTo>
                <a:cubicBezTo>
                  <a:pt x="3935507" y="97726"/>
                  <a:pt x="3934505" y="92414"/>
                  <a:pt x="3934505" y="86668"/>
                </a:cubicBezTo>
                <a:cubicBezTo>
                  <a:pt x="3934505" y="80922"/>
                  <a:pt x="3935507" y="75611"/>
                  <a:pt x="3937511" y="70733"/>
                </a:cubicBezTo>
                <a:cubicBezTo>
                  <a:pt x="3939517" y="65855"/>
                  <a:pt x="3942307" y="61628"/>
                  <a:pt x="3945882" y="58052"/>
                </a:cubicBezTo>
                <a:cubicBezTo>
                  <a:pt x="3949458" y="54473"/>
                  <a:pt x="3953738" y="51682"/>
                  <a:pt x="3958722" y="49676"/>
                </a:cubicBezTo>
                <a:cubicBezTo>
                  <a:pt x="3963707" y="47670"/>
                  <a:pt x="3969125" y="46667"/>
                  <a:pt x="3974977" y="46667"/>
                </a:cubicBezTo>
                <a:cubicBezTo>
                  <a:pt x="3980938" y="46667"/>
                  <a:pt x="3986410" y="47670"/>
                  <a:pt x="3991393" y="49676"/>
                </a:cubicBezTo>
                <a:cubicBezTo>
                  <a:pt x="3996378" y="51682"/>
                  <a:pt x="4000658" y="54473"/>
                  <a:pt x="4004233" y="58052"/>
                </a:cubicBezTo>
                <a:cubicBezTo>
                  <a:pt x="4007810" y="61628"/>
                  <a:pt x="4010600" y="65855"/>
                  <a:pt x="4012604" y="70733"/>
                </a:cubicBezTo>
                <a:cubicBezTo>
                  <a:pt x="4014610" y="75611"/>
                  <a:pt x="4015612" y="80922"/>
                  <a:pt x="4015612" y="86668"/>
                </a:cubicBezTo>
                <a:moveTo>
                  <a:pt x="4003911" y="86671"/>
                </a:moveTo>
                <a:cubicBezTo>
                  <a:pt x="4003911" y="82434"/>
                  <a:pt x="4003234" y="78443"/>
                  <a:pt x="4001880" y="74696"/>
                </a:cubicBezTo>
                <a:cubicBezTo>
                  <a:pt x="4000525" y="70948"/>
                  <a:pt x="3998602" y="67689"/>
                  <a:pt x="3996108" y="64919"/>
                </a:cubicBezTo>
                <a:cubicBezTo>
                  <a:pt x="3993616" y="62148"/>
                  <a:pt x="3990582" y="59948"/>
                  <a:pt x="3987006" y="58319"/>
                </a:cubicBezTo>
                <a:cubicBezTo>
                  <a:pt x="3983431" y="56689"/>
                  <a:pt x="3979422" y="55874"/>
                  <a:pt x="3974979" y="55874"/>
                </a:cubicBezTo>
                <a:cubicBezTo>
                  <a:pt x="3970536" y="55874"/>
                  <a:pt x="3966554" y="56689"/>
                  <a:pt x="3963032" y="58319"/>
                </a:cubicBezTo>
                <a:cubicBezTo>
                  <a:pt x="3959510" y="59948"/>
                  <a:pt x="3956503" y="62148"/>
                  <a:pt x="3954009" y="64919"/>
                </a:cubicBezTo>
                <a:cubicBezTo>
                  <a:pt x="3951517" y="67689"/>
                  <a:pt x="3949594" y="70948"/>
                  <a:pt x="3948240" y="74696"/>
                </a:cubicBezTo>
                <a:cubicBezTo>
                  <a:pt x="3946886" y="78443"/>
                  <a:pt x="3946209" y="82434"/>
                  <a:pt x="3946209" y="86671"/>
                </a:cubicBezTo>
                <a:cubicBezTo>
                  <a:pt x="3946209" y="90907"/>
                  <a:pt x="3946886" y="94899"/>
                  <a:pt x="3948240" y="98648"/>
                </a:cubicBezTo>
                <a:cubicBezTo>
                  <a:pt x="3949594" y="102394"/>
                  <a:pt x="3951517" y="105653"/>
                  <a:pt x="3954009" y="108424"/>
                </a:cubicBezTo>
                <a:cubicBezTo>
                  <a:pt x="3956503" y="111194"/>
                  <a:pt x="3959510" y="113367"/>
                  <a:pt x="3963032" y="114942"/>
                </a:cubicBezTo>
                <a:cubicBezTo>
                  <a:pt x="3966554" y="116517"/>
                  <a:pt x="3970536" y="117304"/>
                  <a:pt x="3974979" y="117304"/>
                </a:cubicBezTo>
                <a:cubicBezTo>
                  <a:pt x="3979422" y="117304"/>
                  <a:pt x="3983431" y="116517"/>
                  <a:pt x="3987006" y="114942"/>
                </a:cubicBezTo>
                <a:cubicBezTo>
                  <a:pt x="3990582" y="113367"/>
                  <a:pt x="3993616" y="111194"/>
                  <a:pt x="3996108" y="108424"/>
                </a:cubicBezTo>
                <a:cubicBezTo>
                  <a:pt x="3998602" y="105653"/>
                  <a:pt x="4000525" y="102394"/>
                  <a:pt x="4001880" y="98648"/>
                </a:cubicBezTo>
                <a:cubicBezTo>
                  <a:pt x="4003234" y="94899"/>
                  <a:pt x="4003911" y="90907"/>
                  <a:pt x="4003911" y="86671"/>
                </a:cubicBezTo>
                <a:close/>
                <a:moveTo>
                  <a:pt x="4050724" y="124764"/>
                </a:moveTo>
                <a:lnTo>
                  <a:pt x="4039669" y="124764"/>
                </a:lnTo>
                <a:lnTo>
                  <a:pt x="4039669" y="1882"/>
                </a:lnTo>
                <a:lnTo>
                  <a:pt x="4050724" y="1882"/>
                </a:lnTo>
                <a:lnTo>
                  <a:pt x="4050724" y="124764"/>
                </a:lnTo>
                <a:close/>
                <a:moveTo>
                  <a:pt x="4091683" y="124764"/>
                </a:moveTo>
                <a:lnTo>
                  <a:pt x="4080629" y="124764"/>
                </a:lnTo>
                <a:lnTo>
                  <a:pt x="4080629" y="1882"/>
                </a:lnTo>
                <a:lnTo>
                  <a:pt x="4091683" y="1882"/>
                </a:lnTo>
                <a:lnTo>
                  <a:pt x="4091683" y="124764"/>
                </a:lnTo>
                <a:close/>
                <a:moveTo>
                  <a:pt x="4179295" y="80954"/>
                </a:moveTo>
                <a:cubicBezTo>
                  <a:pt x="4178969" y="73741"/>
                  <a:pt x="4176666" y="67758"/>
                  <a:pt x="4172385" y="63005"/>
                </a:cubicBezTo>
                <a:cubicBezTo>
                  <a:pt x="4168106" y="58251"/>
                  <a:pt x="4162012" y="55874"/>
                  <a:pt x="4154101" y="55874"/>
                </a:cubicBezTo>
                <a:cubicBezTo>
                  <a:pt x="4150417" y="55874"/>
                  <a:pt x="4147004" y="56557"/>
                  <a:pt x="4143861" y="57923"/>
                </a:cubicBezTo>
                <a:cubicBezTo>
                  <a:pt x="4140719" y="59288"/>
                  <a:pt x="4137956" y="61146"/>
                  <a:pt x="4135572" y="63496"/>
                </a:cubicBezTo>
                <a:cubicBezTo>
                  <a:pt x="4133187" y="65845"/>
                  <a:pt x="4131291" y="68523"/>
                  <a:pt x="4129882" y="71529"/>
                </a:cubicBezTo>
                <a:cubicBezTo>
                  <a:pt x="4128473" y="74533"/>
                  <a:pt x="4127661" y="77675"/>
                  <a:pt x="4127444" y="80954"/>
                </a:cubicBezTo>
                <a:lnTo>
                  <a:pt x="4179295" y="80954"/>
                </a:lnTo>
                <a:moveTo>
                  <a:pt x="4190511" y="84471"/>
                </a:moveTo>
                <a:cubicBezTo>
                  <a:pt x="4190511" y="85231"/>
                  <a:pt x="4190511" y="86046"/>
                  <a:pt x="4190511" y="86916"/>
                </a:cubicBezTo>
                <a:cubicBezTo>
                  <a:pt x="4190511" y="87784"/>
                  <a:pt x="4190456" y="88707"/>
                  <a:pt x="4190347" y="89684"/>
                </a:cubicBezTo>
                <a:lnTo>
                  <a:pt x="4127280" y="89684"/>
                </a:lnTo>
                <a:cubicBezTo>
                  <a:pt x="4127390" y="93475"/>
                  <a:pt x="4128148" y="97050"/>
                  <a:pt x="4129555" y="100408"/>
                </a:cubicBezTo>
                <a:cubicBezTo>
                  <a:pt x="4130964" y="103765"/>
                  <a:pt x="4132914" y="106689"/>
                  <a:pt x="4135406" y="109181"/>
                </a:cubicBezTo>
                <a:cubicBezTo>
                  <a:pt x="4137899" y="111671"/>
                  <a:pt x="4140825" y="113648"/>
                  <a:pt x="4144183" y="115111"/>
                </a:cubicBezTo>
                <a:cubicBezTo>
                  <a:pt x="4147543" y="116573"/>
                  <a:pt x="4151174" y="117304"/>
                  <a:pt x="4155076" y="117304"/>
                </a:cubicBezTo>
                <a:cubicBezTo>
                  <a:pt x="4160819" y="117304"/>
                  <a:pt x="4165776" y="115977"/>
                  <a:pt x="4169947" y="113323"/>
                </a:cubicBezTo>
                <a:cubicBezTo>
                  <a:pt x="4174119" y="110667"/>
                  <a:pt x="4177289" y="107606"/>
                  <a:pt x="4179456" y="104139"/>
                </a:cubicBezTo>
                <a:lnTo>
                  <a:pt x="4187745" y="110639"/>
                </a:lnTo>
                <a:cubicBezTo>
                  <a:pt x="4183195" y="116374"/>
                  <a:pt x="4178183" y="120479"/>
                  <a:pt x="4172710" y="122956"/>
                </a:cubicBezTo>
                <a:cubicBezTo>
                  <a:pt x="4167239" y="125431"/>
                  <a:pt x="4161361" y="126669"/>
                  <a:pt x="4155076" y="126669"/>
                </a:cubicBezTo>
                <a:cubicBezTo>
                  <a:pt x="4149441" y="126669"/>
                  <a:pt x="4144212" y="125666"/>
                  <a:pt x="4139389" y="123660"/>
                </a:cubicBezTo>
                <a:cubicBezTo>
                  <a:pt x="4134567" y="121655"/>
                  <a:pt x="4130423" y="118864"/>
                  <a:pt x="4126956" y="115287"/>
                </a:cubicBezTo>
                <a:cubicBezTo>
                  <a:pt x="4123488" y="111709"/>
                  <a:pt x="4120752" y="107481"/>
                  <a:pt x="4118746" y="102603"/>
                </a:cubicBezTo>
                <a:cubicBezTo>
                  <a:pt x="4116742" y="97726"/>
                  <a:pt x="4115740" y="92414"/>
                  <a:pt x="4115740" y="86668"/>
                </a:cubicBezTo>
                <a:cubicBezTo>
                  <a:pt x="4115740" y="80922"/>
                  <a:pt x="4116715" y="75611"/>
                  <a:pt x="4118664" y="70733"/>
                </a:cubicBezTo>
                <a:cubicBezTo>
                  <a:pt x="4120615" y="65855"/>
                  <a:pt x="4123325" y="61628"/>
                  <a:pt x="4126792" y="58052"/>
                </a:cubicBezTo>
                <a:cubicBezTo>
                  <a:pt x="4130261" y="54473"/>
                  <a:pt x="4134325" y="51682"/>
                  <a:pt x="4138985" y="49676"/>
                </a:cubicBezTo>
                <a:cubicBezTo>
                  <a:pt x="4143644" y="47670"/>
                  <a:pt x="4148683" y="46667"/>
                  <a:pt x="4154101" y="46667"/>
                </a:cubicBezTo>
                <a:cubicBezTo>
                  <a:pt x="4160060" y="46667"/>
                  <a:pt x="4165315" y="47673"/>
                  <a:pt x="4169866" y="49683"/>
                </a:cubicBezTo>
                <a:cubicBezTo>
                  <a:pt x="4174418" y="51692"/>
                  <a:pt x="4178211" y="54408"/>
                  <a:pt x="4181245" y="57831"/>
                </a:cubicBezTo>
                <a:cubicBezTo>
                  <a:pt x="4184279" y="61252"/>
                  <a:pt x="4186581" y="65243"/>
                  <a:pt x="4188152" y="69805"/>
                </a:cubicBezTo>
                <a:cubicBezTo>
                  <a:pt x="4189724" y="74367"/>
                  <a:pt x="4190511" y="79256"/>
                  <a:pt x="4190511" y="84471"/>
                </a:cubicBezTo>
                <a:close/>
                <a:moveTo>
                  <a:pt x="4269017" y="65954"/>
                </a:moveTo>
                <a:cubicBezTo>
                  <a:pt x="4267175" y="63027"/>
                  <a:pt x="4264493" y="60615"/>
                  <a:pt x="4260972" y="58719"/>
                </a:cubicBezTo>
                <a:cubicBezTo>
                  <a:pt x="4257450" y="56822"/>
                  <a:pt x="4253630" y="55874"/>
                  <a:pt x="4249513" y="55874"/>
                </a:cubicBezTo>
                <a:cubicBezTo>
                  <a:pt x="4245070" y="55874"/>
                  <a:pt x="4241060" y="56662"/>
                  <a:pt x="4237484" y="58238"/>
                </a:cubicBezTo>
                <a:cubicBezTo>
                  <a:pt x="4233908" y="59812"/>
                  <a:pt x="4230846" y="61984"/>
                  <a:pt x="4228300" y="64756"/>
                </a:cubicBezTo>
                <a:cubicBezTo>
                  <a:pt x="4225753" y="67525"/>
                  <a:pt x="4223803" y="70784"/>
                  <a:pt x="4222449" y="74533"/>
                </a:cubicBezTo>
                <a:cubicBezTo>
                  <a:pt x="4221095" y="78279"/>
                  <a:pt x="4220418" y="82325"/>
                  <a:pt x="4220418" y="86671"/>
                </a:cubicBezTo>
                <a:cubicBezTo>
                  <a:pt x="4220418" y="91016"/>
                  <a:pt x="4221095" y="95036"/>
                  <a:pt x="4222449" y="98729"/>
                </a:cubicBezTo>
                <a:cubicBezTo>
                  <a:pt x="4223803" y="102422"/>
                  <a:pt x="4225726" y="105653"/>
                  <a:pt x="4228218" y="108424"/>
                </a:cubicBezTo>
                <a:cubicBezTo>
                  <a:pt x="4230711" y="111194"/>
                  <a:pt x="4233746" y="113367"/>
                  <a:pt x="4237320" y="114942"/>
                </a:cubicBezTo>
                <a:cubicBezTo>
                  <a:pt x="4240897" y="116517"/>
                  <a:pt x="4244906" y="117304"/>
                  <a:pt x="4249349" y="117304"/>
                </a:cubicBezTo>
                <a:cubicBezTo>
                  <a:pt x="4254225" y="117304"/>
                  <a:pt x="4258343" y="116383"/>
                  <a:pt x="4261701" y="114541"/>
                </a:cubicBezTo>
                <a:cubicBezTo>
                  <a:pt x="4265061" y="112699"/>
                  <a:pt x="4267824" y="110315"/>
                  <a:pt x="4269992" y="107390"/>
                </a:cubicBezTo>
                <a:lnTo>
                  <a:pt x="4278281" y="113566"/>
                </a:lnTo>
                <a:cubicBezTo>
                  <a:pt x="4275030" y="117564"/>
                  <a:pt x="4271048" y="120748"/>
                  <a:pt x="4266334" y="123117"/>
                </a:cubicBezTo>
                <a:cubicBezTo>
                  <a:pt x="4261621" y="125485"/>
                  <a:pt x="4255960" y="126669"/>
                  <a:pt x="4249349" y="126669"/>
                </a:cubicBezTo>
                <a:cubicBezTo>
                  <a:pt x="4243172" y="126669"/>
                  <a:pt x="4237591" y="125666"/>
                  <a:pt x="4232605" y="123660"/>
                </a:cubicBezTo>
                <a:cubicBezTo>
                  <a:pt x="4227622" y="121655"/>
                  <a:pt x="4223369" y="118864"/>
                  <a:pt x="4219847" y="115287"/>
                </a:cubicBezTo>
                <a:cubicBezTo>
                  <a:pt x="4216327" y="111709"/>
                  <a:pt x="4213591" y="107481"/>
                  <a:pt x="4211640" y="102603"/>
                </a:cubicBezTo>
                <a:cubicBezTo>
                  <a:pt x="4209689" y="97726"/>
                  <a:pt x="4208714" y="92414"/>
                  <a:pt x="4208714" y="86668"/>
                </a:cubicBezTo>
                <a:cubicBezTo>
                  <a:pt x="4208714" y="80922"/>
                  <a:pt x="4209689" y="75611"/>
                  <a:pt x="4211640" y="70733"/>
                </a:cubicBezTo>
                <a:cubicBezTo>
                  <a:pt x="4213591" y="65855"/>
                  <a:pt x="4216327" y="61628"/>
                  <a:pt x="4219847" y="58052"/>
                </a:cubicBezTo>
                <a:cubicBezTo>
                  <a:pt x="4223369" y="54473"/>
                  <a:pt x="4227622" y="51682"/>
                  <a:pt x="4232605" y="49676"/>
                </a:cubicBezTo>
                <a:cubicBezTo>
                  <a:pt x="4237591" y="47670"/>
                  <a:pt x="4243172" y="46667"/>
                  <a:pt x="4249349" y="46667"/>
                </a:cubicBezTo>
                <a:cubicBezTo>
                  <a:pt x="4254442" y="46667"/>
                  <a:pt x="4259616" y="47771"/>
                  <a:pt x="4264870" y="49979"/>
                </a:cubicBezTo>
                <a:cubicBezTo>
                  <a:pt x="4270127" y="52186"/>
                  <a:pt x="4274380" y="55452"/>
                  <a:pt x="4277631" y="59775"/>
                </a:cubicBezTo>
                <a:lnTo>
                  <a:pt x="4269017" y="65954"/>
                </a:lnTo>
                <a:close/>
                <a:moveTo>
                  <a:pt x="4329808" y="57938"/>
                </a:moveTo>
                <a:lnTo>
                  <a:pt x="4308354" y="57938"/>
                </a:lnTo>
                <a:lnTo>
                  <a:pt x="4308354" y="102358"/>
                </a:lnTo>
                <a:cubicBezTo>
                  <a:pt x="4308354" y="105179"/>
                  <a:pt x="4308625" y="107511"/>
                  <a:pt x="4309165" y="109355"/>
                </a:cubicBezTo>
                <a:cubicBezTo>
                  <a:pt x="4309708" y="111198"/>
                  <a:pt x="4310493" y="112636"/>
                  <a:pt x="4311521" y="113668"/>
                </a:cubicBezTo>
                <a:cubicBezTo>
                  <a:pt x="4312552" y="114698"/>
                  <a:pt x="4313771" y="115403"/>
                  <a:pt x="4315180" y="115783"/>
                </a:cubicBezTo>
                <a:cubicBezTo>
                  <a:pt x="4316588" y="116162"/>
                  <a:pt x="4318106" y="116351"/>
                  <a:pt x="4319731" y="116351"/>
                </a:cubicBezTo>
                <a:cubicBezTo>
                  <a:pt x="4321249" y="116351"/>
                  <a:pt x="4322847" y="116130"/>
                  <a:pt x="4324525" y="115689"/>
                </a:cubicBezTo>
                <a:cubicBezTo>
                  <a:pt x="4326205" y="115246"/>
                  <a:pt x="4327804" y="114637"/>
                  <a:pt x="4329322" y="113861"/>
                </a:cubicBezTo>
                <a:lnTo>
                  <a:pt x="4329808" y="123442"/>
                </a:lnTo>
                <a:cubicBezTo>
                  <a:pt x="4327859" y="124201"/>
                  <a:pt x="4325827" y="124770"/>
                  <a:pt x="4323714" y="125148"/>
                </a:cubicBezTo>
                <a:cubicBezTo>
                  <a:pt x="4321601" y="125527"/>
                  <a:pt x="4319298" y="125716"/>
                  <a:pt x="4316804" y="125716"/>
                </a:cubicBezTo>
                <a:cubicBezTo>
                  <a:pt x="4314746" y="125716"/>
                  <a:pt x="4312579" y="125445"/>
                  <a:pt x="4310304" y="124903"/>
                </a:cubicBezTo>
                <a:cubicBezTo>
                  <a:pt x="4308028" y="124362"/>
                  <a:pt x="4305915" y="123334"/>
                  <a:pt x="4303964" y="121818"/>
                </a:cubicBezTo>
                <a:cubicBezTo>
                  <a:pt x="4302015" y="120300"/>
                  <a:pt x="4300417" y="118240"/>
                  <a:pt x="4299170" y="115639"/>
                </a:cubicBezTo>
                <a:cubicBezTo>
                  <a:pt x="4297923" y="113038"/>
                  <a:pt x="4297300" y="109625"/>
                  <a:pt x="4297300" y="105399"/>
                </a:cubicBezTo>
                <a:lnTo>
                  <a:pt x="4297300" y="57938"/>
                </a:lnTo>
                <a:lnTo>
                  <a:pt x="4281533" y="57938"/>
                </a:lnTo>
                <a:lnTo>
                  <a:pt x="4281533" y="48731"/>
                </a:lnTo>
                <a:lnTo>
                  <a:pt x="4297300" y="48731"/>
                </a:lnTo>
                <a:lnTo>
                  <a:pt x="4297300" y="27275"/>
                </a:lnTo>
                <a:lnTo>
                  <a:pt x="4308354" y="27275"/>
                </a:lnTo>
                <a:lnTo>
                  <a:pt x="4308354" y="48731"/>
                </a:lnTo>
                <a:lnTo>
                  <a:pt x="4329808" y="48731"/>
                </a:lnTo>
                <a:lnTo>
                  <a:pt x="4329808" y="57938"/>
                </a:lnTo>
                <a:close/>
                <a:moveTo>
                  <a:pt x="4358253" y="124764"/>
                </a:moveTo>
                <a:lnTo>
                  <a:pt x="4347201" y="124764"/>
                </a:lnTo>
                <a:lnTo>
                  <a:pt x="4347201" y="48694"/>
                </a:lnTo>
                <a:lnTo>
                  <a:pt x="4358253" y="48694"/>
                </a:lnTo>
                <a:lnTo>
                  <a:pt x="4358253" y="124764"/>
                </a:lnTo>
                <a:moveTo>
                  <a:pt x="4360529" y="19365"/>
                </a:moveTo>
                <a:cubicBezTo>
                  <a:pt x="4360529" y="21634"/>
                  <a:pt x="4359717" y="23497"/>
                  <a:pt x="4358091" y="24956"/>
                </a:cubicBezTo>
                <a:cubicBezTo>
                  <a:pt x="4356466" y="26414"/>
                  <a:pt x="4354678" y="27143"/>
                  <a:pt x="4352727" y="27143"/>
                </a:cubicBezTo>
                <a:cubicBezTo>
                  <a:pt x="4350776" y="27143"/>
                  <a:pt x="4348987" y="26414"/>
                  <a:pt x="4347362" y="24956"/>
                </a:cubicBezTo>
                <a:cubicBezTo>
                  <a:pt x="4345737" y="23497"/>
                  <a:pt x="4344924" y="21634"/>
                  <a:pt x="4344924" y="19365"/>
                </a:cubicBezTo>
                <a:cubicBezTo>
                  <a:pt x="4344924" y="17097"/>
                  <a:pt x="4345737" y="15233"/>
                  <a:pt x="4347362" y="13775"/>
                </a:cubicBezTo>
                <a:cubicBezTo>
                  <a:pt x="4348987" y="12317"/>
                  <a:pt x="4350776" y="11587"/>
                  <a:pt x="4352727" y="11587"/>
                </a:cubicBezTo>
                <a:cubicBezTo>
                  <a:pt x="4354678" y="11587"/>
                  <a:pt x="4356466" y="12317"/>
                  <a:pt x="4358091" y="13775"/>
                </a:cubicBezTo>
                <a:cubicBezTo>
                  <a:pt x="4359717" y="15233"/>
                  <a:pt x="4360529" y="17097"/>
                  <a:pt x="4360529" y="19365"/>
                </a:cubicBezTo>
                <a:close/>
                <a:moveTo>
                  <a:pt x="4463254" y="86668"/>
                </a:moveTo>
                <a:cubicBezTo>
                  <a:pt x="4463254" y="92414"/>
                  <a:pt x="4462252" y="97726"/>
                  <a:pt x="4460246" y="102603"/>
                </a:cubicBezTo>
                <a:cubicBezTo>
                  <a:pt x="4458242" y="107481"/>
                  <a:pt x="4455452" y="111709"/>
                  <a:pt x="4451875" y="115287"/>
                </a:cubicBezTo>
                <a:cubicBezTo>
                  <a:pt x="4448300" y="118864"/>
                  <a:pt x="4444020" y="121655"/>
                  <a:pt x="4439035" y="123660"/>
                </a:cubicBezTo>
                <a:cubicBezTo>
                  <a:pt x="4434052" y="125666"/>
                  <a:pt x="4428579" y="126669"/>
                  <a:pt x="4422619" y="126669"/>
                </a:cubicBezTo>
                <a:cubicBezTo>
                  <a:pt x="4416767" y="126669"/>
                  <a:pt x="4411349" y="125666"/>
                  <a:pt x="4406363" y="123660"/>
                </a:cubicBezTo>
                <a:cubicBezTo>
                  <a:pt x="4401380" y="121655"/>
                  <a:pt x="4397100" y="118864"/>
                  <a:pt x="4393523" y="115287"/>
                </a:cubicBezTo>
                <a:cubicBezTo>
                  <a:pt x="4389949" y="111709"/>
                  <a:pt x="4387158" y="107481"/>
                  <a:pt x="4385153" y="102603"/>
                </a:cubicBezTo>
                <a:cubicBezTo>
                  <a:pt x="4383149" y="97726"/>
                  <a:pt x="4382147" y="92414"/>
                  <a:pt x="4382147" y="86668"/>
                </a:cubicBezTo>
                <a:cubicBezTo>
                  <a:pt x="4382147" y="80922"/>
                  <a:pt x="4383149" y="75611"/>
                  <a:pt x="4385153" y="70733"/>
                </a:cubicBezTo>
                <a:cubicBezTo>
                  <a:pt x="4387158" y="65855"/>
                  <a:pt x="4389949" y="61628"/>
                  <a:pt x="4393523" y="58052"/>
                </a:cubicBezTo>
                <a:cubicBezTo>
                  <a:pt x="4397100" y="54473"/>
                  <a:pt x="4401380" y="51682"/>
                  <a:pt x="4406363" y="49676"/>
                </a:cubicBezTo>
                <a:cubicBezTo>
                  <a:pt x="4411349" y="47670"/>
                  <a:pt x="4416767" y="46667"/>
                  <a:pt x="4422619" y="46667"/>
                </a:cubicBezTo>
                <a:cubicBezTo>
                  <a:pt x="4428579" y="46667"/>
                  <a:pt x="4434052" y="47670"/>
                  <a:pt x="4439035" y="49676"/>
                </a:cubicBezTo>
                <a:cubicBezTo>
                  <a:pt x="4444020" y="51682"/>
                  <a:pt x="4448300" y="54473"/>
                  <a:pt x="4451875" y="58052"/>
                </a:cubicBezTo>
                <a:cubicBezTo>
                  <a:pt x="4455452" y="61628"/>
                  <a:pt x="4458242" y="65855"/>
                  <a:pt x="4460246" y="70733"/>
                </a:cubicBezTo>
                <a:cubicBezTo>
                  <a:pt x="4462252" y="75611"/>
                  <a:pt x="4463254" y="80922"/>
                  <a:pt x="4463254" y="86668"/>
                </a:cubicBezTo>
                <a:moveTo>
                  <a:pt x="4451553" y="86671"/>
                </a:moveTo>
                <a:cubicBezTo>
                  <a:pt x="4451553" y="82434"/>
                  <a:pt x="4450876" y="78443"/>
                  <a:pt x="4449521" y="74696"/>
                </a:cubicBezTo>
                <a:cubicBezTo>
                  <a:pt x="4448167" y="70948"/>
                  <a:pt x="4446243" y="67689"/>
                  <a:pt x="4443750" y="64919"/>
                </a:cubicBezTo>
                <a:cubicBezTo>
                  <a:pt x="4441258" y="62148"/>
                  <a:pt x="4438224" y="59948"/>
                  <a:pt x="4434648" y="58319"/>
                </a:cubicBezTo>
                <a:cubicBezTo>
                  <a:pt x="4431073" y="56689"/>
                  <a:pt x="4427064" y="55874"/>
                  <a:pt x="4422621" y="55874"/>
                </a:cubicBezTo>
                <a:cubicBezTo>
                  <a:pt x="4418178" y="55874"/>
                  <a:pt x="4414196" y="56689"/>
                  <a:pt x="4410674" y="58319"/>
                </a:cubicBezTo>
                <a:cubicBezTo>
                  <a:pt x="4407152" y="59948"/>
                  <a:pt x="4404145" y="62148"/>
                  <a:pt x="4401651" y="64919"/>
                </a:cubicBezTo>
                <a:cubicBezTo>
                  <a:pt x="4399159" y="67689"/>
                  <a:pt x="4397236" y="70948"/>
                  <a:pt x="4395882" y="74696"/>
                </a:cubicBezTo>
                <a:cubicBezTo>
                  <a:pt x="4394528" y="78443"/>
                  <a:pt x="4393851" y="82434"/>
                  <a:pt x="4393851" y="86671"/>
                </a:cubicBezTo>
                <a:cubicBezTo>
                  <a:pt x="4393851" y="90907"/>
                  <a:pt x="4394528" y="94899"/>
                  <a:pt x="4395882" y="98648"/>
                </a:cubicBezTo>
                <a:cubicBezTo>
                  <a:pt x="4397236" y="102394"/>
                  <a:pt x="4399159" y="105653"/>
                  <a:pt x="4401651" y="108424"/>
                </a:cubicBezTo>
                <a:cubicBezTo>
                  <a:pt x="4404145" y="111194"/>
                  <a:pt x="4407152" y="113367"/>
                  <a:pt x="4410674" y="114942"/>
                </a:cubicBezTo>
                <a:cubicBezTo>
                  <a:pt x="4414196" y="116517"/>
                  <a:pt x="4418178" y="117304"/>
                  <a:pt x="4422621" y="117304"/>
                </a:cubicBezTo>
                <a:cubicBezTo>
                  <a:pt x="4427064" y="117304"/>
                  <a:pt x="4431073" y="116517"/>
                  <a:pt x="4434648" y="114942"/>
                </a:cubicBezTo>
                <a:cubicBezTo>
                  <a:pt x="4438224" y="113367"/>
                  <a:pt x="4441258" y="111194"/>
                  <a:pt x="4443750" y="108424"/>
                </a:cubicBezTo>
                <a:cubicBezTo>
                  <a:pt x="4446243" y="105653"/>
                  <a:pt x="4448167" y="102394"/>
                  <a:pt x="4449521" y="98648"/>
                </a:cubicBezTo>
                <a:cubicBezTo>
                  <a:pt x="4450876" y="94899"/>
                  <a:pt x="4451553" y="90907"/>
                  <a:pt x="4451553" y="86671"/>
                </a:cubicBezTo>
                <a:close/>
                <a:moveTo>
                  <a:pt x="4496902" y="48632"/>
                </a:moveTo>
                <a:cubicBezTo>
                  <a:pt x="4497119" y="50690"/>
                  <a:pt x="4497281" y="52966"/>
                  <a:pt x="4497388" y="55460"/>
                </a:cubicBezTo>
                <a:cubicBezTo>
                  <a:pt x="4497497" y="57952"/>
                  <a:pt x="4497552" y="60010"/>
                  <a:pt x="4497552" y="61635"/>
                </a:cubicBezTo>
                <a:lnTo>
                  <a:pt x="4497877" y="61635"/>
                </a:lnTo>
                <a:cubicBezTo>
                  <a:pt x="4500044" y="57188"/>
                  <a:pt x="4503566" y="53581"/>
                  <a:pt x="4508442" y="50817"/>
                </a:cubicBezTo>
                <a:cubicBezTo>
                  <a:pt x="4513319" y="48051"/>
                  <a:pt x="4518466" y="46667"/>
                  <a:pt x="4523884" y="46667"/>
                </a:cubicBezTo>
                <a:cubicBezTo>
                  <a:pt x="4533527" y="46667"/>
                  <a:pt x="4540759" y="49542"/>
                  <a:pt x="4545581" y="55291"/>
                </a:cubicBezTo>
                <a:cubicBezTo>
                  <a:pt x="4550404" y="61040"/>
                  <a:pt x="4552816" y="68633"/>
                  <a:pt x="4552816" y="78069"/>
                </a:cubicBezTo>
                <a:lnTo>
                  <a:pt x="4552816" y="124764"/>
                </a:lnTo>
                <a:lnTo>
                  <a:pt x="4541764" y="124764"/>
                </a:lnTo>
                <a:lnTo>
                  <a:pt x="4541764" y="82583"/>
                </a:lnTo>
                <a:cubicBezTo>
                  <a:pt x="4541764" y="78565"/>
                  <a:pt x="4541439" y="74929"/>
                  <a:pt x="4540789" y="71673"/>
                </a:cubicBezTo>
                <a:cubicBezTo>
                  <a:pt x="4540139" y="68416"/>
                  <a:pt x="4539028" y="65620"/>
                  <a:pt x="4537456" y="63285"/>
                </a:cubicBezTo>
                <a:cubicBezTo>
                  <a:pt x="4535885" y="60950"/>
                  <a:pt x="4533772" y="59131"/>
                  <a:pt x="4531116" y="57828"/>
                </a:cubicBezTo>
                <a:cubicBezTo>
                  <a:pt x="4528463" y="56525"/>
                  <a:pt x="4525131" y="55874"/>
                  <a:pt x="4521121" y="55874"/>
                </a:cubicBezTo>
                <a:cubicBezTo>
                  <a:pt x="4518196" y="55874"/>
                  <a:pt x="4515351" y="56472"/>
                  <a:pt x="4512587" y="57667"/>
                </a:cubicBezTo>
                <a:cubicBezTo>
                  <a:pt x="4509824" y="58861"/>
                  <a:pt x="4507359" y="60680"/>
                  <a:pt x="4505191" y="63124"/>
                </a:cubicBezTo>
                <a:cubicBezTo>
                  <a:pt x="4503025" y="65566"/>
                  <a:pt x="4501291" y="68659"/>
                  <a:pt x="4499990" y="72405"/>
                </a:cubicBezTo>
                <a:cubicBezTo>
                  <a:pt x="4498690" y="76150"/>
                  <a:pt x="4498040" y="80574"/>
                  <a:pt x="4498040" y="85679"/>
                </a:cubicBezTo>
                <a:lnTo>
                  <a:pt x="4498040" y="124764"/>
                </a:lnTo>
                <a:lnTo>
                  <a:pt x="4486986" y="124764"/>
                </a:lnTo>
                <a:lnTo>
                  <a:pt x="4486986" y="65378"/>
                </a:lnTo>
                <a:cubicBezTo>
                  <a:pt x="4486986" y="63316"/>
                  <a:pt x="4486932" y="60660"/>
                  <a:pt x="4486823" y="57409"/>
                </a:cubicBezTo>
                <a:cubicBezTo>
                  <a:pt x="4486715" y="54159"/>
                  <a:pt x="4486553" y="51233"/>
                  <a:pt x="4486336" y="48632"/>
                </a:cubicBezTo>
                <a:lnTo>
                  <a:pt x="4496902" y="486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8" name="Text thatcombinesminimalistdesignwithbold,eye-catchingpatterns.">
            <a:extLst xmlns:a="http://schemas.openxmlformats.org/drawingml/2006/main">
              <a:ext uri="{FF2B5EF4-FFF2-40B4-BE49-F238E27FC236}">
                <a16:creationId xmlns:a16="http://schemas.microsoft.com/office/drawing/2014/main" id="{30C0F07F-535B-4ED1-AE8A-8D00E102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972" y="2388419"/>
            <a:ext cx="4835478" cy="162007"/>
          </a:xfrm>
          <a:custGeom xmlns:a="http://schemas.openxmlformats.org/drawingml/2006/main">
            <a:pathLst>
              <a:path w="4835478" h="162007">
                <a:moveTo>
                  <a:pt x="48275" y="56132"/>
                </a:moveTo>
                <a:lnTo>
                  <a:pt x="26821" y="56132"/>
                </a:lnTo>
                <a:lnTo>
                  <a:pt x="26821" y="100552"/>
                </a:lnTo>
                <a:cubicBezTo>
                  <a:pt x="26821" y="103373"/>
                  <a:pt x="27091" y="105705"/>
                  <a:pt x="27632" y="107549"/>
                </a:cubicBezTo>
                <a:cubicBezTo>
                  <a:pt x="28174" y="109393"/>
                  <a:pt x="28960" y="110830"/>
                  <a:pt x="29988" y="111862"/>
                </a:cubicBezTo>
                <a:cubicBezTo>
                  <a:pt x="31018" y="112892"/>
                  <a:pt x="32238" y="113597"/>
                  <a:pt x="33646" y="113978"/>
                </a:cubicBezTo>
                <a:cubicBezTo>
                  <a:pt x="35055" y="114356"/>
                  <a:pt x="36572" y="114546"/>
                  <a:pt x="38198" y="114546"/>
                </a:cubicBezTo>
                <a:cubicBezTo>
                  <a:pt x="39715" y="114546"/>
                  <a:pt x="41314" y="114325"/>
                  <a:pt x="42992" y="113883"/>
                </a:cubicBezTo>
                <a:cubicBezTo>
                  <a:pt x="44672" y="113440"/>
                  <a:pt x="46271" y="112831"/>
                  <a:pt x="47789" y="112055"/>
                </a:cubicBezTo>
                <a:lnTo>
                  <a:pt x="48275" y="121637"/>
                </a:lnTo>
                <a:cubicBezTo>
                  <a:pt x="46325" y="122395"/>
                  <a:pt x="44294" y="122964"/>
                  <a:pt x="42181" y="123343"/>
                </a:cubicBezTo>
                <a:cubicBezTo>
                  <a:pt x="40068" y="123722"/>
                  <a:pt x="37764" y="123911"/>
                  <a:pt x="35271" y="123911"/>
                </a:cubicBezTo>
                <a:cubicBezTo>
                  <a:pt x="33212" y="123911"/>
                  <a:pt x="31046" y="123640"/>
                  <a:pt x="28770" y="123097"/>
                </a:cubicBezTo>
                <a:cubicBezTo>
                  <a:pt x="26495" y="122557"/>
                  <a:pt x="24382" y="121528"/>
                  <a:pt x="22431" y="120012"/>
                </a:cubicBezTo>
                <a:cubicBezTo>
                  <a:pt x="20482" y="118494"/>
                  <a:pt x="18883" y="116435"/>
                  <a:pt x="17637" y="113834"/>
                </a:cubicBezTo>
                <a:cubicBezTo>
                  <a:pt x="16390" y="111233"/>
                  <a:pt x="15767" y="107819"/>
                  <a:pt x="15767" y="103593"/>
                </a:cubicBezTo>
                <a:lnTo>
                  <a:pt x="15767" y="56132"/>
                </a:lnTo>
                <a:lnTo>
                  <a:pt x="0" y="56132"/>
                </a:lnTo>
                <a:lnTo>
                  <a:pt x="0" y="46925"/>
                </a:lnTo>
                <a:lnTo>
                  <a:pt x="15767" y="46925"/>
                </a:lnTo>
                <a:lnTo>
                  <a:pt x="15767" y="25469"/>
                </a:lnTo>
                <a:lnTo>
                  <a:pt x="26821" y="25469"/>
                </a:lnTo>
                <a:lnTo>
                  <a:pt x="26821" y="46925"/>
                </a:lnTo>
                <a:lnTo>
                  <a:pt x="48275" y="46925"/>
                </a:lnTo>
                <a:lnTo>
                  <a:pt x="48275" y="56132"/>
                </a:lnTo>
                <a:close/>
                <a:moveTo>
                  <a:pt x="77208" y="59341"/>
                </a:moveTo>
                <a:cubicBezTo>
                  <a:pt x="79267" y="54895"/>
                  <a:pt x="82680" y="51371"/>
                  <a:pt x="87447" y="48768"/>
                </a:cubicBezTo>
                <a:cubicBezTo>
                  <a:pt x="92215" y="46164"/>
                  <a:pt x="97309" y="44862"/>
                  <a:pt x="102727" y="44862"/>
                </a:cubicBezTo>
                <a:cubicBezTo>
                  <a:pt x="112370" y="44862"/>
                  <a:pt x="119602" y="47736"/>
                  <a:pt x="124424" y="53486"/>
                </a:cubicBezTo>
                <a:cubicBezTo>
                  <a:pt x="129247" y="59235"/>
                  <a:pt x="131659" y="66827"/>
                  <a:pt x="131659" y="76264"/>
                </a:cubicBezTo>
                <a:lnTo>
                  <a:pt x="131659" y="122958"/>
                </a:lnTo>
                <a:lnTo>
                  <a:pt x="120607" y="122958"/>
                </a:lnTo>
                <a:lnTo>
                  <a:pt x="120607" y="80778"/>
                </a:lnTo>
                <a:cubicBezTo>
                  <a:pt x="120607" y="76760"/>
                  <a:pt x="120282" y="73123"/>
                  <a:pt x="119632" y="69867"/>
                </a:cubicBezTo>
                <a:cubicBezTo>
                  <a:pt x="118982" y="66610"/>
                  <a:pt x="117871" y="63814"/>
                  <a:pt x="116299" y="61479"/>
                </a:cubicBezTo>
                <a:cubicBezTo>
                  <a:pt x="114728" y="59145"/>
                  <a:pt x="112615" y="57326"/>
                  <a:pt x="109959" y="56023"/>
                </a:cubicBezTo>
                <a:cubicBezTo>
                  <a:pt x="107306" y="54720"/>
                  <a:pt x="103974" y="54068"/>
                  <a:pt x="99964" y="54068"/>
                </a:cubicBezTo>
                <a:cubicBezTo>
                  <a:pt x="97039" y="54068"/>
                  <a:pt x="94194" y="54666"/>
                  <a:pt x="91430" y="55862"/>
                </a:cubicBezTo>
                <a:cubicBezTo>
                  <a:pt x="88667" y="57055"/>
                  <a:pt x="86202" y="58874"/>
                  <a:pt x="84034" y="61318"/>
                </a:cubicBezTo>
                <a:cubicBezTo>
                  <a:pt x="81868" y="63760"/>
                  <a:pt x="80134" y="66854"/>
                  <a:pt x="78833" y="70599"/>
                </a:cubicBezTo>
                <a:cubicBezTo>
                  <a:pt x="77533" y="74344"/>
                  <a:pt x="76883" y="78769"/>
                  <a:pt x="76883" y="83873"/>
                </a:cubicBezTo>
                <a:lnTo>
                  <a:pt x="76883" y="122958"/>
                </a:lnTo>
                <a:lnTo>
                  <a:pt x="65829" y="122958"/>
                </a:lnTo>
                <a:lnTo>
                  <a:pt x="65829" y="0"/>
                </a:lnTo>
                <a:lnTo>
                  <a:pt x="76883" y="0"/>
                </a:lnTo>
                <a:lnTo>
                  <a:pt x="76883" y="59341"/>
                </a:lnTo>
                <a:lnTo>
                  <a:pt x="77208" y="59341"/>
                </a:lnTo>
                <a:close/>
                <a:moveTo>
                  <a:pt x="208216" y="73841"/>
                </a:moveTo>
                <a:cubicBezTo>
                  <a:pt x="208216" y="67195"/>
                  <a:pt x="206483" y="62239"/>
                  <a:pt x="203015" y="58972"/>
                </a:cubicBezTo>
                <a:cubicBezTo>
                  <a:pt x="199548" y="55703"/>
                  <a:pt x="194509" y="54068"/>
                  <a:pt x="187899" y="54068"/>
                </a:cubicBezTo>
                <a:cubicBezTo>
                  <a:pt x="183348" y="54068"/>
                  <a:pt x="179122" y="54881"/>
                  <a:pt x="175220" y="56506"/>
                </a:cubicBezTo>
                <a:cubicBezTo>
                  <a:pt x="171319" y="58132"/>
                  <a:pt x="168015" y="60299"/>
                  <a:pt x="165306" y="63010"/>
                </a:cubicBezTo>
                <a:lnTo>
                  <a:pt x="159128" y="55695"/>
                </a:lnTo>
                <a:cubicBezTo>
                  <a:pt x="162272" y="52565"/>
                  <a:pt x="166417" y="49978"/>
                  <a:pt x="171564" y="47932"/>
                </a:cubicBezTo>
                <a:cubicBezTo>
                  <a:pt x="176711" y="45885"/>
                  <a:pt x="182536" y="44862"/>
                  <a:pt x="189037" y="44862"/>
                </a:cubicBezTo>
                <a:cubicBezTo>
                  <a:pt x="193156" y="44862"/>
                  <a:pt x="197003" y="45431"/>
                  <a:pt x="200577" y="46571"/>
                </a:cubicBezTo>
                <a:cubicBezTo>
                  <a:pt x="204154" y="47710"/>
                  <a:pt x="207296" y="49419"/>
                  <a:pt x="210005" y="51697"/>
                </a:cubicBezTo>
                <a:cubicBezTo>
                  <a:pt x="212715" y="53974"/>
                  <a:pt x="214828" y="56848"/>
                  <a:pt x="216344" y="60318"/>
                </a:cubicBezTo>
                <a:cubicBezTo>
                  <a:pt x="217862" y="63789"/>
                  <a:pt x="218621" y="67857"/>
                  <a:pt x="218621" y="72521"/>
                </a:cubicBezTo>
                <a:lnTo>
                  <a:pt x="218621" y="105875"/>
                </a:lnTo>
                <a:cubicBezTo>
                  <a:pt x="218621" y="108803"/>
                  <a:pt x="218729" y="111841"/>
                  <a:pt x="218946" y="114987"/>
                </a:cubicBezTo>
                <a:cubicBezTo>
                  <a:pt x="219162" y="118132"/>
                  <a:pt x="219487" y="120789"/>
                  <a:pt x="219921" y="122958"/>
                </a:cubicBezTo>
                <a:lnTo>
                  <a:pt x="210007" y="122958"/>
                </a:lnTo>
                <a:cubicBezTo>
                  <a:pt x="209681" y="121108"/>
                  <a:pt x="209410" y="119095"/>
                  <a:pt x="209194" y="116919"/>
                </a:cubicBezTo>
                <a:cubicBezTo>
                  <a:pt x="208977" y="114743"/>
                  <a:pt x="208869" y="112622"/>
                  <a:pt x="208869" y="110555"/>
                </a:cubicBezTo>
                <a:lnTo>
                  <a:pt x="208541" y="110555"/>
                </a:lnTo>
                <a:cubicBezTo>
                  <a:pt x="205074" y="115649"/>
                  <a:pt x="201145" y="119308"/>
                  <a:pt x="196755" y="121530"/>
                </a:cubicBezTo>
                <a:cubicBezTo>
                  <a:pt x="192367" y="123752"/>
                  <a:pt x="187085" y="124863"/>
                  <a:pt x="180909" y="124863"/>
                </a:cubicBezTo>
                <a:cubicBezTo>
                  <a:pt x="177983" y="124863"/>
                  <a:pt x="174975" y="124457"/>
                  <a:pt x="171886" y="123645"/>
                </a:cubicBezTo>
                <a:cubicBezTo>
                  <a:pt x="168799" y="122834"/>
                  <a:pt x="165983" y="121508"/>
                  <a:pt x="163436" y="119667"/>
                </a:cubicBezTo>
                <a:cubicBezTo>
                  <a:pt x="160890" y="117825"/>
                  <a:pt x="158777" y="115443"/>
                  <a:pt x="157097" y="112519"/>
                </a:cubicBezTo>
                <a:cubicBezTo>
                  <a:pt x="155417" y="109594"/>
                  <a:pt x="154577" y="106020"/>
                  <a:pt x="154577" y="101795"/>
                </a:cubicBezTo>
                <a:cubicBezTo>
                  <a:pt x="154577" y="95947"/>
                  <a:pt x="156067" y="91317"/>
                  <a:pt x="159046" y="87906"/>
                </a:cubicBezTo>
                <a:cubicBezTo>
                  <a:pt x="162026" y="84495"/>
                  <a:pt x="166008" y="81950"/>
                  <a:pt x="170994" y="80272"/>
                </a:cubicBezTo>
                <a:cubicBezTo>
                  <a:pt x="175979" y="78592"/>
                  <a:pt x="181695" y="77509"/>
                  <a:pt x="188142" y="77023"/>
                </a:cubicBezTo>
                <a:cubicBezTo>
                  <a:pt x="194590" y="76535"/>
                  <a:pt x="201282" y="76291"/>
                  <a:pt x="208216" y="76291"/>
                </a:cubicBezTo>
                <a:lnTo>
                  <a:pt x="208216" y="73841"/>
                </a:lnTo>
                <a:moveTo>
                  <a:pt x="204965" y="85021"/>
                </a:moveTo>
                <a:cubicBezTo>
                  <a:pt x="200415" y="85021"/>
                  <a:pt x="195836" y="85211"/>
                  <a:pt x="191230" y="85589"/>
                </a:cubicBezTo>
                <a:cubicBezTo>
                  <a:pt x="186625" y="85966"/>
                  <a:pt x="182453" y="86723"/>
                  <a:pt x="178714" y="87859"/>
                </a:cubicBezTo>
                <a:cubicBezTo>
                  <a:pt x="174978" y="88993"/>
                  <a:pt x="171917" y="90641"/>
                  <a:pt x="169533" y="92802"/>
                </a:cubicBezTo>
                <a:cubicBezTo>
                  <a:pt x="167148" y="94963"/>
                  <a:pt x="165956" y="97826"/>
                  <a:pt x="165956" y="101391"/>
                </a:cubicBezTo>
                <a:cubicBezTo>
                  <a:pt x="165956" y="104092"/>
                  <a:pt x="166471" y="106362"/>
                  <a:pt x="167499" y="108199"/>
                </a:cubicBezTo>
                <a:cubicBezTo>
                  <a:pt x="168529" y="110036"/>
                  <a:pt x="169911" y="111521"/>
                  <a:pt x="171643" y="112656"/>
                </a:cubicBezTo>
                <a:cubicBezTo>
                  <a:pt x="173378" y="113790"/>
                  <a:pt x="175302" y="114600"/>
                  <a:pt x="177415" y="115086"/>
                </a:cubicBezTo>
                <a:cubicBezTo>
                  <a:pt x="179528" y="115572"/>
                  <a:pt x="181668" y="115815"/>
                  <a:pt x="183836" y="115815"/>
                </a:cubicBezTo>
                <a:cubicBezTo>
                  <a:pt x="187737" y="115815"/>
                  <a:pt x="191204" y="115140"/>
                  <a:pt x="194238" y="113789"/>
                </a:cubicBezTo>
                <a:cubicBezTo>
                  <a:pt x="197272" y="112438"/>
                  <a:pt x="199818" y="110601"/>
                  <a:pt x="201877" y="108278"/>
                </a:cubicBezTo>
                <a:cubicBezTo>
                  <a:pt x="203936" y="105955"/>
                  <a:pt x="205506" y="103281"/>
                  <a:pt x="206589" y="100257"/>
                </a:cubicBezTo>
                <a:cubicBezTo>
                  <a:pt x="207674" y="97231"/>
                  <a:pt x="208216" y="94043"/>
                  <a:pt x="208216" y="90694"/>
                </a:cubicBezTo>
                <a:lnTo>
                  <a:pt x="208216" y="85021"/>
                </a:lnTo>
                <a:lnTo>
                  <a:pt x="204965" y="85021"/>
                </a:lnTo>
                <a:close/>
                <a:moveTo>
                  <a:pt x="279735" y="56132"/>
                </a:moveTo>
                <a:lnTo>
                  <a:pt x="258281" y="56132"/>
                </a:lnTo>
                <a:lnTo>
                  <a:pt x="258281" y="100552"/>
                </a:lnTo>
                <a:cubicBezTo>
                  <a:pt x="258281" y="103373"/>
                  <a:pt x="258552" y="105705"/>
                  <a:pt x="259092" y="107549"/>
                </a:cubicBezTo>
                <a:cubicBezTo>
                  <a:pt x="259635" y="109393"/>
                  <a:pt x="260420" y="110830"/>
                  <a:pt x="261448" y="111862"/>
                </a:cubicBezTo>
                <a:cubicBezTo>
                  <a:pt x="262479" y="112892"/>
                  <a:pt x="263698" y="113597"/>
                  <a:pt x="265107" y="113978"/>
                </a:cubicBezTo>
                <a:cubicBezTo>
                  <a:pt x="266516" y="114356"/>
                  <a:pt x="268033" y="114546"/>
                  <a:pt x="269658" y="114546"/>
                </a:cubicBezTo>
                <a:cubicBezTo>
                  <a:pt x="271176" y="114546"/>
                  <a:pt x="272774" y="114325"/>
                  <a:pt x="274452" y="113883"/>
                </a:cubicBezTo>
                <a:cubicBezTo>
                  <a:pt x="276132" y="113440"/>
                  <a:pt x="277731" y="112831"/>
                  <a:pt x="279249" y="112055"/>
                </a:cubicBezTo>
                <a:lnTo>
                  <a:pt x="279735" y="121637"/>
                </a:lnTo>
                <a:cubicBezTo>
                  <a:pt x="277786" y="122395"/>
                  <a:pt x="275754" y="122964"/>
                  <a:pt x="273641" y="123343"/>
                </a:cubicBezTo>
                <a:cubicBezTo>
                  <a:pt x="271528" y="123722"/>
                  <a:pt x="269225" y="123911"/>
                  <a:pt x="266731" y="123911"/>
                </a:cubicBezTo>
                <a:cubicBezTo>
                  <a:pt x="264673" y="123911"/>
                  <a:pt x="262506" y="123640"/>
                  <a:pt x="260231" y="123097"/>
                </a:cubicBezTo>
                <a:cubicBezTo>
                  <a:pt x="257956" y="122557"/>
                  <a:pt x="255842" y="121528"/>
                  <a:pt x="253891" y="120012"/>
                </a:cubicBezTo>
                <a:cubicBezTo>
                  <a:pt x="251942" y="118494"/>
                  <a:pt x="250344" y="116435"/>
                  <a:pt x="249097" y="113834"/>
                </a:cubicBezTo>
                <a:cubicBezTo>
                  <a:pt x="247850" y="111233"/>
                  <a:pt x="247227" y="107819"/>
                  <a:pt x="247227" y="103593"/>
                </a:cubicBezTo>
                <a:lnTo>
                  <a:pt x="247227" y="56132"/>
                </a:lnTo>
                <a:lnTo>
                  <a:pt x="231460" y="56132"/>
                </a:lnTo>
                <a:lnTo>
                  <a:pt x="231460" y="46925"/>
                </a:lnTo>
                <a:lnTo>
                  <a:pt x="247227" y="46925"/>
                </a:lnTo>
                <a:lnTo>
                  <a:pt x="247227" y="25469"/>
                </a:lnTo>
                <a:lnTo>
                  <a:pt x="258281" y="25469"/>
                </a:lnTo>
                <a:lnTo>
                  <a:pt x="258281" y="46925"/>
                </a:lnTo>
                <a:lnTo>
                  <a:pt x="279735" y="46925"/>
                </a:lnTo>
                <a:lnTo>
                  <a:pt x="279735" y="56132"/>
                </a:lnTo>
                <a:close/>
                <a:moveTo>
                  <a:pt x="392379" y="64148"/>
                </a:moveTo>
                <a:cubicBezTo>
                  <a:pt x="390537" y="61221"/>
                  <a:pt x="387855" y="58810"/>
                  <a:pt x="384333" y="56913"/>
                </a:cubicBezTo>
                <a:cubicBezTo>
                  <a:pt x="380811" y="55017"/>
                  <a:pt x="376991" y="54068"/>
                  <a:pt x="372874" y="54068"/>
                </a:cubicBezTo>
                <a:cubicBezTo>
                  <a:pt x="368431" y="54068"/>
                  <a:pt x="364422" y="54856"/>
                  <a:pt x="360845" y="56432"/>
                </a:cubicBezTo>
                <a:cubicBezTo>
                  <a:pt x="357269" y="58006"/>
                  <a:pt x="354207" y="60179"/>
                  <a:pt x="351661" y="62950"/>
                </a:cubicBezTo>
                <a:cubicBezTo>
                  <a:pt x="349115" y="65720"/>
                  <a:pt x="347165" y="68979"/>
                  <a:pt x="345810" y="72727"/>
                </a:cubicBezTo>
                <a:cubicBezTo>
                  <a:pt x="344456" y="76474"/>
                  <a:pt x="343779" y="80520"/>
                  <a:pt x="343779" y="84865"/>
                </a:cubicBezTo>
                <a:cubicBezTo>
                  <a:pt x="343779" y="89210"/>
                  <a:pt x="344456" y="93230"/>
                  <a:pt x="345810" y="96924"/>
                </a:cubicBezTo>
                <a:cubicBezTo>
                  <a:pt x="347165" y="100616"/>
                  <a:pt x="349088" y="103848"/>
                  <a:pt x="351579" y="106619"/>
                </a:cubicBezTo>
                <a:cubicBezTo>
                  <a:pt x="354073" y="109388"/>
                  <a:pt x="357107" y="111561"/>
                  <a:pt x="360682" y="113137"/>
                </a:cubicBezTo>
                <a:cubicBezTo>
                  <a:pt x="364258" y="114711"/>
                  <a:pt x="368268" y="115498"/>
                  <a:pt x="372711" y="115498"/>
                </a:cubicBezTo>
                <a:cubicBezTo>
                  <a:pt x="377587" y="115498"/>
                  <a:pt x="381704" y="114577"/>
                  <a:pt x="385062" y="112735"/>
                </a:cubicBezTo>
                <a:cubicBezTo>
                  <a:pt x="388422" y="110893"/>
                  <a:pt x="391186" y="108510"/>
                  <a:pt x="393353" y="105585"/>
                </a:cubicBezTo>
                <a:lnTo>
                  <a:pt x="401642" y="111760"/>
                </a:lnTo>
                <a:cubicBezTo>
                  <a:pt x="398391" y="115758"/>
                  <a:pt x="394409" y="118942"/>
                  <a:pt x="389695" y="121312"/>
                </a:cubicBezTo>
                <a:cubicBezTo>
                  <a:pt x="384983" y="123679"/>
                  <a:pt x="379321" y="124863"/>
                  <a:pt x="372711" y="124863"/>
                </a:cubicBezTo>
                <a:cubicBezTo>
                  <a:pt x="366533" y="124863"/>
                  <a:pt x="360952" y="123860"/>
                  <a:pt x="355967" y="121855"/>
                </a:cubicBezTo>
                <a:cubicBezTo>
                  <a:pt x="350983" y="119849"/>
                  <a:pt x="346730" y="117058"/>
                  <a:pt x="343209" y="113482"/>
                </a:cubicBezTo>
                <a:cubicBezTo>
                  <a:pt x="339688" y="109904"/>
                  <a:pt x="336953" y="105676"/>
                  <a:pt x="335002" y="100798"/>
                </a:cubicBezTo>
                <a:cubicBezTo>
                  <a:pt x="333051" y="95920"/>
                  <a:pt x="332075" y="90608"/>
                  <a:pt x="332075" y="84863"/>
                </a:cubicBezTo>
                <a:cubicBezTo>
                  <a:pt x="332075" y="79117"/>
                  <a:pt x="333051" y="73805"/>
                  <a:pt x="335002" y="68927"/>
                </a:cubicBezTo>
                <a:cubicBezTo>
                  <a:pt x="336953" y="64050"/>
                  <a:pt x="339688" y="59822"/>
                  <a:pt x="343209" y="56246"/>
                </a:cubicBezTo>
                <a:cubicBezTo>
                  <a:pt x="346730" y="52668"/>
                  <a:pt x="350983" y="49876"/>
                  <a:pt x="355967" y="47870"/>
                </a:cubicBezTo>
                <a:cubicBezTo>
                  <a:pt x="360952" y="45865"/>
                  <a:pt x="366533" y="44862"/>
                  <a:pt x="372711" y="44862"/>
                </a:cubicBezTo>
                <a:cubicBezTo>
                  <a:pt x="377803" y="44862"/>
                  <a:pt x="382977" y="45966"/>
                  <a:pt x="388232" y="48173"/>
                </a:cubicBezTo>
                <a:cubicBezTo>
                  <a:pt x="393488" y="50380"/>
                  <a:pt x="397742" y="53646"/>
                  <a:pt x="400992" y="57970"/>
                </a:cubicBezTo>
                <a:lnTo>
                  <a:pt x="392379" y="64148"/>
                </a:lnTo>
                <a:close/>
                <a:moveTo>
                  <a:pt x="494453" y="84863"/>
                </a:moveTo>
                <a:cubicBezTo>
                  <a:pt x="494453" y="90608"/>
                  <a:pt x="493450" y="95920"/>
                  <a:pt x="491445" y="100798"/>
                </a:cubicBezTo>
                <a:cubicBezTo>
                  <a:pt x="489441" y="105676"/>
                  <a:pt x="486651" y="109904"/>
                  <a:pt x="483074" y="113482"/>
                </a:cubicBezTo>
                <a:cubicBezTo>
                  <a:pt x="479499" y="117058"/>
                  <a:pt x="475219" y="119849"/>
                  <a:pt x="470234" y="121855"/>
                </a:cubicBezTo>
                <a:cubicBezTo>
                  <a:pt x="465251" y="123860"/>
                  <a:pt x="459778" y="124863"/>
                  <a:pt x="453818" y="124863"/>
                </a:cubicBezTo>
                <a:cubicBezTo>
                  <a:pt x="447966" y="124863"/>
                  <a:pt x="442548" y="123860"/>
                  <a:pt x="437562" y="121855"/>
                </a:cubicBezTo>
                <a:cubicBezTo>
                  <a:pt x="432579" y="119849"/>
                  <a:pt x="428299" y="117058"/>
                  <a:pt x="424722" y="113482"/>
                </a:cubicBezTo>
                <a:cubicBezTo>
                  <a:pt x="421148" y="109904"/>
                  <a:pt x="418357" y="105676"/>
                  <a:pt x="416352" y="100798"/>
                </a:cubicBezTo>
                <a:cubicBezTo>
                  <a:pt x="414348" y="95920"/>
                  <a:pt x="413346" y="90608"/>
                  <a:pt x="413346" y="84863"/>
                </a:cubicBezTo>
                <a:cubicBezTo>
                  <a:pt x="413346" y="79117"/>
                  <a:pt x="414348" y="73805"/>
                  <a:pt x="416352" y="68927"/>
                </a:cubicBezTo>
                <a:cubicBezTo>
                  <a:pt x="418357" y="64050"/>
                  <a:pt x="421148" y="59822"/>
                  <a:pt x="424722" y="56246"/>
                </a:cubicBezTo>
                <a:cubicBezTo>
                  <a:pt x="428299" y="52668"/>
                  <a:pt x="432579" y="49876"/>
                  <a:pt x="437562" y="47870"/>
                </a:cubicBezTo>
                <a:cubicBezTo>
                  <a:pt x="442548" y="45865"/>
                  <a:pt x="447966" y="44862"/>
                  <a:pt x="453818" y="44862"/>
                </a:cubicBezTo>
                <a:cubicBezTo>
                  <a:pt x="459778" y="44862"/>
                  <a:pt x="465251" y="45865"/>
                  <a:pt x="470234" y="47870"/>
                </a:cubicBezTo>
                <a:cubicBezTo>
                  <a:pt x="475219" y="49876"/>
                  <a:pt x="479499" y="52668"/>
                  <a:pt x="483074" y="56246"/>
                </a:cubicBezTo>
                <a:cubicBezTo>
                  <a:pt x="486651" y="59822"/>
                  <a:pt x="489441" y="64050"/>
                  <a:pt x="491445" y="68927"/>
                </a:cubicBezTo>
                <a:cubicBezTo>
                  <a:pt x="493450" y="73805"/>
                  <a:pt x="494453" y="79117"/>
                  <a:pt x="494453" y="84863"/>
                </a:cubicBezTo>
                <a:moveTo>
                  <a:pt x="482752" y="84865"/>
                </a:moveTo>
                <a:cubicBezTo>
                  <a:pt x="482752" y="80629"/>
                  <a:pt x="482075" y="76637"/>
                  <a:pt x="480720" y="72891"/>
                </a:cubicBezTo>
                <a:cubicBezTo>
                  <a:pt x="479366" y="69142"/>
                  <a:pt x="477442" y="65883"/>
                  <a:pt x="474949" y="63114"/>
                </a:cubicBezTo>
                <a:cubicBezTo>
                  <a:pt x="472457" y="60342"/>
                  <a:pt x="469423" y="58143"/>
                  <a:pt x="465847" y="56514"/>
                </a:cubicBezTo>
                <a:cubicBezTo>
                  <a:pt x="462272" y="54884"/>
                  <a:pt x="458263" y="54068"/>
                  <a:pt x="453820" y="54068"/>
                </a:cubicBezTo>
                <a:cubicBezTo>
                  <a:pt x="449377" y="54068"/>
                  <a:pt x="445395" y="54884"/>
                  <a:pt x="441873" y="56514"/>
                </a:cubicBezTo>
                <a:cubicBezTo>
                  <a:pt x="438351" y="58143"/>
                  <a:pt x="435343" y="60342"/>
                  <a:pt x="432850" y="63114"/>
                </a:cubicBezTo>
                <a:cubicBezTo>
                  <a:pt x="430358" y="65883"/>
                  <a:pt x="428435" y="69142"/>
                  <a:pt x="427081" y="72891"/>
                </a:cubicBezTo>
                <a:cubicBezTo>
                  <a:pt x="425727" y="76637"/>
                  <a:pt x="425050" y="80629"/>
                  <a:pt x="425050" y="84865"/>
                </a:cubicBezTo>
                <a:cubicBezTo>
                  <a:pt x="425050" y="89101"/>
                  <a:pt x="425727" y="93094"/>
                  <a:pt x="427081" y="96842"/>
                </a:cubicBezTo>
                <a:cubicBezTo>
                  <a:pt x="428435" y="100589"/>
                  <a:pt x="430358" y="103848"/>
                  <a:pt x="432850" y="106619"/>
                </a:cubicBezTo>
                <a:cubicBezTo>
                  <a:pt x="435343" y="109388"/>
                  <a:pt x="438351" y="111561"/>
                  <a:pt x="441873" y="113137"/>
                </a:cubicBezTo>
                <a:cubicBezTo>
                  <a:pt x="445395" y="114711"/>
                  <a:pt x="449377" y="115498"/>
                  <a:pt x="453820" y="115498"/>
                </a:cubicBezTo>
                <a:cubicBezTo>
                  <a:pt x="458263" y="115498"/>
                  <a:pt x="462272" y="114711"/>
                  <a:pt x="465847" y="113137"/>
                </a:cubicBezTo>
                <a:cubicBezTo>
                  <a:pt x="469423" y="111561"/>
                  <a:pt x="472457" y="109388"/>
                  <a:pt x="474949" y="106619"/>
                </a:cubicBezTo>
                <a:cubicBezTo>
                  <a:pt x="477442" y="103848"/>
                  <a:pt x="479366" y="100589"/>
                  <a:pt x="480720" y="96842"/>
                </a:cubicBezTo>
                <a:cubicBezTo>
                  <a:pt x="482075" y="93094"/>
                  <a:pt x="482752" y="89101"/>
                  <a:pt x="482752" y="84865"/>
                </a:cubicBezTo>
                <a:close/>
                <a:moveTo>
                  <a:pt x="529076" y="59830"/>
                </a:moveTo>
                <a:cubicBezTo>
                  <a:pt x="531244" y="55384"/>
                  <a:pt x="534575" y="51778"/>
                  <a:pt x="539071" y="49011"/>
                </a:cubicBezTo>
                <a:cubicBezTo>
                  <a:pt x="543569" y="46245"/>
                  <a:pt x="548581" y="44862"/>
                  <a:pt x="554109" y="44862"/>
                </a:cubicBezTo>
                <a:cubicBezTo>
                  <a:pt x="556167" y="44862"/>
                  <a:pt x="558307" y="45079"/>
                  <a:pt x="560527" y="45514"/>
                </a:cubicBezTo>
                <a:cubicBezTo>
                  <a:pt x="562750" y="45947"/>
                  <a:pt x="564917" y="46787"/>
                  <a:pt x="567031" y="48034"/>
                </a:cubicBezTo>
                <a:cubicBezTo>
                  <a:pt x="569144" y="49281"/>
                  <a:pt x="571094" y="50935"/>
                  <a:pt x="572881" y="52997"/>
                </a:cubicBezTo>
                <a:cubicBezTo>
                  <a:pt x="574670" y="55057"/>
                  <a:pt x="576215" y="57714"/>
                  <a:pt x="577514" y="60968"/>
                </a:cubicBezTo>
                <a:cubicBezTo>
                  <a:pt x="580115" y="55762"/>
                  <a:pt x="583664" y="51776"/>
                  <a:pt x="588159" y="49011"/>
                </a:cubicBezTo>
                <a:cubicBezTo>
                  <a:pt x="592657" y="46245"/>
                  <a:pt x="597994" y="44862"/>
                  <a:pt x="604172" y="44862"/>
                </a:cubicBezTo>
                <a:cubicBezTo>
                  <a:pt x="613815" y="44862"/>
                  <a:pt x="621047" y="47736"/>
                  <a:pt x="625868" y="53486"/>
                </a:cubicBezTo>
                <a:cubicBezTo>
                  <a:pt x="630692" y="59235"/>
                  <a:pt x="633103" y="66827"/>
                  <a:pt x="633103" y="76264"/>
                </a:cubicBezTo>
                <a:lnTo>
                  <a:pt x="633103" y="122958"/>
                </a:lnTo>
                <a:lnTo>
                  <a:pt x="622051" y="122958"/>
                </a:lnTo>
                <a:lnTo>
                  <a:pt x="622051" y="80778"/>
                </a:lnTo>
                <a:cubicBezTo>
                  <a:pt x="622051" y="72743"/>
                  <a:pt x="620562" y="66283"/>
                  <a:pt x="617582" y="61397"/>
                </a:cubicBezTo>
                <a:cubicBezTo>
                  <a:pt x="614602" y="56511"/>
                  <a:pt x="609536" y="54068"/>
                  <a:pt x="602383" y="54068"/>
                </a:cubicBezTo>
                <a:cubicBezTo>
                  <a:pt x="598374" y="54068"/>
                  <a:pt x="594987" y="54883"/>
                  <a:pt x="592224" y="56511"/>
                </a:cubicBezTo>
                <a:cubicBezTo>
                  <a:pt x="589461" y="58140"/>
                  <a:pt x="587240" y="60285"/>
                  <a:pt x="585560" y="62945"/>
                </a:cubicBezTo>
                <a:cubicBezTo>
                  <a:pt x="583880" y="65604"/>
                  <a:pt x="582661" y="68616"/>
                  <a:pt x="581902" y="71983"/>
                </a:cubicBezTo>
                <a:cubicBezTo>
                  <a:pt x="581145" y="75349"/>
                  <a:pt x="580766" y="78824"/>
                  <a:pt x="580766" y="82407"/>
                </a:cubicBezTo>
                <a:lnTo>
                  <a:pt x="580766" y="122958"/>
                </a:lnTo>
                <a:lnTo>
                  <a:pt x="569712" y="122958"/>
                </a:lnTo>
                <a:lnTo>
                  <a:pt x="569712" y="78498"/>
                </a:lnTo>
                <a:cubicBezTo>
                  <a:pt x="569712" y="74806"/>
                  <a:pt x="569440" y="71441"/>
                  <a:pt x="568898" y="68401"/>
                </a:cubicBezTo>
                <a:cubicBezTo>
                  <a:pt x="568357" y="65361"/>
                  <a:pt x="567409" y="62782"/>
                  <a:pt x="566053" y="60666"/>
                </a:cubicBezTo>
                <a:cubicBezTo>
                  <a:pt x="564699" y="58548"/>
                  <a:pt x="562830" y="56919"/>
                  <a:pt x="560446" y="55780"/>
                </a:cubicBezTo>
                <a:cubicBezTo>
                  <a:pt x="558063" y="54639"/>
                  <a:pt x="555030" y="54068"/>
                  <a:pt x="551346" y="54068"/>
                </a:cubicBezTo>
                <a:cubicBezTo>
                  <a:pt x="548745" y="54068"/>
                  <a:pt x="546117" y="54666"/>
                  <a:pt x="543461" y="55862"/>
                </a:cubicBezTo>
                <a:cubicBezTo>
                  <a:pt x="540807" y="57055"/>
                  <a:pt x="538424" y="58874"/>
                  <a:pt x="536311" y="61318"/>
                </a:cubicBezTo>
                <a:cubicBezTo>
                  <a:pt x="534198" y="63760"/>
                  <a:pt x="532490" y="66854"/>
                  <a:pt x="531189" y="70599"/>
                </a:cubicBezTo>
                <a:cubicBezTo>
                  <a:pt x="529890" y="74344"/>
                  <a:pt x="529240" y="78769"/>
                  <a:pt x="529240" y="83873"/>
                </a:cubicBezTo>
                <a:lnTo>
                  <a:pt x="529240" y="122958"/>
                </a:lnTo>
                <a:lnTo>
                  <a:pt x="518185" y="122958"/>
                </a:lnTo>
                <a:lnTo>
                  <a:pt x="518185" y="63573"/>
                </a:lnTo>
                <a:cubicBezTo>
                  <a:pt x="518185" y="61512"/>
                  <a:pt x="518131" y="58855"/>
                  <a:pt x="518022" y="55601"/>
                </a:cubicBezTo>
                <a:cubicBezTo>
                  <a:pt x="517914" y="52347"/>
                  <a:pt x="517752" y="49418"/>
                  <a:pt x="517536" y="46814"/>
                </a:cubicBezTo>
                <a:lnTo>
                  <a:pt x="528101" y="46814"/>
                </a:lnTo>
                <a:cubicBezTo>
                  <a:pt x="528318" y="48876"/>
                  <a:pt x="528480" y="51154"/>
                  <a:pt x="528587" y="53649"/>
                </a:cubicBezTo>
                <a:cubicBezTo>
                  <a:pt x="528697" y="56143"/>
                  <a:pt x="528751" y="58203"/>
                  <a:pt x="528751" y="59830"/>
                </a:cubicBezTo>
                <a:lnTo>
                  <a:pt x="529076" y="59830"/>
                </a:lnTo>
                <a:close/>
                <a:moveTo>
                  <a:pt x="673090" y="110118"/>
                </a:moveTo>
                <a:lnTo>
                  <a:pt x="673090" y="122958"/>
                </a:lnTo>
                <a:lnTo>
                  <a:pt x="662035" y="122958"/>
                </a:lnTo>
                <a:lnTo>
                  <a:pt x="662035" y="5"/>
                </a:lnTo>
                <a:lnTo>
                  <a:pt x="673090" y="5"/>
                </a:lnTo>
                <a:lnTo>
                  <a:pt x="673090" y="59984"/>
                </a:lnTo>
                <a:lnTo>
                  <a:pt x="673415" y="59984"/>
                </a:lnTo>
                <a:cubicBezTo>
                  <a:pt x="676665" y="54997"/>
                  <a:pt x="680891" y="51230"/>
                  <a:pt x="686091" y="48684"/>
                </a:cubicBezTo>
                <a:cubicBezTo>
                  <a:pt x="691293" y="46136"/>
                  <a:pt x="696657" y="44862"/>
                  <a:pt x="702185" y="44862"/>
                </a:cubicBezTo>
                <a:cubicBezTo>
                  <a:pt x="708144" y="44862"/>
                  <a:pt x="713534" y="45892"/>
                  <a:pt x="718356" y="47952"/>
                </a:cubicBezTo>
                <a:cubicBezTo>
                  <a:pt x="723179" y="50011"/>
                  <a:pt x="727297" y="52829"/>
                  <a:pt x="730710" y="56407"/>
                </a:cubicBezTo>
                <a:cubicBezTo>
                  <a:pt x="734122" y="59984"/>
                  <a:pt x="736777" y="64212"/>
                  <a:pt x="738674" y="69091"/>
                </a:cubicBezTo>
                <a:cubicBezTo>
                  <a:pt x="740570" y="73969"/>
                  <a:pt x="741518" y="79226"/>
                  <a:pt x="741518" y="84863"/>
                </a:cubicBezTo>
                <a:cubicBezTo>
                  <a:pt x="741518" y="90499"/>
                  <a:pt x="740570" y="95757"/>
                  <a:pt x="738674" y="100637"/>
                </a:cubicBezTo>
                <a:cubicBezTo>
                  <a:pt x="736777" y="105514"/>
                  <a:pt x="734122" y="109742"/>
                  <a:pt x="730710" y="113320"/>
                </a:cubicBezTo>
                <a:cubicBezTo>
                  <a:pt x="727297" y="116897"/>
                  <a:pt x="723179" y="119715"/>
                  <a:pt x="718356" y="121775"/>
                </a:cubicBezTo>
                <a:cubicBezTo>
                  <a:pt x="713534" y="123834"/>
                  <a:pt x="708144" y="124863"/>
                  <a:pt x="702185" y="124863"/>
                </a:cubicBezTo>
                <a:cubicBezTo>
                  <a:pt x="696657" y="124863"/>
                  <a:pt x="691293" y="123625"/>
                  <a:pt x="686091" y="121148"/>
                </a:cubicBezTo>
                <a:cubicBezTo>
                  <a:pt x="680891" y="118671"/>
                  <a:pt x="676665" y="114995"/>
                  <a:pt x="673415" y="110118"/>
                </a:cubicBezTo>
                <a:lnTo>
                  <a:pt x="673090" y="110118"/>
                </a:lnTo>
                <a:moveTo>
                  <a:pt x="729817" y="84865"/>
                </a:moveTo>
                <a:cubicBezTo>
                  <a:pt x="729817" y="80629"/>
                  <a:pt x="729166" y="76637"/>
                  <a:pt x="727865" y="72891"/>
                </a:cubicBezTo>
                <a:cubicBezTo>
                  <a:pt x="726565" y="69142"/>
                  <a:pt x="724696" y="65883"/>
                  <a:pt x="722257" y="63114"/>
                </a:cubicBezTo>
                <a:cubicBezTo>
                  <a:pt x="719820" y="60342"/>
                  <a:pt x="716813" y="58143"/>
                  <a:pt x="713237" y="56514"/>
                </a:cubicBezTo>
                <a:cubicBezTo>
                  <a:pt x="709660" y="54884"/>
                  <a:pt x="705597" y="54068"/>
                  <a:pt x="701047" y="54068"/>
                </a:cubicBezTo>
                <a:cubicBezTo>
                  <a:pt x="696820" y="54068"/>
                  <a:pt x="692919" y="54856"/>
                  <a:pt x="689342" y="56432"/>
                </a:cubicBezTo>
                <a:cubicBezTo>
                  <a:pt x="685768" y="58006"/>
                  <a:pt x="682680" y="60179"/>
                  <a:pt x="680079" y="62950"/>
                </a:cubicBezTo>
                <a:cubicBezTo>
                  <a:pt x="677478" y="65720"/>
                  <a:pt x="675446" y="68979"/>
                  <a:pt x="673983" y="72727"/>
                </a:cubicBezTo>
                <a:cubicBezTo>
                  <a:pt x="672519" y="76474"/>
                  <a:pt x="671788" y="80520"/>
                  <a:pt x="671788" y="84865"/>
                </a:cubicBezTo>
                <a:cubicBezTo>
                  <a:pt x="671788" y="89210"/>
                  <a:pt x="672519" y="93257"/>
                  <a:pt x="673983" y="97006"/>
                </a:cubicBezTo>
                <a:cubicBezTo>
                  <a:pt x="675446" y="100752"/>
                  <a:pt x="677478" y="103984"/>
                  <a:pt x="680079" y="106701"/>
                </a:cubicBezTo>
                <a:cubicBezTo>
                  <a:pt x="682680" y="109416"/>
                  <a:pt x="685768" y="111561"/>
                  <a:pt x="689342" y="113137"/>
                </a:cubicBezTo>
                <a:cubicBezTo>
                  <a:pt x="692919" y="114711"/>
                  <a:pt x="696820" y="115498"/>
                  <a:pt x="701047" y="115498"/>
                </a:cubicBezTo>
                <a:cubicBezTo>
                  <a:pt x="705597" y="115498"/>
                  <a:pt x="709660" y="114711"/>
                  <a:pt x="713237" y="113137"/>
                </a:cubicBezTo>
                <a:cubicBezTo>
                  <a:pt x="716813" y="111561"/>
                  <a:pt x="719820" y="109388"/>
                  <a:pt x="722257" y="106619"/>
                </a:cubicBezTo>
                <a:cubicBezTo>
                  <a:pt x="724696" y="103848"/>
                  <a:pt x="726565" y="100589"/>
                  <a:pt x="727865" y="96842"/>
                </a:cubicBezTo>
                <a:cubicBezTo>
                  <a:pt x="729166" y="93094"/>
                  <a:pt x="729817" y="89101"/>
                  <a:pt x="729817" y="84865"/>
                </a:cubicBezTo>
                <a:close/>
                <a:moveTo>
                  <a:pt x="776465" y="122958"/>
                </a:moveTo>
                <a:lnTo>
                  <a:pt x="765413" y="122958"/>
                </a:lnTo>
                <a:lnTo>
                  <a:pt x="765413" y="46888"/>
                </a:lnTo>
                <a:lnTo>
                  <a:pt x="776465" y="46888"/>
                </a:lnTo>
                <a:lnTo>
                  <a:pt x="776465" y="122958"/>
                </a:lnTo>
                <a:moveTo>
                  <a:pt x="778741" y="17560"/>
                </a:moveTo>
                <a:cubicBezTo>
                  <a:pt x="778741" y="19828"/>
                  <a:pt x="777929" y="21692"/>
                  <a:pt x="776303" y="23150"/>
                </a:cubicBezTo>
                <a:cubicBezTo>
                  <a:pt x="774678" y="24609"/>
                  <a:pt x="772890" y="25338"/>
                  <a:pt x="770939" y="25338"/>
                </a:cubicBezTo>
                <a:cubicBezTo>
                  <a:pt x="768988" y="25338"/>
                  <a:pt x="767199" y="24609"/>
                  <a:pt x="765574" y="23150"/>
                </a:cubicBezTo>
                <a:cubicBezTo>
                  <a:pt x="763949" y="21692"/>
                  <a:pt x="763136" y="19828"/>
                  <a:pt x="763136" y="17560"/>
                </a:cubicBezTo>
                <a:cubicBezTo>
                  <a:pt x="763136" y="15291"/>
                  <a:pt x="763949" y="13428"/>
                  <a:pt x="765574" y="11969"/>
                </a:cubicBezTo>
                <a:cubicBezTo>
                  <a:pt x="767199" y="10511"/>
                  <a:pt x="768988" y="9782"/>
                  <a:pt x="770939" y="9782"/>
                </a:cubicBezTo>
                <a:cubicBezTo>
                  <a:pt x="772890" y="9782"/>
                  <a:pt x="774678" y="10511"/>
                  <a:pt x="776303" y="11969"/>
                </a:cubicBezTo>
                <a:cubicBezTo>
                  <a:pt x="777929" y="13428"/>
                  <a:pt x="778741" y="15291"/>
                  <a:pt x="778741" y="17560"/>
                </a:cubicBezTo>
                <a:close/>
                <a:moveTo>
                  <a:pt x="815802" y="46826"/>
                </a:moveTo>
                <a:cubicBezTo>
                  <a:pt x="816018" y="48885"/>
                  <a:pt x="816180" y="51161"/>
                  <a:pt x="816288" y="53654"/>
                </a:cubicBezTo>
                <a:cubicBezTo>
                  <a:pt x="816397" y="56146"/>
                  <a:pt x="816451" y="58205"/>
                  <a:pt x="816451" y="59830"/>
                </a:cubicBezTo>
                <a:lnTo>
                  <a:pt x="816776" y="59830"/>
                </a:lnTo>
                <a:cubicBezTo>
                  <a:pt x="818944" y="55382"/>
                  <a:pt x="822466" y="51776"/>
                  <a:pt x="827342" y="49011"/>
                </a:cubicBezTo>
                <a:cubicBezTo>
                  <a:pt x="832218" y="46245"/>
                  <a:pt x="837365" y="44862"/>
                  <a:pt x="842784" y="44862"/>
                </a:cubicBezTo>
                <a:cubicBezTo>
                  <a:pt x="852427" y="44862"/>
                  <a:pt x="859659" y="47736"/>
                  <a:pt x="864480" y="53486"/>
                </a:cubicBezTo>
                <a:cubicBezTo>
                  <a:pt x="869304" y="59235"/>
                  <a:pt x="871715" y="66827"/>
                  <a:pt x="871715" y="76264"/>
                </a:cubicBezTo>
                <a:lnTo>
                  <a:pt x="871715" y="122958"/>
                </a:lnTo>
                <a:lnTo>
                  <a:pt x="860663" y="122958"/>
                </a:lnTo>
                <a:lnTo>
                  <a:pt x="860663" y="80778"/>
                </a:lnTo>
                <a:cubicBezTo>
                  <a:pt x="860663" y="76760"/>
                  <a:pt x="860339" y="73123"/>
                  <a:pt x="859689" y="69867"/>
                </a:cubicBezTo>
                <a:cubicBezTo>
                  <a:pt x="859039" y="66610"/>
                  <a:pt x="857928" y="63814"/>
                  <a:pt x="856355" y="61479"/>
                </a:cubicBezTo>
                <a:cubicBezTo>
                  <a:pt x="854785" y="59145"/>
                  <a:pt x="852671" y="57326"/>
                  <a:pt x="850016" y="56023"/>
                </a:cubicBezTo>
                <a:cubicBezTo>
                  <a:pt x="847362" y="54720"/>
                  <a:pt x="844030" y="54068"/>
                  <a:pt x="840021" y="54068"/>
                </a:cubicBezTo>
                <a:cubicBezTo>
                  <a:pt x="837096" y="54068"/>
                  <a:pt x="834251" y="54666"/>
                  <a:pt x="831486" y="55862"/>
                </a:cubicBezTo>
                <a:cubicBezTo>
                  <a:pt x="828723" y="57055"/>
                  <a:pt x="826258" y="58874"/>
                  <a:pt x="824090" y="61318"/>
                </a:cubicBezTo>
                <a:cubicBezTo>
                  <a:pt x="821924" y="63760"/>
                  <a:pt x="820191" y="66854"/>
                  <a:pt x="818889" y="70599"/>
                </a:cubicBezTo>
                <a:cubicBezTo>
                  <a:pt x="817590" y="74344"/>
                  <a:pt x="816940" y="78769"/>
                  <a:pt x="816940" y="83873"/>
                </a:cubicBezTo>
                <a:lnTo>
                  <a:pt x="816940" y="122958"/>
                </a:lnTo>
                <a:lnTo>
                  <a:pt x="805886" y="122958"/>
                </a:lnTo>
                <a:lnTo>
                  <a:pt x="805886" y="63573"/>
                </a:lnTo>
                <a:cubicBezTo>
                  <a:pt x="805886" y="61511"/>
                  <a:pt x="805831" y="58854"/>
                  <a:pt x="805722" y="55604"/>
                </a:cubicBezTo>
                <a:cubicBezTo>
                  <a:pt x="805615" y="52353"/>
                  <a:pt x="805452" y="49427"/>
                  <a:pt x="805236" y="46826"/>
                </a:cubicBezTo>
                <a:lnTo>
                  <a:pt x="815802" y="46826"/>
                </a:lnTo>
                <a:close/>
                <a:moveTo>
                  <a:pt x="958352" y="79148"/>
                </a:moveTo>
                <a:cubicBezTo>
                  <a:pt x="958026" y="71936"/>
                  <a:pt x="955723" y="65953"/>
                  <a:pt x="951442" y="61199"/>
                </a:cubicBezTo>
                <a:cubicBezTo>
                  <a:pt x="947163" y="56445"/>
                  <a:pt x="941068" y="54068"/>
                  <a:pt x="933158" y="54068"/>
                </a:cubicBezTo>
                <a:cubicBezTo>
                  <a:pt x="929474" y="54068"/>
                  <a:pt x="926061" y="54751"/>
                  <a:pt x="922917" y="56117"/>
                </a:cubicBezTo>
                <a:cubicBezTo>
                  <a:pt x="919776" y="57483"/>
                  <a:pt x="917013" y="59340"/>
                  <a:pt x="914628" y="61690"/>
                </a:cubicBezTo>
                <a:cubicBezTo>
                  <a:pt x="912244" y="64040"/>
                  <a:pt x="910348" y="66717"/>
                  <a:pt x="908939" y="69723"/>
                </a:cubicBezTo>
                <a:cubicBezTo>
                  <a:pt x="907530" y="72728"/>
                  <a:pt x="906717" y="75869"/>
                  <a:pt x="906501" y="79148"/>
                </a:cubicBezTo>
                <a:lnTo>
                  <a:pt x="958352" y="79148"/>
                </a:lnTo>
                <a:moveTo>
                  <a:pt x="969567" y="82665"/>
                </a:moveTo>
                <a:cubicBezTo>
                  <a:pt x="969567" y="83426"/>
                  <a:pt x="969567" y="84241"/>
                  <a:pt x="969567" y="85111"/>
                </a:cubicBezTo>
                <a:cubicBezTo>
                  <a:pt x="969567" y="85979"/>
                  <a:pt x="969513" y="86901"/>
                  <a:pt x="969404" y="87878"/>
                </a:cubicBezTo>
                <a:lnTo>
                  <a:pt x="906337" y="87878"/>
                </a:lnTo>
                <a:cubicBezTo>
                  <a:pt x="906446" y="91670"/>
                  <a:pt x="907204" y="95245"/>
                  <a:pt x="908611" y="98603"/>
                </a:cubicBezTo>
                <a:cubicBezTo>
                  <a:pt x="910020" y="101959"/>
                  <a:pt x="911970" y="104884"/>
                  <a:pt x="914462" y="107375"/>
                </a:cubicBezTo>
                <a:cubicBezTo>
                  <a:pt x="916956" y="109865"/>
                  <a:pt x="919881" y="111842"/>
                  <a:pt x="923240" y="113306"/>
                </a:cubicBezTo>
                <a:cubicBezTo>
                  <a:pt x="926600" y="114767"/>
                  <a:pt x="930231" y="115498"/>
                  <a:pt x="934133" y="115498"/>
                </a:cubicBezTo>
                <a:cubicBezTo>
                  <a:pt x="939875" y="115498"/>
                  <a:pt x="944832" y="114171"/>
                  <a:pt x="949004" y="111517"/>
                </a:cubicBezTo>
                <a:cubicBezTo>
                  <a:pt x="953176" y="108862"/>
                  <a:pt x="956345" y="105800"/>
                  <a:pt x="958513" y="102333"/>
                </a:cubicBezTo>
                <a:lnTo>
                  <a:pt x="966802" y="108834"/>
                </a:lnTo>
                <a:cubicBezTo>
                  <a:pt x="962252" y="114568"/>
                  <a:pt x="957240" y="118674"/>
                  <a:pt x="951767" y="121150"/>
                </a:cubicBezTo>
                <a:cubicBezTo>
                  <a:pt x="946296" y="123626"/>
                  <a:pt x="940418" y="124863"/>
                  <a:pt x="934133" y="124863"/>
                </a:cubicBezTo>
                <a:cubicBezTo>
                  <a:pt x="928498" y="124863"/>
                  <a:pt x="923269" y="123860"/>
                  <a:pt x="918445" y="121855"/>
                </a:cubicBezTo>
                <a:cubicBezTo>
                  <a:pt x="913624" y="119849"/>
                  <a:pt x="909480" y="117058"/>
                  <a:pt x="906012" y="113482"/>
                </a:cubicBezTo>
                <a:cubicBezTo>
                  <a:pt x="902545" y="109904"/>
                  <a:pt x="899808" y="105676"/>
                  <a:pt x="897803" y="100798"/>
                </a:cubicBezTo>
                <a:cubicBezTo>
                  <a:pt x="895799" y="95920"/>
                  <a:pt x="894797" y="90608"/>
                  <a:pt x="894797" y="84863"/>
                </a:cubicBezTo>
                <a:cubicBezTo>
                  <a:pt x="894797" y="79117"/>
                  <a:pt x="895771" y="73805"/>
                  <a:pt x="897721" y="68927"/>
                </a:cubicBezTo>
                <a:cubicBezTo>
                  <a:pt x="899672" y="64050"/>
                  <a:pt x="902381" y="59822"/>
                  <a:pt x="905849" y="56246"/>
                </a:cubicBezTo>
                <a:cubicBezTo>
                  <a:pt x="909317" y="52668"/>
                  <a:pt x="913382" y="49876"/>
                  <a:pt x="918041" y="47870"/>
                </a:cubicBezTo>
                <a:cubicBezTo>
                  <a:pt x="922701" y="45865"/>
                  <a:pt x="927740" y="44862"/>
                  <a:pt x="933158" y="44862"/>
                </a:cubicBezTo>
                <a:cubicBezTo>
                  <a:pt x="939117" y="44862"/>
                  <a:pt x="944372" y="45867"/>
                  <a:pt x="948922" y="47878"/>
                </a:cubicBezTo>
                <a:cubicBezTo>
                  <a:pt x="953474" y="49887"/>
                  <a:pt x="957267" y="52603"/>
                  <a:pt x="960301" y="56025"/>
                </a:cubicBezTo>
                <a:cubicBezTo>
                  <a:pt x="963335" y="59446"/>
                  <a:pt x="965638" y="63438"/>
                  <a:pt x="967209" y="68000"/>
                </a:cubicBezTo>
                <a:cubicBezTo>
                  <a:pt x="968781" y="72562"/>
                  <a:pt x="969567" y="77450"/>
                  <a:pt x="969567" y="82665"/>
                </a:cubicBezTo>
                <a:close/>
                <a:moveTo>
                  <a:pt x="1033771" y="64798"/>
                </a:moveTo>
                <a:cubicBezTo>
                  <a:pt x="1032146" y="61654"/>
                  <a:pt x="1029681" y="59081"/>
                  <a:pt x="1026375" y="57077"/>
                </a:cubicBezTo>
                <a:cubicBezTo>
                  <a:pt x="1023070" y="55071"/>
                  <a:pt x="1019304" y="54068"/>
                  <a:pt x="1015078" y="54068"/>
                </a:cubicBezTo>
                <a:cubicBezTo>
                  <a:pt x="1013129" y="54068"/>
                  <a:pt x="1011178" y="54286"/>
                  <a:pt x="1009227" y="54721"/>
                </a:cubicBezTo>
                <a:cubicBezTo>
                  <a:pt x="1007276" y="55154"/>
                  <a:pt x="1005542" y="55859"/>
                  <a:pt x="1004024" y="56836"/>
                </a:cubicBezTo>
                <a:cubicBezTo>
                  <a:pt x="1002507" y="57812"/>
                  <a:pt x="1001289" y="59059"/>
                  <a:pt x="1000368" y="60579"/>
                </a:cubicBezTo>
                <a:cubicBezTo>
                  <a:pt x="999447" y="62097"/>
                  <a:pt x="998986" y="63887"/>
                  <a:pt x="998986" y="65949"/>
                </a:cubicBezTo>
                <a:cubicBezTo>
                  <a:pt x="998986" y="69530"/>
                  <a:pt x="1000449" y="72270"/>
                  <a:pt x="1003374" y="74168"/>
                </a:cubicBezTo>
                <a:cubicBezTo>
                  <a:pt x="1006301" y="76066"/>
                  <a:pt x="1010906" y="77667"/>
                  <a:pt x="1017191" y="78970"/>
                </a:cubicBezTo>
                <a:cubicBezTo>
                  <a:pt x="1026186" y="80813"/>
                  <a:pt x="1032823" y="83498"/>
                  <a:pt x="1037102" y="87025"/>
                </a:cubicBezTo>
                <a:cubicBezTo>
                  <a:pt x="1041383" y="90550"/>
                  <a:pt x="1043523" y="95297"/>
                  <a:pt x="1043523" y="101264"/>
                </a:cubicBezTo>
                <a:cubicBezTo>
                  <a:pt x="1043523" y="105604"/>
                  <a:pt x="1042683" y="109267"/>
                  <a:pt x="1041003" y="112251"/>
                </a:cubicBezTo>
                <a:cubicBezTo>
                  <a:pt x="1039324" y="115234"/>
                  <a:pt x="1037129" y="117676"/>
                  <a:pt x="1034419" y="119575"/>
                </a:cubicBezTo>
                <a:cubicBezTo>
                  <a:pt x="1031710" y="121474"/>
                  <a:pt x="1028650" y="122829"/>
                  <a:pt x="1025237" y="123643"/>
                </a:cubicBezTo>
                <a:cubicBezTo>
                  <a:pt x="1021824" y="124457"/>
                  <a:pt x="1018384" y="124863"/>
                  <a:pt x="1014917" y="124863"/>
                </a:cubicBezTo>
                <a:cubicBezTo>
                  <a:pt x="1009173" y="124863"/>
                  <a:pt x="1003591" y="123679"/>
                  <a:pt x="998173" y="121312"/>
                </a:cubicBezTo>
                <a:cubicBezTo>
                  <a:pt x="992756" y="118942"/>
                  <a:pt x="988313" y="115217"/>
                  <a:pt x="984844" y="110136"/>
                </a:cubicBezTo>
                <a:lnTo>
                  <a:pt x="993622" y="103633"/>
                </a:lnTo>
                <a:cubicBezTo>
                  <a:pt x="995573" y="106993"/>
                  <a:pt x="998444" y="109810"/>
                  <a:pt x="1002235" y="112085"/>
                </a:cubicBezTo>
                <a:cubicBezTo>
                  <a:pt x="1006029" y="114360"/>
                  <a:pt x="1010201" y="115498"/>
                  <a:pt x="1014753" y="115498"/>
                </a:cubicBezTo>
                <a:cubicBezTo>
                  <a:pt x="1017137" y="115498"/>
                  <a:pt x="1019413" y="115281"/>
                  <a:pt x="1021579" y="114848"/>
                </a:cubicBezTo>
                <a:cubicBezTo>
                  <a:pt x="1023746" y="114413"/>
                  <a:pt x="1025643" y="113654"/>
                  <a:pt x="1027268" y="112569"/>
                </a:cubicBezTo>
                <a:cubicBezTo>
                  <a:pt x="1028893" y="111484"/>
                  <a:pt x="1030194" y="110101"/>
                  <a:pt x="1031169" y="108420"/>
                </a:cubicBezTo>
                <a:cubicBezTo>
                  <a:pt x="1032145" y="106736"/>
                  <a:pt x="1032633" y="104647"/>
                  <a:pt x="1032633" y="102152"/>
                </a:cubicBezTo>
                <a:cubicBezTo>
                  <a:pt x="1032633" y="98137"/>
                  <a:pt x="1030709" y="95126"/>
                  <a:pt x="1026861" y="93119"/>
                </a:cubicBezTo>
                <a:cubicBezTo>
                  <a:pt x="1023015" y="91112"/>
                  <a:pt x="1017462" y="89240"/>
                  <a:pt x="1010202" y="87504"/>
                </a:cubicBezTo>
                <a:cubicBezTo>
                  <a:pt x="1007927" y="86962"/>
                  <a:pt x="1005515" y="86284"/>
                  <a:pt x="1002967" y="85470"/>
                </a:cubicBezTo>
                <a:cubicBezTo>
                  <a:pt x="1000421" y="84657"/>
                  <a:pt x="998064" y="83464"/>
                  <a:pt x="995896" y="81891"/>
                </a:cubicBezTo>
                <a:cubicBezTo>
                  <a:pt x="993730" y="80317"/>
                  <a:pt x="991943" y="78336"/>
                  <a:pt x="990534" y="75949"/>
                </a:cubicBezTo>
                <a:cubicBezTo>
                  <a:pt x="989125" y="73561"/>
                  <a:pt x="988421" y="70577"/>
                  <a:pt x="988421" y="66998"/>
                </a:cubicBezTo>
                <a:cubicBezTo>
                  <a:pt x="988421" y="63091"/>
                  <a:pt x="989179" y="59754"/>
                  <a:pt x="990695" y="56988"/>
                </a:cubicBezTo>
                <a:cubicBezTo>
                  <a:pt x="992213" y="54220"/>
                  <a:pt x="994245" y="51941"/>
                  <a:pt x="996791" y="50152"/>
                </a:cubicBezTo>
                <a:cubicBezTo>
                  <a:pt x="999338" y="48361"/>
                  <a:pt x="1002236" y="47032"/>
                  <a:pt x="1005487" y="46164"/>
                </a:cubicBezTo>
                <a:cubicBezTo>
                  <a:pt x="1008739" y="45296"/>
                  <a:pt x="1012099" y="44862"/>
                  <a:pt x="1015567" y="44862"/>
                </a:cubicBezTo>
                <a:cubicBezTo>
                  <a:pt x="1020876" y="44862"/>
                  <a:pt x="1026022" y="46047"/>
                  <a:pt x="1031006" y="48416"/>
                </a:cubicBezTo>
                <a:cubicBezTo>
                  <a:pt x="1035991" y="50784"/>
                  <a:pt x="1039730" y="54131"/>
                  <a:pt x="1042224" y="58458"/>
                </a:cubicBezTo>
                <a:lnTo>
                  <a:pt x="1033771" y="64798"/>
                </a:lnTo>
                <a:close/>
                <a:moveTo>
                  <a:pt x="1116992" y="59830"/>
                </a:moveTo>
                <a:cubicBezTo>
                  <a:pt x="1119159" y="55384"/>
                  <a:pt x="1122491" y="51778"/>
                  <a:pt x="1126987" y="49011"/>
                </a:cubicBezTo>
                <a:cubicBezTo>
                  <a:pt x="1131484" y="46245"/>
                  <a:pt x="1136497" y="44862"/>
                  <a:pt x="1142024" y="44862"/>
                </a:cubicBezTo>
                <a:cubicBezTo>
                  <a:pt x="1144083" y="44862"/>
                  <a:pt x="1146223" y="45079"/>
                  <a:pt x="1148443" y="45514"/>
                </a:cubicBezTo>
                <a:cubicBezTo>
                  <a:pt x="1150665" y="45947"/>
                  <a:pt x="1152833" y="46787"/>
                  <a:pt x="1154946" y="48034"/>
                </a:cubicBezTo>
                <a:cubicBezTo>
                  <a:pt x="1157059" y="49281"/>
                  <a:pt x="1159010" y="50935"/>
                  <a:pt x="1160797" y="52997"/>
                </a:cubicBezTo>
                <a:cubicBezTo>
                  <a:pt x="1162586" y="55057"/>
                  <a:pt x="1164130" y="57714"/>
                  <a:pt x="1165430" y="60968"/>
                </a:cubicBezTo>
                <a:cubicBezTo>
                  <a:pt x="1168031" y="55762"/>
                  <a:pt x="1171579" y="51776"/>
                  <a:pt x="1176075" y="49011"/>
                </a:cubicBezTo>
                <a:cubicBezTo>
                  <a:pt x="1180573" y="46245"/>
                  <a:pt x="1185910" y="44862"/>
                  <a:pt x="1192087" y="44862"/>
                </a:cubicBezTo>
                <a:cubicBezTo>
                  <a:pt x="1201730" y="44862"/>
                  <a:pt x="1208963" y="47736"/>
                  <a:pt x="1213784" y="53486"/>
                </a:cubicBezTo>
                <a:cubicBezTo>
                  <a:pt x="1218607" y="59235"/>
                  <a:pt x="1221019" y="66827"/>
                  <a:pt x="1221019" y="76264"/>
                </a:cubicBezTo>
                <a:lnTo>
                  <a:pt x="1221019" y="122958"/>
                </a:lnTo>
                <a:lnTo>
                  <a:pt x="1209967" y="122958"/>
                </a:lnTo>
                <a:lnTo>
                  <a:pt x="1209967" y="80778"/>
                </a:lnTo>
                <a:cubicBezTo>
                  <a:pt x="1209967" y="72743"/>
                  <a:pt x="1208477" y="66283"/>
                  <a:pt x="1205498" y="61397"/>
                </a:cubicBezTo>
                <a:cubicBezTo>
                  <a:pt x="1202518" y="56511"/>
                  <a:pt x="1197452" y="54068"/>
                  <a:pt x="1190299" y="54068"/>
                </a:cubicBezTo>
                <a:cubicBezTo>
                  <a:pt x="1186289" y="54068"/>
                  <a:pt x="1182903" y="54883"/>
                  <a:pt x="1180140" y="56511"/>
                </a:cubicBezTo>
                <a:cubicBezTo>
                  <a:pt x="1177377" y="58140"/>
                  <a:pt x="1175156" y="60285"/>
                  <a:pt x="1173476" y="62945"/>
                </a:cubicBezTo>
                <a:cubicBezTo>
                  <a:pt x="1171796" y="65604"/>
                  <a:pt x="1170577" y="68616"/>
                  <a:pt x="1169818" y="71983"/>
                </a:cubicBezTo>
                <a:cubicBezTo>
                  <a:pt x="1169060" y="75349"/>
                  <a:pt x="1168682" y="78824"/>
                  <a:pt x="1168682" y="82407"/>
                </a:cubicBezTo>
                <a:lnTo>
                  <a:pt x="1168682" y="122958"/>
                </a:lnTo>
                <a:lnTo>
                  <a:pt x="1157627" y="122958"/>
                </a:lnTo>
                <a:lnTo>
                  <a:pt x="1157627" y="78498"/>
                </a:lnTo>
                <a:cubicBezTo>
                  <a:pt x="1157627" y="74806"/>
                  <a:pt x="1157356" y="71441"/>
                  <a:pt x="1156814" y="68401"/>
                </a:cubicBezTo>
                <a:cubicBezTo>
                  <a:pt x="1156273" y="65361"/>
                  <a:pt x="1155325" y="62782"/>
                  <a:pt x="1153969" y="60666"/>
                </a:cubicBezTo>
                <a:cubicBezTo>
                  <a:pt x="1152615" y="58548"/>
                  <a:pt x="1150746" y="56919"/>
                  <a:pt x="1148361" y="55780"/>
                </a:cubicBezTo>
                <a:cubicBezTo>
                  <a:pt x="1145979" y="54639"/>
                  <a:pt x="1142945" y="54068"/>
                  <a:pt x="1139261" y="54068"/>
                </a:cubicBezTo>
                <a:cubicBezTo>
                  <a:pt x="1136661" y="54068"/>
                  <a:pt x="1134032" y="54666"/>
                  <a:pt x="1131377" y="55862"/>
                </a:cubicBezTo>
                <a:cubicBezTo>
                  <a:pt x="1128723" y="57055"/>
                  <a:pt x="1126340" y="58874"/>
                  <a:pt x="1124227" y="61318"/>
                </a:cubicBezTo>
                <a:cubicBezTo>
                  <a:pt x="1122113" y="63760"/>
                  <a:pt x="1120406" y="66854"/>
                  <a:pt x="1119105" y="70599"/>
                </a:cubicBezTo>
                <a:cubicBezTo>
                  <a:pt x="1117805" y="74344"/>
                  <a:pt x="1117155" y="78769"/>
                  <a:pt x="1117155" y="83873"/>
                </a:cubicBezTo>
                <a:lnTo>
                  <a:pt x="1117155" y="122958"/>
                </a:lnTo>
                <a:lnTo>
                  <a:pt x="1106101" y="122958"/>
                </a:lnTo>
                <a:lnTo>
                  <a:pt x="1106101" y="63573"/>
                </a:lnTo>
                <a:cubicBezTo>
                  <a:pt x="1106101" y="61512"/>
                  <a:pt x="1106047" y="58855"/>
                  <a:pt x="1105938" y="55601"/>
                </a:cubicBezTo>
                <a:cubicBezTo>
                  <a:pt x="1105830" y="52347"/>
                  <a:pt x="1105668" y="49418"/>
                  <a:pt x="1105451" y="46814"/>
                </a:cubicBezTo>
                <a:lnTo>
                  <a:pt x="1116017" y="46814"/>
                </a:lnTo>
                <a:cubicBezTo>
                  <a:pt x="1116234" y="48876"/>
                  <a:pt x="1116396" y="51154"/>
                  <a:pt x="1116503" y="53649"/>
                </a:cubicBezTo>
                <a:cubicBezTo>
                  <a:pt x="1116612" y="56143"/>
                  <a:pt x="1116667" y="58203"/>
                  <a:pt x="1116667" y="59830"/>
                </a:cubicBezTo>
                <a:lnTo>
                  <a:pt x="1116992" y="59830"/>
                </a:lnTo>
                <a:close/>
                <a:moveTo>
                  <a:pt x="1260842" y="122958"/>
                </a:moveTo>
                <a:lnTo>
                  <a:pt x="1249791" y="122958"/>
                </a:lnTo>
                <a:lnTo>
                  <a:pt x="1249791" y="46888"/>
                </a:lnTo>
                <a:lnTo>
                  <a:pt x="1260842" y="46888"/>
                </a:lnTo>
                <a:lnTo>
                  <a:pt x="1260842" y="122958"/>
                </a:lnTo>
                <a:moveTo>
                  <a:pt x="1263119" y="17560"/>
                </a:moveTo>
                <a:cubicBezTo>
                  <a:pt x="1263119" y="19828"/>
                  <a:pt x="1262306" y="21692"/>
                  <a:pt x="1260681" y="23150"/>
                </a:cubicBezTo>
                <a:cubicBezTo>
                  <a:pt x="1259056" y="24609"/>
                  <a:pt x="1257268" y="25338"/>
                  <a:pt x="1255316" y="25338"/>
                </a:cubicBezTo>
                <a:cubicBezTo>
                  <a:pt x="1253365" y="25338"/>
                  <a:pt x="1251577" y="24609"/>
                  <a:pt x="1249952" y="23150"/>
                </a:cubicBezTo>
                <a:cubicBezTo>
                  <a:pt x="1248326" y="21692"/>
                  <a:pt x="1247514" y="19828"/>
                  <a:pt x="1247514" y="17560"/>
                </a:cubicBezTo>
                <a:cubicBezTo>
                  <a:pt x="1247514" y="15291"/>
                  <a:pt x="1248326" y="13428"/>
                  <a:pt x="1249952" y="11969"/>
                </a:cubicBezTo>
                <a:cubicBezTo>
                  <a:pt x="1251577" y="10511"/>
                  <a:pt x="1253365" y="9782"/>
                  <a:pt x="1255316" y="9782"/>
                </a:cubicBezTo>
                <a:cubicBezTo>
                  <a:pt x="1257268" y="9782"/>
                  <a:pt x="1259056" y="10511"/>
                  <a:pt x="1260681" y="11969"/>
                </a:cubicBezTo>
                <a:cubicBezTo>
                  <a:pt x="1262306" y="13428"/>
                  <a:pt x="1263119" y="15291"/>
                  <a:pt x="1263119" y="17560"/>
                </a:cubicBezTo>
                <a:close/>
                <a:moveTo>
                  <a:pt x="1300178" y="46826"/>
                </a:moveTo>
                <a:cubicBezTo>
                  <a:pt x="1300395" y="48885"/>
                  <a:pt x="1300557" y="51161"/>
                  <a:pt x="1300664" y="53654"/>
                </a:cubicBezTo>
                <a:cubicBezTo>
                  <a:pt x="1300773" y="56146"/>
                  <a:pt x="1300828" y="58205"/>
                  <a:pt x="1300828" y="59830"/>
                </a:cubicBezTo>
                <a:lnTo>
                  <a:pt x="1301153" y="59830"/>
                </a:lnTo>
                <a:cubicBezTo>
                  <a:pt x="1303320" y="55382"/>
                  <a:pt x="1306842" y="51776"/>
                  <a:pt x="1311718" y="49011"/>
                </a:cubicBezTo>
                <a:cubicBezTo>
                  <a:pt x="1316595" y="46245"/>
                  <a:pt x="1321742" y="44862"/>
                  <a:pt x="1327160" y="44862"/>
                </a:cubicBezTo>
                <a:cubicBezTo>
                  <a:pt x="1336803" y="44862"/>
                  <a:pt x="1344035" y="47736"/>
                  <a:pt x="1348857" y="53486"/>
                </a:cubicBezTo>
                <a:cubicBezTo>
                  <a:pt x="1353680" y="59235"/>
                  <a:pt x="1356092" y="66827"/>
                  <a:pt x="1356092" y="76264"/>
                </a:cubicBezTo>
                <a:lnTo>
                  <a:pt x="1356092" y="122958"/>
                </a:lnTo>
                <a:lnTo>
                  <a:pt x="1345040" y="122958"/>
                </a:lnTo>
                <a:lnTo>
                  <a:pt x="1345040" y="80778"/>
                </a:lnTo>
                <a:cubicBezTo>
                  <a:pt x="1345040" y="76760"/>
                  <a:pt x="1344715" y="73123"/>
                  <a:pt x="1344065" y="69867"/>
                </a:cubicBezTo>
                <a:cubicBezTo>
                  <a:pt x="1343415" y="66610"/>
                  <a:pt x="1342304" y="63814"/>
                  <a:pt x="1340732" y="61479"/>
                </a:cubicBezTo>
                <a:cubicBezTo>
                  <a:pt x="1339161" y="59145"/>
                  <a:pt x="1337048" y="57326"/>
                  <a:pt x="1334392" y="56023"/>
                </a:cubicBezTo>
                <a:cubicBezTo>
                  <a:pt x="1331739" y="54720"/>
                  <a:pt x="1328407" y="54068"/>
                  <a:pt x="1324397" y="54068"/>
                </a:cubicBezTo>
                <a:cubicBezTo>
                  <a:pt x="1321472" y="54068"/>
                  <a:pt x="1318627" y="54666"/>
                  <a:pt x="1315863" y="55862"/>
                </a:cubicBezTo>
                <a:cubicBezTo>
                  <a:pt x="1313100" y="57055"/>
                  <a:pt x="1310635" y="58874"/>
                  <a:pt x="1308467" y="61318"/>
                </a:cubicBezTo>
                <a:cubicBezTo>
                  <a:pt x="1306301" y="63760"/>
                  <a:pt x="1304567" y="66854"/>
                  <a:pt x="1303266" y="70599"/>
                </a:cubicBezTo>
                <a:cubicBezTo>
                  <a:pt x="1301966" y="74344"/>
                  <a:pt x="1301316" y="78769"/>
                  <a:pt x="1301316" y="83873"/>
                </a:cubicBezTo>
                <a:lnTo>
                  <a:pt x="1301316" y="122958"/>
                </a:lnTo>
                <a:lnTo>
                  <a:pt x="1290262" y="122958"/>
                </a:lnTo>
                <a:lnTo>
                  <a:pt x="1290262" y="63573"/>
                </a:lnTo>
                <a:cubicBezTo>
                  <a:pt x="1290262" y="61511"/>
                  <a:pt x="1290208" y="58854"/>
                  <a:pt x="1290099" y="55604"/>
                </a:cubicBezTo>
                <a:cubicBezTo>
                  <a:pt x="1289991" y="52353"/>
                  <a:pt x="1289829" y="49427"/>
                  <a:pt x="1289612" y="46826"/>
                </a:cubicBezTo>
                <a:lnTo>
                  <a:pt x="1300178" y="46826"/>
                </a:lnTo>
                <a:close/>
                <a:moveTo>
                  <a:pt x="1395915" y="122958"/>
                </a:moveTo>
                <a:lnTo>
                  <a:pt x="1384863" y="122958"/>
                </a:lnTo>
                <a:lnTo>
                  <a:pt x="1384863" y="46888"/>
                </a:lnTo>
                <a:lnTo>
                  <a:pt x="1395915" y="46888"/>
                </a:lnTo>
                <a:lnTo>
                  <a:pt x="1395915" y="122958"/>
                </a:lnTo>
                <a:moveTo>
                  <a:pt x="1398192" y="17560"/>
                </a:moveTo>
                <a:cubicBezTo>
                  <a:pt x="1398192" y="19828"/>
                  <a:pt x="1397379" y="21692"/>
                  <a:pt x="1395754" y="23150"/>
                </a:cubicBezTo>
                <a:cubicBezTo>
                  <a:pt x="1394129" y="24609"/>
                  <a:pt x="1392340" y="25338"/>
                  <a:pt x="1390389" y="25338"/>
                </a:cubicBezTo>
                <a:cubicBezTo>
                  <a:pt x="1388438" y="25338"/>
                  <a:pt x="1386650" y="24609"/>
                  <a:pt x="1385025" y="23150"/>
                </a:cubicBezTo>
                <a:cubicBezTo>
                  <a:pt x="1383399" y="21692"/>
                  <a:pt x="1382587" y="19828"/>
                  <a:pt x="1382587" y="17560"/>
                </a:cubicBezTo>
                <a:cubicBezTo>
                  <a:pt x="1382587" y="15291"/>
                  <a:pt x="1383399" y="13428"/>
                  <a:pt x="1385025" y="11969"/>
                </a:cubicBezTo>
                <a:cubicBezTo>
                  <a:pt x="1386650" y="10511"/>
                  <a:pt x="1388438" y="9782"/>
                  <a:pt x="1390389" y="9782"/>
                </a:cubicBezTo>
                <a:cubicBezTo>
                  <a:pt x="1392340" y="9782"/>
                  <a:pt x="1394129" y="10511"/>
                  <a:pt x="1395754" y="11969"/>
                </a:cubicBezTo>
                <a:cubicBezTo>
                  <a:pt x="1397379" y="13428"/>
                  <a:pt x="1398192" y="15291"/>
                  <a:pt x="1398192" y="17560"/>
                </a:cubicBezTo>
                <a:close/>
                <a:moveTo>
                  <a:pt x="1436225" y="59830"/>
                </a:moveTo>
                <a:cubicBezTo>
                  <a:pt x="1438393" y="55384"/>
                  <a:pt x="1441725" y="51778"/>
                  <a:pt x="1446220" y="49011"/>
                </a:cubicBezTo>
                <a:cubicBezTo>
                  <a:pt x="1450718" y="46245"/>
                  <a:pt x="1455730" y="44862"/>
                  <a:pt x="1461258" y="44862"/>
                </a:cubicBezTo>
                <a:cubicBezTo>
                  <a:pt x="1463316" y="44862"/>
                  <a:pt x="1465456" y="45079"/>
                  <a:pt x="1467677" y="45514"/>
                </a:cubicBezTo>
                <a:cubicBezTo>
                  <a:pt x="1469899" y="45947"/>
                  <a:pt x="1472066" y="46787"/>
                  <a:pt x="1474180" y="48034"/>
                </a:cubicBezTo>
                <a:cubicBezTo>
                  <a:pt x="1476293" y="49281"/>
                  <a:pt x="1478243" y="50935"/>
                  <a:pt x="1480030" y="52997"/>
                </a:cubicBezTo>
                <a:cubicBezTo>
                  <a:pt x="1481819" y="55057"/>
                  <a:pt x="1483364" y="57714"/>
                  <a:pt x="1484663" y="60968"/>
                </a:cubicBezTo>
                <a:cubicBezTo>
                  <a:pt x="1487264" y="55762"/>
                  <a:pt x="1490813" y="51776"/>
                  <a:pt x="1495308" y="49011"/>
                </a:cubicBezTo>
                <a:cubicBezTo>
                  <a:pt x="1499806" y="46245"/>
                  <a:pt x="1505143" y="44862"/>
                  <a:pt x="1511321" y="44862"/>
                </a:cubicBezTo>
                <a:cubicBezTo>
                  <a:pt x="1520964" y="44862"/>
                  <a:pt x="1528196" y="47736"/>
                  <a:pt x="1533017" y="53486"/>
                </a:cubicBezTo>
                <a:cubicBezTo>
                  <a:pt x="1537841" y="59235"/>
                  <a:pt x="1540252" y="66827"/>
                  <a:pt x="1540252" y="76264"/>
                </a:cubicBezTo>
                <a:lnTo>
                  <a:pt x="1540252" y="122958"/>
                </a:lnTo>
                <a:lnTo>
                  <a:pt x="1529200" y="122958"/>
                </a:lnTo>
                <a:lnTo>
                  <a:pt x="1529200" y="80778"/>
                </a:lnTo>
                <a:cubicBezTo>
                  <a:pt x="1529200" y="72743"/>
                  <a:pt x="1527711" y="66283"/>
                  <a:pt x="1524731" y="61397"/>
                </a:cubicBezTo>
                <a:cubicBezTo>
                  <a:pt x="1521752" y="56511"/>
                  <a:pt x="1516685" y="54068"/>
                  <a:pt x="1509532" y="54068"/>
                </a:cubicBezTo>
                <a:cubicBezTo>
                  <a:pt x="1505523" y="54068"/>
                  <a:pt x="1502136" y="54883"/>
                  <a:pt x="1499374" y="56511"/>
                </a:cubicBezTo>
                <a:cubicBezTo>
                  <a:pt x="1496611" y="58140"/>
                  <a:pt x="1494389" y="60285"/>
                  <a:pt x="1492709" y="62945"/>
                </a:cubicBezTo>
                <a:cubicBezTo>
                  <a:pt x="1491029" y="65604"/>
                  <a:pt x="1489810" y="68616"/>
                  <a:pt x="1489051" y="71983"/>
                </a:cubicBezTo>
                <a:cubicBezTo>
                  <a:pt x="1488294" y="75349"/>
                  <a:pt x="1487915" y="78824"/>
                  <a:pt x="1487915" y="82407"/>
                </a:cubicBezTo>
                <a:lnTo>
                  <a:pt x="1487915" y="122958"/>
                </a:lnTo>
                <a:lnTo>
                  <a:pt x="1476861" y="122958"/>
                </a:lnTo>
                <a:lnTo>
                  <a:pt x="1476861" y="78498"/>
                </a:lnTo>
                <a:cubicBezTo>
                  <a:pt x="1476861" y="74806"/>
                  <a:pt x="1476590" y="71441"/>
                  <a:pt x="1476047" y="68401"/>
                </a:cubicBezTo>
                <a:cubicBezTo>
                  <a:pt x="1475507" y="65361"/>
                  <a:pt x="1474558" y="62782"/>
                  <a:pt x="1473202" y="60666"/>
                </a:cubicBezTo>
                <a:cubicBezTo>
                  <a:pt x="1471848" y="58548"/>
                  <a:pt x="1469979" y="56919"/>
                  <a:pt x="1467595" y="55780"/>
                </a:cubicBezTo>
                <a:cubicBezTo>
                  <a:pt x="1465212" y="54639"/>
                  <a:pt x="1462179" y="54068"/>
                  <a:pt x="1458495" y="54068"/>
                </a:cubicBezTo>
                <a:cubicBezTo>
                  <a:pt x="1455894" y="54068"/>
                  <a:pt x="1453266" y="54666"/>
                  <a:pt x="1450610" y="55862"/>
                </a:cubicBezTo>
                <a:cubicBezTo>
                  <a:pt x="1447956" y="57055"/>
                  <a:pt x="1445573" y="58874"/>
                  <a:pt x="1443460" y="61318"/>
                </a:cubicBezTo>
                <a:cubicBezTo>
                  <a:pt x="1441347" y="63760"/>
                  <a:pt x="1439640" y="66854"/>
                  <a:pt x="1438338" y="70599"/>
                </a:cubicBezTo>
                <a:cubicBezTo>
                  <a:pt x="1437039" y="74344"/>
                  <a:pt x="1436389" y="78769"/>
                  <a:pt x="1436389" y="83873"/>
                </a:cubicBezTo>
                <a:lnTo>
                  <a:pt x="1436389" y="122958"/>
                </a:lnTo>
                <a:lnTo>
                  <a:pt x="1425335" y="122958"/>
                </a:lnTo>
                <a:lnTo>
                  <a:pt x="1425335" y="63573"/>
                </a:lnTo>
                <a:cubicBezTo>
                  <a:pt x="1425335" y="61512"/>
                  <a:pt x="1425280" y="58855"/>
                  <a:pt x="1425171" y="55601"/>
                </a:cubicBezTo>
                <a:cubicBezTo>
                  <a:pt x="1425063" y="52347"/>
                  <a:pt x="1424901" y="49418"/>
                  <a:pt x="1424685" y="46814"/>
                </a:cubicBezTo>
                <a:lnTo>
                  <a:pt x="1435250" y="46814"/>
                </a:lnTo>
                <a:cubicBezTo>
                  <a:pt x="1435467" y="48876"/>
                  <a:pt x="1435629" y="51154"/>
                  <a:pt x="1435736" y="53649"/>
                </a:cubicBezTo>
                <a:cubicBezTo>
                  <a:pt x="1435846" y="56143"/>
                  <a:pt x="1435900" y="58203"/>
                  <a:pt x="1435900" y="59830"/>
                </a:cubicBezTo>
                <a:lnTo>
                  <a:pt x="1436225" y="59830"/>
                </a:lnTo>
                <a:close/>
                <a:moveTo>
                  <a:pt x="1616809" y="73841"/>
                </a:moveTo>
                <a:cubicBezTo>
                  <a:pt x="1616809" y="67195"/>
                  <a:pt x="1615076" y="62239"/>
                  <a:pt x="1611608" y="58972"/>
                </a:cubicBezTo>
                <a:cubicBezTo>
                  <a:pt x="1608141" y="55703"/>
                  <a:pt x="1603102" y="54068"/>
                  <a:pt x="1596492" y="54068"/>
                </a:cubicBezTo>
                <a:cubicBezTo>
                  <a:pt x="1591941" y="54068"/>
                  <a:pt x="1587715" y="54881"/>
                  <a:pt x="1583813" y="56506"/>
                </a:cubicBezTo>
                <a:cubicBezTo>
                  <a:pt x="1579912" y="58132"/>
                  <a:pt x="1576608" y="60299"/>
                  <a:pt x="1573899" y="63010"/>
                </a:cubicBezTo>
                <a:lnTo>
                  <a:pt x="1567721" y="55695"/>
                </a:lnTo>
                <a:cubicBezTo>
                  <a:pt x="1570864" y="52565"/>
                  <a:pt x="1575010" y="49978"/>
                  <a:pt x="1580157" y="47932"/>
                </a:cubicBezTo>
                <a:cubicBezTo>
                  <a:pt x="1585304" y="45885"/>
                  <a:pt x="1591129" y="44862"/>
                  <a:pt x="1597630" y="44862"/>
                </a:cubicBezTo>
                <a:cubicBezTo>
                  <a:pt x="1601749" y="44862"/>
                  <a:pt x="1605596" y="45431"/>
                  <a:pt x="1609170" y="46571"/>
                </a:cubicBezTo>
                <a:cubicBezTo>
                  <a:pt x="1612747" y="47710"/>
                  <a:pt x="1615889" y="49419"/>
                  <a:pt x="1618598" y="51697"/>
                </a:cubicBezTo>
                <a:cubicBezTo>
                  <a:pt x="1621308" y="53974"/>
                  <a:pt x="1623421" y="56848"/>
                  <a:pt x="1624937" y="60318"/>
                </a:cubicBezTo>
                <a:cubicBezTo>
                  <a:pt x="1626455" y="63789"/>
                  <a:pt x="1627214" y="67857"/>
                  <a:pt x="1627214" y="72521"/>
                </a:cubicBezTo>
                <a:lnTo>
                  <a:pt x="1627214" y="105875"/>
                </a:lnTo>
                <a:cubicBezTo>
                  <a:pt x="1627214" y="108803"/>
                  <a:pt x="1627322" y="111841"/>
                  <a:pt x="1627539" y="114987"/>
                </a:cubicBezTo>
                <a:cubicBezTo>
                  <a:pt x="1627755" y="118132"/>
                  <a:pt x="1628080" y="120789"/>
                  <a:pt x="1628513" y="122958"/>
                </a:cubicBezTo>
                <a:lnTo>
                  <a:pt x="1618600" y="122958"/>
                </a:lnTo>
                <a:cubicBezTo>
                  <a:pt x="1618274" y="121108"/>
                  <a:pt x="1618003" y="119095"/>
                  <a:pt x="1617787" y="116919"/>
                </a:cubicBezTo>
                <a:cubicBezTo>
                  <a:pt x="1617570" y="114743"/>
                  <a:pt x="1617462" y="112622"/>
                  <a:pt x="1617462" y="110555"/>
                </a:cubicBezTo>
                <a:lnTo>
                  <a:pt x="1617134" y="110555"/>
                </a:lnTo>
                <a:cubicBezTo>
                  <a:pt x="1613667" y="115649"/>
                  <a:pt x="1609738" y="119308"/>
                  <a:pt x="1605348" y="121530"/>
                </a:cubicBezTo>
                <a:cubicBezTo>
                  <a:pt x="1600960" y="123752"/>
                  <a:pt x="1595678" y="124863"/>
                  <a:pt x="1589502" y="124863"/>
                </a:cubicBezTo>
                <a:cubicBezTo>
                  <a:pt x="1586576" y="124863"/>
                  <a:pt x="1583568" y="124457"/>
                  <a:pt x="1580479" y="123645"/>
                </a:cubicBezTo>
                <a:cubicBezTo>
                  <a:pt x="1577392" y="122834"/>
                  <a:pt x="1574576" y="121508"/>
                  <a:pt x="1572029" y="119667"/>
                </a:cubicBezTo>
                <a:cubicBezTo>
                  <a:pt x="1569483" y="117825"/>
                  <a:pt x="1567370" y="115443"/>
                  <a:pt x="1565690" y="112519"/>
                </a:cubicBezTo>
                <a:cubicBezTo>
                  <a:pt x="1564010" y="109594"/>
                  <a:pt x="1563170" y="106020"/>
                  <a:pt x="1563170" y="101795"/>
                </a:cubicBezTo>
                <a:cubicBezTo>
                  <a:pt x="1563170" y="95947"/>
                  <a:pt x="1564660" y="91317"/>
                  <a:pt x="1567639" y="87906"/>
                </a:cubicBezTo>
                <a:cubicBezTo>
                  <a:pt x="1570619" y="84495"/>
                  <a:pt x="1574601" y="81950"/>
                  <a:pt x="1579586" y="80272"/>
                </a:cubicBezTo>
                <a:cubicBezTo>
                  <a:pt x="1584572" y="78592"/>
                  <a:pt x="1590288" y="77509"/>
                  <a:pt x="1596735" y="77023"/>
                </a:cubicBezTo>
                <a:cubicBezTo>
                  <a:pt x="1603183" y="76535"/>
                  <a:pt x="1609875" y="76291"/>
                  <a:pt x="1616809" y="76291"/>
                </a:cubicBezTo>
                <a:lnTo>
                  <a:pt x="1616809" y="73841"/>
                </a:lnTo>
                <a:moveTo>
                  <a:pt x="1613558" y="85021"/>
                </a:moveTo>
                <a:cubicBezTo>
                  <a:pt x="1609007" y="85021"/>
                  <a:pt x="1604429" y="85211"/>
                  <a:pt x="1599822" y="85589"/>
                </a:cubicBezTo>
                <a:cubicBezTo>
                  <a:pt x="1595218" y="85966"/>
                  <a:pt x="1591046" y="86723"/>
                  <a:pt x="1587307" y="87859"/>
                </a:cubicBezTo>
                <a:cubicBezTo>
                  <a:pt x="1583571" y="88993"/>
                  <a:pt x="1580510" y="90641"/>
                  <a:pt x="1578126" y="92802"/>
                </a:cubicBezTo>
                <a:cubicBezTo>
                  <a:pt x="1575741" y="94963"/>
                  <a:pt x="1574549" y="97826"/>
                  <a:pt x="1574549" y="101391"/>
                </a:cubicBezTo>
                <a:cubicBezTo>
                  <a:pt x="1574549" y="104092"/>
                  <a:pt x="1575063" y="106362"/>
                  <a:pt x="1576092" y="108199"/>
                </a:cubicBezTo>
                <a:cubicBezTo>
                  <a:pt x="1577122" y="110036"/>
                  <a:pt x="1578503" y="111521"/>
                  <a:pt x="1580236" y="112656"/>
                </a:cubicBezTo>
                <a:cubicBezTo>
                  <a:pt x="1581971" y="113790"/>
                  <a:pt x="1583895" y="114600"/>
                  <a:pt x="1586008" y="115086"/>
                </a:cubicBezTo>
                <a:cubicBezTo>
                  <a:pt x="1588121" y="115572"/>
                  <a:pt x="1590261" y="115815"/>
                  <a:pt x="1592429" y="115815"/>
                </a:cubicBezTo>
                <a:cubicBezTo>
                  <a:pt x="1596329" y="115815"/>
                  <a:pt x="1599797" y="115140"/>
                  <a:pt x="1602831" y="113789"/>
                </a:cubicBezTo>
                <a:cubicBezTo>
                  <a:pt x="1605865" y="112438"/>
                  <a:pt x="1608411" y="110601"/>
                  <a:pt x="1610470" y="108278"/>
                </a:cubicBezTo>
                <a:cubicBezTo>
                  <a:pt x="1612529" y="105955"/>
                  <a:pt x="1614099" y="103281"/>
                  <a:pt x="1615182" y="100257"/>
                </a:cubicBezTo>
                <a:cubicBezTo>
                  <a:pt x="1616267" y="97231"/>
                  <a:pt x="1616809" y="94043"/>
                  <a:pt x="1616809" y="90694"/>
                </a:cubicBezTo>
                <a:lnTo>
                  <a:pt x="1616809" y="85021"/>
                </a:lnTo>
                <a:lnTo>
                  <a:pt x="1613558" y="85021"/>
                </a:lnTo>
                <a:close/>
                <a:moveTo>
                  <a:pt x="1667037" y="122958"/>
                </a:moveTo>
                <a:lnTo>
                  <a:pt x="1655983" y="122958"/>
                </a:lnTo>
                <a:lnTo>
                  <a:pt x="1655983" y="77"/>
                </a:lnTo>
                <a:lnTo>
                  <a:pt x="1667037" y="77"/>
                </a:lnTo>
                <a:lnTo>
                  <a:pt x="1667037" y="122958"/>
                </a:lnTo>
                <a:close/>
                <a:moveTo>
                  <a:pt x="1707834" y="122958"/>
                </a:moveTo>
                <a:lnTo>
                  <a:pt x="1696782" y="122958"/>
                </a:lnTo>
                <a:lnTo>
                  <a:pt x="1696782" y="46888"/>
                </a:lnTo>
                <a:lnTo>
                  <a:pt x="1707834" y="46888"/>
                </a:lnTo>
                <a:lnTo>
                  <a:pt x="1707834" y="122958"/>
                </a:lnTo>
                <a:moveTo>
                  <a:pt x="1710111" y="17560"/>
                </a:moveTo>
                <a:cubicBezTo>
                  <a:pt x="1710111" y="19828"/>
                  <a:pt x="1709298" y="21692"/>
                  <a:pt x="1707673" y="23150"/>
                </a:cubicBezTo>
                <a:cubicBezTo>
                  <a:pt x="1706048" y="24609"/>
                  <a:pt x="1704259" y="25338"/>
                  <a:pt x="1702308" y="25338"/>
                </a:cubicBezTo>
                <a:cubicBezTo>
                  <a:pt x="1700357" y="25338"/>
                  <a:pt x="1698569" y="24609"/>
                  <a:pt x="1696944" y="23150"/>
                </a:cubicBezTo>
                <a:cubicBezTo>
                  <a:pt x="1695318" y="21692"/>
                  <a:pt x="1694506" y="19828"/>
                  <a:pt x="1694506" y="17560"/>
                </a:cubicBezTo>
                <a:cubicBezTo>
                  <a:pt x="1694506" y="15291"/>
                  <a:pt x="1695318" y="13428"/>
                  <a:pt x="1696944" y="11969"/>
                </a:cubicBezTo>
                <a:cubicBezTo>
                  <a:pt x="1698569" y="10511"/>
                  <a:pt x="1700357" y="9782"/>
                  <a:pt x="1702308" y="9782"/>
                </a:cubicBezTo>
                <a:cubicBezTo>
                  <a:pt x="1704259" y="9782"/>
                  <a:pt x="1706048" y="10511"/>
                  <a:pt x="1707673" y="11969"/>
                </a:cubicBezTo>
                <a:cubicBezTo>
                  <a:pt x="1709298" y="13428"/>
                  <a:pt x="1710111" y="15291"/>
                  <a:pt x="1710111" y="17560"/>
                </a:cubicBezTo>
                <a:close/>
                <a:moveTo>
                  <a:pt x="1777728" y="64798"/>
                </a:moveTo>
                <a:cubicBezTo>
                  <a:pt x="1776103" y="61654"/>
                  <a:pt x="1773637" y="59081"/>
                  <a:pt x="1770332" y="57077"/>
                </a:cubicBezTo>
                <a:cubicBezTo>
                  <a:pt x="1767027" y="55071"/>
                  <a:pt x="1763261" y="54068"/>
                  <a:pt x="1759035" y="54068"/>
                </a:cubicBezTo>
                <a:cubicBezTo>
                  <a:pt x="1757085" y="54068"/>
                  <a:pt x="1755135" y="54286"/>
                  <a:pt x="1753184" y="54721"/>
                </a:cubicBezTo>
                <a:cubicBezTo>
                  <a:pt x="1751233" y="55154"/>
                  <a:pt x="1749498" y="55859"/>
                  <a:pt x="1747980" y="56836"/>
                </a:cubicBezTo>
                <a:cubicBezTo>
                  <a:pt x="1746464" y="57812"/>
                  <a:pt x="1745246" y="59059"/>
                  <a:pt x="1744325" y="60579"/>
                </a:cubicBezTo>
                <a:cubicBezTo>
                  <a:pt x="1743404" y="62097"/>
                  <a:pt x="1742943" y="63887"/>
                  <a:pt x="1742943" y="65949"/>
                </a:cubicBezTo>
                <a:cubicBezTo>
                  <a:pt x="1742943" y="69530"/>
                  <a:pt x="1744406" y="72270"/>
                  <a:pt x="1747331" y="74168"/>
                </a:cubicBezTo>
                <a:cubicBezTo>
                  <a:pt x="1750257" y="76066"/>
                  <a:pt x="1754863" y="77667"/>
                  <a:pt x="1761148" y="78970"/>
                </a:cubicBezTo>
                <a:cubicBezTo>
                  <a:pt x="1770143" y="80813"/>
                  <a:pt x="1776780" y="83498"/>
                  <a:pt x="1781059" y="87025"/>
                </a:cubicBezTo>
                <a:cubicBezTo>
                  <a:pt x="1785340" y="90550"/>
                  <a:pt x="1787480" y="95297"/>
                  <a:pt x="1787480" y="101264"/>
                </a:cubicBezTo>
                <a:cubicBezTo>
                  <a:pt x="1787480" y="105604"/>
                  <a:pt x="1786640" y="109267"/>
                  <a:pt x="1784960" y="112251"/>
                </a:cubicBezTo>
                <a:cubicBezTo>
                  <a:pt x="1783280" y="115234"/>
                  <a:pt x="1781085" y="117676"/>
                  <a:pt x="1778375" y="119575"/>
                </a:cubicBezTo>
                <a:cubicBezTo>
                  <a:pt x="1775667" y="121474"/>
                  <a:pt x="1772606" y="122829"/>
                  <a:pt x="1769194" y="123643"/>
                </a:cubicBezTo>
                <a:cubicBezTo>
                  <a:pt x="1765781" y="124457"/>
                  <a:pt x="1762341" y="124863"/>
                  <a:pt x="1758873" y="124863"/>
                </a:cubicBezTo>
                <a:cubicBezTo>
                  <a:pt x="1753129" y="124863"/>
                  <a:pt x="1747548" y="123679"/>
                  <a:pt x="1742130" y="121312"/>
                </a:cubicBezTo>
                <a:cubicBezTo>
                  <a:pt x="1736713" y="118942"/>
                  <a:pt x="1732270" y="115217"/>
                  <a:pt x="1728801" y="110136"/>
                </a:cubicBezTo>
                <a:lnTo>
                  <a:pt x="1737578" y="103633"/>
                </a:lnTo>
                <a:cubicBezTo>
                  <a:pt x="1739530" y="106993"/>
                  <a:pt x="1742401" y="109810"/>
                  <a:pt x="1746192" y="112085"/>
                </a:cubicBezTo>
                <a:cubicBezTo>
                  <a:pt x="1749985" y="114360"/>
                  <a:pt x="1754158" y="115498"/>
                  <a:pt x="1758710" y="115498"/>
                </a:cubicBezTo>
                <a:cubicBezTo>
                  <a:pt x="1761094" y="115498"/>
                  <a:pt x="1763369" y="115281"/>
                  <a:pt x="1765535" y="114848"/>
                </a:cubicBezTo>
                <a:cubicBezTo>
                  <a:pt x="1767703" y="114413"/>
                  <a:pt x="1769599" y="113654"/>
                  <a:pt x="1771225" y="112569"/>
                </a:cubicBezTo>
                <a:cubicBezTo>
                  <a:pt x="1772850" y="111484"/>
                  <a:pt x="1774151" y="110101"/>
                  <a:pt x="1775126" y="108420"/>
                </a:cubicBezTo>
                <a:cubicBezTo>
                  <a:pt x="1776102" y="106736"/>
                  <a:pt x="1776590" y="104647"/>
                  <a:pt x="1776590" y="102152"/>
                </a:cubicBezTo>
                <a:cubicBezTo>
                  <a:pt x="1776590" y="98137"/>
                  <a:pt x="1774666" y="95126"/>
                  <a:pt x="1770818" y="93119"/>
                </a:cubicBezTo>
                <a:cubicBezTo>
                  <a:pt x="1766972" y="91112"/>
                  <a:pt x="1761419" y="89240"/>
                  <a:pt x="1754159" y="87504"/>
                </a:cubicBezTo>
                <a:cubicBezTo>
                  <a:pt x="1751883" y="86962"/>
                  <a:pt x="1749472" y="86284"/>
                  <a:pt x="1746924" y="85470"/>
                </a:cubicBezTo>
                <a:cubicBezTo>
                  <a:pt x="1744377" y="84657"/>
                  <a:pt x="1742020" y="83464"/>
                  <a:pt x="1739853" y="81891"/>
                </a:cubicBezTo>
                <a:cubicBezTo>
                  <a:pt x="1737687" y="80317"/>
                  <a:pt x="1735899" y="78336"/>
                  <a:pt x="1734491" y="75949"/>
                </a:cubicBezTo>
                <a:cubicBezTo>
                  <a:pt x="1733082" y="73561"/>
                  <a:pt x="1732377" y="70577"/>
                  <a:pt x="1732377" y="66998"/>
                </a:cubicBezTo>
                <a:cubicBezTo>
                  <a:pt x="1732377" y="63091"/>
                  <a:pt x="1733136" y="59754"/>
                  <a:pt x="1734652" y="56988"/>
                </a:cubicBezTo>
                <a:cubicBezTo>
                  <a:pt x="1736170" y="54220"/>
                  <a:pt x="1738202" y="51941"/>
                  <a:pt x="1740748" y="50152"/>
                </a:cubicBezTo>
                <a:cubicBezTo>
                  <a:pt x="1743294" y="48361"/>
                  <a:pt x="1746193" y="47032"/>
                  <a:pt x="1749444" y="46164"/>
                </a:cubicBezTo>
                <a:cubicBezTo>
                  <a:pt x="1752696" y="45296"/>
                  <a:pt x="1756056" y="44862"/>
                  <a:pt x="1759523" y="44862"/>
                </a:cubicBezTo>
                <a:cubicBezTo>
                  <a:pt x="1764833" y="44862"/>
                  <a:pt x="1769979" y="46047"/>
                  <a:pt x="1774962" y="48416"/>
                </a:cubicBezTo>
                <a:cubicBezTo>
                  <a:pt x="1779948" y="50784"/>
                  <a:pt x="1783687" y="54131"/>
                  <a:pt x="1786180" y="58458"/>
                </a:cubicBezTo>
                <a:lnTo>
                  <a:pt x="1777728" y="64798"/>
                </a:lnTo>
                <a:close/>
                <a:moveTo>
                  <a:pt x="1843719" y="56132"/>
                </a:moveTo>
                <a:lnTo>
                  <a:pt x="1822265" y="56132"/>
                </a:lnTo>
                <a:lnTo>
                  <a:pt x="1822265" y="100552"/>
                </a:lnTo>
                <a:cubicBezTo>
                  <a:pt x="1822265" y="103373"/>
                  <a:pt x="1822535" y="105705"/>
                  <a:pt x="1823076" y="107549"/>
                </a:cubicBezTo>
                <a:cubicBezTo>
                  <a:pt x="1823618" y="109393"/>
                  <a:pt x="1824404" y="110830"/>
                  <a:pt x="1825432" y="111862"/>
                </a:cubicBezTo>
                <a:cubicBezTo>
                  <a:pt x="1826462" y="112892"/>
                  <a:pt x="1827682" y="113597"/>
                  <a:pt x="1829091" y="113978"/>
                </a:cubicBezTo>
                <a:cubicBezTo>
                  <a:pt x="1830499" y="114356"/>
                  <a:pt x="1832016" y="114546"/>
                  <a:pt x="1833642" y="114546"/>
                </a:cubicBezTo>
                <a:cubicBezTo>
                  <a:pt x="1835160" y="114546"/>
                  <a:pt x="1836758" y="114325"/>
                  <a:pt x="1838436" y="113883"/>
                </a:cubicBezTo>
                <a:cubicBezTo>
                  <a:pt x="1840116" y="113440"/>
                  <a:pt x="1841715" y="112831"/>
                  <a:pt x="1843233" y="112055"/>
                </a:cubicBezTo>
                <a:lnTo>
                  <a:pt x="1843719" y="121637"/>
                </a:lnTo>
                <a:cubicBezTo>
                  <a:pt x="1841769" y="122395"/>
                  <a:pt x="1839738" y="122964"/>
                  <a:pt x="1837625" y="123343"/>
                </a:cubicBezTo>
                <a:cubicBezTo>
                  <a:pt x="1835512" y="123722"/>
                  <a:pt x="1833208" y="123911"/>
                  <a:pt x="1830715" y="123911"/>
                </a:cubicBezTo>
                <a:cubicBezTo>
                  <a:pt x="1828656" y="123911"/>
                  <a:pt x="1826490" y="123640"/>
                  <a:pt x="1824214" y="123097"/>
                </a:cubicBezTo>
                <a:cubicBezTo>
                  <a:pt x="1821939" y="122557"/>
                  <a:pt x="1819826" y="121528"/>
                  <a:pt x="1817875" y="120012"/>
                </a:cubicBezTo>
                <a:cubicBezTo>
                  <a:pt x="1815926" y="118494"/>
                  <a:pt x="1814328" y="116435"/>
                  <a:pt x="1813081" y="113834"/>
                </a:cubicBezTo>
                <a:cubicBezTo>
                  <a:pt x="1811834" y="111233"/>
                  <a:pt x="1811211" y="107819"/>
                  <a:pt x="1811211" y="103593"/>
                </a:cubicBezTo>
                <a:lnTo>
                  <a:pt x="1811211" y="56132"/>
                </a:lnTo>
                <a:lnTo>
                  <a:pt x="1795444" y="56132"/>
                </a:lnTo>
                <a:lnTo>
                  <a:pt x="1795444" y="46925"/>
                </a:lnTo>
                <a:lnTo>
                  <a:pt x="1811211" y="46925"/>
                </a:lnTo>
                <a:lnTo>
                  <a:pt x="1811211" y="25469"/>
                </a:lnTo>
                <a:lnTo>
                  <a:pt x="1822265" y="25469"/>
                </a:lnTo>
                <a:lnTo>
                  <a:pt x="1822265" y="46925"/>
                </a:lnTo>
                <a:lnTo>
                  <a:pt x="1843719" y="46925"/>
                </a:lnTo>
                <a:lnTo>
                  <a:pt x="1843719" y="56132"/>
                </a:lnTo>
                <a:close/>
                <a:moveTo>
                  <a:pt x="1964165" y="110118"/>
                </a:moveTo>
                <a:cubicBezTo>
                  <a:pt x="1960914" y="114995"/>
                  <a:pt x="1956688" y="118671"/>
                  <a:pt x="1951486" y="121148"/>
                </a:cubicBezTo>
                <a:cubicBezTo>
                  <a:pt x="1946284" y="123625"/>
                  <a:pt x="1940921" y="124863"/>
                  <a:pt x="1935395" y="124863"/>
                </a:cubicBezTo>
                <a:cubicBezTo>
                  <a:pt x="1929434" y="124863"/>
                  <a:pt x="1924043" y="123834"/>
                  <a:pt x="1919221" y="121775"/>
                </a:cubicBezTo>
                <a:cubicBezTo>
                  <a:pt x="1914400" y="119715"/>
                  <a:pt x="1910282" y="116897"/>
                  <a:pt x="1906867" y="113320"/>
                </a:cubicBezTo>
                <a:cubicBezTo>
                  <a:pt x="1903455" y="109742"/>
                  <a:pt x="1900800" y="105514"/>
                  <a:pt x="1898904" y="100637"/>
                </a:cubicBezTo>
                <a:cubicBezTo>
                  <a:pt x="1897007" y="95757"/>
                  <a:pt x="1896059" y="90499"/>
                  <a:pt x="1896059" y="84863"/>
                </a:cubicBezTo>
                <a:cubicBezTo>
                  <a:pt x="1896059" y="79226"/>
                  <a:pt x="1897007" y="73969"/>
                  <a:pt x="1898904" y="69091"/>
                </a:cubicBezTo>
                <a:cubicBezTo>
                  <a:pt x="1900800" y="64212"/>
                  <a:pt x="1903455" y="59984"/>
                  <a:pt x="1906867" y="56407"/>
                </a:cubicBezTo>
                <a:cubicBezTo>
                  <a:pt x="1910282" y="52829"/>
                  <a:pt x="1914400" y="50011"/>
                  <a:pt x="1919221" y="47952"/>
                </a:cubicBezTo>
                <a:cubicBezTo>
                  <a:pt x="1924043" y="45892"/>
                  <a:pt x="1929434" y="44862"/>
                  <a:pt x="1935395" y="44862"/>
                </a:cubicBezTo>
                <a:cubicBezTo>
                  <a:pt x="1940921" y="44862"/>
                  <a:pt x="1946284" y="46136"/>
                  <a:pt x="1951486" y="48684"/>
                </a:cubicBezTo>
                <a:cubicBezTo>
                  <a:pt x="1956688" y="51230"/>
                  <a:pt x="1960914" y="54997"/>
                  <a:pt x="1964165" y="59984"/>
                </a:cubicBezTo>
                <a:lnTo>
                  <a:pt x="1964490" y="59984"/>
                </a:lnTo>
                <a:lnTo>
                  <a:pt x="1964490" y="5"/>
                </a:lnTo>
                <a:lnTo>
                  <a:pt x="1975542" y="5"/>
                </a:lnTo>
                <a:lnTo>
                  <a:pt x="1975542" y="122958"/>
                </a:lnTo>
                <a:lnTo>
                  <a:pt x="1964490" y="122958"/>
                </a:lnTo>
                <a:lnTo>
                  <a:pt x="1964490" y="110118"/>
                </a:lnTo>
                <a:lnTo>
                  <a:pt x="1964165" y="110118"/>
                </a:lnTo>
                <a:moveTo>
                  <a:pt x="1907763" y="84865"/>
                </a:moveTo>
                <a:cubicBezTo>
                  <a:pt x="1907763" y="89101"/>
                  <a:pt x="1908413" y="93094"/>
                  <a:pt x="1909712" y="96842"/>
                </a:cubicBezTo>
                <a:cubicBezTo>
                  <a:pt x="1911012" y="100589"/>
                  <a:pt x="1912881" y="103848"/>
                  <a:pt x="1915320" y="106619"/>
                </a:cubicBezTo>
                <a:cubicBezTo>
                  <a:pt x="1917759" y="109388"/>
                  <a:pt x="1920766" y="111561"/>
                  <a:pt x="1924340" y="113137"/>
                </a:cubicBezTo>
                <a:cubicBezTo>
                  <a:pt x="1927917" y="114711"/>
                  <a:pt x="1931980" y="115498"/>
                  <a:pt x="1936531" y="115498"/>
                </a:cubicBezTo>
                <a:cubicBezTo>
                  <a:pt x="1940757" y="115498"/>
                  <a:pt x="1944658" y="114711"/>
                  <a:pt x="1948235" y="113137"/>
                </a:cubicBezTo>
                <a:cubicBezTo>
                  <a:pt x="1951811" y="111561"/>
                  <a:pt x="1954899" y="109416"/>
                  <a:pt x="1957498" y="106701"/>
                </a:cubicBezTo>
                <a:cubicBezTo>
                  <a:pt x="1960099" y="103984"/>
                  <a:pt x="1962131" y="100752"/>
                  <a:pt x="1963595" y="97006"/>
                </a:cubicBezTo>
                <a:cubicBezTo>
                  <a:pt x="1965058" y="93257"/>
                  <a:pt x="1965790" y="89210"/>
                  <a:pt x="1965790" y="84865"/>
                </a:cubicBezTo>
                <a:cubicBezTo>
                  <a:pt x="1965790" y="80520"/>
                  <a:pt x="1965058" y="76474"/>
                  <a:pt x="1963595" y="72727"/>
                </a:cubicBezTo>
                <a:cubicBezTo>
                  <a:pt x="1962131" y="68979"/>
                  <a:pt x="1960099" y="65720"/>
                  <a:pt x="1957498" y="62950"/>
                </a:cubicBezTo>
                <a:cubicBezTo>
                  <a:pt x="1954899" y="60179"/>
                  <a:pt x="1951811" y="58006"/>
                  <a:pt x="1948235" y="56432"/>
                </a:cubicBezTo>
                <a:cubicBezTo>
                  <a:pt x="1944658" y="54856"/>
                  <a:pt x="1940757" y="54068"/>
                  <a:pt x="1936531" y="54068"/>
                </a:cubicBezTo>
                <a:cubicBezTo>
                  <a:pt x="1931980" y="54068"/>
                  <a:pt x="1927917" y="54884"/>
                  <a:pt x="1924340" y="56514"/>
                </a:cubicBezTo>
                <a:cubicBezTo>
                  <a:pt x="1920766" y="58143"/>
                  <a:pt x="1917759" y="60342"/>
                  <a:pt x="1915320" y="63114"/>
                </a:cubicBezTo>
                <a:cubicBezTo>
                  <a:pt x="1912881" y="65883"/>
                  <a:pt x="1911012" y="69142"/>
                  <a:pt x="1909712" y="72891"/>
                </a:cubicBezTo>
                <a:cubicBezTo>
                  <a:pt x="1908413" y="76637"/>
                  <a:pt x="1907763" y="80629"/>
                  <a:pt x="1907763" y="84865"/>
                </a:cubicBezTo>
                <a:close/>
                <a:moveTo>
                  <a:pt x="2063153" y="79148"/>
                </a:moveTo>
                <a:cubicBezTo>
                  <a:pt x="2062827" y="71936"/>
                  <a:pt x="2060524" y="65953"/>
                  <a:pt x="2056243" y="61199"/>
                </a:cubicBezTo>
                <a:cubicBezTo>
                  <a:pt x="2051964" y="56445"/>
                  <a:pt x="2045869" y="54068"/>
                  <a:pt x="2037959" y="54068"/>
                </a:cubicBezTo>
                <a:cubicBezTo>
                  <a:pt x="2034275" y="54068"/>
                  <a:pt x="2030862" y="54751"/>
                  <a:pt x="2027718" y="56117"/>
                </a:cubicBezTo>
                <a:cubicBezTo>
                  <a:pt x="2024577" y="57483"/>
                  <a:pt x="2021814" y="59340"/>
                  <a:pt x="2019430" y="61690"/>
                </a:cubicBezTo>
                <a:cubicBezTo>
                  <a:pt x="2017045" y="64040"/>
                  <a:pt x="2015149" y="66717"/>
                  <a:pt x="2013740" y="69723"/>
                </a:cubicBezTo>
                <a:cubicBezTo>
                  <a:pt x="2012331" y="72728"/>
                  <a:pt x="2011519" y="75869"/>
                  <a:pt x="2011302" y="79148"/>
                </a:cubicBezTo>
                <a:lnTo>
                  <a:pt x="2063153" y="79148"/>
                </a:lnTo>
                <a:moveTo>
                  <a:pt x="2074369" y="82665"/>
                </a:moveTo>
                <a:cubicBezTo>
                  <a:pt x="2074369" y="83426"/>
                  <a:pt x="2074369" y="84241"/>
                  <a:pt x="2074369" y="85111"/>
                </a:cubicBezTo>
                <a:cubicBezTo>
                  <a:pt x="2074369" y="85979"/>
                  <a:pt x="2074314" y="86901"/>
                  <a:pt x="2074205" y="87878"/>
                </a:cubicBezTo>
                <a:lnTo>
                  <a:pt x="2011138" y="87878"/>
                </a:lnTo>
                <a:cubicBezTo>
                  <a:pt x="2011247" y="91670"/>
                  <a:pt x="2012006" y="95245"/>
                  <a:pt x="2013413" y="98603"/>
                </a:cubicBezTo>
                <a:cubicBezTo>
                  <a:pt x="2014821" y="101959"/>
                  <a:pt x="2016772" y="104884"/>
                  <a:pt x="2019263" y="107375"/>
                </a:cubicBezTo>
                <a:cubicBezTo>
                  <a:pt x="2021757" y="109865"/>
                  <a:pt x="2024683" y="111842"/>
                  <a:pt x="2028041" y="113306"/>
                </a:cubicBezTo>
                <a:cubicBezTo>
                  <a:pt x="2031401" y="114767"/>
                  <a:pt x="2035032" y="115498"/>
                  <a:pt x="2038934" y="115498"/>
                </a:cubicBezTo>
                <a:cubicBezTo>
                  <a:pt x="2044676" y="115498"/>
                  <a:pt x="2049634" y="114171"/>
                  <a:pt x="2053805" y="111517"/>
                </a:cubicBezTo>
                <a:cubicBezTo>
                  <a:pt x="2057977" y="108862"/>
                  <a:pt x="2061147" y="105800"/>
                  <a:pt x="2063314" y="102333"/>
                </a:cubicBezTo>
                <a:lnTo>
                  <a:pt x="2071603" y="108834"/>
                </a:lnTo>
                <a:cubicBezTo>
                  <a:pt x="2067053" y="114568"/>
                  <a:pt x="2062041" y="118674"/>
                  <a:pt x="2056568" y="121150"/>
                </a:cubicBezTo>
                <a:cubicBezTo>
                  <a:pt x="2051097" y="123626"/>
                  <a:pt x="2045219" y="124863"/>
                  <a:pt x="2038934" y="124863"/>
                </a:cubicBezTo>
                <a:cubicBezTo>
                  <a:pt x="2033299" y="124863"/>
                  <a:pt x="2028070" y="123860"/>
                  <a:pt x="2023247" y="121855"/>
                </a:cubicBezTo>
                <a:cubicBezTo>
                  <a:pt x="2018425" y="119849"/>
                  <a:pt x="2014281" y="117058"/>
                  <a:pt x="2010813" y="113482"/>
                </a:cubicBezTo>
                <a:cubicBezTo>
                  <a:pt x="2007346" y="109904"/>
                  <a:pt x="2004610" y="105676"/>
                  <a:pt x="2002604" y="100798"/>
                </a:cubicBezTo>
                <a:cubicBezTo>
                  <a:pt x="2000600" y="95920"/>
                  <a:pt x="1999598" y="90608"/>
                  <a:pt x="1999598" y="84863"/>
                </a:cubicBezTo>
                <a:cubicBezTo>
                  <a:pt x="1999598" y="79117"/>
                  <a:pt x="2000573" y="73805"/>
                  <a:pt x="2002522" y="68927"/>
                </a:cubicBezTo>
                <a:cubicBezTo>
                  <a:pt x="2004473" y="64050"/>
                  <a:pt x="2007182" y="59822"/>
                  <a:pt x="2010650" y="56246"/>
                </a:cubicBezTo>
                <a:cubicBezTo>
                  <a:pt x="2014119" y="52668"/>
                  <a:pt x="2018183" y="49876"/>
                  <a:pt x="2022842" y="47870"/>
                </a:cubicBezTo>
                <a:cubicBezTo>
                  <a:pt x="2027502" y="45865"/>
                  <a:pt x="2032541" y="44862"/>
                  <a:pt x="2037959" y="44862"/>
                </a:cubicBezTo>
                <a:cubicBezTo>
                  <a:pt x="2043918" y="44862"/>
                  <a:pt x="2049173" y="45867"/>
                  <a:pt x="2053723" y="47878"/>
                </a:cubicBezTo>
                <a:cubicBezTo>
                  <a:pt x="2058275" y="49887"/>
                  <a:pt x="2062068" y="52603"/>
                  <a:pt x="2065103" y="56025"/>
                </a:cubicBezTo>
                <a:cubicBezTo>
                  <a:pt x="2068137" y="59446"/>
                  <a:pt x="2070439" y="63438"/>
                  <a:pt x="2072010" y="68000"/>
                </a:cubicBezTo>
                <a:cubicBezTo>
                  <a:pt x="2073582" y="72562"/>
                  <a:pt x="2074369" y="77450"/>
                  <a:pt x="2074369" y="82665"/>
                </a:cubicBezTo>
                <a:close/>
                <a:moveTo>
                  <a:pt x="2138573" y="64798"/>
                </a:moveTo>
                <a:cubicBezTo>
                  <a:pt x="2136948" y="61654"/>
                  <a:pt x="2134482" y="59081"/>
                  <a:pt x="2131177" y="57077"/>
                </a:cubicBezTo>
                <a:cubicBezTo>
                  <a:pt x="2127872" y="55071"/>
                  <a:pt x="2124106" y="54068"/>
                  <a:pt x="2119880" y="54068"/>
                </a:cubicBezTo>
                <a:cubicBezTo>
                  <a:pt x="2117930" y="54068"/>
                  <a:pt x="2115980" y="54286"/>
                  <a:pt x="2114029" y="54721"/>
                </a:cubicBezTo>
                <a:cubicBezTo>
                  <a:pt x="2112078" y="55154"/>
                  <a:pt x="2110343" y="55859"/>
                  <a:pt x="2108825" y="56836"/>
                </a:cubicBezTo>
                <a:cubicBezTo>
                  <a:pt x="2107309" y="57812"/>
                  <a:pt x="2106091" y="59059"/>
                  <a:pt x="2105170" y="60579"/>
                </a:cubicBezTo>
                <a:cubicBezTo>
                  <a:pt x="2104249" y="62097"/>
                  <a:pt x="2103788" y="63887"/>
                  <a:pt x="2103788" y="65949"/>
                </a:cubicBezTo>
                <a:cubicBezTo>
                  <a:pt x="2103788" y="69530"/>
                  <a:pt x="2105251" y="72270"/>
                  <a:pt x="2108176" y="74168"/>
                </a:cubicBezTo>
                <a:cubicBezTo>
                  <a:pt x="2111102" y="76066"/>
                  <a:pt x="2115708" y="77667"/>
                  <a:pt x="2121993" y="78970"/>
                </a:cubicBezTo>
                <a:cubicBezTo>
                  <a:pt x="2130988" y="80813"/>
                  <a:pt x="2137625" y="83498"/>
                  <a:pt x="2141904" y="87025"/>
                </a:cubicBezTo>
                <a:cubicBezTo>
                  <a:pt x="2146185" y="90550"/>
                  <a:pt x="2148325" y="95297"/>
                  <a:pt x="2148325" y="101264"/>
                </a:cubicBezTo>
                <a:cubicBezTo>
                  <a:pt x="2148325" y="105604"/>
                  <a:pt x="2147485" y="109267"/>
                  <a:pt x="2145805" y="112251"/>
                </a:cubicBezTo>
                <a:cubicBezTo>
                  <a:pt x="2144125" y="115234"/>
                  <a:pt x="2141930" y="117676"/>
                  <a:pt x="2139220" y="119575"/>
                </a:cubicBezTo>
                <a:cubicBezTo>
                  <a:pt x="2136512" y="121474"/>
                  <a:pt x="2133451" y="122829"/>
                  <a:pt x="2130039" y="123643"/>
                </a:cubicBezTo>
                <a:cubicBezTo>
                  <a:pt x="2126626" y="124457"/>
                  <a:pt x="2123186" y="124863"/>
                  <a:pt x="2119719" y="124863"/>
                </a:cubicBezTo>
                <a:cubicBezTo>
                  <a:pt x="2113974" y="124863"/>
                  <a:pt x="2108393" y="123679"/>
                  <a:pt x="2102975" y="121312"/>
                </a:cubicBezTo>
                <a:cubicBezTo>
                  <a:pt x="2097558" y="118942"/>
                  <a:pt x="2093115" y="115217"/>
                  <a:pt x="2089646" y="110136"/>
                </a:cubicBezTo>
                <a:lnTo>
                  <a:pt x="2098424" y="103633"/>
                </a:lnTo>
                <a:cubicBezTo>
                  <a:pt x="2100375" y="106993"/>
                  <a:pt x="2103246" y="109810"/>
                  <a:pt x="2107037" y="112085"/>
                </a:cubicBezTo>
                <a:cubicBezTo>
                  <a:pt x="2110830" y="114360"/>
                  <a:pt x="2115003" y="115498"/>
                  <a:pt x="2119555" y="115498"/>
                </a:cubicBezTo>
                <a:cubicBezTo>
                  <a:pt x="2121939" y="115498"/>
                  <a:pt x="2124214" y="115281"/>
                  <a:pt x="2126380" y="114848"/>
                </a:cubicBezTo>
                <a:cubicBezTo>
                  <a:pt x="2128548" y="114413"/>
                  <a:pt x="2130445" y="113654"/>
                  <a:pt x="2132070" y="112569"/>
                </a:cubicBezTo>
                <a:cubicBezTo>
                  <a:pt x="2133695" y="111484"/>
                  <a:pt x="2134996" y="110101"/>
                  <a:pt x="2135971" y="108420"/>
                </a:cubicBezTo>
                <a:cubicBezTo>
                  <a:pt x="2136947" y="106736"/>
                  <a:pt x="2137435" y="104647"/>
                  <a:pt x="2137435" y="102152"/>
                </a:cubicBezTo>
                <a:cubicBezTo>
                  <a:pt x="2137435" y="98137"/>
                  <a:pt x="2135511" y="95126"/>
                  <a:pt x="2131663" y="93119"/>
                </a:cubicBezTo>
                <a:cubicBezTo>
                  <a:pt x="2127817" y="91112"/>
                  <a:pt x="2122264" y="89240"/>
                  <a:pt x="2115004" y="87504"/>
                </a:cubicBezTo>
                <a:cubicBezTo>
                  <a:pt x="2112728" y="86962"/>
                  <a:pt x="2110317" y="86284"/>
                  <a:pt x="2107769" y="85470"/>
                </a:cubicBezTo>
                <a:cubicBezTo>
                  <a:pt x="2105223" y="84657"/>
                  <a:pt x="2102866" y="83464"/>
                  <a:pt x="2100698" y="81891"/>
                </a:cubicBezTo>
                <a:cubicBezTo>
                  <a:pt x="2098532" y="80317"/>
                  <a:pt x="2096744" y="78336"/>
                  <a:pt x="2095336" y="75949"/>
                </a:cubicBezTo>
                <a:cubicBezTo>
                  <a:pt x="2093927" y="73561"/>
                  <a:pt x="2093223" y="70577"/>
                  <a:pt x="2093223" y="66998"/>
                </a:cubicBezTo>
                <a:cubicBezTo>
                  <a:pt x="2093223" y="63091"/>
                  <a:pt x="2093981" y="59754"/>
                  <a:pt x="2095497" y="56988"/>
                </a:cubicBezTo>
                <a:cubicBezTo>
                  <a:pt x="2097015" y="54220"/>
                  <a:pt x="2099047" y="51941"/>
                  <a:pt x="2101593" y="50152"/>
                </a:cubicBezTo>
                <a:cubicBezTo>
                  <a:pt x="2104140" y="48361"/>
                  <a:pt x="2107038" y="47032"/>
                  <a:pt x="2110289" y="46164"/>
                </a:cubicBezTo>
                <a:cubicBezTo>
                  <a:pt x="2113541" y="45296"/>
                  <a:pt x="2116901" y="44862"/>
                  <a:pt x="2120368" y="44862"/>
                </a:cubicBezTo>
                <a:cubicBezTo>
                  <a:pt x="2125678" y="44862"/>
                  <a:pt x="2130824" y="46047"/>
                  <a:pt x="2135808" y="48416"/>
                </a:cubicBezTo>
                <a:cubicBezTo>
                  <a:pt x="2140793" y="50784"/>
                  <a:pt x="2144532" y="54131"/>
                  <a:pt x="2147026" y="58458"/>
                </a:cubicBezTo>
                <a:lnTo>
                  <a:pt x="2138573" y="64798"/>
                </a:lnTo>
                <a:close/>
                <a:moveTo>
                  <a:pt x="2181483" y="122958"/>
                </a:moveTo>
                <a:lnTo>
                  <a:pt x="2170431" y="122958"/>
                </a:lnTo>
                <a:lnTo>
                  <a:pt x="2170431" y="46888"/>
                </a:lnTo>
                <a:lnTo>
                  <a:pt x="2181483" y="46888"/>
                </a:lnTo>
                <a:lnTo>
                  <a:pt x="2181483" y="122958"/>
                </a:lnTo>
                <a:moveTo>
                  <a:pt x="2183759" y="17560"/>
                </a:moveTo>
                <a:cubicBezTo>
                  <a:pt x="2183759" y="19828"/>
                  <a:pt x="2182947" y="21692"/>
                  <a:pt x="2181321" y="23150"/>
                </a:cubicBezTo>
                <a:cubicBezTo>
                  <a:pt x="2179696" y="24609"/>
                  <a:pt x="2177908" y="25338"/>
                  <a:pt x="2175957" y="25338"/>
                </a:cubicBezTo>
                <a:cubicBezTo>
                  <a:pt x="2174006" y="25338"/>
                  <a:pt x="2172217" y="24609"/>
                  <a:pt x="2170592" y="23150"/>
                </a:cubicBezTo>
                <a:cubicBezTo>
                  <a:pt x="2168967" y="21692"/>
                  <a:pt x="2168154" y="19828"/>
                  <a:pt x="2168154" y="17560"/>
                </a:cubicBezTo>
                <a:cubicBezTo>
                  <a:pt x="2168154" y="15291"/>
                  <a:pt x="2168967" y="13428"/>
                  <a:pt x="2170592" y="11969"/>
                </a:cubicBezTo>
                <a:cubicBezTo>
                  <a:pt x="2172217" y="10511"/>
                  <a:pt x="2174006" y="9782"/>
                  <a:pt x="2175957" y="9782"/>
                </a:cubicBezTo>
                <a:cubicBezTo>
                  <a:pt x="2177908" y="9782"/>
                  <a:pt x="2179696" y="10511"/>
                  <a:pt x="2181321" y="11969"/>
                </a:cubicBezTo>
                <a:cubicBezTo>
                  <a:pt x="2182947" y="13428"/>
                  <a:pt x="2183759" y="15291"/>
                  <a:pt x="2183759" y="17560"/>
                </a:cubicBezTo>
                <a:close/>
                <a:moveTo>
                  <a:pt x="2214968" y="138346"/>
                </a:moveTo>
                <a:cubicBezTo>
                  <a:pt x="2218002" y="142248"/>
                  <a:pt x="2222147" y="145553"/>
                  <a:pt x="2227402" y="148261"/>
                </a:cubicBezTo>
                <a:cubicBezTo>
                  <a:pt x="2232658" y="150970"/>
                  <a:pt x="2238212" y="152324"/>
                  <a:pt x="2244064" y="152324"/>
                </a:cubicBezTo>
                <a:cubicBezTo>
                  <a:pt x="2249480" y="152324"/>
                  <a:pt x="2254085" y="151536"/>
                  <a:pt x="2257878" y="149960"/>
                </a:cubicBezTo>
                <a:cubicBezTo>
                  <a:pt x="2261671" y="148385"/>
                  <a:pt x="2264733" y="146238"/>
                  <a:pt x="2267062" y="143519"/>
                </a:cubicBezTo>
                <a:cubicBezTo>
                  <a:pt x="2269392" y="140803"/>
                  <a:pt x="2271099" y="137623"/>
                  <a:pt x="2272182" y="133980"/>
                </a:cubicBezTo>
                <a:cubicBezTo>
                  <a:pt x="2273266" y="130340"/>
                  <a:pt x="2273809" y="126454"/>
                  <a:pt x="2273809" y="122324"/>
                </a:cubicBezTo>
                <a:lnTo>
                  <a:pt x="2273809" y="107990"/>
                </a:lnTo>
                <a:lnTo>
                  <a:pt x="2273484" y="107990"/>
                </a:lnTo>
                <a:cubicBezTo>
                  <a:pt x="2270557" y="112762"/>
                  <a:pt x="2266412" y="116450"/>
                  <a:pt x="2261048" y="119055"/>
                </a:cubicBezTo>
                <a:cubicBezTo>
                  <a:pt x="2255684" y="121657"/>
                  <a:pt x="2250239" y="122958"/>
                  <a:pt x="2244713" y="122958"/>
                </a:cubicBezTo>
                <a:cubicBezTo>
                  <a:pt x="2238753" y="122958"/>
                  <a:pt x="2233362" y="121982"/>
                  <a:pt x="2228540" y="120029"/>
                </a:cubicBezTo>
                <a:cubicBezTo>
                  <a:pt x="2223718" y="118077"/>
                  <a:pt x="2219601" y="115392"/>
                  <a:pt x="2216186" y="111976"/>
                </a:cubicBezTo>
                <a:cubicBezTo>
                  <a:pt x="2212773" y="108560"/>
                  <a:pt x="2210119" y="104466"/>
                  <a:pt x="2208222" y="99694"/>
                </a:cubicBezTo>
                <a:cubicBezTo>
                  <a:pt x="2206326" y="94921"/>
                  <a:pt x="2205377" y="89768"/>
                  <a:pt x="2205377" y="84235"/>
                </a:cubicBezTo>
                <a:cubicBezTo>
                  <a:pt x="2205377" y="78812"/>
                  <a:pt x="2206326" y="73714"/>
                  <a:pt x="2208222" y="68942"/>
                </a:cubicBezTo>
                <a:cubicBezTo>
                  <a:pt x="2210119" y="64169"/>
                  <a:pt x="2212773" y="59993"/>
                  <a:pt x="2216186" y="56415"/>
                </a:cubicBezTo>
                <a:cubicBezTo>
                  <a:pt x="2219601" y="52835"/>
                  <a:pt x="2223718" y="50015"/>
                  <a:pt x="2228540" y="47955"/>
                </a:cubicBezTo>
                <a:cubicBezTo>
                  <a:pt x="2233362" y="45893"/>
                  <a:pt x="2238753" y="44862"/>
                  <a:pt x="2244713" y="44862"/>
                </a:cubicBezTo>
                <a:cubicBezTo>
                  <a:pt x="2250239" y="44862"/>
                  <a:pt x="2255657" y="46164"/>
                  <a:pt x="2260966" y="48768"/>
                </a:cubicBezTo>
                <a:cubicBezTo>
                  <a:pt x="2266277" y="51371"/>
                  <a:pt x="2270450" y="55113"/>
                  <a:pt x="2273484" y="59994"/>
                </a:cubicBezTo>
                <a:lnTo>
                  <a:pt x="2273809" y="59994"/>
                </a:lnTo>
                <a:lnTo>
                  <a:pt x="2273809" y="46826"/>
                </a:lnTo>
                <a:lnTo>
                  <a:pt x="2284860" y="46826"/>
                </a:lnTo>
                <a:lnTo>
                  <a:pt x="2284860" y="122324"/>
                </a:lnTo>
                <a:cubicBezTo>
                  <a:pt x="2284860" y="126444"/>
                  <a:pt x="2284292" y="130835"/>
                  <a:pt x="2283154" y="135496"/>
                </a:cubicBezTo>
                <a:cubicBezTo>
                  <a:pt x="2282016" y="140159"/>
                  <a:pt x="2279903" y="144441"/>
                  <a:pt x="2276815" y="148343"/>
                </a:cubicBezTo>
                <a:cubicBezTo>
                  <a:pt x="2273726" y="152247"/>
                  <a:pt x="2269527" y="155500"/>
                  <a:pt x="2264218" y="158103"/>
                </a:cubicBezTo>
                <a:cubicBezTo>
                  <a:pt x="2258908" y="160705"/>
                  <a:pt x="2252028" y="162007"/>
                  <a:pt x="2243575" y="162007"/>
                </a:cubicBezTo>
                <a:cubicBezTo>
                  <a:pt x="2236531" y="162007"/>
                  <a:pt x="2229812" y="160662"/>
                  <a:pt x="2223418" y="157971"/>
                </a:cubicBezTo>
                <a:cubicBezTo>
                  <a:pt x="2217026" y="155283"/>
                  <a:pt x="2211554" y="151558"/>
                  <a:pt x="2207002" y="146798"/>
                </a:cubicBezTo>
                <a:lnTo>
                  <a:pt x="2214968" y="138346"/>
                </a:lnTo>
                <a:moveTo>
                  <a:pt x="2217081" y="83913"/>
                </a:moveTo>
                <a:cubicBezTo>
                  <a:pt x="2217081" y="87936"/>
                  <a:pt x="2217731" y="91741"/>
                  <a:pt x="2219031" y="95329"/>
                </a:cubicBezTo>
                <a:cubicBezTo>
                  <a:pt x="2220331" y="98915"/>
                  <a:pt x="2222200" y="102068"/>
                  <a:pt x="2224639" y="104786"/>
                </a:cubicBezTo>
                <a:cubicBezTo>
                  <a:pt x="2227078" y="107504"/>
                  <a:pt x="2230084" y="109652"/>
                  <a:pt x="2233659" y="111230"/>
                </a:cubicBezTo>
                <a:cubicBezTo>
                  <a:pt x="2237236" y="112805"/>
                  <a:pt x="2241299" y="113593"/>
                  <a:pt x="2245849" y="113593"/>
                </a:cubicBezTo>
                <a:cubicBezTo>
                  <a:pt x="2250076" y="113593"/>
                  <a:pt x="2253977" y="112886"/>
                  <a:pt x="2257553" y="111473"/>
                </a:cubicBezTo>
                <a:cubicBezTo>
                  <a:pt x="2261130" y="110059"/>
                  <a:pt x="2264218" y="108047"/>
                  <a:pt x="2266817" y="105438"/>
                </a:cubicBezTo>
                <a:cubicBezTo>
                  <a:pt x="2269418" y="102829"/>
                  <a:pt x="2271450" y="99704"/>
                  <a:pt x="2272913" y="96063"/>
                </a:cubicBezTo>
                <a:cubicBezTo>
                  <a:pt x="2274377" y="92421"/>
                  <a:pt x="2275108" y="88370"/>
                  <a:pt x="2275108" y="83913"/>
                </a:cubicBezTo>
                <a:cubicBezTo>
                  <a:pt x="2275108" y="79890"/>
                  <a:pt x="2274377" y="76084"/>
                  <a:pt x="2272913" y="72496"/>
                </a:cubicBezTo>
                <a:cubicBezTo>
                  <a:pt x="2271450" y="68908"/>
                  <a:pt x="2269418" y="65756"/>
                  <a:pt x="2266817" y="63039"/>
                </a:cubicBezTo>
                <a:cubicBezTo>
                  <a:pt x="2264218" y="60321"/>
                  <a:pt x="2261130" y="58147"/>
                  <a:pt x="2257553" y="56516"/>
                </a:cubicBezTo>
                <a:cubicBezTo>
                  <a:pt x="2253977" y="54884"/>
                  <a:pt x="2250076" y="54068"/>
                  <a:pt x="2245849" y="54068"/>
                </a:cubicBezTo>
                <a:cubicBezTo>
                  <a:pt x="2241299" y="54068"/>
                  <a:pt x="2237236" y="54884"/>
                  <a:pt x="2233659" y="56516"/>
                </a:cubicBezTo>
                <a:cubicBezTo>
                  <a:pt x="2230084" y="58147"/>
                  <a:pt x="2227078" y="60321"/>
                  <a:pt x="2224639" y="63039"/>
                </a:cubicBezTo>
                <a:cubicBezTo>
                  <a:pt x="2222200" y="65756"/>
                  <a:pt x="2220331" y="68908"/>
                  <a:pt x="2219031" y="72496"/>
                </a:cubicBezTo>
                <a:cubicBezTo>
                  <a:pt x="2217731" y="76084"/>
                  <a:pt x="2217081" y="79890"/>
                  <a:pt x="2217081" y="83913"/>
                </a:cubicBezTo>
                <a:close/>
                <a:moveTo>
                  <a:pt x="2323545" y="46826"/>
                </a:moveTo>
                <a:cubicBezTo>
                  <a:pt x="2323762" y="48885"/>
                  <a:pt x="2323924" y="51161"/>
                  <a:pt x="2324032" y="53654"/>
                </a:cubicBezTo>
                <a:cubicBezTo>
                  <a:pt x="2324141" y="56146"/>
                  <a:pt x="2324195" y="58205"/>
                  <a:pt x="2324195" y="59830"/>
                </a:cubicBezTo>
                <a:lnTo>
                  <a:pt x="2324520" y="59830"/>
                </a:lnTo>
                <a:cubicBezTo>
                  <a:pt x="2326688" y="55382"/>
                  <a:pt x="2330210" y="51776"/>
                  <a:pt x="2335086" y="49011"/>
                </a:cubicBezTo>
                <a:cubicBezTo>
                  <a:pt x="2339962" y="46245"/>
                  <a:pt x="2345109" y="44862"/>
                  <a:pt x="2350528" y="44862"/>
                </a:cubicBezTo>
                <a:cubicBezTo>
                  <a:pt x="2360171" y="44862"/>
                  <a:pt x="2367403" y="47736"/>
                  <a:pt x="2372224" y="53486"/>
                </a:cubicBezTo>
                <a:cubicBezTo>
                  <a:pt x="2377047" y="59235"/>
                  <a:pt x="2379459" y="66827"/>
                  <a:pt x="2379459" y="76264"/>
                </a:cubicBezTo>
                <a:lnTo>
                  <a:pt x="2379459" y="122958"/>
                </a:lnTo>
                <a:lnTo>
                  <a:pt x="2368407" y="122958"/>
                </a:lnTo>
                <a:lnTo>
                  <a:pt x="2368407" y="80778"/>
                </a:lnTo>
                <a:cubicBezTo>
                  <a:pt x="2368407" y="76760"/>
                  <a:pt x="2368082" y="73123"/>
                  <a:pt x="2367433" y="69867"/>
                </a:cubicBezTo>
                <a:cubicBezTo>
                  <a:pt x="2366783" y="66610"/>
                  <a:pt x="2365672" y="63814"/>
                  <a:pt x="2364099" y="61479"/>
                </a:cubicBezTo>
                <a:cubicBezTo>
                  <a:pt x="2362528" y="59145"/>
                  <a:pt x="2360415" y="57326"/>
                  <a:pt x="2357760" y="56023"/>
                </a:cubicBezTo>
                <a:cubicBezTo>
                  <a:pt x="2355106" y="54720"/>
                  <a:pt x="2351774" y="54068"/>
                  <a:pt x="2347765" y="54068"/>
                </a:cubicBezTo>
                <a:cubicBezTo>
                  <a:pt x="2344840" y="54068"/>
                  <a:pt x="2341995" y="54666"/>
                  <a:pt x="2339230" y="55862"/>
                </a:cubicBezTo>
                <a:cubicBezTo>
                  <a:pt x="2336467" y="57055"/>
                  <a:pt x="2334002" y="58874"/>
                  <a:pt x="2331834" y="61318"/>
                </a:cubicBezTo>
                <a:cubicBezTo>
                  <a:pt x="2329668" y="63760"/>
                  <a:pt x="2327935" y="66854"/>
                  <a:pt x="2326633" y="70599"/>
                </a:cubicBezTo>
                <a:cubicBezTo>
                  <a:pt x="2325334" y="74344"/>
                  <a:pt x="2324684" y="78769"/>
                  <a:pt x="2324684" y="83873"/>
                </a:cubicBezTo>
                <a:lnTo>
                  <a:pt x="2324684" y="122958"/>
                </a:lnTo>
                <a:lnTo>
                  <a:pt x="2313630" y="122958"/>
                </a:lnTo>
                <a:lnTo>
                  <a:pt x="2313630" y="63573"/>
                </a:lnTo>
                <a:cubicBezTo>
                  <a:pt x="2313630" y="61511"/>
                  <a:pt x="2313575" y="58854"/>
                  <a:pt x="2313466" y="55604"/>
                </a:cubicBezTo>
                <a:cubicBezTo>
                  <a:pt x="2313358" y="52353"/>
                  <a:pt x="2313196" y="49427"/>
                  <a:pt x="2312980" y="46826"/>
                </a:cubicBezTo>
                <a:lnTo>
                  <a:pt x="2323545" y="46826"/>
                </a:lnTo>
                <a:close/>
                <a:moveTo>
                  <a:pt x="2450166" y="46925"/>
                </a:moveTo>
                <a:lnTo>
                  <a:pt x="2468534" y="108663"/>
                </a:lnTo>
                <a:lnTo>
                  <a:pt x="2468859" y="108663"/>
                </a:lnTo>
                <a:lnTo>
                  <a:pt x="2489338" y="46925"/>
                </a:lnTo>
                <a:lnTo>
                  <a:pt x="2500067" y="46925"/>
                </a:lnTo>
                <a:lnTo>
                  <a:pt x="2520871" y="108663"/>
                </a:lnTo>
                <a:lnTo>
                  <a:pt x="2521196" y="108663"/>
                </a:lnTo>
                <a:lnTo>
                  <a:pt x="2539401" y="46925"/>
                </a:lnTo>
                <a:lnTo>
                  <a:pt x="2551105" y="46925"/>
                </a:lnTo>
                <a:lnTo>
                  <a:pt x="2527050" y="122958"/>
                </a:lnTo>
                <a:lnTo>
                  <a:pt x="2515021" y="122958"/>
                </a:lnTo>
                <a:lnTo>
                  <a:pt x="2494703" y="61385"/>
                </a:lnTo>
                <a:lnTo>
                  <a:pt x="2494378" y="61385"/>
                </a:lnTo>
                <a:lnTo>
                  <a:pt x="2474385" y="122958"/>
                </a:lnTo>
                <a:lnTo>
                  <a:pt x="2462356" y="122958"/>
                </a:lnTo>
                <a:lnTo>
                  <a:pt x="2438300" y="46925"/>
                </a:lnTo>
                <a:lnTo>
                  <a:pt x="2450166" y="46925"/>
                </a:lnTo>
                <a:close/>
                <a:moveTo>
                  <a:pt x="2581175" y="122958"/>
                </a:moveTo>
                <a:lnTo>
                  <a:pt x="2570123" y="122958"/>
                </a:lnTo>
                <a:lnTo>
                  <a:pt x="2570123" y="46888"/>
                </a:lnTo>
                <a:lnTo>
                  <a:pt x="2581175" y="46888"/>
                </a:lnTo>
                <a:lnTo>
                  <a:pt x="2581175" y="122958"/>
                </a:lnTo>
                <a:moveTo>
                  <a:pt x="2583452" y="17560"/>
                </a:moveTo>
                <a:cubicBezTo>
                  <a:pt x="2583452" y="19828"/>
                  <a:pt x="2582639" y="21692"/>
                  <a:pt x="2581014" y="23150"/>
                </a:cubicBezTo>
                <a:cubicBezTo>
                  <a:pt x="2579388" y="24609"/>
                  <a:pt x="2577600" y="25338"/>
                  <a:pt x="2575649" y="25338"/>
                </a:cubicBezTo>
                <a:cubicBezTo>
                  <a:pt x="2573698" y="25338"/>
                  <a:pt x="2571910" y="24609"/>
                  <a:pt x="2570284" y="23150"/>
                </a:cubicBezTo>
                <a:cubicBezTo>
                  <a:pt x="2568659" y="21692"/>
                  <a:pt x="2567846" y="19828"/>
                  <a:pt x="2567846" y="17560"/>
                </a:cubicBezTo>
                <a:cubicBezTo>
                  <a:pt x="2567846" y="15291"/>
                  <a:pt x="2568659" y="13428"/>
                  <a:pt x="2570284" y="11969"/>
                </a:cubicBezTo>
                <a:cubicBezTo>
                  <a:pt x="2571910" y="10511"/>
                  <a:pt x="2573698" y="9782"/>
                  <a:pt x="2575649" y="9782"/>
                </a:cubicBezTo>
                <a:cubicBezTo>
                  <a:pt x="2577600" y="9782"/>
                  <a:pt x="2579388" y="10511"/>
                  <a:pt x="2581014" y="11969"/>
                </a:cubicBezTo>
                <a:cubicBezTo>
                  <a:pt x="2582639" y="13428"/>
                  <a:pt x="2583452" y="15291"/>
                  <a:pt x="2583452" y="17560"/>
                </a:cubicBezTo>
                <a:close/>
                <a:moveTo>
                  <a:pt x="2644891" y="56132"/>
                </a:moveTo>
                <a:lnTo>
                  <a:pt x="2623437" y="56132"/>
                </a:lnTo>
                <a:lnTo>
                  <a:pt x="2623437" y="100552"/>
                </a:lnTo>
                <a:cubicBezTo>
                  <a:pt x="2623437" y="103373"/>
                  <a:pt x="2623708" y="105705"/>
                  <a:pt x="2624248" y="107549"/>
                </a:cubicBezTo>
                <a:cubicBezTo>
                  <a:pt x="2624791" y="109393"/>
                  <a:pt x="2625576" y="110830"/>
                  <a:pt x="2626605" y="111862"/>
                </a:cubicBezTo>
                <a:cubicBezTo>
                  <a:pt x="2627635" y="112892"/>
                  <a:pt x="2628854" y="113597"/>
                  <a:pt x="2630263" y="113978"/>
                </a:cubicBezTo>
                <a:cubicBezTo>
                  <a:pt x="2631672" y="114356"/>
                  <a:pt x="2633189" y="114546"/>
                  <a:pt x="2634814" y="114546"/>
                </a:cubicBezTo>
                <a:cubicBezTo>
                  <a:pt x="2636332" y="114546"/>
                  <a:pt x="2637930" y="114325"/>
                  <a:pt x="2639608" y="113883"/>
                </a:cubicBezTo>
                <a:cubicBezTo>
                  <a:pt x="2641288" y="113440"/>
                  <a:pt x="2642887" y="112831"/>
                  <a:pt x="2644405" y="112055"/>
                </a:cubicBezTo>
                <a:lnTo>
                  <a:pt x="2644891" y="121637"/>
                </a:lnTo>
                <a:cubicBezTo>
                  <a:pt x="2642942" y="122395"/>
                  <a:pt x="2640910" y="122964"/>
                  <a:pt x="2638797" y="123343"/>
                </a:cubicBezTo>
                <a:cubicBezTo>
                  <a:pt x="2636684" y="123722"/>
                  <a:pt x="2634381" y="123911"/>
                  <a:pt x="2631887" y="123911"/>
                </a:cubicBezTo>
                <a:cubicBezTo>
                  <a:pt x="2629829" y="123911"/>
                  <a:pt x="2627662" y="123640"/>
                  <a:pt x="2625387" y="123097"/>
                </a:cubicBezTo>
                <a:cubicBezTo>
                  <a:pt x="2623112" y="122557"/>
                  <a:pt x="2620999" y="121528"/>
                  <a:pt x="2619047" y="120012"/>
                </a:cubicBezTo>
                <a:cubicBezTo>
                  <a:pt x="2617098" y="118494"/>
                  <a:pt x="2615500" y="116435"/>
                  <a:pt x="2614253" y="113834"/>
                </a:cubicBezTo>
                <a:cubicBezTo>
                  <a:pt x="2613007" y="111233"/>
                  <a:pt x="2612383" y="107819"/>
                  <a:pt x="2612383" y="103593"/>
                </a:cubicBezTo>
                <a:lnTo>
                  <a:pt x="2612383" y="56132"/>
                </a:lnTo>
                <a:lnTo>
                  <a:pt x="2596617" y="56132"/>
                </a:lnTo>
                <a:lnTo>
                  <a:pt x="2596617" y="46925"/>
                </a:lnTo>
                <a:lnTo>
                  <a:pt x="2612383" y="46925"/>
                </a:lnTo>
                <a:lnTo>
                  <a:pt x="2612383" y="25469"/>
                </a:lnTo>
                <a:lnTo>
                  <a:pt x="2623437" y="25469"/>
                </a:lnTo>
                <a:lnTo>
                  <a:pt x="2623437" y="46925"/>
                </a:lnTo>
                <a:lnTo>
                  <a:pt x="2644891" y="46925"/>
                </a:lnTo>
                <a:lnTo>
                  <a:pt x="2644891" y="56132"/>
                </a:lnTo>
                <a:close/>
                <a:moveTo>
                  <a:pt x="2673824" y="59341"/>
                </a:moveTo>
                <a:cubicBezTo>
                  <a:pt x="2675883" y="54895"/>
                  <a:pt x="2679296" y="51371"/>
                  <a:pt x="2684063" y="48768"/>
                </a:cubicBezTo>
                <a:cubicBezTo>
                  <a:pt x="2688831" y="46164"/>
                  <a:pt x="2693925" y="44862"/>
                  <a:pt x="2699343" y="44862"/>
                </a:cubicBezTo>
                <a:cubicBezTo>
                  <a:pt x="2708986" y="44862"/>
                  <a:pt x="2716218" y="47736"/>
                  <a:pt x="2721040" y="53486"/>
                </a:cubicBezTo>
                <a:cubicBezTo>
                  <a:pt x="2725863" y="59235"/>
                  <a:pt x="2728275" y="66827"/>
                  <a:pt x="2728275" y="76264"/>
                </a:cubicBezTo>
                <a:lnTo>
                  <a:pt x="2728275" y="122958"/>
                </a:lnTo>
                <a:lnTo>
                  <a:pt x="2717223" y="122958"/>
                </a:lnTo>
                <a:lnTo>
                  <a:pt x="2717223" y="80778"/>
                </a:lnTo>
                <a:cubicBezTo>
                  <a:pt x="2717223" y="76760"/>
                  <a:pt x="2716898" y="73123"/>
                  <a:pt x="2716248" y="69867"/>
                </a:cubicBezTo>
                <a:cubicBezTo>
                  <a:pt x="2715598" y="66610"/>
                  <a:pt x="2714487" y="63814"/>
                  <a:pt x="2712915" y="61479"/>
                </a:cubicBezTo>
                <a:cubicBezTo>
                  <a:pt x="2711344" y="59145"/>
                  <a:pt x="2709231" y="57326"/>
                  <a:pt x="2706575" y="56023"/>
                </a:cubicBezTo>
                <a:cubicBezTo>
                  <a:pt x="2703922" y="54720"/>
                  <a:pt x="2700590" y="54068"/>
                  <a:pt x="2696580" y="54068"/>
                </a:cubicBezTo>
                <a:cubicBezTo>
                  <a:pt x="2693655" y="54068"/>
                  <a:pt x="2690810" y="54666"/>
                  <a:pt x="2688046" y="55862"/>
                </a:cubicBezTo>
                <a:cubicBezTo>
                  <a:pt x="2685283" y="57055"/>
                  <a:pt x="2682818" y="58874"/>
                  <a:pt x="2680650" y="61318"/>
                </a:cubicBezTo>
                <a:cubicBezTo>
                  <a:pt x="2678484" y="63760"/>
                  <a:pt x="2676750" y="66854"/>
                  <a:pt x="2675449" y="70599"/>
                </a:cubicBezTo>
                <a:cubicBezTo>
                  <a:pt x="2674149" y="74344"/>
                  <a:pt x="2673499" y="78769"/>
                  <a:pt x="2673499" y="83873"/>
                </a:cubicBezTo>
                <a:lnTo>
                  <a:pt x="2673499" y="122958"/>
                </a:lnTo>
                <a:lnTo>
                  <a:pt x="2662445" y="122958"/>
                </a:lnTo>
                <a:lnTo>
                  <a:pt x="2662445" y="0"/>
                </a:lnTo>
                <a:lnTo>
                  <a:pt x="2673499" y="0"/>
                </a:lnTo>
                <a:lnTo>
                  <a:pt x="2673499" y="59341"/>
                </a:lnTo>
                <a:lnTo>
                  <a:pt x="2673824" y="59341"/>
                </a:lnTo>
                <a:close/>
                <a:moveTo>
                  <a:pt x="2808897" y="110118"/>
                </a:moveTo>
                <a:lnTo>
                  <a:pt x="2808897" y="122958"/>
                </a:lnTo>
                <a:lnTo>
                  <a:pt x="2797843" y="122958"/>
                </a:lnTo>
                <a:lnTo>
                  <a:pt x="2797843" y="5"/>
                </a:lnTo>
                <a:lnTo>
                  <a:pt x="2808897" y="5"/>
                </a:lnTo>
                <a:lnTo>
                  <a:pt x="2808897" y="59984"/>
                </a:lnTo>
                <a:lnTo>
                  <a:pt x="2809222" y="59984"/>
                </a:lnTo>
                <a:cubicBezTo>
                  <a:pt x="2812473" y="54997"/>
                  <a:pt x="2816699" y="51230"/>
                  <a:pt x="2821899" y="48684"/>
                </a:cubicBezTo>
                <a:cubicBezTo>
                  <a:pt x="2827101" y="46136"/>
                  <a:pt x="2832465" y="44862"/>
                  <a:pt x="2837993" y="44862"/>
                </a:cubicBezTo>
                <a:cubicBezTo>
                  <a:pt x="2843952" y="44862"/>
                  <a:pt x="2849342" y="45892"/>
                  <a:pt x="2854164" y="47952"/>
                </a:cubicBezTo>
                <a:cubicBezTo>
                  <a:pt x="2858987" y="50011"/>
                  <a:pt x="2863105" y="52829"/>
                  <a:pt x="2866518" y="56407"/>
                </a:cubicBezTo>
                <a:cubicBezTo>
                  <a:pt x="2869930" y="59984"/>
                  <a:pt x="2872585" y="64212"/>
                  <a:pt x="2874481" y="69091"/>
                </a:cubicBezTo>
                <a:cubicBezTo>
                  <a:pt x="2876378" y="73969"/>
                  <a:pt x="2877326" y="79226"/>
                  <a:pt x="2877326" y="84863"/>
                </a:cubicBezTo>
                <a:cubicBezTo>
                  <a:pt x="2877326" y="90499"/>
                  <a:pt x="2876378" y="95757"/>
                  <a:pt x="2874481" y="100637"/>
                </a:cubicBezTo>
                <a:cubicBezTo>
                  <a:pt x="2872585" y="105514"/>
                  <a:pt x="2869930" y="109742"/>
                  <a:pt x="2866518" y="113320"/>
                </a:cubicBezTo>
                <a:cubicBezTo>
                  <a:pt x="2863105" y="116897"/>
                  <a:pt x="2858987" y="119715"/>
                  <a:pt x="2854164" y="121775"/>
                </a:cubicBezTo>
                <a:cubicBezTo>
                  <a:pt x="2849342" y="123834"/>
                  <a:pt x="2843952" y="124863"/>
                  <a:pt x="2837993" y="124863"/>
                </a:cubicBezTo>
                <a:cubicBezTo>
                  <a:pt x="2832465" y="124863"/>
                  <a:pt x="2827101" y="123625"/>
                  <a:pt x="2821899" y="121148"/>
                </a:cubicBezTo>
                <a:cubicBezTo>
                  <a:pt x="2816699" y="118671"/>
                  <a:pt x="2812473" y="114995"/>
                  <a:pt x="2809222" y="110118"/>
                </a:cubicBezTo>
                <a:lnTo>
                  <a:pt x="2808897" y="110118"/>
                </a:lnTo>
                <a:moveTo>
                  <a:pt x="2865625" y="84865"/>
                </a:moveTo>
                <a:cubicBezTo>
                  <a:pt x="2865625" y="80629"/>
                  <a:pt x="2864974" y="76637"/>
                  <a:pt x="2863673" y="72891"/>
                </a:cubicBezTo>
                <a:cubicBezTo>
                  <a:pt x="2862373" y="69142"/>
                  <a:pt x="2860504" y="65883"/>
                  <a:pt x="2858065" y="63114"/>
                </a:cubicBezTo>
                <a:cubicBezTo>
                  <a:pt x="2855628" y="60342"/>
                  <a:pt x="2852621" y="58143"/>
                  <a:pt x="2849045" y="56514"/>
                </a:cubicBezTo>
                <a:cubicBezTo>
                  <a:pt x="2845468" y="54884"/>
                  <a:pt x="2841405" y="54068"/>
                  <a:pt x="2836854" y="54068"/>
                </a:cubicBezTo>
                <a:cubicBezTo>
                  <a:pt x="2832628" y="54068"/>
                  <a:pt x="2828727" y="54856"/>
                  <a:pt x="2825150" y="56432"/>
                </a:cubicBezTo>
                <a:cubicBezTo>
                  <a:pt x="2821575" y="58006"/>
                  <a:pt x="2818488" y="60179"/>
                  <a:pt x="2815887" y="62950"/>
                </a:cubicBezTo>
                <a:cubicBezTo>
                  <a:pt x="2813286" y="65720"/>
                  <a:pt x="2811254" y="68979"/>
                  <a:pt x="2809790" y="72727"/>
                </a:cubicBezTo>
                <a:cubicBezTo>
                  <a:pt x="2808327" y="76474"/>
                  <a:pt x="2807595" y="80520"/>
                  <a:pt x="2807595" y="84865"/>
                </a:cubicBezTo>
                <a:cubicBezTo>
                  <a:pt x="2807595" y="89210"/>
                  <a:pt x="2808327" y="93257"/>
                  <a:pt x="2809790" y="97006"/>
                </a:cubicBezTo>
                <a:cubicBezTo>
                  <a:pt x="2811254" y="100752"/>
                  <a:pt x="2813286" y="103984"/>
                  <a:pt x="2815887" y="106701"/>
                </a:cubicBezTo>
                <a:cubicBezTo>
                  <a:pt x="2818488" y="109416"/>
                  <a:pt x="2821575" y="111561"/>
                  <a:pt x="2825150" y="113137"/>
                </a:cubicBezTo>
                <a:cubicBezTo>
                  <a:pt x="2828727" y="114711"/>
                  <a:pt x="2832628" y="115498"/>
                  <a:pt x="2836854" y="115498"/>
                </a:cubicBezTo>
                <a:cubicBezTo>
                  <a:pt x="2841405" y="115498"/>
                  <a:pt x="2845468" y="114711"/>
                  <a:pt x="2849045" y="113137"/>
                </a:cubicBezTo>
                <a:cubicBezTo>
                  <a:pt x="2852621" y="111561"/>
                  <a:pt x="2855628" y="109388"/>
                  <a:pt x="2858065" y="106619"/>
                </a:cubicBezTo>
                <a:cubicBezTo>
                  <a:pt x="2860504" y="103848"/>
                  <a:pt x="2862373" y="100589"/>
                  <a:pt x="2863673" y="96842"/>
                </a:cubicBezTo>
                <a:cubicBezTo>
                  <a:pt x="2864974" y="93094"/>
                  <a:pt x="2865625" y="89101"/>
                  <a:pt x="2865625" y="84865"/>
                </a:cubicBezTo>
                <a:close/>
                <a:moveTo>
                  <a:pt x="2976640" y="84863"/>
                </a:moveTo>
                <a:cubicBezTo>
                  <a:pt x="2976640" y="90608"/>
                  <a:pt x="2975637" y="95920"/>
                  <a:pt x="2973632" y="100798"/>
                </a:cubicBezTo>
                <a:cubicBezTo>
                  <a:pt x="2971628" y="105676"/>
                  <a:pt x="2968837" y="109904"/>
                  <a:pt x="2965261" y="113482"/>
                </a:cubicBezTo>
                <a:cubicBezTo>
                  <a:pt x="2961686" y="117058"/>
                  <a:pt x="2957406" y="119849"/>
                  <a:pt x="2952421" y="121855"/>
                </a:cubicBezTo>
                <a:cubicBezTo>
                  <a:pt x="2947437" y="123860"/>
                  <a:pt x="2941965" y="124863"/>
                  <a:pt x="2936004" y="124863"/>
                </a:cubicBezTo>
                <a:cubicBezTo>
                  <a:pt x="2930153" y="124863"/>
                  <a:pt x="2924734" y="123860"/>
                  <a:pt x="2919749" y="121855"/>
                </a:cubicBezTo>
                <a:cubicBezTo>
                  <a:pt x="2914766" y="119849"/>
                  <a:pt x="2910486" y="117058"/>
                  <a:pt x="2906909" y="113482"/>
                </a:cubicBezTo>
                <a:cubicBezTo>
                  <a:pt x="2903334" y="109904"/>
                  <a:pt x="2900544" y="105676"/>
                  <a:pt x="2898539" y="100798"/>
                </a:cubicBezTo>
                <a:cubicBezTo>
                  <a:pt x="2896535" y="95920"/>
                  <a:pt x="2895533" y="90608"/>
                  <a:pt x="2895533" y="84863"/>
                </a:cubicBezTo>
                <a:cubicBezTo>
                  <a:pt x="2895533" y="79117"/>
                  <a:pt x="2896535" y="73805"/>
                  <a:pt x="2898539" y="68927"/>
                </a:cubicBezTo>
                <a:cubicBezTo>
                  <a:pt x="2900544" y="64050"/>
                  <a:pt x="2903334" y="59822"/>
                  <a:pt x="2906909" y="56246"/>
                </a:cubicBezTo>
                <a:cubicBezTo>
                  <a:pt x="2910486" y="52668"/>
                  <a:pt x="2914766" y="49876"/>
                  <a:pt x="2919749" y="47870"/>
                </a:cubicBezTo>
                <a:cubicBezTo>
                  <a:pt x="2924734" y="45865"/>
                  <a:pt x="2930153" y="44862"/>
                  <a:pt x="2936004" y="44862"/>
                </a:cubicBezTo>
                <a:cubicBezTo>
                  <a:pt x="2941965" y="44862"/>
                  <a:pt x="2947437" y="45865"/>
                  <a:pt x="2952421" y="47870"/>
                </a:cubicBezTo>
                <a:cubicBezTo>
                  <a:pt x="2957406" y="49876"/>
                  <a:pt x="2961686" y="52668"/>
                  <a:pt x="2965261" y="56246"/>
                </a:cubicBezTo>
                <a:cubicBezTo>
                  <a:pt x="2968837" y="59822"/>
                  <a:pt x="2971628" y="64050"/>
                  <a:pt x="2973632" y="68927"/>
                </a:cubicBezTo>
                <a:cubicBezTo>
                  <a:pt x="2975637" y="73805"/>
                  <a:pt x="2976640" y="79117"/>
                  <a:pt x="2976640" y="84863"/>
                </a:cubicBezTo>
                <a:moveTo>
                  <a:pt x="2964938" y="84865"/>
                </a:moveTo>
                <a:cubicBezTo>
                  <a:pt x="2964938" y="80629"/>
                  <a:pt x="2964261" y="76637"/>
                  <a:pt x="2962907" y="72891"/>
                </a:cubicBezTo>
                <a:cubicBezTo>
                  <a:pt x="2961553" y="69142"/>
                  <a:pt x="2959629" y="65883"/>
                  <a:pt x="2957136" y="63114"/>
                </a:cubicBezTo>
                <a:cubicBezTo>
                  <a:pt x="2954644" y="60342"/>
                  <a:pt x="2951610" y="58143"/>
                  <a:pt x="2948033" y="56514"/>
                </a:cubicBezTo>
                <a:cubicBezTo>
                  <a:pt x="2944459" y="54884"/>
                  <a:pt x="2940450" y="54068"/>
                  <a:pt x="2936007" y="54068"/>
                </a:cubicBezTo>
                <a:cubicBezTo>
                  <a:pt x="2931564" y="54068"/>
                  <a:pt x="2927582" y="54884"/>
                  <a:pt x="2924060" y="56514"/>
                </a:cubicBezTo>
                <a:cubicBezTo>
                  <a:pt x="2920538" y="58143"/>
                  <a:pt x="2917530" y="60342"/>
                  <a:pt x="2915037" y="63114"/>
                </a:cubicBezTo>
                <a:cubicBezTo>
                  <a:pt x="2912545" y="65883"/>
                  <a:pt x="2910622" y="69142"/>
                  <a:pt x="2909268" y="72891"/>
                </a:cubicBezTo>
                <a:cubicBezTo>
                  <a:pt x="2907914" y="76637"/>
                  <a:pt x="2907237" y="80629"/>
                  <a:pt x="2907237" y="84865"/>
                </a:cubicBezTo>
                <a:cubicBezTo>
                  <a:pt x="2907237" y="89101"/>
                  <a:pt x="2907914" y="93094"/>
                  <a:pt x="2909268" y="96842"/>
                </a:cubicBezTo>
                <a:cubicBezTo>
                  <a:pt x="2910622" y="100589"/>
                  <a:pt x="2912545" y="103848"/>
                  <a:pt x="2915037" y="106619"/>
                </a:cubicBezTo>
                <a:cubicBezTo>
                  <a:pt x="2917530" y="109388"/>
                  <a:pt x="2920538" y="111561"/>
                  <a:pt x="2924060" y="113137"/>
                </a:cubicBezTo>
                <a:cubicBezTo>
                  <a:pt x="2927582" y="114711"/>
                  <a:pt x="2931564" y="115498"/>
                  <a:pt x="2936007" y="115498"/>
                </a:cubicBezTo>
                <a:cubicBezTo>
                  <a:pt x="2940450" y="115498"/>
                  <a:pt x="2944459" y="114711"/>
                  <a:pt x="2948033" y="113137"/>
                </a:cubicBezTo>
                <a:cubicBezTo>
                  <a:pt x="2951610" y="111561"/>
                  <a:pt x="2954644" y="109388"/>
                  <a:pt x="2957136" y="106619"/>
                </a:cubicBezTo>
                <a:cubicBezTo>
                  <a:pt x="2959629" y="103848"/>
                  <a:pt x="2961553" y="100589"/>
                  <a:pt x="2962907" y="96842"/>
                </a:cubicBezTo>
                <a:cubicBezTo>
                  <a:pt x="2964261" y="93094"/>
                  <a:pt x="2964938" y="89101"/>
                  <a:pt x="2964938" y="84865"/>
                </a:cubicBezTo>
                <a:close/>
                <a:moveTo>
                  <a:pt x="3011751" y="122958"/>
                </a:moveTo>
                <a:lnTo>
                  <a:pt x="3000696" y="122958"/>
                </a:lnTo>
                <a:lnTo>
                  <a:pt x="3000696" y="77"/>
                </a:lnTo>
                <a:lnTo>
                  <a:pt x="3011751" y="77"/>
                </a:lnTo>
                <a:lnTo>
                  <a:pt x="3011751" y="122958"/>
                </a:lnTo>
                <a:close/>
                <a:moveTo>
                  <a:pt x="3103912" y="110118"/>
                </a:moveTo>
                <a:cubicBezTo>
                  <a:pt x="3100662" y="114995"/>
                  <a:pt x="3096435" y="118671"/>
                  <a:pt x="3091234" y="121148"/>
                </a:cubicBezTo>
                <a:cubicBezTo>
                  <a:pt x="3086032" y="123625"/>
                  <a:pt x="3080668" y="124863"/>
                  <a:pt x="3075142" y="124863"/>
                </a:cubicBezTo>
                <a:cubicBezTo>
                  <a:pt x="3069181" y="124863"/>
                  <a:pt x="3063790" y="123834"/>
                  <a:pt x="3058969" y="121775"/>
                </a:cubicBezTo>
                <a:cubicBezTo>
                  <a:pt x="3054147" y="119715"/>
                  <a:pt x="3050029" y="116897"/>
                  <a:pt x="3046615" y="113320"/>
                </a:cubicBezTo>
                <a:cubicBezTo>
                  <a:pt x="3043202" y="109742"/>
                  <a:pt x="3040547" y="105514"/>
                  <a:pt x="3038651" y="100637"/>
                </a:cubicBezTo>
                <a:cubicBezTo>
                  <a:pt x="3036754" y="95757"/>
                  <a:pt x="3035806" y="90499"/>
                  <a:pt x="3035806" y="84863"/>
                </a:cubicBezTo>
                <a:cubicBezTo>
                  <a:pt x="3035806" y="79226"/>
                  <a:pt x="3036754" y="73969"/>
                  <a:pt x="3038651" y="69091"/>
                </a:cubicBezTo>
                <a:cubicBezTo>
                  <a:pt x="3040547" y="64212"/>
                  <a:pt x="3043202" y="59984"/>
                  <a:pt x="3046615" y="56407"/>
                </a:cubicBezTo>
                <a:cubicBezTo>
                  <a:pt x="3050029" y="52829"/>
                  <a:pt x="3054147" y="50011"/>
                  <a:pt x="3058969" y="47952"/>
                </a:cubicBezTo>
                <a:cubicBezTo>
                  <a:pt x="3063790" y="45892"/>
                  <a:pt x="3069181" y="44862"/>
                  <a:pt x="3075142" y="44862"/>
                </a:cubicBezTo>
                <a:cubicBezTo>
                  <a:pt x="3080668" y="44862"/>
                  <a:pt x="3086032" y="46136"/>
                  <a:pt x="3091234" y="48684"/>
                </a:cubicBezTo>
                <a:cubicBezTo>
                  <a:pt x="3096435" y="51230"/>
                  <a:pt x="3100662" y="54997"/>
                  <a:pt x="3103912" y="59984"/>
                </a:cubicBezTo>
                <a:lnTo>
                  <a:pt x="3104237" y="59984"/>
                </a:lnTo>
                <a:lnTo>
                  <a:pt x="3104237" y="5"/>
                </a:lnTo>
                <a:lnTo>
                  <a:pt x="3115289" y="5"/>
                </a:lnTo>
                <a:lnTo>
                  <a:pt x="3115289" y="122958"/>
                </a:lnTo>
                <a:lnTo>
                  <a:pt x="3104237" y="122958"/>
                </a:lnTo>
                <a:lnTo>
                  <a:pt x="3104237" y="110118"/>
                </a:lnTo>
                <a:lnTo>
                  <a:pt x="3103912" y="110118"/>
                </a:lnTo>
                <a:moveTo>
                  <a:pt x="3047510" y="84865"/>
                </a:moveTo>
                <a:cubicBezTo>
                  <a:pt x="3047510" y="89101"/>
                  <a:pt x="3048160" y="93094"/>
                  <a:pt x="3049460" y="96842"/>
                </a:cubicBezTo>
                <a:cubicBezTo>
                  <a:pt x="3050759" y="100589"/>
                  <a:pt x="3052628" y="103848"/>
                  <a:pt x="3055067" y="106619"/>
                </a:cubicBezTo>
                <a:cubicBezTo>
                  <a:pt x="3057506" y="109388"/>
                  <a:pt x="3060513" y="111561"/>
                  <a:pt x="3064088" y="113137"/>
                </a:cubicBezTo>
                <a:cubicBezTo>
                  <a:pt x="3067664" y="114711"/>
                  <a:pt x="3071728" y="115498"/>
                  <a:pt x="3076278" y="115498"/>
                </a:cubicBezTo>
                <a:cubicBezTo>
                  <a:pt x="3080504" y="115498"/>
                  <a:pt x="3084406" y="114711"/>
                  <a:pt x="3087982" y="113137"/>
                </a:cubicBezTo>
                <a:cubicBezTo>
                  <a:pt x="3091558" y="111561"/>
                  <a:pt x="3094646" y="109416"/>
                  <a:pt x="3097246" y="106701"/>
                </a:cubicBezTo>
                <a:cubicBezTo>
                  <a:pt x="3099846" y="103984"/>
                  <a:pt x="3101879" y="100752"/>
                  <a:pt x="3103342" y="97006"/>
                </a:cubicBezTo>
                <a:cubicBezTo>
                  <a:pt x="3104805" y="93257"/>
                  <a:pt x="3105537" y="89210"/>
                  <a:pt x="3105537" y="84865"/>
                </a:cubicBezTo>
                <a:cubicBezTo>
                  <a:pt x="3105537" y="80520"/>
                  <a:pt x="3104805" y="76474"/>
                  <a:pt x="3103342" y="72727"/>
                </a:cubicBezTo>
                <a:cubicBezTo>
                  <a:pt x="3101879" y="68979"/>
                  <a:pt x="3099846" y="65720"/>
                  <a:pt x="3097246" y="62950"/>
                </a:cubicBezTo>
                <a:cubicBezTo>
                  <a:pt x="3094646" y="60179"/>
                  <a:pt x="3091558" y="58006"/>
                  <a:pt x="3087982" y="56432"/>
                </a:cubicBezTo>
                <a:cubicBezTo>
                  <a:pt x="3084406" y="54856"/>
                  <a:pt x="3080504" y="54068"/>
                  <a:pt x="3076278" y="54068"/>
                </a:cubicBezTo>
                <a:cubicBezTo>
                  <a:pt x="3071728" y="54068"/>
                  <a:pt x="3067664" y="54884"/>
                  <a:pt x="3064088" y="56514"/>
                </a:cubicBezTo>
                <a:cubicBezTo>
                  <a:pt x="3060513" y="58143"/>
                  <a:pt x="3057506" y="60342"/>
                  <a:pt x="3055067" y="63114"/>
                </a:cubicBezTo>
                <a:cubicBezTo>
                  <a:pt x="3052628" y="65883"/>
                  <a:pt x="3050759" y="69142"/>
                  <a:pt x="3049460" y="72891"/>
                </a:cubicBezTo>
                <a:cubicBezTo>
                  <a:pt x="3048160" y="76637"/>
                  <a:pt x="3047510" y="80629"/>
                  <a:pt x="3047510" y="84865"/>
                </a:cubicBezTo>
                <a:close/>
                <a:moveTo>
                  <a:pt x="3146824" y="145816"/>
                </a:moveTo>
                <a:lnTo>
                  <a:pt x="3137558" y="145816"/>
                </a:lnTo>
                <a:lnTo>
                  <a:pt x="3148448" y="107561"/>
                </a:lnTo>
                <a:lnTo>
                  <a:pt x="3159989" y="107561"/>
                </a:lnTo>
                <a:lnTo>
                  <a:pt x="3146824" y="145816"/>
                </a:lnTo>
                <a:close/>
                <a:moveTo>
                  <a:pt x="3280922" y="79148"/>
                </a:moveTo>
                <a:cubicBezTo>
                  <a:pt x="3280596" y="71936"/>
                  <a:pt x="3278293" y="65953"/>
                  <a:pt x="3274012" y="61199"/>
                </a:cubicBezTo>
                <a:cubicBezTo>
                  <a:pt x="3269733" y="56445"/>
                  <a:pt x="3263638" y="54068"/>
                  <a:pt x="3255728" y="54068"/>
                </a:cubicBezTo>
                <a:cubicBezTo>
                  <a:pt x="3252044" y="54068"/>
                  <a:pt x="3248630" y="54751"/>
                  <a:pt x="3245487" y="56117"/>
                </a:cubicBezTo>
                <a:cubicBezTo>
                  <a:pt x="3242345" y="57483"/>
                  <a:pt x="3239582" y="59340"/>
                  <a:pt x="3237198" y="61690"/>
                </a:cubicBezTo>
                <a:cubicBezTo>
                  <a:pt x="3234814" y="64040"/>
                  <a:pt x="3232917" y="66717"/>
                  <a:pt x="3231509" y="69723"/>
                </a:cubicBezTo>
                <a:cubicBezTo>
                  <a:pt x="3230100" y="72728"/>
                  <a:pt x="3229287" y="75869"/>
                  <a:pt x="3229071" y="79148"/>
                </a:cubicBezTo>
                <a:lnTo>
                  <a:pt x="3280922" y="79148"/>
                </a:lnTo>
                <a:moveTo>
                  <a:pt x="3292137" y="82665"/>
                </a:moveTo>
                <a:cubicBezTo>
                  <a:pt x="3292137" y="83426"/>
                  <a:pt x="3292137" y="84241"/>
                  <a:pt x="3292137" y="85111"/>
                </a:cubicBezTo>
                <a:cubicBezTo>
                  <a:pt x="3292137" y="85979"/>
                  <a:pt x="3292083" y="86901"/>
                  <a:pt x="3291973" y="87878"/>
                </a:cubicBezTo>
                <a:lnTo>
                  <a:pt x="3228907" y="87878"/>
                </a:lnTo>
                <a:cubicBezTo>
                  <a:pt x="3229016" y="91670"/>
                  <a:pt x="3229774" y="95245"/>
                  <a:pt x="3231181" y="98603"/>
                </a:cubicBezTo>
                <a:cubicBezTo>
                  <a:pt x="3232590" y="101959"/>
                  <a:pt x="3234540" y="104884"/>
                  <a:pt x="3237032" y="107375"/>
                </a:cubicBezTo>
                <a:cubicBezTo>
                  <a:pt x="3239525" y="109865"/>
                  <a:pt x="3242451" y="111842"/>
                  <a:pt x="3245809" y="113306"/>
                </a:cubicBezTo>
                <a:cubicBezTo>
                  <a:pt x="3249169" y="114767"/>
                  <a:pt x="3252800" y="115498"/>
                  <a:pt x="3256702" y="115498"/>
                </a:cubicBezTo>
                <a:cubicBezTo>
                  <a:pt x="3262445" y="115498"/>
                  <a:pt x="3267402" y="114171"/>
                  <a:pt x="3271574" y="111517"/>
                </a:cubicBezTo>
                <a:cubicBezTo>
                  <a:pt x="3275745" y="108862"/>
                  <a:pt x="3278915" y="105800"/>
                  <a:pt x="3281083" y="102333"/>
                </a:cubicBezTo>
                <a:lnTo>
                  <a:pt x="3289372" y="108834"/>
                </a:lnTo>
                <a:cubicBezTo>
                  <a:pt x="3284821" y="114568"/>
                  <a:pt x="3279810" y="118674"/>
                  <a:pt x="3274337" y="121150"/>
                </a:cubicBezTo>
                <a:cubicBezTo>
                  <a:pt x="3268865" y="123626"/>
                  <a:pt x="3262987" y="124863"/>
                  <a:pt x="3256702" y="124863"/>
                </a:cubicBezTo>
                <a:cubicBezTo>
                  <a:pt x="3251067" y="124863"/>
                  <a:pt x="3245838" y="123860"/>
                  <a:pt x="3241015" y="121855"/>
                </a:cubicBezTo>
                <a:cubicBezTo>
                  <a:pt x="3236194" y="119849"/>
                  <a:pt x="3232049" y="117058"/>
                  <a:pt x="3228582" y="113482"/>
                </a:cubicBezTo>
                <a:cubicBezTo>
                  <a:pt x="3225115" y="109904"/>
                  <a:pt x="3222378" y="105676"/>
                  <a:pt x="3220372" y="100798"/>
                </a:cubicBezTo>
                <a:cubicBezTo>
                  <a:pt x="3218368" y="95920"/>
                  <a:pt x="3217366" y="90608"/>
                  <a:pt x="3217366" y="84863"/>
                </a:cubicBezTo>
                <a:cubicBezTo>
                  <a:pt x="3217366" y="79117"/>
                  <a:pt x="3218341" y="73805"/>
                  <a:pt x="3220291" y="68927"/>
                </a:cubicBezTo>
                <a:cubicBezTo>
                  <a:pt x="3222242" y="64050"/>
                  <a:pt x="3224951" y="59822"/>
                  <a:pt x="3228418" y="56246"/>
                </a:cubicBezTo>
                <a:cubicBezTo>
                  <a:pt x="3231887" y="52668"/>
                  <a:pt x="3235951" y="49876"/>
                  <a:pt x="3240611" y="47870"/>
                </a:cubicBezTo>
                <a:cubicBezTo>
                  <a:pt x="3245270" y="45865"/>
                  <a:pt x="3250309" y="44862"/>
                  <a:pt x="3255728" y="44862"/>
                </a:cubicBezTo>
                <a:cubicBezTo>
                  <a:pt x="3261687" y="44862"/>
                  <a:pt x="3266942" y="45867"/>
                  <a:pt x="3271492" y="47878"/>
                </a:cubicBezTo>
                <a:cubicBezTo>
                  <a:pt x="3276044" y="49887"/>
                  <a:pt x="3279837" y="52603"/>
                  <a:pt x="3282871" y="56025"/>
                </a:cubicBezTo>
                <a:cubicBezTo>
                  <a:pt x="3285905" y="59446"/>
                  <a:pt x="3288208" y="63438"/>
                  <a:pt x="3289778" y="68000"/>
                </a:cubicBezTo>
                <a:cubicBezTo>
                  <a:pt x="3291351" y="72562"/>
                  <a:pt x="3292137" y="77450"/>
                  <a:pt x="3292137" y="82665"/>
                </a:cubicBezTo>
                <a:close/>
                <a:moveTo>
                  <a:pt x="3342038" y="111202"/>
                </a:moveTo>
                <a:lnTo>
                  <a:pt x="3342363" y="111202"/>
                </a:lnTo>
                <a:lnTo>
                  <a:pt x="3365930" y="46997"/>
                </a:lnTo>
                <a:lnTo>
                  <a:pt x="3377959" y="46997"/>
                </a:lnTo>
                <a:lnTo>
                  <a:pt x="3340086" y="142736"/>
                </a:lnTo>
                <a:cubicBezTo>
                  <a:pt x="3337811" y="148587"/>
                  <a:pt x="3334912" y="153262"/>
                  <a:pt x="3331390" y="156759"/>
                </a:cubicBezTo>
                <a:cubicBezTo>
                  <a:pt x="3327869" y="160257"/>
                  <a:pt x="3322802" y="162007"/>
                  <a:pt x="3316192" y="162007"/>
                </a:cubicBezTo>
                <a:cubicBezTo>
                  <a:pt x="3312834" y="162007"/>
                  <a:pt x="3309529" y="161689"/>
                  <a:pt x="3306278" y="161054"/>
                </a:cubicBezTo>
                <a:lnTo>
                  <a:pt x="3307414" y="151024"/>
                </a:lnTo>
                <a:cubicBezTo>
                  <a:pt x="3310015" y="151891"/>
                  <a:pt x="3312724" y="152324"/>
                  <a:pt x="3315542" y="152324"/>
                </a:cubicBezTo>
                <a:cubicBezTo>
                  <a:pt x="3319335" y="152324"/>
                  <a:pt x="3322315" y="151159"/>
                  <a:pt x="3324481" y="148829"/>
                </a:cubicBezTo>
                <a:cubicBezTo>
                  <a:pt x="3326648" y="146500"/>
                  <a:pt x="3328545" y="143168"/>
                  <a:pt x="3330170" y="138834"/>
                </a:cubicBezTo>
                <a:lnTo>
                  <a:pt x="3336348" y="122904"/>
                </a:lnTo>
                <a:lnTo>
                  <a:pt x="3303840" y="46997"/>
                </a:lnTo>
                <a:lnTo>
                  <a:pt x="3316192" y="46997"/>
                </a:lnTo>
                <a:lnTo>
                  <a:pt x="3342038" y="111202"/>
                </a:lnTo>
                <a:close/>
                <a:moveTo>
                  <a:pt x="3453217" y="79148"/>
                </a:moveTo>
                <a:cubicBezTo>
                  <a:pt x="3452891" y="71936"/>
                  <a:pt x="3450588" y="65953"/>
                  <a:pt x="3446307" y="61199"/>
                </a:cubicBezTo>
                <a:cubicBezTo>
                  <a:pt x="3442028" y="56445"/>
                  <a:pt x="3435933" y="54068"/>
                  <a:pt x="3428023" y="54068"/>
                </a:cubicBezTo>
                <a:cubicBezTo>
                  <a:pt x="3424339" y="54068"/>
                  <a:pt x="3420925" y="54751"/>
                  <a:pt x="3417782" y="56117"/>
                </a:cubicBezTo>
                <a:cubicBezTo>
                  <a:pt x="3414641" y="57483"/>
                  <a:pt x="3411878" y="59340"/>
                  <a:pt x="3409493" y="61690"/>
                </a:cubicBezTo>
                <a:cubicBezTo>
                  <a:pt x="3407109" y="64040"/>
                  <a:pt x="3405213" y="66717"/>
                  <a:pt x="3403804" y="69723"/>
                </a:cubicBezTo>
                <a:cubicBezTo>
                  <a:pt x="3402395" y="72728"/>
                  <a:pt x="3401582" y="75869"/>
                  <a:pt x="3401366" y="79148"/>
                </a:cubicBezTo>
                <a:lnTo>
                  <a:pt x="3453217" y="79148"/>
                </a:lnTo>
                <a:moveTo>
                  <a:pt x="3464432" y="82665"/>
                </a:moveTo>
                <a:cubicBezTo>
                  <a:pt x="3464432" y="83426"/>
                  <a:pt x="3464432" y="84241"/>
                  <a:pt x="3464432" y="85111"/>
                </a:cubicBezTo>
                <a:cubicBezTo>
                  <a:pt x="3464432" y="85979"/>
                  <a:pt x="3464378" y="86901"/>
                  <a:pt x="3464269" y="87878"/>
                </a:cubicBezTo>
                <a:lnTo>
                  <a:pt x="3401202" y="87878"/>
                </a:lnTo>
                <a:cubicBezTo>
                  <a:pt x="3401311" y="91670"/>
                  <a:pt x="3402069" y="95245"/>
                  <a:pt x="3403476" y="98603"/>
                </a:cubicBezTo>
                <a:cubicBezTo>
                  <a:pt x="3404885" y="101959"/>
                  <a:pt x="3406835" y="104884"/>
                  <a:pt x="3409327" y="107375"/>
                </a:cubicBezTo>
                <a:cubicBezTo>
                  <a:pt x="3411821" y="109865"/>
                  <a:pt x="3414746" y="111842"/>
                  <a:pt x="3418105" y="113306"/>
                </a:cubicBezTo>
                <a:cubicBezTo>
                  <a:pt x="3421464" y="114767"/>
                  <a:pt x="3425096" y="115498"/>
                  <a:pt x="3428998" y="115498"/>
                </a:cubicBezTo>
                <a:cubicBezTo>
                  <a:pt x="3434740" y="115498"/>
                  <a:pt x="3439697" y="114171"/>
                  <a:pt x="3443869" y="111517"/>
                </a:cubicBezTo>
                <a:cubicBezTo>
                  <a:pt x="3448041" y="108862"/>
                  <a:pt x="3451210" y="105800"/>
                  <a:pt x="3453378" y="102333"/>
                </a:cubicBezTo>
                <a:lnTo>
                  <a:pt x="3461667" y="108834"/>
                </a:lnTo>
                <a:cubicBezTo>
                  <a:pt x="3457117" y="114568"/>
                  <a:pt x="3452105" y="118674"/>
                  <a:pt x="3446632" y="121150"/>
                </a:cubicBezTo>
                <a:cubicBezTo>
                  <a:pt x="3441161" y="123626"/>
                  <a:pt x="3435283" y="124863"/>
                  <a:pt x="3428998" y="124863"/>
                </a:cubicBezTo>
                <a:cubicBezTo>
                  <a:pt x="3423363" y="124863"/>
                  <a:pt x="3418134" y="123860"/>
                  <a:pt x="3413310" y="121855"/>
                </a:cubicBezTo>
                <a:cubicBezTo>
                  <a:pt x="3408489" y="119849"/>
                  <a:pt x="3404344" y="117058"/>
                  <a:pt x="3400877" y="113482"/>
                </a:cubicBezTo>
                <a:cubicBezTo>
                  <a:pt x="3397410" y="109904"/>
                  <a:pt x="3394673" y="105676"/>
                  <a:pt x="3392668" y="100798"/>
                </a:cubicBezTo>
                <a:cubicBezTo>
                  <a:pt x="3390664" y="95920"/>
                  <a:pt x="3389662" y="90608"/>
                  <a:pt x="3389662" y="84863"/>
                </a:cubicBezTo>
                <a:cubicBezTo>
                  <a:pt x="3389662" y="79117"/>
                  <a:pt x="3390636" y="73805"/>
                  <a:pt x="3392586" y="68927"/>
                </a:cubicBezTo>
                <a:cubicBezTo>
                  <a:pt x="3394537" y="64050"/>
                  <a:pt x="3397246" y="59822"/>
                  <a:pt x="3400713" y="56246"/>
                </a:cubicBezTo>
                <a:cubicBezTo>
                  <a:pt x="3404182" y="52668"/>
                  <a:pt x="3408247" y="49876"/>
                  <a:pt x="3412906" y="47870"/>
                </a:cubicBezTo>
                <a:cubicBezTo>
                  <a:pt x="3417566" y="45865"/>
                  <a:pt x="3422605" y="44862"/>
                  <a:pt x="3428023" y="44862"/>
                </a:cubicBezTo>
                <a:cubicBezTo>
                  <a:pt x="3433982" y="44862"/>
                  <a:pt x="3439237" y="45867"/>
                  <a:pt x="3443787" y="47878"/>
                </a:cubicBezTo>
                <a:cubicBezTo>
                  <a:pt x="3448339" y="49887"/>
                  <a:pt x="3452132" y="52603"/>
                  <a:pt x="3455166" y="56025"/>
                </a:cubicBezTo>
                <a:cubicBezTo>
                  <a:pt x="3458200" y="59446"/>
                  <a:pt x="3460503" y="63438"/>
                  <a:pt x="3462074" y="68000"/>
                </a:cubicBezTo>
                <a:cubicBezTo>
                  <a:pt x="3463646" y="72562"/>
                  <a:pt x="3464432" y="77450"/>
                  <a:pt x="3464432" y="82665"/>
                </a:cubicBezTo>
                <a:close/>
                <a:moveTo>
                  <a:pt x="3517746" y="88196"/>
                </a:moveTo>
                <a:lnTo>
                  <a:pt x="3481336" y="88196"/>
                </a:lnTo>
                <a:lnTo>
                  <a:pt x="3481336" y="78989"/>
                </a:lnTo>
                <a:lnTo>
                  <a:pt x="3517746" y="78989"/>
                </a:lnTo>
                <a:lnTo>
                  <a:pt x="3517746" y="88196"/>
                </a:lnTo>
                <a:close/>
                <a:moveTo>
                  <a:pt x="3594953" y="64148"/>
                </a:moveTo>
                <a:cubicBezTo>
                  <a:pt x="3593111" y="61221"/>
                  <a:pt x="3590429" y="58810"/>
                  <a:pt x="3586907" y="56913"/>
                </a:cubicBezTo>
                <a:cubicBezTo>
                  <a:pt x="3583385" y="55017"/>
                  <a:pt x="3579566" y="54068"/>
                  <a:pt x="3575449" y="54068"/>
                </a:cubicBezTo>
                <a:cubicBezTo>
                  <a:pt x="3571006" y="54068"/>
                  <a:pt x="3566996" y="54856"/>
                  <a:pt x="3563420" y="56432"/>
                </a:cubicBezTo>
                <a:cubicBezTo>
                  <a:pt x="3559843" y="58006"/>
                  <a:pt x="3556782" y="60179"/>
                  <a:pt x="3554236" y="62950"/>
                </a:cubicBezTo>
                <a:cubicBezTo>
                  <a:pt x="3551689" y="65720"/>
                  <a:pt x="3549739" y="68979"/>
                  <a:pt x="3548385" y="72727"/>
                </a:cubicBezTo>
                <a:cubicBezTo>
                  <a:pt x="3547031" y="76474"/>
                  <a:pt x="3546354" y="80520"/>
                  <a:pt x="3546354" y="84865"/>
                </a:cubicBezTo>
                <a:cubicBezTo>
                  <a:pt x="3546354" y="89210"/>
                  <a:pt x="3547031" y="93230"/>
                  <a:pt x="3548385" y="96924"/>
                </a:cubicBezTo>
                <a:cubicBezTo>
                  <a:pt x="3549739" y="100616"/>
                  <a:pt x="3551662" y="103848"/>
                  <a:pt x="3554154" y="106619"/>
                </a:cubicBezTo>
                <a:cubicBezTo>
                  <a:pt x="3556647" y="109388"/>
                  <a:pt x="3559681" y="111561"/>
                  <a:pt x="3563256" y="113137"/>
                </a:cubicBezTo>
                <a:cubicBezTo>
                  <a:pt x="3566833" y="114711"/>
                  <a:pt x="3570842" y="115498"/>
                  <a:pt x="3575285" y="115498"/>
                </a:cubicBezTo>
                <a:cubicBezTo>
                  <a:pt x="3580161" y="115498"/>
                  <a:pt x="3584278" y="114577"/>
                  <a:pt x="3587637" y="112735"/>
                </a:cubicBezTo>
                <a:cubicBezTo>
                  <a:pt x="3590996" y="110893"/>
                  <a:pt x="3593760" y="108510"/>
                  <a:pt x="3595928" y="105585"/>
                </a:cubicBezTo>
                <a:lnTo>
                  <a:pt x="3604217" y="111760"/>
                </a:lnTo>
                <a:cubicBezTo>
                  <a:pt x="3600966" y="115758"/>
                  <a:pt x="3596984" y="118942"/>
                  <a:pt x="3592270" y="121312"/>
                </a:cubicBezTo>
                <a:cubicBezTo>
                  <a:pt x="3587557" y="123679"/>
                  <a:pt x="3581896" y="124863"/>
                  <a:pt x="3575285" y="124863"/>
                </a:cubicBezTo>
                <a:cubicBezTo>
                  <a:pt x="3569108" y="124863"/>
                  <a:pt x="3563527" y="123860"/>
                  <a:pt x="3558541" y="121855"/>
                </a:cubicBezTo>
                <a:cubicBezTo>
                  <a:pt x="3553558" y="119849"/>
                  <a:pt x="3549305" y="117058"/>
                  <a:pt x="3545783" y="113482"/>
                </a:cubicBezTo>
                <a:cubicBezTo>
                  <a:pt x="3542263" y="109904"/>
                  <a:pt x="3539527" y="105676"/>
                  <a:pt x="3537576" y="100798"/>
                </a:cubicBezTo>
                <a:cubicBezTo>
                  <a:pt x="3535625" y="95920"/>
                  <a:pt x="3534650" y="90608"/>
                  <a:pt x="3534650" y="84863"/>
                </a:cubicBezTo>
                <a:cubicBezTo>
                  <a:pt x="3534650" y="79117"/>
                  <a:pt x="3535625" y="73805"/>
                  <a:pt x="3537576" y="68927"/>
                </a:cubicBezTo>
                <a:cubicBezTo>
                  <a:pt x="3539527" y="64050"/>
                  <a:pt x="3542263" y="59822"/>
                  <a:pt x="3545783" y="56246"/>
                </a:cubicBezTo>
                <a:cubicBezTo>
                  <a:pt x="3549305" y="52668"/>
                  <a:pt x="3553558" y="49876"/>
                  <a:pt x="3558541" y="47870"/>
                </a:cubicBezTo>
                <a:cubicBezTo>
                  <a:pt x="3563527" y="45865"/>
                  <a:pt x="3569108" y="44862"/>
                  <a:pt x="3575285" y="44862"/>
                </a:cubicBezTo>
                <a:cubicBezTo>
                  <a:pt x="3580378" y="44862"/>
                  <a:pt x="3585552" y="45966"/>
                  <a:pt x="3590806" y="48173"/>
                </a:cubicBezTo>
                <a:cubicBezTo>
                  <a:pt x="3596063" y="50380"/>
                  <a:pt x="3600316" y="53646"/>
                  <a:pt x="3603567" y="57970"/>
                </a:cubicBezTo>
                <a:lnTo>
                  <a:pt x="3594953" y="64148"/>
                </a:lnTo>
                <a:close/>
                <a:moveTo>
                  <a:pt x="3669397" y="73841"/>
                </a:moveTo>
                <a:cubicBezTo>
                  <a:pt x="3669397" y="67195"/>
                  <a:pt x="3667663" y="62239"/>
                  <a:pt x="3664196" y="58972"/>
                </a:cubicBezTo>
                <a:cubicBezTo>
                  <a:pt x="3660728" y="55703"/>
                  <a:pt x="3655690" y="54068"/>
                  <a:pt x="3649079" y="54068"/>
                </a:cubicBezTo>
                <a:cubicBezTo>
                  <a:pt x="3644529" y="54068"/>
                  <a:pt x="3640302" y="54881"/>
                  <a:pt x="3636400" y="56506"/>
                </a:cubicBezTo>
                <a:cubicBezTo>
                  <a:pt x="3632500" y="58132"/>
                  <a:pt x="3629195" y="60299"/>
                  <a:pt x="3626487" y="63010"/>
                </a:cubicBezTo>
                <a:lnTo>
                  <a:pt x="3620309" y="55695"/>
                </a:lnTo>
                <a:cubicBezTo>
                  <a:pt x="3623452" y="52565"/>
                  <a:pt x="3627597" y="49978"/>
                  <a:pt x="3632744" y="47932"/>
                </a:cubicBezTo>
                <a:cubicBezTo>
                  <a:pt x="3637892" y="45885"/>
                  <a:pt x="3643716" y="44862"/>
                  <a:pt x="3650217" y="44862"/>
                </a:cubicBezTo>
                <a:cubicBezTo>
                  <a:pt x="3654336" y="44862"/>
                  <a:pt x="3658183" y="45431"/>
                  <a:pt x="3661758" y="46571"/>
                </a:cubicBezTo>
                <a:cubicBezTo>
                  <a:pt x="3665334" y="47710"/>
                  <a:pt x="3668477" y="49419"/>
                  <a:pt x="3671185" y="51697"/>
                </a:cubicBezTo>
                <a:cubicBezTo>
                  <a:pt x="3673895" y="53974"/>
                  <a:pt x="3676008" y="56848"/>
                  <a:pt x="3677524" y="60318"/>
                </a:cubicBezTo>
                <a:cubicBezTo>
                  <a:pt x="3679042" y="63789"/>
                  <a:pt x="3679801" y="67857"/>
                  <a:pt x="3679801" y="72521"/>
                </a:cubicBezTo>
                <a:lnTo>
                  <a:pt x="3679801" y="105875"/>
                </a:lnTo>
                <a:cubicBezTo>
                  <a:pt x="3679801" y="108803"/>
                  <a:pt x="3679909" y="111841"/>
                  <a:pt x="3680126" y="114987"/>
                </a:cubicBezTo>
                <a:cubicBezTo>
                  <a:pt x="3680343" y="118132"/>
                  <a:pt x="3680668" y="120789"/>
                  <a:pt x="3681101" y="122958"/>
                </a:cubicBezTo>
                <a:lnTo>
                  <a:pt x="3671187" y="122958"/>
                </a:lnTo>
                <a:cubicBezTo>
                  <a:pt x="3670862" y="121108"/>
                  <a:pt x="3670591" y="119095"/>
                  <a:pt x="3670374" y="116919"/>
                </a:cubicBezTo>
                <a:cubicBezTo>
                  <a:pt x="3670157" y="114743"/>
                  <a:pt x="3670049" y="112622"/>
                  <a:pt x="3670049" y="110555"/>
                </a:cubicBezTo>
                <a:lnTo>
                  <a:pt x="3669722" y="110555"/>
                </a:lnTo>
                <a:cubicBezTo>
                  <a:pt x="3666254" y="115649"/>
                  <a:pt x="3662326" y="119308"/>
                  <a:pt x="3657936" y="121530"/>
                </a:cubicBezTo>
                <a:cubicBezTo>
                  <a:pt x="3653547" y="123752"/>
                  <a:pt x="3648265" y="124863"/>
                  <a:pt x="3642090" y="124863"/>
                </a:cubicBezTo>
                <a:cubicBezTo>
                  <a:pt x="3639163" y="124863"/>
                  <a:pt x="3636155" y="124457"/>
                  <a:pt x="3633067" y="123645"/>
                </a:cubicBezTo>
                <a:cubicBezTo>
                  <a:pt x="3629980" y="122834"/>
                  <a:pt x="3627163" y="121508"/>
                  <a:pt x="3624617" y="119667"/>
                </a:cubicBezTo>
                <a:cubicBezTo>
                  <a:pt x="3622070" y="117825"/>
                  <a:pt x="3619957" y="115443"/>
                  <a:pt x="3618277" y="112519"/>
                </a:cubicBezTo>
                <a:cubicBezTo>
                  <a:pt x="3616597" y="109594"/>
                  <a:pt x="3615757" y="106020"/>
                  <a:pt x="3615757" y="101795"/>
                </a:cubicBezTo>
                <a:cubicBezTo>
                  <a:pt x="3615757" y="95947"/>
                  <a:pt x="3617247" y="91317"/>
                  <a:pt x="3620227" y="87906"/>
                </a:cubicBezTo>
                <a:cubicBezTo>
                  <a:pt x="3623206" y="84495"/>
                  <a:pt x="3627189" y="81950"/>
                  <a:pt x="3632174" y="80272"/>
                </a:cubicBezTo>
                <a:cubicBezTo>
                  <a:pt x="3637159" y="78592"/>
                  <a:pt x="3642875" y="77509"/>
                  <a:pt x="3649322" y="77023"/>
                </a:cubicBezTo>
                <a:cubicBezTo>
                  <a:pt x="3655771" y="76535"/>
                  <a:pt x="3662462" y="76291"/>
                  <a:pt x="3669397" y="76291"/>
                </a:cubicBezTo>
                <a:lnTo>
                  <a:pt x="3669397" y="73841"/>
                </a:lnTo>
                <a:moveTo>
                  <a:pt x="3666145" y="85021"/>
                </a:moveTo>
                <a:cubicBezTo>
                  <a:pt x="3661595" y="85021"/>
                  <a:pt x="3657016" y="85211"/>
                  <a:pt x="3652410" y="85589"/>
                </a:cubicBezTo>
                <a:cubicBezTo>
                  <a:pt x="3647805" y="85966"/>
                  <a:pt x="3643633" y="86723"/>
                  <a:pt x="3639895" y="87859"/>
                </a:cubicBezTo>
                <a:cubicBezTo>
                  <a:pt x="3636158" y="88993"/>
                  <a:pt x="3633097" y="90641"/>
                  <a:pt x="3630713" y="92802"/>
                </a:cubicBezTo>
                <a:cubicBezTo>
                  <a:pt x="3628329" y="94963"/>
                  <a:pt x="3627137" y="97826"/>
                  <a:pt x="3627137" y="101391"/>
                </a:cubicBezTo>
                <a:cubicBezTo>
                  <a:pt x="3627137" y="104092"/>
                  <a:pt x="3627651" y="106362"/>
                  <a:pt x="3628679" y="108199"/>
                </a:cubicBezTo>
                <a:cubicBezTo>
                  <a:pt x="3629709" y="110036"/>
                  <a:pt x="3631091" y="111521"/>
                  <a:pt x="3632824" y="112656"/>
                </a:cubicBezTo>
                <a:cubicBezTo>
                  <a:pt x="3634558" y="113790"/>
                  <a:pt x="3636482" y="114600"/>
                  <a:pt x="3638595" y="115086"/>
                </a:cubicBezTo>
                <a:cubicBezTo>
                  <a:pt x="3640708" y="115572"/>
                  <a:pt x="3642849" y="115815"/>
                  <a:pt x="3645016" y="115815"/>
                </a:cubicBezTo>
                <a:cubicBezTo>
                  <a:pt x="3648917" y="115815"/>
                  <a:pt x="3652384" y="115140"/>
                  <a:pt x="3655418" y="113789"/>
                </a:cubicBezTo>
                <a:cubicBezTo>
                  <a:pt x="3658452" y="112438"/>
                  <a:pt x="3660999" y="110601"/>
                  <a:pt x="3663057" y="108278"/>
                </a:cubicBezTo>
                <a:cubicBezTo>
                  <a:pt x="3665116" y="105955"/>
                  <a:pt x="3666687" y="103281"/>
                  <a:pt x="3667770" y="100257"/>
                </a:cubicBezTo>
                <a:cubicBezTo>
                  <a:pt x="3668854" y="97231"/>
                  <a:pt x="3669397" y="94043"/>
                  <a:pt x="3669397" y="90694"/>
                </a:cubicBezTo>
                <a:lnTo>
                  <a:pt x="3669397" y="85021"/>
                </a:lnTo>
                <a:lnTo>
                  <a:pt x="3666145" y="85021"/>
                </a:lnTo>
                <a:close/>
                <a:moveTo>
                  <a:pt x="3740915" y="56132"/>
                </a:moveTo>
                <a:lnTo>
                  <a:pt x="3719462" y="56132"/>
                </a:lnTo>
                <a:lnTo>
                  <a:pt x="3719462" y="100552"/>
                </a:lnTo>
                <a:cubicBezTo>
                  <a:pt x="3719462" y="103373"/>
                  <a:pt x="3719732" y="105705"/>
                  <a:pt x="3720273" y="107549"/>
                </a:cubicBezTo>
                <a:cubicBezTo>
                  <a:pt x="3720815" y="109393"/>
                  <a:pt x="3721600" y="110830"/>
                  <a:pt x="3722629" y="111862"/>
                </a:cubicBezTo>
                <a:cubicBezTo>
                  <a:pt x="3723659" y="112892"/>
                  <a:pt x="3724878" y="113597"/>
                  <a:pt x="3726287" y="113978"/>
                </a:cubicBezTo>
                <a:cubicBezTo>
                  <a:pt x="3727696" y="114356"/>
                  <a:pt x="3729213" y="114546"/>
                  <a:pt x="3730838" y="114546"/>
                </a:cubicBezTo>
                <a:cubicBezTo>
                  <a:pt x="3732356" y="114546"/>
                  <a:pt x="3733954" y="114325"/>
                  <a:pt x="3735632" y="113883"/>
                </a:cubicBezTo>
                <a:cubicBezTo>
                  <a:pt x="3737312" y="113440"/>
                  <a:pt x="3738911" y="112831"/>
                  <a:pt x="3740429" y="112055"/>
                </a:cubicBezTo>
                <a:lnTo>
                  <a:pt x="3740915" y="121637"/>
                </a:lnTo>
                <a:cubicBezTo>
                  <a:pt x="3738966" y="122395"/>
                  <a:pt x="3736935" y="122964"/>
                  <a:pt x="3734821" y="123343"/>
                </a:cubicBezTo>
                <a:cubicBezTo>
                  <a:pt x="3732708" y="123722"/>
                  <a:pt x="3730405" y="123911"/>
                  <a:pt x="3727912" y="123911"/>
                </a:cubicBezTo>
                <a:cubicBezTo>
                  <a:pt x="3725853" y="123911"/>
                  <a:pt x="3723686" y="123640"/>
                  <a:pt x="3721411" y="123097"/>
                </a:cubicBezTo>
                <a:cubicBezTo>
                  <a:pt x="3719136" y="122557"/>
                  <a:pt x="3717023" y="121528"/>
                  <a:pt x="3715072" y="120012"/>
                </a:cubicBezTo>
                <a:cubicBezTo>
                  <a:pt x="3713122" y="118494"/>
                  <a:pt x="3711524" y="116435"/>
                  <a:pt x="3710277" y="113834"/>
                </a:cubicBezTo>
                <a:cubicBezTo>
                  <a:pt x="3709031" y="111233"/>
                  <a:pt x="3708407" y="107819"/>
                  <a:pt x="3708407" y="103593"/>
                </a:cubicBezTo>
                <a:lnTo>
                  <a:pt x="3708407" y="56132"/>
                </a:lnTo>
                <a:lnTo>
                  <a:pt x="3692641" y="56132"/>
                </a:lnTo>
                <a:lnTo>
                  <a:pt x="3692641" y="46925"/>
                </a:lnTo>
                <a:lnTo>
                  <a:pt x="3708407" y="46925"/>
                </a:lnTo>
                <a:lnTo>
                  <a:pt x="3708407" y="25469"/>
                </a:lnTo>
                <a:lnTo>
                  <a:pt x="3719462" y="25469"/>
                </a:lnTo>
                <a:lnTo>
                  <a:pt x="3719462" y="46925"/>
                </a:lnTo>
                <a:lnTo>
                  <a:pt x="3740915" y="46925"/>
                </a:lnTo>
                <a:lnTo>
                  <a:pt x="3740915" y="56132"/>
                </a:lnTo>
                <a:close/>
                <a:moveTo>
                  <a:pt x="3812923" y="64148"/>
                </a:moveTo>
                <a:cubicBezTo>
                  <a:pt x="3811081" y="61221"/>
                  <a:pt x="3808399" y="58810"/>
                  <a:pt x="3804877" y="56913"/>
                </a:cubicBezTo>
                <a:cubicBezTo>
                  <a:pt x="3801355" y="55017"/>
                  <a:pt x="3797536" y="54068"/>
                  <a:pt x="3793419" y="54068"/>
                </a:cubicBezTo>
                <a:cubicBezTo>
                  <a:pt x="3788976" y="54068"/>
                  <a:pt x="3784966" y="54856"/>
                  <a:pt x="3781390" y="56432"/>
                </a:cubicBezTo>
                <a:cubicBezTo>
                  <a:pt x="3777813" y="58006"/>
                  <a:pt x="3774752" y="60179"/>
                  <a:pt x="3772205" y="62950"/>
                </a:cubicBezTo>
                <a:cubicBezTo>
                  <a:pt x="3769659" y="65720"/>
                  <a:pt x="3767709" y="68979"/>
                  <a:pt x="3766355" y="72727"/>
                </a:cubicBezTo>
                <a:cubicBezTo>
                  <a:pt x="3765001" y="76474"/>
                  <a:pt x="3764323" y="80520"/>
                  <a:pt x="3764323" y="84865"/>
                </a:cubicBezTo>
                <a:cubicBezTo>
                  <a:pt x="3764323" y="89210"/>
                  <a:pt x="3765001" y="93230"/>
                  <a:pt x="3766355" y="96924"/>
                </a:cubicBezTo>
                <a:cubicBezTo>
                  <a:pt x="3767709" y="100616"/>
                  <a:pt x="3769632" y="103848"/>
                  <a:pt x="3772124" y="106619"/>
                </a:cubicBezTo>
                <a:cubicBezTo>
                  <a:pt x="3774617" y="109388"/>
                  <a:pt x="3777651" y="111561"/>
                  <a:pt x="3781226" y="113137"/>
                </a:cubicBezTo>
                <a:cubicBezTo>
                  <a:pt x="3784802" y="114711"/>
                  <a:pt x="3788812" y="115498"/>
                  <a:pt x="3793255" y="115498"/>
                </a:cubicBezTo>
                <a:cubicBezTo>
                  <a:pt x="3798131" y="115498"/>
                  <a:pt x="3802248" y="114577"/>
                  <a:pt x="3805606" y="112735"/>
                </a:cubicBezTo>
                <a:cubicBezTo>
                  <a:pt x="3808966" y="110893"/>
                  <a:pt x="3811730" y="108510"/>
                  <a:pt x="3813898" y="105585"/>
                </a:cubicBezTo>
                <a:lnTo>
                  <a:pt x="3822187" y="111760"/>
                </a:lnTo>
                <a:cubicBezTo>
                  <a:pt x="3818936" y="115758"/>
                  <a:pt x="3814953" y="118942"/>
                  <a:pt x="3810239" y="121312"/>
                </a:cubicBezTo>
                <a:cubicBezTo>
                  <a:pt x="3805527" y="123679"/>
                  <a:pt x="3799866" y="124863"/>
                  <a:pt x="3793255" y="124863"/>
                </a:cubicBezTo>
                <a:cubicBezTo>
                  <a:pt x="3787078" y="124863"/>
                  <a:pt x="3781496" y="123860"/>
                  <a:pt x="3776511" y="121855"/>
                </a:cubicBezTo>
                <a:cubicBezTo>
                  <a:pt x="3771528" y="119849"/>
                  <a:pt x="3767275" y="117058"/>
                  <a:pt x="3763753" y="113482"/>
                </a:cubicBezTo>
                <a:cubicBezTo>
                  <a:pt x="3760233" y="109904"/>
                  <a:pt x="3757497" y="105676"/>
                  <a:pt x="3755546" y="100798"/>
                </a:cubicBezTo>
                <a:cubicBezTo>
                  <a:pt x="3753595" y="95920"/>
                  <a:pt x="3752619" y="90608"/>
                  <a:pt x="3752619" y="84863"/>
                </a:cubicBezTo>
                <a:cubicBezTo>
                  <a:pt x="3752619" y="79117"/>
                  <a:pt x="3753595" y="73805"/>
                  <a:pt x="3755546" y="68927"/>
                </a:cubicBezTo>
                <a:cubicBezTo>
                  <a:pt x="3757497" y="64050"/>
                  <a:pt x="3760233" y="59822"/>
                  <a:pt x="3763753" y="56246"/>
                </a:cubicBezTo>
                <a:cubicBezTo>
                  <a:pt x="3767275" y="52668"/>
                  <a:pt x="3771528" y="49876"/>
                  <a:pt x="3776511" y="47870"/>
                </a:cubicBezTo>
                <a:cubicBezTo>
                  <a:pt x="3781496" y="45865"/>
                  <a:pt x="3787078" y="44862"/>
                  <a:pt x="3793255" y="44862"/>
                </a:cubicBezTo>
                <a:cubicBezTo>
                  <a:pt x="3798348" y="44862"/>
                  <a:pt x="3803521" y="45966"/>
                  <a:pt x="3808776" y="48173"/>
                </a:cubicBezTo>
                <a:cubicBezTo>
                  <a:pt x="3814032" y="50380"/>
                  <a:pt x="3818286" y="53646"/>
                  <a:pt x="3821537" y="57970"/>
                </a:cubicBezTo>
                <a:lnTo>
                  <a:pt x="3812923" y="64148"/>
                </a:lnTo>
                <a:close/>
                <a:moveTo>
                  <a:pt x="3851120" y="59341"/>
                </a:moveTo>
                <a:cubicBezTo>
                  <a:pt x="3853179" y="54895"/>
                  <a:pt x="3856591" y="51371"/>
                  <a:pt x="3861358" y="48768"/>
                </a:cubicBezTo>
                <a:cubicBezTo>
                  <a:pt x="3866127" y="46164"/>
                  <a:pt x="3871220" y="44862"/>
                  <a:pt x="3876639" y="44862"/>
                </a:cubicBezTo>
                <a:cubicBezTo>
                  <a:pt x="3886282" y="44862"/>
                  <a:pt x="3893514" y="47736"/>
                  <a:pt x="3898336" y="53486"/>
                </a:cubicBezTo>
                <a:cubicBezTo>
                  <a:pt x="3903159" y="59235"/>
                  <a:pt x="3905570" y="66827"/>
                  <a:pt x="3905570" y="76264"/>
                </a:cubicBezTo>
                <a:lnTo>
                  <a:pt x="3905570" y="122958"/>
                </a:lnTo>
                <a:lnTo>
                  <a:pt x="3894519" y="122958"/>
                </a:lnTo>
                <a:lnTo>
                  <a:pt x="3894519" y="80778"/>
                </a:lnTo>
                <a:cubicBezTo>
                  <a:pt x="3894519" y="76760"/>
                  <a:pt x="3894194" y="73123"/>
                  <a:pt x="3893544" y="69867"/>
                </a:cubicBezTo>
                <a:cubicBezTo>
                  <a:pt x="3892894" y="66610"/>
                  <a:pt x="3891783" y="63814"/>
                  <a:pt x="3890210" y="61479"/>
                </a:cubicBezTo>
                <a:cubicBezTo>
                  <a:pt x="3888640" y="59145"/>
                  <a:pt x="3886527" y="57326"/>
                  <a:pt x="3883871" y="56023"/>
                </a:cubicBezTo>
                <a:cubicBezTo>
                  <a:pt x="3881217" y="54720"/>
                  <a:pt x="3877886" y="54068"/>
                  <a:pt x="3873876" y="54068"/>
                </a:cubicBezTo>
                <a:cubicBezTo>
                  <a:pt x="3870951" y="54068"/>
                  <a:pt x="3868106" y="54666"/>
                  <a:pt x="3865342" y="55862"/>
                </a:cubicBezTo>
                <a:cubicBezTo>
                  <a:pt x="3862579" y="57055"/>
                  <a:pt x="3860113" y="58874"/>
                  <a:pt x="3857946" y="61318"/>
                </a:cubicBezTo>
                <a:cubicBezTo>
                  <a:pt x="3855780" y="63760"/>
                  <a:pt x="3854046" y="66854"/>
                  <a:pt x="3852745" y="70599"/>
                </a:cubicBezTo>
                <a:cubicBezTo>
                  <a:pt x="3851445" y="74344"/>
                  <a:pt x="3850795" y="78769"/>
                  <a:pt x="3850795" y="83873"/>
                </a:cubicBezTo>
                <a:lnTo>
                  <a:pt x="3850795" y="122958"/>
                </a:lnTo>
                <a:lnTo>
                  <a:pt x="3839741" y="122958"/>
                </a:lnTo>
                <a:lnTo>
                  <a:pt x="3839741" y="0"/>
                </a:lnTo>
                <a:lnTo>
                  <a:pt x="3850795" y="0"/>
                </a:lnTo>
                <a:lnTo>
                  <a:pt x="3850795" y="59341"/>
                </a:lnTo>
                <a:lnTo>
                  <a:pt x="3851120" y="59341"/>
                </a:lnTo>
                <a:close/>
                <a:moveTo>
                  <a:pt x="3945394" y="122958"/>
                </a:moveTo>
                <a:lnTo>
                  <a:pt x="3934342" y="122958"/>
                </a:lnTo>
                <a:lnTo>
                  <a:pt x="3934342" y="46888"/>
                </a:lnTo>
                <a:lnTo>
                  <a:pt x="3945394" y="46888"/>
                </a:lnTo>
                <a:lnTo>
                  <a:pt x="3945394" y="122958"/>
                </a:lnTo>
                <a:moveTo>
                  <a:pt x="3947671" y="17560"/>
                </a:moveTo>
                <a:cubicBezTo>
                  <a:pt x="3947671" y="19828"/>
                  <a:pt x="3946858" y="21692"/>
                  <a:pt x="3945233" y="23150"/>
                </a:cubicBezTo>
                <a:cubicBezTo>
                  <a:pt x="3943608" y="24609"/>
                  <a:pt x="3941819" y="25338"/>
                  <a:pt x="3939868" y="25338"/>
                </a:cubicBezTo>
                <a:cubicBezTo>
                  <a:pt x="3937917" y="25338"/>
                  <a:pt x="3936129" y="24609"/>
                  <a:pt x="3934504" y="23150"/>
                </a:cubicBezTo>
                <a:cubicBezTo>
                  <a:pt x="3932878" y="21692"/>
                  <a:pt x="3932066" y="19828"/>
                  <a:pt x="3932066" y="17560"/>
                </a:cubicBezTo>
                <a:cubicBezTo>
                  <a:pt x="3932066" y="15291"/>
                  <a:pt x="3932878" y="13428"/>
                  <a:pt x="3934504" y="11969"/>
                </a:cubicBezTo>
                <a:cubicBezTo>
                  <a:pt x="3936129" y="10511"/>
                  <a:pt x="3937917" y="9782"/>
                  <a:pt x="3939868" y="9782"/>
                </a:cubicBezTo>
                <a:cubicBezTo>
                  <a:pt x="3941819" y="9782"/>
                  <a:pt x="3943608" y="10511"/>
                  <a:pt x="3945233" y="11969"/>
                </a:cubicBezTo>
                <a:cubicBezTo>
                  <a:pt x="3946858" y="13428"/>
                  <a:pt x="3947671" y="15291"/>
                  <a:pt x="3947671" y="17560"/>
                </a:cubicBezTo>
                <a:close/>
                <a:moveTo>
                  <a:pt x="3984730" y="46826"/>
                </a:moveTo>
                <a:cubicBezTo>
                  <a:pt x="3984946" y="48885"/>
                  <a:pt x="3985109" y="51161"/>
                  <a:pt x="3985216" y="53654"/>
                </a:cubicBezTo>
                <a:cubicBezTo>
                  <a:pt x="3985325" y="56146"/>
                  <a:pt x="3985380" y="58205"/>
                  <a:pt x="3985380" y="59830"/>
                </a:cubicBezTo>
                <a:lnTo>
                  <a:pt x="3985705" y="59830"/>
                </a:lnTo>
                <a:cubicBezTo>
                  <a:pt x="3987872" y="55382"/>
                  <a:pt x="3991394" y="51776"/>
                  <a:pt x="3996270" y="49011"/>
                </a:cubicBezTo>
                <a:cubicBezTo>
                  <a:pt x="4001146" y="46245"/>
                  <a:pt x="4006294" y="44862"/>
                  <a:pt x="4011712" y="44862"/>
                </a:cubicBezTo>
                <a:cubicBezTo>
                  <a:pt x="4021355" y="44862"/>
                  <a:pt x="4028587" y="47736"/>
                  <a:pt x="4033409" y="53486"/>
                </a:cubicBezTo>
                <a:cubicBezTo>
                  <a:pt x="4038232" y="59235"/>
                  <a:pt x="4040644" y="66827"/>
                  <a:pt x="4040644" y="76264"/>
                </a:cubicBezTo>
                <a:lnTo>
                  <a:pt x="4040644" y="122958"/>
                </a:lnTo>
                <a:lnTo>
                  <a:pt x="4029592" y="122958"/>
                </a:lnTo>
                <a:lnTo>
                  <a:pt x="4029592" y="80778"/>
                </a:lnTo>
                <a:cubicBezTo>
                  <a:pt x="4029592" y="76760"/>
                  <a:pt x="4029267" y="73123"/>
                  <a:pt x="4028617" y="69867"/>
                </a:cubicBezTo>
                <a:cubicBezTo>
                  <a:pt x="4027967" y="66610"/>
                  <a:pt x="4026856" y="63814"/>
                  <a:pt x="4025284" y="61479"/>
                </a:cubicBezTo>
                <a:cubicBezTo>
                  <a:pt x="4023713" y="59145"/>
                  <a:pt x="4021600" y="57326"/>
                  <a:pt x="4018944" y="56023"/>
                </a:cubicBezTo>
                <a:cubicBezTo>
                  <a:pt x="4016290" y="54720"/>
                  <a:pt x="4012959" y="54068"/>
                  <a:pt x="4008949" y="54068"/>
                </a:cubicBezTo>
                <a:cubicBezTo>
                  <a:pt x="4006024" y="54068"/>
                  <a:pt x="4003179" y="54666"/>
                  <a:pt x="4000415" y="55862"/>
                </a:cubicBezTo>
                <a:cubicBezTo>
                  <a:pt x="3997652" y="57055"/>
                  <a:pt x="3995186" y="58874"/>
                  <a:pt x="3993019" y="61318"/>
                </a:cubicBezTo>
                <a:cubicBezTo>
                  <a:pt x="3990853" y="63760"/>
                  <a:pt x="3989119" y="66854"/>
                  <a:pt x="3987818" y="70599"/>
                </a:cubicBezTo>
                <a:cubicBezTo>
                  <a:pt x="3986518" y="74344"/>
                  <a:pt x="3985868" y="78769"/>
                  <a:pt x="3985868" y="83873"/>
                </a:cubicBezTo>
                <a:lnTo>
                  <a:pt x="3985868" y="122958"/>
                </a:lnTo>
                <a:lnTo>
                  <a:pt x="3974814" y="122958"/>
                </a:lnTo>
                <a:lnTo>
                  <a:pt x="3974814" y="63573"/>
                </a:lnTo>
                <a:cubicBezTo>
                  <a:pt x="3974814" y="61511"/>
                  <a:pt x="3974759" y="58854"/>
                  <a:pt x="3974650" y="55604"/>
                </a:cubicBezTo>
                <a:cubicBezTo>
                  <a:pt x="3974543" y="52353"/>
                  <a:pt x="3974381" y="49427"/>
                  <a:pt x="3974164" y="46826"/>
                </a:cubicBezTo>
                <a:lnTo>
                  <a:pt x="3984730" y="46826"/>
                </a:lnTo>
                <a:close/>
                <a:moveTo>
                  <a:pt x="4073316" y="138346"/>
                </a:moveTo>
                <a:cubicBezTo>
                  <a:pt x="4076350" y="142248"/>
                  <a:pt x="4080494" y="145553"/>
                  <a:pt x="4085749" y="148261"/>
                </a:cubicBezTo>
                <a:cubicBezTo>
                  <a:pt x="4091005" y="150970"/>
                  <a:pt x="4096559" y="152324"/>
                  <a:pt x="4102411" y="152324"/>
                </a:cubicBezTo>
                <a:cubicBezTo>
                  <a:pt x="4107828" y="152324"/>
                  <a:pt x="4112433" y="151536"/>
                  <a:pt x="4116226" y="149960"/>
                </a:cubicBezTo>
                <a:cubicBezTo>
                  <a:pt x="4120019" y="148385"/>
                  <a:pt x="4123080" y="146238"/>
                  <a:pt x="4125410" y="143519"/>
                </a:cubicBezTo>
                <a:cubicBezTo>
                  <a:pt x="4127740" y="140803"/>
                  <a:pt x="4129446" y="137623"/>
                  <a:pt x="4130529" y="133980"/>
                </a:cubicBezTo>
                <a:cubicBezTo>
                  <a:pt x="4131614" y="130340"/>
                  <a:pt x="4132156" y="126454"/>
                  <a:pt x="4132156" y="122324"/>
                </a:cubicBezTo>
                <a:lnTo>
                  <a:pt x="4132156" y="107990"/>
                </a:lnTo>
                <a:lnTo>
                  <a:pt x="4131831" y="107990"/>
                </a:lnTo>
                <a:cubicBezTo>
                  <a:pt x="4128904" y="112762"/>
                  <a:pt x="4124759" y="116450"/>
                  <a:pt x="4119395" y="119055"/>
                </a:cubicBezTo>
                <a:cubicBezTo>
                  <a:pt x="4114032" y="121657"/>
                  <a:pt x="4108587" y="122958"/>
                  <a:pt x="4103061" y="122958"/>
                </a:cubicBezTo>
                <a:cubicBezTo>
                  <a:pt x="4097100" y="122958"/>
                  <a:pt x="4091709" y="121982"/>
                  <a:pt x="4086887" y="120029"/>
                </a:cubicBezTo>
                <a:cubicBezTo>
                  <a:pt x="4082066" y="118077"/>
                  <a:pt x="4077948" y="115392"/>
                  <a:pt x="4074534" y="111976"/>
                </a:cubicBezTo>
                <a:cubicBezTo>
                  <a:pt x="4071121" y="108560"/>
                  <a:pt x="4068466" y="104466"/>
                  <a:pt x="4066570" y="99694"/>
                </a:cubicBezTo>
                <a:cubicBezTo>
                  <a:pt x="4064673" y="94921"/>
                  <a:pt x="4063725" y="89768"/>
                  <a:pt x="4063725" y="84235"/>
                </a:cubicBezTo>
                <a:cubicBezTo>
                  <a:pt x="4063725" y="78812"/>
                  <a:pt x="4064673" y="73714"/>
                  <a:pt x="4066570" y="68942"/>
                </a:cubicBezTo>
                <a:cubicBezTo>
                  <a:pt x="4068466" y="64169"/>
                  <a:pt x="4071121" y="59993"/>
                  <a:pt x="4074534" y="56415"/>
                </a:cubicBezTo>
                <a:cubicBezTo>
                  <a:pt x="4077948" y="52835"/>
                  <a:pt x="4082066" y="50015"/>
                  <a:pt x="4086887" y="47955"/>
                </a:cubicBezTo>
                <a:cubicBezTo>
                  <a:pt x="4091709" y="45893"/>
                  <a:pt x="4097100" y="44862"/>
                  <a:pt x="4103061" y="44862"/>
                </a:cubicBezTo>
                <a:cubicBezTo>
                  <a:pt x="4108587" y="44862"/>
                  <a:pt x="4114004" y="46164"/>
                  <a:pt x="4119314" y="48768"/>
                </a:cubicBezTo>
                <a:cubicBezTo>
                  <a:pt x="4124624" y="51371"/>
                  <a:pt x="4128797" y="55113"/>
                  <a:pt x="4131831" y="59994"/>
                </a:cubicBezTo>
                <a:lnTo>
                  <a:pt x="4132156" y="59994"/>
                </a:lnTo>
                <a:lnTo>
                  <a:pt x="4132156" y="46826"/>
                </a:lnTo>
                <a:lnTo>
                  <a:pt x="4143208" y="46826"/>
                </a:lnTo>
                <a:lnTo>
                  <a:pt x="4143208" y="122324"/>
                </a:lnTo>
                <a:cubicBezTo>
                  <a:pt x="4143208" y="126444"/>
                  <a:pt x="4142639" y="130835"/>
                  <a:pt x="4141501" y="135496"/>
                </a:cubicBezTo>
                <a:cubicBezTo>
                  <a:pt x="4140364" y="140159"/>
                  <a:pt x="4138251" y="144441"/>
                  <a:pt x="4135162" y="148343"/>
                </a:cubicBezTo>
                <a:cubicBezTo>
                  <a:pt x="4132073" y="152247"/>
                  <a:pt x="4127874" y="155500"/>
                  <a:pt x="4122565" y="158103"/>
                </a:cubicBezTo>
                <a:cubicBezTo>
                  <a:pt x="4117256" y="160705"/>
                  <a:pt x="4110375" y="162007"/>
                  <a:pt x="4101922" y="162007"/>
                </a:cubicBezTo>
                <a:cubicBezTo>
                  <a:pt x="4094879" y="162007"/>
                  <a:pt x="4088160" y="160662"/>
                  <a:pt x="4081766" y="157971"/>
                </a:cubicBezTo>
                <a:cubicBezTo>
                  <a:pt x="4075373" y="155283"/>
                  <a:pt x="4069901" y="151558"/>
                  <a:pt x="4065349" y="146798"/>
                </a:cubicBezTo>
                <a:lnTo>
                  <a:pt x="4073316" y="138346"/>
                </a:lnTo>
                <a:moveTo>
                  <a:pt x="4075429" y="83913"/>
                </a:moveTo>
                <a:cubicBezTo>
                  <a:pt x="4075429" y="87936"/>
                  <a:pt x="4076079" y="91741"/>
                  <a:pt x="4077378" y="95329"/>
                </a:cubicBezTo>
                <a:cubicBezTo>
                  <a:pt x="4078678" y="98915"/>
                  <a:pt x="4080547" y="102068"/>
                  <a:pt x="4082986" y="104786"/>
                </a:cubicBezTo>
                <a:cubicBezTo>
                  <a:pt x="4085425" y="107504"/>
                  <a:pt x="4088432" y="109652"/>
                  <a:pt x="4092007" y="111230"/>
                </a:cubicBezTo>
                <a:cubicBezTo>
                  <a:pt x="4095583" y="112805"/>
                  <a:pt x="4099646" y="113593"/>
                  <a:pt x="4104197" y="113593"/>
                </a:cubicBezTo>
                <a:cubicBezTo>
                  <a:pt x="4108423" y="113593"/>
                  <a:pt x="4112324" y="112886"/>
                  <a:pt x="4115901" y="111473"/>
                </a:cubicBezTo>
                <a:cubicBezTo>
                  <a:pt x="4119477" y="110059"/>
                  <a:pt x="4122565" y="108047"/>
                  <a:pt x="4125164" y="105438"/>
                </a:cubicBezTo>
                <a:cubicBezTo>
                  <a:pt x="4127765" y="102829"/>
                  <a:pt x="4129797" y="99704"/>
                  <a:pt x="4131261" y="96063"/>
                </a:cubicBezTo>
                <a:cubicBezTo>
                  <a:pt x="4132724" y="92421"/>
                  <a:pt x="4133456" y="88370"/>
                  <a:pt x="4133456" y="83913"/>
                </a:cubicBezTo>
                <a:cubicBezTo>
                  <a:pt x="4133456" y="79890"/>
                  <a:pt x="4132724" y="76084"/>
                  <a:pt x="4131261" y="72496"/>
                </a:cubicBezTo>
                <a:cubicBezTo>
                  <a:pt x="4129797" y="68908"/>
                  <a:pt x="4127765" y="65756"/>
                  <a:pt x="4125164" y="63039"/>
                </a:cubicBezTo>
                <a:cubicBezTo>
                  <a:pt x="4122565" y="60321"/>
                  <a:pt x="4119477" y="58147"/>
                  <a:pt x="4115901" y="56516"/>
                </a:cubicBezTo>
                <a:cubicBezTo>
                  <a:pt x="4112324" y="54884"/>
                  <a:pt x="4108423" y="54068"/>
                  <a:pt x="4104197" y="54068"/>
                </a:cubicBezTo>
                <a:cubicBezTo>
                  <a:pt x="4099646" y="54068"/>
                  <a:pt x="4095583" y="54884"/>
                  <a:pt x="4092007" y="56516"/>
                </a:cubicBezTo>
                <a:cubicBezTo>
                  <a:pt x="4088432" y="58147"/>
                  <a:pt x="4085425" y="60321"/>
                  <a:pt x="4082986" y="63039"/>
                </a:cubicBezTo>
                <a:cubicBezTo>
                  <a:pt x="4080547" y="65756"/>
                  <a:pt x="4078678" y="68908"/>
                  <a:pt x="4077378" y="72496"/>
                </a:cubicBezTo>
                <a:cubicBezTo>
                  <a:pt x="4076079" y="76084"/>
                  <a:pt x="4075429" y="79890"/>
                  <a:pt x="4075429" y="83913"/>
                </a:cubicBezTo>
                <a:close/>
                <a:moveTo>
                  <a:pt x="4223668" y="161917"/>
                </a:moveTo>
                <a:lnTo>
                  <a:pt x="4212614" y="161917"/>
                </a:lnTo>
                <a:lnTo>
                  <a:pt x="4212614" y="46816"/>
                </a:lnTo>
                <a:lnTo>
                  <a:pt x="4223668" y="46816"/>
                </a:lnTo>
                <a:lnTo>
                  <a:pt x="4223668" y="59984"/>
                </a:lnTo>
                <a:lnTo>
                  <a:pt x="4224154" y="59984"/>
                </a:lnTo>
                <a:cubicBezTo>
                  <a:pt x="4227298" y="54997"/>
                  <a:pt x="4231497" y="51230"/>
                  <a:pt x="4236751" y="48684"/>
                </a:cubicBezTo>
                <a:cubicBezTo>
                  <a:pt x="4242008" y="46136"/>
                  <a:pt x="4247344" y="44862"/>
                  <a:pt x="4252761" y="44862"/>
                </a:cubicBezTo>
                <a:cubicBezTo>
                  <a:pt x="4258722" y="44862"/>
                  <a:pt x="4264113" y="45892"/>
                  <a:pt x="4268934" y="47952"/>
                </a:cubicBezTo>
                <a:cubicBezTo>
                  <a:pt x="4273756" y="50011"/>
                  <a:pt x="4277873" y="52829"/>
                  <a:pt x="4281286" y="56407"/>
                </a:cubicBezTo>
                <a:cubicBezTo>
                  <a:pt x="4284700" y="59984"/>
                  <a:pt x="4287356" y="64212"/>
                  <a:pt x="4289252" y="69091"/>
                </a:cubicBezTo>
                <a:cubicBezTo>
                  <a:pt x="4291149" y="73969"/>
                  <a:pt x="4292097" y="79226"/>
                  <a:pt x="4292097" y="84863"/>
                </a:cubicBezTo>
                <a:cubicBezTo>
                  <a:pt x="4292097" y="90499"/>
                  <a:pt x="4291149" y="95757"/>
                  <a:pt x="4289252" y="100637"/>
                </a:cubicBezTo>
                <a:cubicBezTo>
                  <a:pt x="4287356" y="105514"/>
                  <a:pt x="4284700" y="109742"/>
                  <a:pt x="4281286" y="113320"/>
                </a:cubicBezTo>
                <a:cubicBezTo>
                  <a:pt x="4277873" y="116897"/>
                  <a:pt x="4273756" y="119715"/>
                  <a:pt x="4268934" y="121775"/>
                </a:cubicBezTo>
                <a:cubicBezTo>
                  <a:pt x="4264113" y="123834"/>
                  <a:pt x="4258722" y="124863"/>
                  <a:pt x="4252761" y="124863"/>
                </a:cubicBezTo>
                <a:cubicBezTo>
                  <a:pt x="4247344" y="124863"/>
                  <a:pt x="4242008" y="123590"/>
                  <a:pt x="4236751" y="121044"/>
                </a:cubicBezTo>
                <a:cubicBezTo>
                  <a:pt x="4231497" y="118496"/>
                  <a:pt x="4227298" y="114837"/>
                  <a:pt x="4224154" y="110066"/>
                </a:cubicBezTo>
                <a:lnTo>
                  <a:pt x="4223668" y="110066"/>
                </a:lnTo>
                <a:lnTo>
                  <a:pt x="4223668" y="161917"/>
                </a:lnTo>
                <a:moveTo>
                  <a:pt x="4280395" y="84865"/>
                </a:moveTo>
                <a:cubicBezTo>
                  <a:pt x="4280395" y="80629"/>
                  <a:pt x="4279745" y="76637"/>
                  <a:pt x="4278444" y="72891"/>
                </a:cubicBezTo>
                <a:cubicBezTo>
                  <a:pt x="4277144" y="69142"/>
                  <a:pt x="4275275" y="65883"/>
                  <a:pt x="4272836" y="63114"/>
                </a:cubicBezTo>
                <a:cubicBezTo>
                  <a:pt x="4270399" y="60342"/>
                  <a:pt x="4267392" y="58143"/>
                  <a:pt x="4263815" y="56514"/>
                </a:cubicBezTo>
                <a:cubicBezTo>
                  <a:pt x="4260239" y="54884"/>
                  <a:pt x="4256175" y="54068"/>
                  <a:pt x="4251625" y="54068"/>
                </a:cubicBezTo>
                <a:cubicBezTo>
                  <a:pt x="4247399" y="54068"/>
                  <a:pt x="4243498" y="54856"/>
                  <a:pt x="4239921" y="56432"/>
                </a:cubicBezTo>
                <a:cubicBezTo>
                  <a:pt x="4236346" y="58006"/>
                  <a:pt x="4233258" y="60179"/>
                  <a:pt x="4230658" y="62950"/>
                </a:cubicBezTo>
                <a:cubicBezTo>
                  <a:pt x="4228057" y="65720"/>
                  <a:pt x="4226024" y="68979"/>
                  <a:pt x="4224561" y="72727"/>
                </a:cubicBezTo>
                <a:cubicBezTo>
                  <a:pt x="4223098" y="76474"/>
                  <a:pt x="4222366" y="80520"/>
                  <a:pt x="4222366" y="84865"/>
                </a:cubicBezTo>
                <a:cubicBezTo>
                  <a:pt x="4222366" y="89210"/>
                  <a:pt x="4223098" y="93257"/>
                  <a:pt x="4224561" y="97006"/>
                </a:cubicBezTo>
                <a:cubicBezTo>
                  <a:pt x="4226024" y="100752"/>
                  <a:pt x="4228057" y="103984"/>
                  <a:pt x="4230658" y="106701"/>
                </a:cubicBezTo>
                <a:cubicBezTo>
                  <a:pt x="4233258" y="109416"/>
                  <a:pt x="4236346" y="111561"/>
                  <a:pt x="4239921" y="113137"/>
                </a:cubicBezTo>
                <a:cubicBezTo>
                  <a:pt x="4243498" y="114711"/>
                  <a:pt x="4247399" y="115498"/>
                  <a:pt x="4251625" y="115498"/>
                </a:cubicBezTo>
                <a:cubicBezTo>
                  <a:pt x="4256175" y="115498"/>
                  <a:pt x="4260239" y="114711"/>
                  <a:pt x="4263815" y="113137"/>
                </a:cubicBezTo>
                <a:cubicBezTo>
                  <a:pt x="4267392" y="111561"/>
                  <a:pt x="4270399" y="109388"/>
                  <a:pt x="4272836" y="106619"/>
                </a:cubicBezTo>
                <a:cubicBezTo>
                  <a:pt x="4275275" y="103848"/>
                  <a:pt x="4277144" y="100589"/>
                  <a:pt x="4278444" y="96842"/>
                </a:cubicBezTo>
                <a:cubicBezTo>
                  <a:pt x="4279745" y="93094"/>
                  <a:pt x="4280395" y="89101"/>
                  <a:pt x="4280395" y="84865"/>
                </a:cubicBezTo>
                <a:close/>
                <a:moveTo>
                  <a:pt x="4363777" y="73841"/>
                </a:moveTo>
                <a:cubicBezTo>
                  <a:pt x="4363777" y="67195"/>
                  <a:pt x="4362043" y="62239"/>
                  <a:pt x="4358576" y="58972"/>
                </a:cubicBezTo>
                <a:cubicBezTo>
                  <a:pt x="4355109" y="55703"/>
                  <a:pt x="4350070" y="54068"/>
                  <a:pt x="4343459" y="54068"/>
                </a:cubicBezTo>
                <a:cubicBezTo>
                  <a:pt x="4338909" y="54068"/>
                  <a:pt x="4334683" y="54881"/>
                  <a:pt x="4330780" y="56506"/>
                </a:cubicBezTo>
                <a:cubicBezTo>
                  <a:pt x="4326880" y="58132"/>
                  <a:pt x="4323575" y="60299"/>
                  <a:pt x="4320867" y="63010"/>
                </a:cubicBezTo>
                <a:lnTo>
                  <a:pt x="4314689" y="55695"/>
                </a:lnTo>
                <a:cubicBezTo>
                  <a:pt x="4317832" y="52565"/>
                  <a:pt x="4321977" y="49978"/>
                  <a:pt x="4327125" y="47932"/>
                </a:cubicBezTo>
                <a:cubicBezTo>
                  <a:pt x="4332272" y="45885"/>
                  <a:pt x="4338096" y="44862"/>
                  <a:pt x="4344598" y="44862"/>
                </a:cubicBezTo>
                <a:cubicBezTo>
                  <a:pt x="4348716" y="44862"/>
                  <a:pt x="4352563" y="45431"/>
                  <a:pt x="4356138" y="46571"/>
                </a:cubicBezTo>
                <a:cubicBezTo>
                  <a:pt x="4359714" y="47710"/>
                  <a:pt x="4362857" y="49419"/>
                  <a:pt x="4365565" y="51697"/>
                </a:cubicBezTo>
                <a:cubicBezTo>
                  <a:pt x="4368275" y="53974"/>
                  <a:pt x="4370388" y="56848"/>
                  <a:pt x="4371905" y="60318"/>
                </a:cubicBezTo>
                <a:cubicBezTo>
                  <a:pt x="4373422" y="63789"/>
                  <a:pt x="4374181" y="67857"/>
                  <a:pt x="4374181" y="72521"/>
                </a:cubicBezTo>
                <a:lnTo>
                  <a:pt x="4374181" y="105875"/>
                </a:lnTo>
                <a:cubicBezTo>
                  <a:pt x="4374181" y="108803"/>
                  <a:pt x="4374290" y="111841"/>
                  <a:pt x="4374506" y="114987"/>
                </a:cubicBezTo>
                <a:cubicBezTo>
                  <a:pt x="4374723" y="118132"/>
                  <a:pt x="4375048" y="120789"/>
                  <a:pt x="4375481" y="122958"/>
                </a:cubicBezTo>
                <a:lnTo>
                  <a:pt x="4365568" y="122958"/>
                </a:lnTo>
                <a:cubicBezTo>
                  <a:pt x="4365242" y="121108"/>
                  <a:pt x="4364971" y="119095"/>
                  <a:pt x="4364754" y="116919"/>
                </a:cubicBezTo>
                <a:cubicBezTo>
                  <a:pt x="4364538" y="114743"/>
                  <a:pt x="4364429" y="112622"/>
                  <a:pt x="4364429" y="110555"/>
                </a:cubicBezTo>
                <a:lnTo>
                  <a:pt x="4364102" y="110555"/>
                </a:lnTo>
                <a:cubicBezTo>
                  <a:pt x="4360635" y="115649"/>
                  <a:pt x="4356706" y="119308"/>
                  <a:pt x="4352316" y="121530"/>
                </a:cubicBezTo>
                <a:cubicBezTo>
                  <a:pt x="4347928" y="123752"/>
                  <a:pt x="4342646" y="124863"/>
                  <a:pt x="4336470" y="124863"/>
                </a:cubicBezTo>
                <a:cubicBezTo>
                  <a:pt x="4333543" y="124863"/>
                  <a:pt x="4330536" y="124457"/>
                  <a:pt x="4327447" y="123645"/>
                </a:cubicBezTo>
                <a:cubicBezTo>
                  <a:pt x="4324360" y="122834"/>
                  <a:pt x="4321543" y="121508"/>
                  <a:pt x="4318997" y="119667"/>
                </a:cubicBezTo>
                <a:cubicBezTo>
                  <a:pt x="4316451" y="117825"/>
                  <a:pt x="4314337" y="115443"/>
                  <a:pt x="4312658" y="112519"/>
                </a:cubicBezTo>
                <a:cubicBezTo>
                  <a:pt x="4310978" y="109594"/>
                  <a:pt x="4310138" y="106020"/>
                  <a:pt x="4310138" y="101795"/>
                </a:cubicBezTo>
                <a:cubicBezTo>
                  <a:pt x="4310138" y="95947"/>
                  <a:pt x="4311627" y="91317"/>
                  <a:pt x="4314607" y="87906"/>
                </a:cubicBezTo>
                <a:cubicBezTo>
                  <a:pt x="4317587" y="84495"/>
                  <a:pt x="4321569" y="81950"/>
                  <a:pt x="4326554" y="80272"/>
                </a:cubicBezTo>
                <a:cubicBezTo>
                  <a:pt x="4331539" y="78592"/>
                  <a:pt x="4337255" y="77509"/>
                  <a:pt x="4343702" y="77023"/>
                </a:cubicBezTo>
                <a:cubicBezTo>
                  <a:pt x="4350151" y="76535"/>
                  <a:pt x="4356842" y="76291"/>
                  <a:pt x="4363777" y="76291"/>
                </a:cubicBezTo>
                <a:lnTo>
                  <a:pt x="4363777" y="73841"/>
                </a:lnTo>
                <a:moveTo>
                  <a:pt x="4360525" y="85021"/>
                </a:moveTo>
                <a:cubicBezTo>
                  <a:pt x="4355975" y="85021"/>
                  <a:pt x="4351397" y="85211"/>
                  <a:pt x="4346790" y="85589"/>
                </a:cubicBezTo>
                <a:cubicBezTo>
                  <a:pt x="4342185" y="85966"/>
                  <a:pt x="4338013" y="86723"/>
                  <a:pt x="4334275" y="87859"/>
                </a:cubicBezTo>
                <a:cubicBezTo>
                  <a:pt x="4330538" y="88993"/>
                  <a:pt x="4327478" y="90641"/>
                  <a:pt x="4325093" y="92802"/>
                </a:cubicBezTo>
                <a:cubicBezTo>
                  <a:pt x="4322709" y="94963"/>
                  <a:pt x="4321517" y="97826"/>
                  <a:pt x="4321517" y="101391"/>
                </a:cubicBezTo>
                <a:cubicBezTo>
                  <a:pt x="4321517" y="104092"/>
                  <a:pt x="4322031" y="106362"/>
                  <a:pt x="4323059" y="108199"/>
                </a:cubicBezTo>
                <a:cubicBezTo>
                  <a:pt x="4324090" y="110036"/>
                  <a:pt x="4325471" y="111521"/>
                  <a:pt x="4327204" y="112656"/>
                </a:cubicBezTo>
                <a:cubicBezTo>
                  <a:pt x="4328938" y="113790"/>
                  <a:pt x="4330862" y="114600"/>
                  <a:pt x="4332975" y="115086"/>
                </a:cubicBezTo>
                <a:cubicBezTo>
                  <a:pt x="4335088" y="115572"/>
                  <a:pt x="4337229" y="115815"/>
                  <a:pt x="4339397" y="115815"/>
                </a:cubicBezTo>
                <a:cubicBezTo>
                  <a:pt x="4343297" y="115815"/>
                  <a:pt x="4346764" y="115140"/>
                  <a:pt x="4349799" y="113789"/>
                </a:cubicBezTo>
                <a:cubicBezTo>
                  <a:pt x="4352833" y="112438"/>
                  <a:pt x="4355379" y="110601"/>
                  <a:pt x="4357438" y="108278"/>
                </a:cubicBezTo>
                <a:cubicBezTo>
                  <a:pt x="4359496" y="105955"/>
                  <a:pt x="4361067" y="103281"/>
                  <a:pt x="4362150" y="100257"/>
                </a:cubicBezTo>
                <a:cubicBezTo>
                  <a:pt x="4363235" y="97231"/>
                  <a:pt x="4363777" y="94043"/>
                  <a:pt x="4363777" y="90694"/>
                </a:cubicBezTo>
                <a:lnTo>
                  <a:pt x="4363777" y="85021"/>
                </a:lnTo>
                <a:lnTo>
                  <a:pt x="4360525" y="85021"/>
                </a:lnTo>
                <a:close/>
                <a:moveTo>
                  <a:pt x="4435297" y="56132"/>
                </a:moveTo>
                <a:lnTo>
                  <a:pt x="4413843" y="56132"/>
                </a:lnTo>
                <a:lnTo>
                  <a:pt x="4413843" y="100552"/>
                </a:lnTo>
                <a:cubicBezTo>
                  <a:pt x="4413843" y="103373"/>
                  <a:pt x="4414114" y="105705"/>
                  <a:pt x="4414654" y="107549"/>
                </a:cubicBezTo>
                <a:cubicBezTo>
                  <a:pt x="4415197" y="109393"/>
                  <a:pt x="4415982" y="110830"/>
                  <a:pt x="4417010" y="111862"/>
                </a:cubicBezTo>
                <a:cubicBezTo>
                  <a:pt x="4418041" y="112892"/>
                  <a:pt x="4419260" y="113597"/>
                  <a:pt x="4420669" y="113978"/>
                </a:cubicBezTo>
                <a:cubicBezTo>
                  <a:pt x="4422077" y="114356"/>
                  <a:pt x="4423595" y="114546"/>
                  <a:pt x="4425220" y="114546"/>
                </a:cubicBezTo>
                <a:cubicBezTo>
                  <a:pt x="4426738" y="114546"/>
                  <a:pt x="4428336" y="114325"/>
                  <a:pt x="4430014" y="113883"/>
                </a:cubicBezTo>
                <a:cubicBezTo>
                  <a:pt x="4431694" y="113440"/>
                  <a:pt x="4433293" y="112831"/>
                  <a:pt x="4434811" y="112055"/>
                </a:cubicBezTo>
                <a:lnTo>
                  <a:pt x="4435297" y="121637"/>
                </a:lnTo>
                <a:cubicBezTo>
                  <a:pt x="4433348" y="122395"/>
                  <a:pt x="4431316" y="122964"/>
                  <a:pt x="4429203" y="123343"/>
                </a:cubicBezTo>
                <a:cubicBezTo>
                  <a:pt x="4427090" y="123722"/>
                  <a:pt x="4424787" y="123911"/>
                  <a:pt x="4422293" y="123911"/>
                </a:cubicBezTo>
                <a:cubicBezTo>
                  <a:pt x="4420235" y="123911"/>
                  <a:pt x="4418068" y="123640"/>
                  <a:pt x="4415793" y="123097"/>
                </a:cubicBezTo>
                <a:cubicBezTo>
                  <a:pt x="4413517" y="122557"/>
                  <a:pt x="4411404" y="121528"/>
                  <a:pt x="4409453" y="120012"/>
                </a:cubicBezTo>
                <a:cubicBezTo>
                  <a:pt x="4407504" y="118494"/>
                  <a:pt x="4405906" y="116435"/>
                  <a:pt x="4404659" y="113834"/>
                </a:cubicBezTo>
                <a:cubicBezTo>
                  <a:pt x="4403412" y="111233"/>
                  <a:pt x="4402789" y="107819"/>
                  <a:pt x="4402789" y="103593"/>
                </a:cubicBezTo>
                <a:lnTo>
                  <a:pt x="4402789" y="56132"/>
                </a:lnTo>
                <a:lnTo>
                  <a:pt x="4387022" y="56132"/>
                </a:lnTo>
                <a:lnTo>
                  <a:pt x="4387022" y="46925"/>
                </a:lnTo>
                <a:lnTo>
                  <a:pt x="4402789" y="46925"/>
                </a:lnTo>
                <a:lnTo>
                  <a:pt x="4402789" y="25469"/>
                </a:lnTo>
                <a:lnTo>
                  <a:pt x="4413843" y="25469"/>
                </a:lnTo>
                <a:lnTo>
                  <a:pt x="4413843" y="46925"/>
                </a:lnTo>
                <a:lnTo>
                  <a:pt x="4435297" y="46925"/>
                </a:lnTo>
                <a:lnTo>
                  <a:pt x="4435297" y="56132"/>
                </a:lnTo>
                <a:close/>
                <a:moveTo>
                  <a:pt x="4484873" y="56132"/>
                </a:moveTo>
                <a:lnTo>
                  <a:pt x="4463419" y="56132"/>
                </a:lnTo>
                <a:lnTo>
                  <a:pt x="4463419" y="100552"/>
                </a:lnTo>
                <a:cubicBezTo>
                  <a:pt x="4463419" y="103373"/>
                  <a:pt x="4463689" y="105705"/>
                  <a:pt x="4464230" y="107549"/>
                </a:cubicBezTo>
                <a:cubicBezTo>
                  <a:pt x="4464772" y="109393"/>
                  <a:pt x="4465558" y="110830"/>
                  <a:pt x="4466586" y="111862"/>
                </a:cubicBezTo>
                <a:cubicBezTo>
                  <a:pt x="4467616" y="112892"/>
                  <a:pt x="4468836" y="113597"/>
                  <a:pt x="4470244" y="113978"/>
                </a:cubicBezTo>
                <a:cubicBezTo>
                  <a:pt x="4471653" y="114356"/>
                  <a:pt x="4473170" y="114546"/>
                  <a:pt x="4474796" y="114546"/>
                </a:cubicBezTo>
                <a:cubicBezTo>
                  <a:pt x="4476313" y="114546"/>
                  <a:pt x="4477911" y="114325"/>
                  <a:pt x="4479590" y="113883"/>
                </a:cubicBezTo>
                <a:cubicBezTo>
                  <a:pt x="4481270" y="113440"/>
                  <a:pt x="4482869" y="112831"/>
                  <a:pt x="4484386" y="112055"/>
                </a:cubicBezTo>
                <a:lnTo>
                  <a:pt x="4484873" y="121637"/>
                </a:lnTo>
                <a:cubicBezTo>
                  <a:pt x="4482923" y="122395"/>
                  <a:pt x="4480892" y="122964"/>
                  <a:pt x="4478779" y="123343"/>
                </a:cubicBezTo>
                <a:cubicBezTo>
                  <a:pt x="4476666" y="123722"/>
                  <a:pt x="4474362" y="123911"/>
                  <a:pt x="4471869" y="123911"/>
                </a:cubicBezTo>
                <a:cubicBezTo>
                  <a:pt x="4469810" y="123911"/>
                  <a:pt x="4467643" y="123640"/>
                  <a:pt x="4465368" y="123097"/>
                </a:cubicBezTo>
                <a:cubicBezTo>
                  <a:pt x="4463093" y="122557"/>
                  <a:pt x="4460980" y="121528"/>
                  <a:pt x="4459029" y="120012"/>
                </a:cubicBezTo>
                <a:cubicBezTo>
                  <a:pt x="4457079" y="118494"/>
                  <a:pt x="4455481" y="116435"/>
                  <a:pt x="4454235" y="113834"/>
                </a:cubicBezTo>
                <a:cubicBezTo>
                  <a:pt x="4452988" y="111233"/>
                  <a:pt x="4452365" y="107819"/>
                  <a:pt x="4452365" y="103593"/>
                </a:cubicBezTo>
                <a:lnTo>
                  <a:pt x="4452365" y="56132"/>
                </a:lnTo>
                <a:lnTo>
                  <a:pt x="4436598" y="56132"/>
                </a:lnTo>
                <a:lnTo>
                  <a:pt x="4436598" y="46925"/>
                </a:lnTo>
                <a:lnTo>
                  <a:pt x="4452365" y="46925"/>
                </a:lnTo>
                <a:lnTo>
                  <a:pt x="4452365" y="25469"/>
                </a:lnTo>
                <a:lnTo>
                  <a:pt x="4463419" y="25469"/>
                </a:lnTo>
                <a:lnTo>
                  <a:pt x="4463419" y="46925"/>
                </a:lnTo>
                <a:lnTo>
                  <a:pt x="4484873" y="46925"/>
                </a:lnTo>
                <a:lnTo>
                  <a:pt x="4484873" y="56132"/>
                </a:lnTo>
                <a:close/>
                <a:moveTo>
                  <a:pt x="4560131" y="79148"/>
                </a:moveTo>
                <a:cubicBezTo>
                  <a:pt x="4559805" y="71936"/>
                  <a:pt x="4557502" y="65953"/>
                  <a:pt x="4553221" y="61199"/>
                </a:cubicBezTo>
                <a:cubicBezTo>
                  <a:pt x="4548942" y="56445"/>
                  <a:pt x="4542847" y="54068"/>
                  <a:pt x="4534937" y="54068"/>
                </a:cubicBezTo>
                <a:cubicBezTo>
                  <a:pt x="4531253" y="54068"/>
                  <a:pt x="4527840" y="54751"/>
                  <a:pt x="4524696" y="56117"/>
                </a:cubicBezTo>
                <a:cubicBezTo>
                  <a:pt x="4521555" y="57483"/>
                  <a:pt x="4518792" y="59340"/>
                  <a:pt x="4516407" y="61690"/>
                </a:cubicBezTo>
                <a:cubicBezTo>
                  <a:pt x="4514023" y="64040"/>
                  <a:pt x="4512127" y="66717"/>
                  <a:pt x="4510718" y="69723"/>
                </a:cubicBezTo>
                <a:cubicBezTo>
                  <a:pt x="4509309" y="72728"/>
                  <a:pt x="4508496" y="75869"/>
                  <a:pt x="4508280" y="79148"/>
                </a:cubicBezTo>
                <a:lnTo>
                  <a:pt x="4560131" y="79148"/>
                </a:lnTo>
                <a:moveTo>
                  <a:pt x="4571346" y="82665"/>
                </a:moveTo>
                <a:cubicBezTo>
                  <a:pt x="4571346" y="83426"/>
                  <a:pt x="4571346" y="84241"/>
                  <a:pt x="4571346" y="85111"/>
                </a:cubicBezTo>
                <a:cubicBezTo>
                  <a:pt x="4571346" y="85979"/>
                  <a:pt x="4571292" y="86901"/>
                  <a:pt x="4571183" y="87878"/>
                </a:cubicBezTo>
                <a:lnTo>
                  <a:pt x="4508116" y="87878"/>
                </a:lnTo>
                <a:cubicBezTo>
                  <a:pt x="4508225" y="91670"/>
                  <a:pt x="4508983" y="95245"/>
                  <a:pt x="4510390" y="98603"/>
                </a:cubicBezTo>
                <a:cubicBezTo>
                  <a:pt x="4511799" y="101959"/>
                  <a:pt x="4513750" y="104884"/>
                  <a:pt x="4516241" y="107375"/>
                </a:cubicBezTo>
                <a:cubicBezTo>
                  <a:pt x="4518735" y="109865"/>
                  <a:pt x="4521661" y="111842"/>
                  <a:pt x="4525019" y="113306"/>
                </a:cubicBezTo>
                <a:cubicBezTo>
                  <a:pt x="4528379" y="114767"/>
                  <a:pt x="4532010" y="115498"/>
                  <a:pt x="4535912" y="115498"/>
                </a:cubicBezTo>
                <a:cubicBezTo>
                  <a:pt x="4541654" y="115498"/>
                  <a:pt x="4546611" y="114171"/>
                  <a:pt x="4550783" y="111517"/>
                </a:cubicBezTo>
                <a:cubicBezTo>
                  <a:pt x="4554955" y="108862"/>
                  <a:pt x="4558124" y="105800"/>
                  <a:pt x="4560292" y="102333"/>
                </a:cubicBezTo>
                <a:lnTo>
                  <a:pt x="4568581" y="108834"/>
                </a:lnTo>
                <a:cubicBezTo>
                  <a:pt x="4564031" y="114568"/>
                  <a:pt x="4559019" y="118674"/>
                  <a:pt x="4553546" y="121150"/>
                </a:cubicBezTo>
                <a:cubicBezTo>
                  <a:pt x="4548075" y="123626"/>
                  <a:pt x="4542197" y="124863"/>
                  <a:pt x="4535912" y="124863"/>
                </a:cubicBezTo>
                <a:cubicBezTo>
                  <a:pt x="4530277" y="124863"/>
                  <a:pt x="4525048" y="123860"/>
                  <a:pt x="4520224" y="121855"/>
                </a:cubicBezTo>
                <a:cubicBezTo>
                  <a:pt x="4515403" y="119849"/>
                  <a:pt x="4511259" y="117058"/>
                  <a:pt x="4507791" y="113482"/>
                </a:cubicBezTo>
                <a:cubicBezTo>
                  <a:pt x="4504324" y="109904"/>
                  <a:pt x="4501587" y="105676"/>
                  <a:pt x="4499582" y="100798"/>
                </a:cubicBezTo>
                <a:cubicBezTo>
                  <a:pt x="4497578" y="95920"/>
                  <a:pt x="4496576" y="90608"/>
                  <a:pt x="4496576" y="84863"/>
                </a:cubicBezTo>
                <a:cubicBezTo>
                  <a:pt x="4496576" y="79117"/>
                  <a:pt x="4497550" y="73805"/>
                  <a:pt x="4499500" y="68927"/>
                </a:cubicBezTo>
                <a:cubicBezTo>
                  <a:pt x="4501451" y="64050"/>
                  <a:pt x="4504160" y="59822"/>
                  <a:pt x="4507628" y="56246"/>
                </a:cubicBezTo>
                <a:cubicBezTo>
                  <a:pt x="4511097" y="52668"/>
                  <a:pt x="4515161" y="49876"/>
                  <a:pt x="4519820" y="47870"/>
                </a:cubicBezTo>
                <a:cubicBezTo>
                  <a:pt x="4524480" y="45865"/>
                  <a:pt x="4529519" y="44862"/>
                  <a:pt x="4534937" y="44862"/>
                </a:cubicBezTo>
                <a:cubicBezTo>
                  <a:pt x="4540896" y="44862"/>
                  <a:pt x="4546151" y="45867"/>
                  <a:pt x="4550701" y="47878"/>
                </a:cubicBezTo>
                <a:cubicBezTo>
                  <a:pt x="4555253" y="49887"/>
                  <a:pt x="4559046" y="52603"/>
                  <a:pt x="4562080" y="56025"/>
                </a:cubicBezTo>
                <a:cubicBezTo>
                  <a:pt x="4565114" y="59446"/>
                  <a:pt x="4567417" y="63438"/>
                  <a:pt x="4568988" y="68000"/>
                </a:cubicBezTo>
                <a:cubicBezTo>
                  <a:pt x="4570560" y="72562"/>
                  <a:pt x="4571346" y="77450"/>
                  <a:pt x="4571346" y="82665"/>
                </a:cubicBezTo>
                <a:close/>
                <a:moveTo>
                  <a:pt x="4595076" y="63573"/>
                </a:moveTo>
                <a:cubicBezTo>
                  <a:pt x="4595076" y="61511"/>
                  <a:pt x="4595021" y="58854"/>
                  <a:pt x="4594912" y="55604"/>
                </a:cubicBezTo>
                <a:cubicBezTo>
                  <a:pt x="4594805" y="52353"/>
                  <a:pt x="4594643" y="49427"/>
                  <a:pt x="4594426" y="46826"/>
                </a:cubicBezTo>
                <a:lnTo>
                  <a:pt x="4604992" y="46826"/>
                </a:lnTo>
                <a:cubicBezTo>
                  <a:pt x="4605208" y="48885"/>
                  <a:pt x="4605370" y="51161"/>
                  <a:pt x="4605478" y="53654"/>
                </a:cubicBezTo>
                <a:cubicBezTo>
                  <a:pt x="4605587" y="56146"/>
                  <a:pt x="4605641" y="58205"/>
                  <a:pt x="4605641" y="59830"/>
                </a:cubicBezTo>
                <a:lnTo>
                  <a:pt x="4605966" y="59830"/>
                </a:lnTo>
                <a:cubicBezTo>
                  <a:pt x="4608134" y="55382"/>
                  <a:pt x="4611385" y="51776"/>
                  <a:pt x="4615719" y="49011"/>
                </a:cubicBezTo>
                <a:cubicBezTo>
                  <a:pt x="4620054" y="46245"/>
                  <a:pt x="4624931" y="44862"/>
                  <a:pt x="4630349" y="44862"/>
                </a:cubicBezTo>
                <a:cubicBezTo>
                  <a:pt x="4631758" y="44862"/>
                  <a:pt x="4633031" y="44926"/>
                  <a:pt x="4634169" y="45053"/>
                </a:cubicBezTo>
                <a:cubicBezTo>
                  <a:pt x="4635306" y="45180"/>
                  <a:pt x="4636471" y="45434"/>
                  <a:pt x="4637663" y="45814"/>
                </a:cubicBezTo>
                <a:lnTo>
                  <a:pt x="4636200" y="56157"/>
                </a:lnTo>
                <a:cubicBezTo>
                  <a:pt x="4635550" y="55940"/>
                  <a:pt x="4634466" y="55724"/>
                  <a:pt x="4632949" y="55507"/>
                </a:cubicBezTo>
                <a:cubicBezTo>
                  <a:pt x="4631432" y="55289"/>
                  <a:pt x="4629915" y="55180"/>
                  <a:pt x="4628397" y="55180"/>
                </a:cubicBezTo>
                <a:cubicBezTo>
                  <a:pt x="4625472" y="55180"/>
                  <a:pt x="4622655" y="55722"/>
                  <a:pt x="4619945" y="56807"/>
                </a:cubicBezTo>
                <a:cubicBezTo>
                  <a:pt x="4617236" y="57890"/>
                  <a:pt x="4614879" y="59596"/>
                  <a:pt x="4612874" y="61926"/>
                </a:cubicBezTo>
                <a:cubicBezTo>
                  <a:pt x="4610870" y="64255"/>
                  <a:pt x="4609244" y="67236"/>
                  <a:pt x="4607998" y="70867"/>
                </a:cubicBezTo>
                <a:cubicBezTo>
                  <a:pt x="4606753" y="74496"/>
                  <a:pt x="4606130" y="78857"/>
                  <a:pt x="4606130" y="83950"/>
                </a:cubicBezTo>
                <a:lnTo>
                  <a:pt x="4606130" y="122958"/>
                </a:lnTo>
                <a:lnTo>
                  <a:pt x="4595076" y="122958"/>
                </a:lnTo>
                <a:lnTo>
                  <a:pt x="4595076" y="63573"/>
                </a:lnTo>
                <a:close/>
                <a:moveTo>
                  <a:pt x="4663507" y="46826"/>
                </a:moveTo>
                <a:cubicBezTo>
                  <a:pt x="4663724" y="48885"/>
                  <a:pt x="4663886" y="51161"/>
                  <a:pt x="4663993" y="53654"/>
                </a:cubicBezTo>
                <a:cubicBezTo>
                  <a:pt x="4664103" y="56146"/>
                  <a:pt x="4664157" y="58205"/>
                  <a:pt x="4664157" y="59830"/>
                </a:cubicBezTo>
                <a:lnTo>
                  <a:pt x="4664482" y="59830"/>
                </a:lnTo>
                <a:cubicBezTo>
                  <a:pt x="4666650" y="55382"/>
                  <a:pt x="4670172" y="51776"/>
                  <a:pt x="4675048" y="49011"/>
                </a:cubicBezTo>
                <a:cubicBezTo>
                  <a:pt x="4679924" y="46245"/>
                  <a:pt x="4685071" y="44862"/>
                  <a:pt x="4690489" y="44862"/>
                </a:cubicBezTo>
                <a:cubicBezTo>
                  <a:pt x="4700132" y="44862"/>
                  <a:pt x="4707365" y="47736"/>
                  <a:pt x="4712186" y="53486"/>
                </a:cubicBezTo>
                <a:cubicBezTo>
                  <a:pt x="4717009" y="59235"/>
                  <a:pt x="4719421" y="66827"/>
                  <a:pt x="4719421" y="76264"/>
                </a:cubicBezTo>
                <a:lnTo>
                  <a:pt x="4719421" y="122958"/>
                </a:lnTo>
                <a:lnTo>
                  <a:pt x="4708369" y="122958"/>
                </a:lnTo>
                <a:lnTo>
                  <a:pt x="4708369" y="80778"/>
                </a:lnTo>
                <a:cubicBezTo>
                  <a:pt x="4708369" y="76760"/>
                  <a:pt x="4708044" y="73123"/>
                  <a:pt x="4707394" y="69867"/>
                </a:cubicBezTo>
                <a:cubicBezTo>
                  <a:pt x="4706745" y="66610"/>
                  <a:pt x="4705634" y="63814"/>
                  <a:pt x="4704061" y="61479"/>
                </a:cubicBezTo>
                <a:cubicBezTo>
                  <a:pt x="4702490" y="59145"/>
                  <a:pt x="4700377" y="57326"/>
                  <a:pt x="4697722" y="56023"/>
                </a:cubicBezTo>
                <a:cubicBezTo>
                  <a:pt x="4695068" y="54720"/>
                  <a:pt x="4691736" y="54068"/>
                  <a:pt x="4687726" y="54068"/>
                </a:cubicBezTo>
                <a:cubicBezTo>
                  <a:pt x="4684801" y="54068"/>
                  <a:pt x="4681957" y="54666"/>
                  <a:pt x="4679192" y="55862"/>
                </a:cubicBezTo>
                <a:cubicBezTo>
                  <a:pt x="4676429" y="57055"/>
                  <a:pt x="4673964" y="58874"/>
                  <a:pt x="4671796" y="61318"/>
                </a:cubicBezTo>
                <a:cubicBezTo>
                  <a:pt x="4669630" y="63760"/>
                  <a:pt x="4667896" y="66854"/>
                  <a:pt x="4666595" y="70599"/>
                </a:cubicBezTo>
                <a:cubicBezTo>
                  <a:pt x="4665296" y="74344"/>
                  <a:pt x="4664646" y="78769"/>
                  <a:pt x="4664646" y="83873"/>
                </a:cubicBezTo>
                <a:lnTo>
                  <a:pt x="4664646" y="122958"/>
                </a:lnTo>
                <a:lnTo>
                  <a:pt x="4653591" y="122958"/>
                </a:lnTo>
                <a:lnTo>
                  <a:pt x="4653591" y="63573"/>
                </a:lnTo>
                <a:cubicBezTo>
                  <a:pt x="4653591" y="61511"/>
                  <a:pt x="4653537" y="58854"/>
                  <a:pt x="4653428" y="55604"/>
                </a:cubicBezTo>
                <a:cubicBezTo>
                  <a:pt x="4653320" y="52353"/>
                  <a:pt x="4653158" y="49427"/>
                  <a:pt x="4652942" y="46826"/>
                </a:cubicBezTo>
                <a:lnTo>
                  <a:pt x="4663507" y="46826"/>
                </a:lnTo>
                <a:close/>
                <a:moveTo>
                  <a:pt x="4788503" y="64798"/>
                </a:moveTo>
                <a:cubicBezTo>
                  <a:pt x="4786878" y="61654"/>
                  <a:pt x="4784413" y="59081"/>
                  <a:pt x="4781107" y="57077"/>
                </a:cubicBezTo>
                <a:cubicBezTo>
                  <a:pt x="4777802" y="55071"/>
                  <a:pt x="4774036" y="54068"/>
                  <a:pt x="4769810" y="54068"/>
                </a:cubicBezTo>
                <a:cubicBezTo>
                  <a:pt x="4767861" y="54068"/>
                  <a:pt x="4765910" y="54286"/>
                  <a:pt x="4763959" y="54721"/>
                </a:cubicBezTo>
                <a:cubicBezTo>
                  <a:pt x="4762008" y="55154"/>
                  <a:pt x="4760274" y="55859"/>
                  <a:pt x="4758756" y="56836"/>
                </a:cubicBezTo>
                <a:cubicBezTo>
                  <a:pt x="4757240" y="57812"/>
                  <a:pt x="4756021" y="59059"/>
                  <a:pt x="4755100" y="60579"/>
                </a:cubicBezTo>
                <a:cubicBezTo>
                  <a:pt x="4754179" y="62097"/>
                  <a:pt x="4753719" y="63887"/>
                  <a:pt x="4753719" y="65949"/>
                </a:cubicBezTo>
                <a:cubicBezTo>
                  <a:pt x="4753719" y="69530"/>
                  <a:pt x="4755181" y="72270"/>
                  <a:pt x="4758106" y="74168"/>
                </a:cubicBezTo>
                <a:cubicBezTo>
                  <a:pt x="4761033" y="76066"/>
                  <a:pt x="4765638" y="77667"/>
                  <a:pt x="4771923" y="78970"/>
                </a:cubicBezTo>
                <a:cubicBezTo>
                  <a:pt x="4780918" y="80813"/>
                  <a:pt x="4787555" y="83498"/>
                  <a:pt x="4791834" y="87025"/>
                </a:cubicBezTo>
                <a:cubicBezTo>
                  <a:pt x="4796115" y="90550"/>
                  <a:pt x="4798256" y="95297"/>
                  <a:pt x="4798256" y="101264"/>
                </a:cubicBezTo>
                <a:cubicBezTo>
                  <a:pt x="4798256" y="105604"/>
                  <a:pt x="4797416" y="109267"/>
                  <a:pt x="4795736" y="112251"/>
                </a:cubicBezTo>
                <a:cubicBezTo>
                  <a:pt x="4794056" y="115234"/>
                  <a:pt x="4791861" y="117676"/>
                  <a:pt x="4789151" y="119575"/>
                </a:cubicBezTo>
                <a:cubicBezTo>
                  <a:pt x="4786442" y="121474"/>
                  <a:pt x="4783382" y="122829"/>
                  <a:pt x="4779969" y="123643"/>
                </a:cubicBezTo>
                <a:cubicBezTo>
                  <a:pt x="4776556" y="124457"/>
                  <a:pt x="4773116" y="124863"/>
                  <a:pt x="4769649" y="124863"/>
                </a:cubicBezTo>
                <a:cubicBezTo>
                  <a:pt x="4763905" y="124863"/>
                  <a:pt x="4758323" y="123679"/>
                  <a:pt x="4752905" y="121312"/>
                </a:cubicBezTo>
                <a:cubicBezTo>
                  <a:pt x="4747488" y="118942"/>
                  <a:pt x="4743045" y="115217"/>
                  <a:pt x="4739576" y="110136"/>
                </a:cubicBezTo>
                <a:lnTo>
                  <a:pt x="4748354" y="103633"/>
                </a:lnTo>
                <a:cubicBezTo>
                  <a:pt x="4750305" y="106993"/>
                  <a:pt x="4753176" y="109810"/>
                  <a:pt x="4756968" y="112085"/>
                </a:cubicBezTo>
                <a:cubicBezTo>
                  <a:pt x="4760761" y="114360"/>
                  <a:pt x="4764933" y="115498"/>
                  <a:pt x="4769485" y="115498"/>
                </a:cubicBezTo>
                <a:cubicBezTo>
                  <a:pt x="4771869" y="115498"/>
                  <a:pt x="4774145" y="115281"/>
                  <a:pt x="4776311" y="114848"/>
                </a:cubicBezTo>
                <a:cubicBezTo>
                  <a:pt x="4778478" y="114413"/>
                  <a:pt x="4780375" y="113654"/>
                  <a:pt x="4782000" y="112569"/>
                </a:cubicBezTo>
                <a:cubicBezTo>
                  <a:pt x="4783626" y="111484"/>
                  <a:pt x="4784926" y="110101"/>
                  <a:pt x="4785902" y="108420"/>
                </a:cubicBezTo>
                <a:cubicBezTo>
                  <a:pt x="4786877" y="106736"/>
                  <a:pt x="4787365" y="104647"/>
                  <a:pt x="4787365" y="102152"/>
                </a:cubicBezTo>
                <a:cubicBezTo>
                  <a:pt x="4787365" y="98137"/>
                  <a:pt x="4785441" y="95126"/>
                  <a:pt x="4781594" y="93119"/>
                </a:cubicBezTo>
                <a:cubicBezTo>
                  <a:pt x="4777748" y="91112"/>
                  <a:pt x="4772194" y="89240"/>
                  <a:pt x="4764934" y="87504"/>
                </a:cubicBezTo>
                <a:cubicBezTo>
                  <a:pt x="4762659" y="86962"/>
                  <a:pt x="4760247" y="86284"/>
                  <a:pt x="4757699" y="85470"/>
                </a:cubicBezTo>
                <a:cubicBezTo>
                  <a:pt x="4755153" y="84657"/>
                  <a:pt x="4752796" y="83464"/>
                  <a:pt x="4750628" y="81891"/>
                </a:cubicBezTo>
                <a:cubicBezTo>
                  <a:pt x="4748462" y="80317"/>
                  <a:pt x="4746675" y="78336"/>
                  <a:pt x="4745266" y="75949"/>
                </a:cubicBezTo>
                <a:cubicBezTo>
                  <a:pt x="4743857" y="73561"/>
                  <a:pt x="4743153" y="70577"/>
                  <a:pt x="4743153" y="66998"/>
                </a:cubicBezTo>
                <a:cubicBezTo>
                  <a:pt x="4743153" y="63091"/>
                  <a:pt x="4743911" y="59754"/>
                  <a:pt x="4745427" y="56988"/>
                </a:cubicBezTo>
                <a:cubicBezTo>
                  <a:pt x="4746945" y="54220"/>
                  <a:pt x="4748977" y="51941"/>
                  <a:pt x="4751524" y="50152"/>
                </a:cubicBezTo>
                <a:cubicBezTo>
                  <a:pt x="4754070" y="48361"/>
                  <a:pt x="4756968" y="47032"/>
                  <a:pt x="4760219" y="46164"/>
                </a:cubicBezTo>
                <a:cubicBezTo>
                  <a:pt x="4763472" y="45296"/>
                  <a:pt x="4766831" y="44862"/>
                  <a:pt x="4770299" y="44862"/>
                </a:cubicBezTo>
                <a:cubicBezTo>
                  <a:pt x="4775608" y="44862"/>
                  <a:pt x="4780754" y="46047"/>
                  <a:pt x="4785738" y="48416"/>
                </a:cubicBezTo>
                <a:cubicBezTo>
                  <a:pt x="4790723" y="50784"/>
                  <a:pt x="4794462" y="54131"/>
                  <a:pt x="4796956" y="58458"/>
                </a:cubicBezTo>
                <a:lnTo>
                  <a:pt x="4788503" y="64798"/>
                </a:lnTo>
                <a:close/>
                <a:moveTo>
                  <a:pt x="4835478" y="115101"/>
                </a:moveTo>
                <a:cubicBezTo>
                  <a:pt x="4835478" y="117385"/>
                  <a:pt x="4834665" y="119424"/>
                  <a:pt x="4833040" y="121220"/>
                </a:cubicBezTo>
                <a:cubicBezTo>
                  <a:pt x="4831415" y="123014"/>
                  <a:pt x="4829301" y="123911"/>
                  <a:pt x="4826700" y="123911"/>
                </a:cubicBezTo>
                <a:cubicBezTo>
                  <a:pt x="4824100" y="123911"/>
                  <a:pt x="4821986" y="123014"/>
                  <a:pt x="4820361" y="121220"/>
                </a:cubicBezTo>
                <a:cubicBezTo>
                  <a:pt x="4818736" y="119424"/>
                  <a:pt x="4817923" y="117385"/>
                  <a:pt x="4817923" y="115101"/>
                </a:cubicBezTo>
                <a:cubicBezTo>
                  <a:pt x="4817923" y="112818"/>
                  <a:pt x="4818736" y="110779"/>
                  <a:pt x="4820361" y="108985"/>
                </a:cubicBezTo>
                <a:cubicBezTo>
                  <a:pt x="4821986" y="107189"/>
                  <a:pt x="4824100" y="106292"/>
                  <a:pt x="4826700" y="106292"/>
                </a:cubicBezTo>
                <a:cubicBezTo>
                  <a:pt x="4829301" y="106292"/>
                  <a:pt x="4831415" y="107189"/>
                  <a:pt x="4833040" y="108985"/>
                </a:cubicBezTo>
                <a:cubicBezTo>
                  <a:pt x="4834665" y="110779"/>
                  <a:pt x="4835478" y="112818"/>
                  <a:pt x="4835478" y="1151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9" name="Text Craf">
            <a:extLst xmlns:a="http://schemas.openxmlformats.org/drawingml/2006/main">
              <a:ext uri="{FF2B5EF4-FFF2-40B4-BE49-F238E27FC236}">
                <a16:creationId xmlns:a16="http://schemas.microsoft.com/office/drawing/2014/main" id="{9E0FAF53-5912-4B67-8AED-D7DE2024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6424" y="2587759"/>
            <a:ext cx="304117" cy="127621"/>
          </a:xfrm>
          <a:custGeom xmlns:a="http://schemas.openxmlformats.org/drawingml/2006/main">
            <a:pathLst>
              <a:path w="304117" h="127621">
                <a:moveTo>
                  <a:pt x="103052" y="106088"/>
                </a:moveTo>
                <a:cubicBezTo>
                  <a:pt x="101101" y="109013"/>
                  <a:pt x="98744" y="111778"/>
                  <a:pt x="95981" y="114382"/>
                </a:cubicBezTo>
                <a:cubicBezTo>
                  <a:pt x="93218" y="116984"/>
                  <a:pt x="90021" y="119269"/>
                  <a:pt x="86390" y="121235"/>
                </a:cubicBezTo>
                <a:cubicBezTo>
                  <a:pt x="82761" y="123199"/>
                  <a:pt x="78752" y="124754"/>
                  <a:pt x="74364" y="125900"/>
                </a:cubicBezTo>
                <a:cubicBezTo>
                  <a:pt x="69976" y="127047"/>
                  <a:pt x="65181" y="127621"/>
                  <a:pt x="59979" y="127621"/>
                </a:cubicBezTo>
                <a:cubicBezTo>
                  <a:pt x="51310" y="127621"/>
                  <a:pt x="43290" y="126106"/>
                  <a:pt x="35921" y="123075"/>
                </a:cubicBezTo>
                <a:cubicBezTo>
                  <a:pt x="28553" y="120044"/>
                  <a:pt x="22214" y="115850"/>
                  <a:pt x="16905" y="110493"/>
                </a:cubicBezTo>
                <a:cubicBezTo>
                  <a:pt x="11596" y="105134"/>
                  <a:pt x="7451" y="98775"/>
                  <a:pt x="4469" y="91415"/>
                </a:cubicBezTo>
                <a:cubicBezTo>
                  <a:pt x="1490" y="84054"/>
                  <a:pt x="0" y="75990"/>
                  <a:pt x="0" y="67223"/>
                </a:cubicBezTo>
                <a:cubicBezTo>
                  <a:pt x="0" y="58457"/>
                  <a:pt x="1517" y="50394"/>
                  <a:pt x="4551" y="43034"/>
                </a:cubicBezTo>
                <a:cubicBezTo>
                  <a:pt x="7585" y="35673"/>
                  <a:pt x="11784" y="29313"/>
                  <a:pt x="17148" y="23956"/>
                </a:cubicBezTo>
                <a:cubicBezTo>
                  <a:pt x="22512" y="18597"/>
                  <a:pt x="28851" y="14403"/>
                  <a:pt x="36164" y="11372"/>
                </a:cubicBezTo>
                <a:cubicBezTo>
                  <a:pt x="43479" y="8341"/>
                  <a:pt x="51417" y="6826"/>
                  <a:pt x="59979" y="6826"/>
                </a:cubicBezTo>
                <a:cubicBezTo>
                  <a:pt x="64205" y="6826"/>
                  <a:pt x="68349" y="7263"/>
                  <a:pt x="72412" y="8138"/>
                </a:cubicBezTo>
                <a:cubicBezTo>
                  <a:pt x="76476" y="9011"/>
                  <a:pt x="80296" y="10238"/>
                  <a:pt x="83870" y="11821"/>
                </a:cubicBezTo>
                <a:cubicBezTo>
                  <a:pt x="87447" y="13403"/>
                  <a:pt x="90698" y="15309"/>
                  <a:pt x="93623" y="17538"/>
                </a:cubicBezTo>
                <a:cubicBezTo>
                  <a:pt x="96549" y="19766"/>
                  <a:pt x="98988" y="22290"/>
                  <a:pt x="100939" y="25107"/>
                </a:cubicBezTo>
                <a:lnTo>
                  <a:pt x="91187" y="32257"/>
                </a:lnTo>
                <a:cubicBezTo>
                  <a:pt x="89995" y="30416"/>
                  <a:pt x="88396" y="28574"/>
                  <a:pt x="86390" y="26732"/>
                </a:cubicBezTo>
                <a:cubicBezTo>
                  <a:pt x="84386" y="24890"/>
                  <a:pt x="82029" y="23264"/>
                  <a:pt x="79319" y="21856"/>
                </a:cubicBezTo>
                <a:cubicBezTo>
                  <a:pt x="76611" y="20447"/>
                  <a:pt x="73659" y="19309"/>
                  <a:pt x="70463" y="18443"/>
                </a:cubicBezTo>
                <a:cubicBezTo>
                  <a:pt x="67266" y="17576"/>
                  <a:pt x="63826" y="17143"/>
                  <a:pt x="60140" y="17143"/>
                </a:cubicBezTo>
                <a:cubicBezTo>
                  <a:pt x="52663" y="17143"/>
                  <a:pt x="45971" y="18494"/>
                  <a:pt x="40065" y="21196"/>
                </a:cubicBezTo>
                <a:cubicBezTo>
                  <a:pt x="34161" y="23896"/>
                  <a:pt x="29149" y="27543"/>
                  <a:pt x="25030" y="32136"/>
                </a:cubicBezTo>
                <a:cubicBezTo>
                  <a:pt x="20913" y="36728"/>
                  <a:pt x="17771" y="42049"/>
                  <a:pt x="15603" y="48101"/>
                </a:cubicBezTo>
                <a:cubicBezTo>
                  <a:pt x="13437" y="54151"/>
                  <a:pt x="12354" y="60525"/>
                  <a:pt x="12354" y="67223"/>
                </a:cubicBezTo>
                <a:cubicBezTo>
                  <a:pt x="12354" y="73922"/>
                  <a:pt x="13464" y="80297"/>
                  <a:pt x="15685" y="86348"/>
                </a:cubicBezTo>
                <a:cubicBezTo>
                  <a:pt x="17907" y="92398"/>
                  <a:pt x="21077" y="97720"/>
                  <a:pt x="25194" y="102313"/>
                </a:cubicBezTo>
                <a:cubicBezTo>
                  <a:pt x="29311" y="106905"/>
                  <a:pt x="34323" y="110552"/>
                  <a:pt x="40229" y="113253"/>
                </a:cubicBezTo>
                <a:cubicBezTo>
                  <a:pt x="46135" y="115954"/>
                  <a:pt x="52772" y="117304"/>
                  <a:pt x="60140" y="117304"/>
                </a:cubicBezTo>
                <a:cubicBezTo>
                  <a:pt x="66750" y="117304"/>
                  <a:pt x="73035" y="115949"/>
                  <a:pt x="78994" y="113241"/>
                </a:cubicBezTo>
                <a:cubicBezTo>
                  <a:pt x="84955" y="110531"/>
                  <a:pt x="89940" y="106196"/>
                  <a:pt x="93950" y="100237"/>
                </a:cubicBezTo>
                <a:lnTo>
                  <a:pt x="103052" y="106088"/>
                </a:lnTo>
                <a:close/>
                <a:moveTo>
                  <a:pt x="122557" y="65378"/>
                </a:moveTo>
                <a:cubicBezTo>
                  <a:pt x="122557" y="63316"/>
                  <a:pt x="122502" y="60660"/>
                  <a:pt x="122393" y="57409"/>
                </a:cubicBezTo>
                <a:cubicBezTo>
                  <a:pt x="122286" y="54159"/>
                  <a:pt x="122124" y="51233"/>
                  <a:pt x="121907" y="48632"/>
                </a:cubicBezTo>
                <a:lnTo>
                  <a:pt x="132473" y="48632"/>
                </a:lnTo>
                <a:cubicBezTo>
                  <a:pt x="132689" y="50690"/>
                  <a:pt x="132851" y="52966"/>
                  <a:pt x="132959" y="55460"/>
                </a:cubicBezTo>
                <a:cubicBezTo>
                  <a:pt x="133068" y="57952"/>
                  <a:pt x="133122" y="60010"/>
                  <a:pt x="133122" y="61635"/>
                </a:cubicBezTo>
                <a:lnTo>
                  <a:pt x="133447" y="61635"/>
                </a:lnTo>
                <a:cubicBezTo>
                  <a:pt x="135615" y="57188"/>
                  <a:pt x="138866" y="53581"/>
                  <a:pt x="143200" y="50817"/>
                </a:cubicBezTo>
                <a:cubicBezTo>
                  <a:pt x="147535" y="48051"/>
                  <a:pt x="152412" y="46667"/>
                  <a:pt x="157830" y="46667"/>
                </a:cubicBezTo>
                <a:cubicBezTo>
                  <a:pt x="159239" y="46667"/>
                  <a:pt x="160512" y="46731"/>
                  <a:pt x="161650" y="46858"/>
                </a:cubicBezTo>
                <a:cubicBezTo>
                  <a:pt x="162787" y="46986"/>
                  <a:pt x="163952" y="47240"/>
                  <a:pt x="165144" y="47620"/>
                </a:cubicBezTo>
                <a:lnTo>
                  <a:pt x="163681" y="57962"/>
                </a:lnTo>
                <a:cubicBezTo>
                  <a:pt x="163031" y="57746"/>
                  <a:pt x="161947" y="57529"/>
                  <a:pt x="160429" y="57312"/>
                </a:cubicBezTo>
                <a:cubicBezTo>
                  <a:pt x="158913" y="57094"/>
                  <a:pt x="157396" y="56985"/>
                  <a:pt x="155878" y="56985"/>
                </a:cubicBezTo>
                <a:cubicBezTo>
                  <a:pt x="152953" y="56985"/>
                  <a:pt x="150136" y="57527"/>
                  <a:pt x="147426" y="58612"/>
                </a:cubicBezTo>
                <a:cubicBezTo>
                  <a:pt x="144717" y="59695"/>
                  <a:pt x="142360" y="61402"/>
                  <a:pt x="140355" y="63731"/>
                </a:cubicBezTo>
                <a:cubicBezTo>
                  <a:pt x="138351" y="66061"/>
                  <a:pt x="136725" y="69041"/>
                  <a:pt x="135479" y="72672"/>
                </a:cubicBezTo>
                <a:cubicBezTo>
                  <a:pt x="134234" y="76302"/>
                  <a:pt x="133611" y="80663"/>
                  <a:pt x="133611" y="85755"/>
                </a:cubicBezTo>
                <a:lnTo>
                  <a:pt x="133611" y="124764"/>
                </a:lnTo>
                <a:lnTo>
                  <a:pt x="122557" y="124764"/>
                </a:lnTo>
                <a:lnTo>
                  <a:pt x="122557" y="65378"/>
                </a:lnTo>
                <a:close/>
                <a:moveTo>
                  <a:pt x="227071" y="75646"/>
                </a:moveTo>
                <a:cubicBezTo>
                  <a:pt x="227071" y="69001"/>
                  <a:pt x="225337" y="64045"/>
                  <a:pt x="221870" y="60777"/>
                </a:cubicBezTo>
                <a:cubicBezTo>
                  <a:pt x="218403" y="57508"/>
                  <a:pt x="213364" y="55874"/>
                  <a:pt x="206753" y="55874"/>
                </a:cubicBezTo>
                <a:cubicBezTo>
                  <a:pt x="202203" y="55874"/>
                  <a:pt x="197977" y="56687"/>
                  <a:pt x="194074" y="58312"/>
                </a:cubicBezTo>
                <a:cubicBezTo>
                  <a:pt x="190174" y="59937"/>
                  <a:pt x="186869" y="62105"/>
                  <a:pt x="184161" y="64815"/>
                </a:cubicBezTo>
                <a:lnTo>
                  <a:pt x="177983" y="57501"/>
                </a:lnTo>
                <a:cubicBezTo>
                  <a:pt x="181126" y="54371"/>
                  <a:pt x="185271" y="51783"/>
                  <a:pt x="190419" y="49738"/>
                </a:cubicBezTo>
                <a:cubicBezTo>
                  <a:pt x="195566" y="47691"/>
                  <a:pt x="201390" y="46667"/>
                  <a:pt x="207892" y="46667"/>
                </a:cubicBezTo>
                <a:cubicBezTo>
                  <a:pt x="212010" y="46667"/>
                  <a:pt x="215857" y="47237"/>
                  <a:pt x="219432" y="48376"/>
                </a:cubicBezTo>
                <a:cubicBezTo>
                  <a:pt x="223008" y="49516"/>
                  <a:pt x="226151" y="51224"/>
                  <a:pt x="228859" y="53503"/>
                </a:cubicBezTo>
                <a:cubicBezTo>
                  <a:pt x="231569" y="55780"/>
                  <a:pt x="233682" y="58653"/>
                  <a:pt x="235199" y="62124"/>
                </a:cubicBezTo>
                <a:cubicBezTo>
                  <a:pt x="236717" y="65595"/>
                  <a:pt x="237475" y="69662"/>
                  <a:pt x="237475" y="74327"/>
                </a:cubicBezTo>
                <a:lnTo>
                  <a:pt x="237475" y="107680"/>
                </a:lnTo>
                <a:cubicBezTo>
                  <a:pt x="237475" y="110609"/>
                  <a:pt x="237584" y="113646"/>
                  <a:pt x="237800" y="116793"/>
                </a:cubicBezTo>
                <a:cubicBezTo>
                  <a:pt x="238017" y="119938"/>
                  <a:pt x="238342" y="122595"/>
                  <a:pt x="238775" y="124764"/>
                </a:cubicBezTo>
                <a:lnTo>
                  <a:pt x="228862" y="124764"/>
                </a:lnTo>
                <a:cubicBezTo>
                  <a:pt x="228536" y="122914"/>
                  <a:pt x="228265" y="120901"/>
                  <a:pt x="228048" y="118725"/>
                </a:cubicBezTo>
                <a:cubicBezTo>
                  <a:pt x="227832" y="116549"/>
                  <a:pt x="227723" y="114427"/>
                  <a:pt x="227723" y="112361"/>
                </a:cubicBezTo>
                <a:lnTo>
                  <a:pt x="227396" y="112361"/>
                </a:lnTo>
                <a:cubicBezTo>
                  <a:pt x="223929" y="117455"/>
                  <a:pt x="220000" y="121113"/>
                  <a:pt x="215610" y="123335"/>
                </a:cubicBezTo>
                <a:cubicBezTo>
                  <a:pt x="211222" y="125558"/>
                  <a:pt x="205940" y="126669"/>
                  <a:pt x="199764" y="126669"/>
                </a:cubicBezTo>
                <a:cubicBezTo>
                  <a:pt x="196837" y="126669"/>
                  <a:pt x="193830" y="126263"/>
                  <a:pt x="190741" y="125451"/>
                </a:cubicBezTo>
                <a:cubicBezTo>
                  <a:pt x="187654" y="124639"/>
                  <a:pt x="184837" y="123313"/>
                  <a:pt x="182291" y="121473"/>
                </a:cubicBezTo>
                <a:cubicBezTo>
                  <a:pt x="179745" y="119631"/>
                  <a:pt x="177632" y="117248"/>
                  <a:pt x="175952" y="114325"/>
                </a:cubicBezTo>
                <a:cubicBezTo>
                  <a:pt x="174272" y="111400"/>
                  <a:pt x="173432" y="107825"/>
                  <a:pt x="173432" y="103600"/>
                </a:cubicBezTo>
                <a:cubicBezTo>
                  <a:pt x="173432" y="97752"/>
                  <a:pt x="174921" y="93122"/>
                  <a:pt x="177901" y="89711"/>
                </a:cubicBezTo>
                <a:cubicBezTo>
                  <a:pt x="180881" y="86300"/>
                  <a:pt x="184863" y="83756"/>
                  <a:pt x="189848" y="82077"/>
                </a:cubicBezTo>
                <a:cubicBezTo>
                  <a:pt x="194833" y="80397"/>
                  <a:pt x="200549" y="79314"/>
                  <a:pt x="206996" y="78828"/>
                </a:cubicBezTo>
                <a:cubicBezTo>
                  <a:pt x="213445" y="78340"/>
                  <a:pt x="220136" y="78097"/>
                  <a:pt x="227071" y="78097"/>
                </a:cubicBezTo>
                <a:lnTo>
                  <a:pt x="227071" y="75646"/>
                </a:lnTo>
                <a:moveTo>
                  <a:pt x="223819" y="86827"/>
                </a:moveTo>
                <a:cubicBezTo>
                  <a:pt x="219269" y="86827"/>
                  <a:pt x="214691" y="87016"/>
                  <a:pt x="210084" y="87395"/>
                </a:cubicBezTo>
                <a:cubicBezTo>
                  <a:pt x="205479" y="87772"/>
                  <a:pt x="201308" y="88528"/>
                  <a:pt x="197569" y="89664"/>
                </a:cubicBezTo>
                <a:cubicBezTo>
                  <a:pt x="193832" y="90799"/>
                  <a:pt x="190772" y="92446"/>
                  <a:pt x="188387" y="94607"/>
                </a:cubicBezTo>
                <a:cubicBezTo>
                  <a:pt x="186003" y="96768"/>
                  <a:pt x="184811" y="99631"/>
                  <a:pt x="184811" y="103196"/>
                </a:cubicBezTo>
                <a:cubicBezTo>
                  <a:pt x="184811" y="105898"/>
                  <a:pt x="185325" y="108167"/>
                  <a:pt x="186354" y="110004"/>
                </a:cubicBezTo>
                <a:cubicBezTo>
                  <a:pt x="187384" y="111841"/>
                  <a:pt x="188765" y="113327"/>
                  <a:pt x="190498" y="114461"/>
                </a:cubicBezTo>
                <a:cubicBezTo>
                  <a:pt x="192232" y="115596"/>
                  <a:pt x="194156" y="116406"/>
                  <a:pt x="196269" y="116892"/>
                </a:cubicBezTo>
                <a:cubicBezTo>
                  <a:pt x="198383" y="117378"/>
                  <a:pt x="200523" y="117621"/>
                  <a:pt x="202691" y="117621"/>
                </a:cubicBezTo>
                <a:cubicBezTo>
                  <a:pt x="206591" y="117621"/>
                  <a:pt x="210059" y="116946"/>
                  <a:pt x="213093" y="115595"/>
                </a:cubicBezTo>
                <a:cubicBezTo>
                  <a:pt x="216127" y="114244"/>
                  <a:pt x="218673" y="112407"/>
                  <a:pt x="220732" y="110084"/>
                </a:cubicBezTo>
                <a:cubicBezTo>
                  <a:pt x="222790" y="107761"/>
                  <a:pt x="224361" y="105087"/>
                  <a:pt x="225444" y="102063"/>
                </a:cubicBezTo>
                <a:cubicBezTo>
                  <a:pt x="226529" y="99037"/>
                  <a:pt x="227071" y="95849"/>
                  <a:pt x="227071" y="92499"/>
                </a:cubicBezTo>
                <a:lnTo>
                  <a:pt x="227071" y="86827"/>
                </a:lnTo>
                <a:lnTo>
                  <a:pt x="223819" y="86827"/>
                </a:lnTo>
                <a:close/>
                <a:moveTo>
                  <a:pt x="298102" y="57938"/>
                </a:moveTo>
                <a:lnTo>
                  <a:pt x="280223" y="57938"/>
                </a:lnTo>
                <a:lnTo>
                  <a:pt x="280223" y="124764"/>
                </a:lnTo>
                <a:lnTo>
                  <a:pt x="269171" y="124764"/>
                </a:lnTo>
                <a:lnTo>
                  <a:pt x="269171" y="57938"/>
                </a:lnTo>
                <a:lnTo>
                  <a:pt x="253241" y="57938"/>
                </a:lnTo>
                <a:lnTo>
                  <a:pt x="253241" y="48731"/>
                </a:lnTo>
                <a:lnTo>
                  <a:pt x="269171" y="48731"/>
                </a:lnTo>
                <a:lnTo>
                  <a:pt x="269171" y="27939"/>
                </a:lnTo>
                <a:cubicBezTo>
                  <a:pt x="269171" y="19275"/>
                  <a:pt x="271284" y="12453"/>
                  <a:pt x="275510" y="7473"/>
                </a:cubicBezTo>
                <a:cubicBezTo>
                  <a:pt x="279736" y="2491"/>
                  <a:pt x="286238" y="0"/>
                  <a:pt x="295015" y="0"/>
                </a:cubicBezTo>
                <a:cubicBezTo>
                  <a:pt x="296423" y="0"/>
                  <a:pt x="297940" y="81"/>
                  <a:pt x="299566" y="243"/>
                </a:cubicBezTo>
                <a:cubicBezTo>
                  <a:pt x="301191" y="403"/>
                  <a:pt x="302708" y="699"/>
                  <a:pt x="304117" y="1128"/>
                </a:cubicBezTo>
                <a:lnTo>
                  <a:pt x="302167" y="10819"/>
                </a:lnTo>
                <a:cubicBezTo>
                  <a:pt x="300975" y="10495"/>
                  <a:pt x="299783" y="10224"/>
                  <a:pt x="298591" y="10008"/>
                </a:cubicBezTo>
                <a:cubicBezTo>
                  <a:pt x="297399" y="9791"/>
                  <a:pt x="296045" y="9683"/>
                  <a:pt x="294528" y="9683"/>
                </a:cubicBezTo>
                <a:cubicBezTo>
                  <a:pt x="291602" y="9683"/>
                  <a:pt x="289190" y="10171"/>
                  <a:pt x="287294" y="11148"/>
                </a:cubicBezTo>
                <a:cubicBezTo>
                  <a:pt x="285397" y="12124"/>
                  <a:pt x="283934" y="13507"/>
                  <a:pt x="282904" y="15298"/>
                </a:cubicBezTo>
                <a:cubicBezTo>
                  <a:pt x="281875" y="17087"/>
                  <a:pt x="281171" y="19174"/>
                  <a:pt x="280791" y="21560"/>
                </a:cubicBezTo>
                <a:cubicBezTo>
                  <a:pt x="280412" y="23946"/>
                  <a:pt x="280223" y="26495"/>
                  <a:pt x="280223" y="29207"/>
                </a:cubicBezTo>
                <a:lnTo>
                  <a:pt x="280223" y="48731"/>
                </a:lnTo>
                <a:lnTo>
                  <a:pt x="298102" y="48731"/>
                </a:lnTo>
                <a:lnTo>
                  <a:pt x="298102" y="579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0" name="Text tedforstyleandprotection,thesecasesof">
            <a:extLst xmlns:a="http://schemas.openxmlformats.org/drawingml/2006/main">
              <a:ext uri="{FF2B5EF4-FFF2-40B4-BE49-F238E27FC236}">
                <a16:creationId xmlns:a16="http://schemas.microsoft.com/office/drawing/2014/main" id="{67AAA910-BA04-45B4-B089-B7A59BD5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364" y="2587759"/>
            <a:ext cx="3128456" cy="163812"/>
          </a:xfrm>
          <a:custGeom xmlns:a="http://schemas.openxmlformats.org/drawingml/2006/main">
            <a:pathLst>
              <a:path w="3128456" h="163812">
                <a:moveTo>
                  <a:pt x="48275" y="57938"/>
                </a:moveTo>
                <a:lnTo>
                  <a:pt x="26821" y="57938"/>
                </a:lnTo>
                <a:lnTo>
                  <a:pt x="26821" y="102358"/>
                </a:lnTo>
                <a:cubicBezTo>
                  <a:pt x="26821" y="105179"/>
                  <a:pt x="27091" y="107511"/>
                  <a:pt x="27632" y="109355"/>
                </a:cubicBezTo>
                <a:cubicBezTo>
                  <a:pt x="28174" y="111198"/>
                  <a:pt x="28960" y="112636"/>
                  <a:pt x="29988" y="113668"/>
                </a:cubicBezTo>
                <a:cubicBezTo>
                  <a:pt x="31018" y="114698"/>
                  <a:pt x="32238" y="115403"/>
                  <a:pt x="33646" y="115783"/>
                </a:cubicBezTo>
                <a:cubicBezTo>
                  <a:pt x="35055" y="116162"/>
                  <a:pt x="36572" y="116351"/>
                  <a:pt x="38198" y="116351"/>
                </a:cubicBezTo>
                <a:cubicBezTo>
                  <a:pt x="39715" y="116351"/>
                  <a:pt x="41314" y="116130"/>
                  <a:pt x="42992" y="115689"/>
                </a:cubicBezTo>
                <a:cubicBezTo>
                  <a:pt x="44672" y="115246"/>
                  <a:pt x="46271" y="114637"/>
                  <a:pt x="47789" y="113861"/>
                </a:cubicBezTo>
                <a:lnTo>
                  <a:pt x="48275" y="123442"/>
                </a:lnTo>
                <a:cubicBezTo>
                  <a:pt x="46325" y="124201"/>
                  <a:pt x="44294" y="124770"/>
                  <a:pt x="42181" y="125148"/>
                </a:cubicBezTo>
                <a:cubicBezTo>
                  <a:pt x="40068" y="125527"/>
                  <a:pt x="37764" y="125716"/>
                  <a:pt x="35271" y="125716"/>
                </a:cubicBezTo>
                <a:cubicBezTo>
                  <a:pt x="33212" y="125716"/>
                  <a:pt x="31046" y="125445"/>
                  <a:pt x="28770" y="124903"/>
                </a:cubicBezTo>
                <a:cubicBezTo>
                  <a:pt x="26495" y="124362"/>
                  <a:pt x="24382" y="123334"/>
                  <a:pt x="22431" y="121818"/>
                </a:cubicBezTo>
                <a:cubicBezTo>
                  <a:pt x="20482" y="120300"/>
                  <a:pt x="18883" y="118240"/>
                  <a:pt x="17637" y="115639"/>
                </a:cubicBezTo>
                <a:cubicBezTo>
                  <a:pt x="16390" y="113038"/>
                  <a:pt x="15767" y="109625"/>
                  <a:pt x="15767" y="105399"/>
                </a:cubicBezTo>
                <a:lnTo>
                  <a:pt x="15767" y="57938"/>
                </a:lnTo>
                <a:lnTo>
                  <a:pt x="0" y="57938"/>
                </a:lnTo>
                <a:lnTo>
                  <a:pt x="0" y="48731"/>
                </a:lnTo>
                <a:lnTo>
                  <a:pt x="15767" y="48731"/>
                </a:lnTo>
                <a:lnTo>
                  <a:pt x="15767" y="27275"/>
                </a:lnTo>
                <a:lnTo>
                  <a:pt x="26821" y="27275"/>
                </a:lnTo>
                <a:lnTo>
                  <a:pt x="26821" y="48731"/>
                </a:lnTo>
                <a:lnTo>
                  <a:pt x="48275" y="48731"/>
                </a:lnTo>
                <a:lnTo>
                  <a:pt x="48275" y="57938"/>
                </a:lnTo>
                <a:close/>
                <a:moveTo>
                  <a:pt x="123534" y="80954"/>
                </a:moveTo>
                <a:cubicBezTo>
                  <a:pt x="123208" y="73741"/>
                  <a:pt x="120905" y="67758"/>
                  <a:pt x="116624" y="63005"/>
                </a:cubicBezTo>
                <a:cubicBezTo>
                  <a:pt x="112345" y="58251"/>
                  <a:pt x="106250" y="55874"/>
                  <a:pt x="98340" y="55874"/>
                </a:cubicBezTo>
                <a:cubicBezTo>
                  <a:pt x="94656" y="55874"/>
                  <a:pt x="91242" y="56557"/>
                  <a:pt x="88099" y="57923"/>
                </a:cubicBezTo>
                <a:cubicBezTo>
                  <a:pt x="84958" y="59288"/>
                  <a:pt x="82195" y="61146"/>
                  <a:pt x="79810" y="63496"/>
                </a:cubicBezTo>
                <a:cubicBezTo>
                  <a:pt x="77426" y="65845"/>
                  <a:pt x="75530" y="68523"/>
                  <a:pt x="74121" y="71529"/>
                </a:cubicBezTo>
                <a:cubicBezTo>
                  <a:pt x="72712" y="74533"/>
                  <a:pt x="71899" y="77675"/>
                  <a:pt x="71683" y="80954"/>
                </a:cubicBezTo>
                <a:lnTo>
                  <a:pt x="123534" y="80954"/>
                </a:lnTo>
                <a:moveTo>
                  <a:pt x="134749" y="84471"/>
                </a:moveTo>
                <a:cubicBezTo>
                  <a:pt x="134749" y="85231"/>
                  <a:pt x="134749" y="86046"/>
                  <a:pt x="134749" y="86916"/>
                </a:cubicBezTo>
                <a:cubicBezTo>
                  <a:pt x="134749" y="87784"/>
                  <a:pt x="134695" y="88707"/>
                  <a:pt x="134586" y="89684"/>
                </a:cubicBezTo>
                <a:lnTo>
                  <a:pt x="71519" y="89684"/>
                </a:lnTo>
                <a:cubicBezTo>
                  <a:pt x="71628" y="93475"/>
                  <a:pt x="72386" y="97050"/>
                  <a:pt x="73793" y="100408"/>
                </a:cubicBezTo>
                <a:cubicBezTo>
                  <a:pt x="75202" y="103765"/>
                  <a:pt x="77152" y="106689"/>
                  <a:pt x="79644" y="109181"/>
                </a:cubicBezTo>
                <a:cubicBezTo>
                  <a:pt x="82138" y="111671"/>
                  <a:pt x="85063" y="113648"/>
                  <a:pt x="88422" y="115111"/>
                </a:cubicBezTo>
                <a:cubicBezTo>
                  <a:pt x="91781" y="116573"/>
                  <a:pt x="95412" y="117304"/>
                  <a:pt x="99315" y="117304"/>
                </a:cubicBezTo>
                <a:cubicBezTo>
                  <a:pt x="105057" y="117304"/>
                  <a:pt x="110014" y="115977"/>
                  <a:pt x="114186" y="113323"/>
                </a:cubicBezTo>
                <a:cubicBezTo>
                  <a:pt x="118358" y="110667"/>
                  <a:pt x="121527" y="107606"/>
                  <a:pt x="123695" y="104139"/>
                </a:cubicBezTo>
                <a:lnTo>
                  <a:pt x="131984" y="110639"/>
                </a:lnTo>
                <a:cubicBezTo>
                  <a:pt x="127434" y="116374"/>
                  <a:pt x="122422" y="120479"/>
                  <a:pt x="116949" y="122956"/>
                </a:cubicBezTo>
                <a:cubicBezTo>
                  <a:pt x="111478" y="125431"/>
                  <a:pt x="105600" y="126669"/>
                  <a:pt x="99315" y="126669"/>
                </a:cubicBezTo>
                <a:cubicBezTo>
                  <a:pt x="93680" y="126669"/>
                  <a:pt x="88451" y="125666"/>
                  <a:pt x="83627" y="123660"/>
                </a:cubicBezTo>
                <a:cubicBezTo>
                  <a:pt x="78806" y="121655"/>
                  <a:pt x="74661" y="118864"/>
                  <a:pt x="71194" y="115287"/>
                </a:cubicBezTo>
                <a:cubicBezTo>
                  <a:pt x="67727" y="111709"/>
                  <a:pt x="64990" y="107481"/>
                  <a:pt x="62985" y="102603"/>
                </a:cubicBezTo>
                <a:cubicBezTo>
                  <a:pt x="60981" y="97726"/>
                  <a:pt x="59979" y="92414"/>
                  <a:pt x="59979" y="86668"/>
                </a:cubicBezTo>
                <a:cubicBezTo>
                  <a:pt x="59979" y="80922"/>
                  <a:pt x="60953" y="75611"/>
                  <a:pt x="62903" y="70733"/>
                </a:cubicBezTo>
                <a:cubicBezTo>
                  <a:pt x="64854" y="65855"/>
                  <a:pt x="67563" y="61628"/>
                  <a:pt x="71030" y="58052"/>
                </a:cubicBezTo>
                <a:cubicBezTo>
                  <a:pt x="74499" y="54473"/>
                  <a:pt x="78564" y="51682"/>
                  <a:pt x="83223" y="49676"/>
                </a:cubicBezTo>
                <a:cubicBezTo>
                  <a:pt x="87883" y="47670"/>
                  <a:pt x="92922" y="46667"/>
                  <a:pt x="98340" y="46667"/>
                </a:cubicBezTo>
                <a:cubicBezTo>
                  <a:pt x="104299" y="46667"/>
                  <a:pt x="109554" y="47673"/>
                  <a:pt x="114104" y="49683"/>
                </a:cubicBezTo>
                <a:cubicBezTo>
                  <a:pt x="118656" y="51692"/>
                  <a:pt x="122449" y="54408"/>
                  <a:pt x="125483" y="57831"/>
                </a:cubicBezTo>
                <a:cubicBezTo>
                  <a:pt x="128517" y="61252"/>
                  <a:pt x="130820" y="65243"/>
                  <a:pt x="132391" y="69805"/>
                </a:cubicBezTo>
                <a:cubicBezTo>
                  <a:pt x="133963" y="74367"/>
                  <a:pt x="134749" y="79256"/>
                  <a:pt x="134749" y="84471"/>
                </a:cubicBezTo>
                <a:close/>
                <a:moveTo>
                  <a:pt x="221059" y="111924"/>
                </a:moveTo>
                <a:cubicBezTo>
                  <a:pt x="217809" y="116800"/>
                  <a:pt x="213583" y="120477"/>
                  <a:pt x="208381" y="122954"/>
                </a:cubicBezTo>
                <a:cubicBezTo>
                  <a:pt x="203179" y="125430"/>
                  <a:pt x="197815" y="126669"/>
                  <a:pt x="192289" y="126669"/>
                </a:cubicBezTo>
                <a:cubicBezTo>
                  <a:pt x="186328" y="126669"/>
                  <a:pt x="180937" y="125640"/>
                  <a:pt x="176116" y="123581"/>
                </a:cubicBezTo>
                <a:cubicBezTo>
                  <a:pt x="171294" y="121521"/>
                  <a:pt x="167176" y="118702"/>
                  <a:pt x="163762" y="115126"/>
                </a:cubicBezTo>
                <a:cubicBezTo>
                  <a:pt x="160349" y="111548"/>
                  <a:pt x="157694" y="107320"/>
                  <a:pt x="155798" y="102442"/>
                </a:cubicBezTo>
                <a:cubicBezTo>
                  <a:pt x="153901" y="97563"/>
                  <a:pt x="152953" y="92305"/>
                  <a:pt x="152953" y="86668"/>
                </a:cubicBezTo>
                <a:cubicBezTo>
                  <a:pt x="152953" y="81031"/>
                  <a:pt x="153901" y="75774"/>
                  <a:pt x="155798" y="70897"/>
                </a:cubicBezTo>
                <a:cubicBezTo>
                  <a:pt x="157694" y="66017"/>
                  <a:pt x="160349" y="61789"/>
                  <a:pt x="163762" y="58213"/>
                </a:cubicBezTo>
                <a:cubicBezTo>
                  <a:pt x="167176" y="54635"/>
                  <a:pt x="171294" y="51816"/>
                  <a:pt x="176116" y="49758"/>
                </a:cubicBezTo>
                <a:cubicBezTo>
                  <a:pt x="180937" y="47698"/>
                  <a:pt x="186328" y="46667"/>
                  <a:pt x="192289" y="46667"/>
                </a:cubicBezTo>
                <a:cubicBezTo>
                  <a:pt x="197815" y="46667"/>
                  <a:pt x="203179" y="47941"/>
                  <a:pt x="208381" y="50489"/>
                </a:cubicBezTo>
                <a:cubicBezTo>
                  <a:pt x="213583" y="53036"/>
                  <a:pt x="217809" y="56802"/>
                  <a:pt x="221059" y="61789"/>
                </a:cubicBezTo>
                <a:lnTo>
                  <a:pt x="221384" y="61789"/>
                </a:lnTo>
                <a:lnTo>
                  <a:pt x="221384" y="1811"/>
                </a:lnTo>
                <a:lnTo>
                  <a:pt x="232436" y="1811"/>
                </a:lnTo>
                <a:lnTo>
                  <a:pt x="232436" y="124764"/>
                </a:lnTo>
                <a:lnTo>
                  <a:pt x="221384" y="124764"/>
                </a:lnTo>
                <a:lnTo>
                  <a:pt x="221384" y="111924"/>
                </a:lnTo>
                <a:lnTo>
                  <a:pt x="221059" y="111924"/>
                </a:lnTo>
                <a:moveTo>
                  <a:pt x="164657" y="86671"/>
                </a:moveTo>
                <a:cubicBezTo>
                  <a:pt x="164657" y="90907"/>
                  <a:pt x="165307" y="94899"/>
                  <a:pt x="166607" y="98648"/>
                </a:cubicBezTo>
                <a:cubicBezTo>
                  <a:pt x="167906" y="102394"/>
                  <a:pt x="169776" y="105653"/>
                  <a:pt x="172214" y="108424"/>
                </a:cubicBezTo>
                <a:cubicBezTo>
                  <a:pt x="174653" y="111194"/>
                  <a:pt x="177660" y="113367"/>
                  <a:pt x="181235" y="114942"/>
                </a:cubicBezTo>
                <a:cubicBezTo>
                  <a:pt x="184811" y="116517"/>
                  <a:pt x="188875" y="117304"/>
                  <a:pt x="193425" y="117304"/>
                </a:cubicBezTo>
                <a:cubicBezTo>
                  <a:pt x="197651" y="117304"/>
                  <a:pt x="201553" y="116517"/>
                  <a:pt x="205129" y="114942"/>
                </a:cubicBezTo>
                <a:cubicBezTo>
                  <a:pt x="208706" y="113367"/>
                  <a:pt x="211793" y="111221"/>
                  <a:pt x="214393" y="108506"/>
                </a:cubicBezTo>
                <a:cubicBezTo>
                  <a:pt x="216994" y="105790"/>
                  <a:pt x="219026" y="102558"/>
                  <a:pt x="220489" y="98811"/>
                </a:cubicBezTo>
                <a:cubicBezTo>
                  <a:pt x="221952" y="95063"/>
                  <a:pt x="222684" y="91016"/>
                  <a:pt x="222684" y="86671"/>
                </a:cubicBezTo>
                <a:cubicBezTo>
                  <a:pt x="222684" y="82325"/>
                  <a:pt x="221952" y="78279"/>
                  <a:pt x="220489" y="74533"/>
                </a:cubicBezTo>
                <a:cubicBezTo>
                  <a:pt x="219026" y="70784"/>
                  <a:pt x="216994" y="67525"/>
                  <a:pt x="214393" y="64756"/>
                </a:cubicBezTo>
                <a:cubicBezTo>
                  <a:pt x="211793" y="61984"/>
                  <a:pt x="208706" y="59812"/>
                  <a:pt x="205129" y="58238"/>
                </a:cubicBezTo>
                <a:cubicBezTo>
                  <a:pt x="201553" y="56662"/>
                  <a:pt x="197651" y="55874"/>
                  <a:pt x="193425" y="55874"/>
                </a:cubicBezTo>
                <a:cubicBezTo>
                  <a:pt x="188875" y="55874"/>
                  <a:pt x="184811" y="56689"/>
                  <a:pt x="181235" y="58319"/>
                </a:cubicBezTo>
                <a:cubicBezTo>
                  <a:pt x="177660" y="59948"/>
                  <a:pt x="174653" y="62148"/>
                  <a:pt x="172214" y="64919"/>
                </a:cubicBezTo>
                <a:cubicBezTo>
                  <a:pt x="169776" y="67689"/>
                  <a:pt x="167906" y="70948"/>
                  <a:pt x="166607" y="74696"/>
                </a:cubicBezTo>
                <a:cubicBezTo>
                  <a:pt x="165307" y="78443"/>
                  <a:pt x="164657" y="82434"/>
                  <a:pt x="164657" y="86671"/>
                </a:cubicBezTo>
                <a:close/>
                <a:moveTo>
                  <a:pt x="334837" y="57938"/>
                </a:moveTo>
                <a:lnTo>
                  <a:pt x="316958" y="57938"/>
                </a:lnTo>
                <a:lnTo>
                  <a:pt x="316958" y="124764"/>
                </a:lnTo>
                <a:lnTo>
                  <a:pt x="305906" y="124764"/>
                </a:lnTo>
                <a:lnTo>
                  <a:pt x="305906" y="57938"/>
                </a:lnTo>
                <a:lnTo>
                  <a:pt x="289975" y="57938"/>
                </a:lnTo>
                <a:lnTo>
                  <a:pt x="289975" y="48731"/>
                </a:lnTo>
                <a:lnTo>
                  <a:pt x="305906" y="48731"/>
                </a:lnTo>
                <a:lnTo>
                  <a:pt x="305906" y="27939"/>
                </a:lnTo>
                <a:cubicBezTo>
                  <a:pt x="305906" y="19275"/>
                  <a:pt x="308019" y="12453"/>
                  <a:pt x="312245" y="7473"/>
                </a:cubicBezTo>
                <a:cubicBezTo>
                  <a:pt x="316471" y="2491"/>
                  <a:pt x="322973" y="0"/>
                  <a:pt x="331749" y="0"/>
                </a:cubicBezTo>
                <a:cubicBezTo>
                  <a:pt x="333158" y="0"/>
                  <a:pt x="334675" y="81"/>
                  <a:pt x="336301" y="243"/>
                </a:cubicBezTo>
                <a:cubicBezTo>
                  <a:pt x="337926" y="403"/>
                  <a:pt x="339443" y="699"/>
                  <a:pt x="340852" y="1128"/>
                </a:cubicBezTo>
                <a:lnTo>
                  <a:pt x="338902" y="10819"/>
                </a:lnTo>
                <a:cubicBezTo>
                  <a:pt x="337710" y="10495"/>
                  <a:pt x="336518" y="10224"/>
                  <a:pt x="335326" y="10008"/>
                </a:cubicBezTo>
                <a:cubicBezTo>
                  <a:pt x="334134" y="9791"/>
                  <a:pt x="332780" y="9683"/>
                  <a:pt x="331263" y="9683"/>
                </a:cubicBezTo>
                <a:cubicBezTo>
                  <a:pt x="328337" y="9683"/>
                  <a:pt x="325925" y="10171"/>
                  <a:pt x="324029" y="11148"/>
                </a:cubicBezTo>
                <a:cubicBezTo>
                  <a:pt x="322132" y="12124"/>
                  <a:pt x="320669" y="13507"/>
                  <a:pt x="319639" y="15298"/>
                </a:cubicBezTo>
                <a:cubicBezTo>
                  <a:pt x="318610" y="17087"/>
                  <a:pt x="317906" y="19174"/>
                  <a:pt x="317525" y="21560"/>
                </a:cubicBezTo>
                <a:cubicBezTo>
                  <a:pt x="317147" y="23946"/>
                  <a:pt x="316958" y="26495"/>
                  <a:pt x="316958" y="29207"/>
                </a:cubicBezTo>
                <a:lnTo>
                  <a:pt x="316958" y="48731"/>
                </a:lnTo>
                <a:lnTo>
                  <a:pt x="334837" y="48731"/>
                </a:lnTo>
                <a:lnTo>
                  <a:pt x="334837" y="57938"/>
                </a:lnTo>
                <a:close/>
                <a:moveTo>
                  <a:pt x="426186" y="86668"/>
                </a:moveTo>
                <a:cubicBezTo>
                  <a:pt x="426186" y="92414"/>
                  <a:pt x="425183" y="97726"/>
                  <a:pt x="423177" y="102603"/>
                </a:cubicBezTo>
                <a:cubicBezTo>
                  <a:pt x="421173" y="107481"/>
                  <a:pt x="418383" y="111709"/>
                  <a:pt x="414807" y="115287"/>
                </a:cubicBezTo>
                <a:cubicBezTo>
                  <a:pt x="411232" y="118864"/>
                  <a:pt x="406952" y="121655"/>
                  <a:pt x="401967" y="123660"/>
                </a:cubicBezTo>
                <a:cubicBezTo>
                  <a:pt x="396983" y="125666"/>
                  <a:pt x="391511" y="126669"/>
                  <a:pt x="385550" y="126669"/>
                </a:cubicBezTo>
                <a:cubicBezTo>
                  <a:pt x="379699" y="126669"/>
                  <a:pt x="374280" y="125666"/>
                  <a:pt x="369295" y="123660"/>
                </a:cubicBezTo>
                <a:cubicBezTo>
                  <a:pt x="364311" y="121655"/>
                  <a:pt x="360031" y="118864"/>
                  <a:pt x="356455" y="115287"/>
                </a:cubicBezTo>
                <a:cubicBezTo>
                  <a:pt x="352880" y="111709"/>
                  <a:pt x="350090" y="107481"/>
                  <a:pt x="348084" y="102603"/>
                </a:cubicBezTo>
                <a:cubicBezTo>
                  <a:pt x="346080" y="97726"/>
                  <a:pt x="345078" y="92414"/>
                  <a:pt x="345078" y="86668"/>
                </a:cubicBezTo>
                <a:cubicBezTo>
                  <a:pt x="345078" y="80922"/>
                  <a:pt x="346080" y="75611"/>
                  <a:pt x="348084" y="70733"/>
                </a:cubicBezTo>
                <a:cubicBezTo>
                  <a:pt x="350090" y="65855"/>
                  <a:pt x="352880" y="61628"/>
                  <a:pt x="356455" y="58052"/>
                </a:cubicBezTo>
                <a:cubicBezTo>
                  <a:pt x="360031" y="54473"/>
                  <a:pt x="364311" y="51682"/>
                  <a:pt x="369295" y="49676"/>
                </a:cubicBezTo>
                <a:cubicBezTo>
                  <a:pt x="374280" y="47670"/>
                  <a:pt x="379699" y="46667"/>
                  <a:pt x="385550" y="46667"/>
                </a:cubicBezTo>
                <a:cubicBezTo>
                  <a:pt x="391511" y="46667"/>
                  <a:pt x="396983" y="47670"/>
                  <a:pt x="401967" y="49676"/>
                </a:cubicBezTo>
                <a:cubicBezTo>
                  <a:pt x="406952" y="51682"/>
                  <a:pt x="411232" y="54473"/>
                  <a:pt x="414807" y="58052"/>
                </a:cubicBezTo>
                <a:cubicBezTo>
                  <a:pt x="418383" y="61628"/>
                  <a:pt x="421173" y="65855"/>
                  <a:pt x="423177" y="70733"/>
                </a:cubicBezTo>
                <a:cubicBezTo>
                  <a:pt x="425183" y="75611"/>
                  <a:pt x="426186" y="80922"/>
                  <a:pt x="426186" y="86668"/>
                </a:cubicBezTo>
                <a:moveTo>
                  <a:pt x="414484" y="86671"/>
                </a:moveTo>
                <a:cubicBezTo>
                  <a:pt x="414484" y="82434"/>
                  <a:pt x="413807" y="78443"/>
                  <a:pt x="412453" y="74696"/>
                </a:cubicBezTo>
                <a:cubicBezTo>
                  <a:pt x="411099" y="70948"/>
                  <a:pt x="409175" y="67689"/>
                  <a:pt x="406682" y="64919"/>
                </a:cubicBezTo>
                <a:cubicBezTo>
                  <a:pt x="404190" y="62148"/>
                  <a:pt x="401156" y="59948"/>
                  <a:pt x="397579" y="58319"/>
                </a:cubicBezTo>
                <a:cubicBezTo>
                  <a:pt x="394004" y="56689"/>
                  <a:pt x="389996" y="55874"/>
                  <a:pt x="385553" y="55874"/>
                </a:cubicBezTo>
                <a:cubicBezTo>
                  <a:pt x="381110" y="55874"/>
                  <a:pt x="377127" y="56689"/>
                  <a:pt x="373606" y="58319"/>
                </a:cubicBezTo>
                <a:cubicBezTo>
                  <a:pt x="370084" y="59948"/>
                  <a:pt x="367076" y="62148"/>
                  <a:pt x="364583" y="64919"/>
                </a:cubicBezTo>
                <a:cubicBezTo>
                  <a:pt x="362091" y="67689"/>
                  <a:pt x="360168" y="70948"/>
                  <a:pt x="358814" y="74696"/>
                </a:cubicBezTo>
                <a:cubicBezTo>
                  <a:pt x="357459" y="78443"/>
                  <a:pt x="356782" y="82434"/>
                  <a:pt x="356782" y="86671"/>
                </a:cubicBezTo>
                <a:cubicBezTo>
                  <a:pt x="356782" y="90907"/>
                  <a:pt x="357459" y="94899"/>
                  <a:pt x="358814" y="98648"/>
                </a:cubicBezTo>
                <a:cubicBezTo>
                  <a:pt x="360168" y="102394"/>
                  <a:pt x="362091" y="105653"/>
                  <a:pt x="364583" y="108424"/>
                </a:cubicBezTo>
                <a:cubicBezTo>
                  <a:pt x="367076" y="111194"/>
                  <a:pt x="370084" y="113367"/>
                  <a:pt x="373606" y="114942"/>
                </a:cubicBezTo>
                <a:cubicBezTo>
                  <a:pt x="377127" y="116517"/>
                  <a:pt x="381110" y="117304"/>
                  <a:pt x="385553" y="117304"/>
                </a:cubicBezTo>
                <a:cubicBezTo>
                  <a:pt x="389996" y="117304"/>
                  <a:pt x="394004" y="116517"/>
                  <a:pt x="397579" y="114942"/>
                </a:cubicBezTo>
                <a:cubicBezTo>
                  <a:pt x="401156" y="113367"/>
                  <a:pt x="404190" y="111194"/>
                  <a:pt x="406682" y="108424"/>
                </a:cubicBezTo>
                <a:cubicBezTo>
                  <a:pt x="409175" y="105653"/>
                  <a:pt x="411099" y="102394"/>
                  <a:pt x="412453" y="98648"/>
                </a:cubicBezTo>
                <a:cubicBezTo>
                  <a:pt x="413807" y="94899"/>
                  <a:pt x="414484" y="90907"/>
                  <a:pt x="414484" y="86671"/>
                </a:cubicBezTo>
                <a:close/>
                <a:moveTo>
                  <a:pt x="449918" y="65378"/>
                </a:moveTo>
                <a:cubicBezTo>
                  <a:pt x="449918" y="63316"/>
                  <a:pt x="449863" y="60660"/>
                  <a:pt x="449754" y="57409"/>
                </a:cubicBezTo>
                <a:cubicBezTo>
                  <a:pt x="449647" y="54159"/>
                  <a:pt x="449485" y="51233"/>
                  <a:pt x="449268" y="48632"/>
                </a:cubicBezTo>
                <a:lnTo>
                  <a:pt x="459834" y="48632"/>
                </a:lnTo>
                <a:cubicBezTo>
                  <a:pt x="460050" y="50690"/>
                  <a:pt x="460212" y="52966"/>
                  <a:pt x="460320" y="55460"/>
                </a:cubicBezTo>
                <a:cubicBezTo>
                  <a:pt x="460429" y="57952"/>
                  <a:pt x="460483" y="60010"/>
                  <a:pt x="460483" y="61635"/>
                </a:cubicBezTo>
                <a:lnTo>
                  <a:pt x="460808" y="61635"/>
                </a:lnTo>
                <a:cubicBezTo>
                  <a:pt x="462976" y="57188"/>
                  <a:pt x="466227" y="53581"/>
                  <a:pt x="470560" y="50817"/>
                </a:cubicBezTo>
                <a:cubicBezTo>
                  <a:pt x="474896" y="48051"/>
                  <a:pt x="479773" y="46667"/>
                  <a:pt x="485191" y="46667"/>
                </a:cubicBezTo>
                <a:cubicBezTo>
                  <a:pt x="486600" y="46667"/>
                  <a:pt x="487873" y="46731"/>
                  <a:pt x="489011" y="46858"/>
                </a:cubicBezTo>
                <a:cubicBezTo>
                  <a:pt x="490148" y="46986"/>
                  <a:pt x="491313" y="47240"/>
                  <a:pt x="492505" y="47620"/>
                </a:cubicBezTo>
                <a:lnTo>
                  <a:pt x="491042" y="57962"/>
                </a:lnTo>
                <a:cubicBezTo>
                  <a:pt x="490392" y="57746"/>
                  <a:pt x="489308" y="57529"/>
                  <a:pt x="487790" y="57312"/>
                </a:cubicBezTo>
                <a:cubicBezTo>
                  <a:pt x="486274" y="57094"/>
                  <a:pt x="484757" y="56985"/>
                  <a:pt x="483239" y="56985"/>
                </a:cubicBezTo>
                <a:cubicBezTo>
                  <a:pt x="480314" y="56985"/>
                  <a:pt x="477497" y="57527"/>
                  <a:pt x="474787" y="58612"/>
                </a:cubicBezTo>
                <a:cubicBezTo>
                  <a:pt x="472078" y="59695"/>
                  <a:pt x="469721" y="61402"/>
                  <a:pt x="467716" y="63731"/>
                </a:cubicBezTo>
                <a:cubicBezTo>
                  <a:pt x="465712" y="66061"/>
                  <a:pt x="464086" y="69041"/>
                  <a:pt x="462840" y="72672"/>
                </a:cubicBezTo>
                <a:cubicBezTo>
                  <a:pt x="461595" y="76302"/>
                  <a:pt x="460972" y="80663"/>
                  <a:pt x="460972" y="85755"/>
                </a:cubicBezTo>
                <a:lnTo>
                  <a:pt x="460972" y="124764"/>
                </a:lnTo>
                <a:lnTo>
                  <a:pt x="449918" y="124764"/>
                </a:lnTo>
                <a:lnTo>
                  <a:pt x="449918" y="65378"/>
                </a:lnTo>
                <a:close/>
                <a:moveTo>
                  <a:pt x="589543" y="66603"/>
                </a:moveTo>
                <a:cubicBezTo>
                  <a:pt x="587918" y="63460"/>
                  <a:pt x="585452" y="60886"/>
                  <a:pt x="582147" y="58882"/>
                </a:cubicBezTo>
                <a:cubicBezTo>
                  <a:pt x="578842" y="56877"/>
                  <a:pt x="575076" y="55874"/>
                  <a:pt x="570850" y="55874"/>
                </a:cubicBezTo>
                <a:cubicBezTo>
                  <a:pt x="568900" y="55874"/>
                  <a:pt x="566950" y="56091"/>
                  <a:pt x="564999" y="56526"/>
                </a:cubicBezTo>
                <a:cubicBezTo>
                  <a:pt x="563048" y="56959"/>
                  <a:pt x="561313" y="57665"/>
                  <a:pt x="559796" y="58642"/>
                </a:cubicBezTo>
                <a:cubicBezTo>
                  <a:pt x="558279" y="59617"/>
                  <a:pt x="557061" y="60865"/>
                  <a:pt x="556140" y="62385"/>
                </a:cubicBezTo>
                <a:cubicBezTo>
                  <a:pt x="555219" y="63902"/>
                  <a:pt x="554758" y="65692"/>
                  <a:pt x="554758" y="67754"/>
                </a:cubicBezTo>
                <a:cubicBezTo>
                  <a:pt x="554758" y="71336"/>
                  <a:pt x="556221" y="74075"/>
                  <a:pt x="559146" y="75974"/>
                </a:cubicBezTo>
                <a:cubicBezTo>
                  <a:pt x="562072" y="77872"/>
                  <a:pt x="566678" y="79472"/>
                  <a:pt x="572963" y="80775"/>
                </a:cubicBezTo>
                <a:cubicBezTo>
                  <a:pt x="581958" y="82619"/>
                  <a:pt x="588595" y="85304"/>
                  <a:pt x="592874" y="88831"/>
                </a:cubicBezTo>
                <a:cubicBezTo>
                  <a:pt x="597155" y="92356"/>
                  <a:pt x="599295" y="97102"/>
                  <a:pt x="599295" y="103070"/>
                </a:cubicBezTo>
                <a:cubicBezTo>
                  <a:pt x="599295" y="107410"/>
                  <a:pt x="598455" y="111073"/>
                  <a:pt x="596775" y="114057"/>
                </a:cubicBezTo>
                <a:cubicBezTo>
                  <a:pt x="595095" y="117040"/>
                  <a:pt x="592900" y="119481"/>
                  <a:pt x="590190" y="121381"/>
                </a:cubicBezTo>
                <a:cubicBezTo>
                  <a:pt x="587482" y="123279"/>
                  <a:pt x="584422" y="124635"/>
                  <a:pt x="581009" y="125449"/>
                </a:cubicBezTo>
                <a:cubicBezTo>
                  <a:pt x="577596" y="126262"/>
                  <a:pt x="574156" y="126669"/>
                  <a:pt x="570689" y="126669"/>
                </a:cubicBezTo>
                <a:cubicBezTo>
                  <a:pt x="564944" y="126669"/>
                  <a:pt x="559363" y="125485"/>
                  <a:pt x="553945" y="123117"/>
                </a:cubicBezTo>
                <a:cubicBezTo>
                  <a:pt x="548528" y="120748"/>
                  <a:pt x="544085" y="117023"/>
                  <a:pt x="540616" y="111941"/>
                </a:cubicBezTo>
                <a:lnTo>
                  <a:pt x="549394" y="105438"/>
                </a:lnTo>
                <a:cubicBezTo>
                  <a:pt x="551345" y="108798"/>
                  <a:pt x="554216" y="111616"/>
                  <a:pt x="558007" y="113891"/>
                </a:cubicBezTo>
                <a:cubicBezTo>
                  <a:pt x="561800" y="116166"/>
                  <a:pt x="565973" y="117304"/>
                  <a:pt x="570525" y="117304"/>
                </a:cubicBezTo>
                <a:cubicBezTo>
                  <a:pt x="572909" y="117304"/>
                  <a:pt x="575184" y="117087"/>
                  <a:pt x="577350" y="116654"/>
                </a:cubicBezTo>
                <a:cubicBezTo>
                  <a:pt x="579518" y="116219"/>
                  <a:pt x="581415" y="115459"/>
                  <a:pt x="583040" y="114374"/>
                </a:cubicBezTo>
                <a:cubicBezTo>
                  <a:pt x="584665" y="113290"/>
                  <a:pt x="585966" y="111907"/>
                  <a:pt x="586941" y="110225"/>
                </a:cubicBezTo>
                <a:cubicBezTo>
                  <a:pt x="587917" y="108542"/>
                  <a:pt x="588405" y="106453"/>
                  <a:pt x="588405" y="103958"/>
                </a:cubicBezTo>
                <a:cubicBezTo>
                  <a:pt x="588405" y="99943"/>
                  <a:pt x="586481" y="96932"/>
                  <a:pt x="582633" y="94925"/>
                </a:cubicBezTo>
                <a:cubicBezTo>
                  <a:pt x="578787" y="92917"/>
                  <a:pt x="573234" y="91046"/>
                  <a:pt x="565974" y="89310"/>
                </a:cubicBezTo>
                <a:cubicBezTo>
                  <a:pt x="563699" y="88767"/>
                  <a:pt x="561287" y="88089"/>
                  <a:pt x="558739" y="87276"/>
                </a:cubicBezTo>
                <a:cubicBezTo>
                  <a:pt x="556193" y="86462"/>
                  <a:pt x="553836" y="85269"/>
                  <a:pt x="551668" y="83697"/>
                </a:cubicBezTo>
                <a:cubicBezTo>
                  <a:pt x="549502" y="82123"/>
                  <a:pt x="547715" y="80142"/>
                  <a:pt x="546306" y="77754"/>
                </a:cubicBezTo>
                <a:cubicBezTo>
                  <a:pt x="544897" y="75367"/>
                  <a:pt x="544193" y="72383"/>
                  <a:pt x="544193" y="68803"/>
                </a:cubicBezTo>
                <a:cubicBezTo>
                  <a:pt x="544193" y="64896"/>
                  <a:pt x="544951" y="61559"/>
                  <a:pt x="546467" y="58793"/>
                </a:cubicBezTo>
                <a:cubicBezTo>
                  <a:pt x="547985" y="56025"/>
                  <a:pt x="550017" y="53747"/>
                  <a:pt x="552563" y="51958"/>
                </a:cubicBezTo>
                <a:cubicBezTo>
                  <a:pt x="555110" y="50167"/>
                  <a:pt x="558008" y="48838"/>
                  <a:pt x="561259" y="47970"/>
                </a:cubicBezTo>
                <a:cubicBezTo>
                  <a:pt x="564511" y="47102"/>
                  <a:pt x="567871" y="46667"/>
                  <a:pt x="571338" y="46667"/>
                </a:cubicBezTo>
                <a:cubicBezTo>
                  <a:pt x="576648" y="46667"/>
                  <a:pt x="581794" y="47852"/>
                  <a:pt x="586778" y="50222"/>
                </a:cubicBezTo>
                <a:cubicBezTo>
                  <a:pt x="591763" y="52589"/>
                  <a:pt x="595502" y="55937"/>
                  <a:pt x="597996" y="60264"/>
                </a:cubicBezTo>
                <a:lnTo>
                  <a:pt x="589543" y="66603"/>
                </a:lnTo>
                <a:close/>
                <a:moveTo>
                  <a:pt x="655533" y="57938"/>
                </a:moveTo>
                <a:lnTo>
                  <a:pt x="634079" y="57938"/>
                </a:lnTo>
                <a:lnTo>
                  <a:pt x="634079" y="102358"/>
                </a:lnTo>
                <a:cubicBezTo>
                  <a:pt x="634079" y="105179"/>
                  <a:pt x="634350" y="107511"/>
                  <a:pt x="634890" y="109355"/>
                </a:cubicBezTo>
                <a:cubicBezTo>
                  <a:pt x="635433" y="111198"/>
                  <a:pt x="636218" y="112636"/>
                  <a:pt x="637247" y="113668"/>
                </a:cubicBezTo>
                <a:cubicBezTo>
                  <a:pt x="638277" y="114698"/>
                  <a:pt x="639496" y="115403"/>
                  <a:pt x="640905" y="115783"/>
                </a:cubicBezTo>
                <a:cubicBezTo>
                  <a:pt x="642314" y="116162"/>
                  <a:pt x="643831" y="116351"/>
                  <a:pt x="645456" y="116351"/>
                </a:cubicBezTo>
                <a:cubicBezTo>
                  <a:pt x="646974" y="116351"/>
                  <a:pt x="648572" y="116130"/>
                  <a:pt x="650250" y="115689"/>
                </a:cubicBezTo>
                <a:cubicBezTo>
                  <a:pt x="651930" y="115246"/>
                  <a:pt x="653529" y="114637"/>
                  <a:pt x="655047" y="113861"/>
                </a:cubicBezTo>
                <a:lnTo>
                  <a:pt x="655533" y="123442"/>
                </a:lnTo>
                <a:cubicBezTo>
                  <a:pt x="653584" y="124201"/>
                  <a:pt x="651552" y="124770"/>
                  <a:pt x="649439" y="125148"/>
                </a:cubicBezTo>
                <a:cubicBezTo>
                  <a:pt x="647326" y="125527"/>
                  <a:pt x="645023" y="125716"/>
                  <a:pt x="642529" y="125716"/>
                </a:cubicBezTo>
                <a:cubicBezTo>
                  <a:pt x="640471" y="125716"/>
                  <a:pt x="638304" y="125445"/>
                  <a:pt x="636029" y="124903"/>
                </a:cubicBezTo>
                <a:cubicBezTo>
                  <a:pt x="633754" y="124362"/>
                  <a:pt x="631641" y="123334"/>
                  <a:pt x="629689" y="121818"/>
                </a:cubicBezTo>
                <a:cubicBezTo>
                  <a:pt x="627740" y="120300"/>
                  <a:pt x="626142" y="118240"/>
                  <a:pt x="624895" y="115639"/>
                </a:cubicBezTo>
                <a:cubicBezTo>
                  <a:pt x="623648" y="113038"/>
                  <a:pt x="623025" y="109625"/>
                  <a:pt x="623025" y="105399"/>
                </a:cubicBezTo>
                <a:lnTo>
                  <a:pt x="623025" y="57938"/>
                </a:lnTo>
                <a:lnTo>
                  <a:pt x="607258" y="57938"/>
                </a:lnTo>
                <a:lnTo>
                  <a:pt x="607258" y="48731"/>
                </a:lnTo>
                <a:lnTo>
                  <a:pt x="623025" y="48731"/>
                </a:lnTo>
                <a:lnTo>
                  <a:pt x="623025" y="27275"/>
                </a:lnTo>
                <a:lnTo>
                  <a:pt x="634079" y="27275"/>
                </a:lnTo>
                <a:lnTo>
                  <a:pt x="634079" y="48731"/>
                </a:lnTo>
                <a:lnTo>
                  <a:pt x="655533" y="48731"/>
                </a:lnTo>
                <a:lnTo>
                  <a:pt x="655533" y="57938"/>
                </a:lnTo>
                <a:close/>
                <a:moveTo>
                  <a:pt x="698934" y="113008"/>
                </a:moveTo>
                <a:lnTo>
                  <a:pt x="699259" y="113008"/>
                </a:lnTo>
                <a:lnTo>
                  <a:pt x="722826" y="48803"/>
                </a:lnTo>
                <a:lnTo>
                  <a:pt x="734855" y="48803"/>
                </a:lnTo>
                <a:lnTo>
                  <a:pt x="696982" y="144541"/>
                </a:lnTo>
                <a:cubicBezTo>
                  <a:pt x="694707" y="150393"/>
                  <a:pt x="691809" y="155067"/>
                  <a:pt x="688287" y="158564"/>
                </a:cubicBezTo>
                <a:cubicBezTo>
                  <a:pt x="684765" y="162063"/>
                  <a:pt x="679699" y="163812"/>
                  <a:pt x="673088" y="163812"/>
                </a:cubicBezTo>
                <a:cubicBezTo>
                  <a:pt x="669730" y="163812"/>
                  <a:pt x="666426" y="163495"/>
                  <a:pt x="663175" y="162860"/>
                </a:cubicBezTo>
                <a:lnTo>
                  <a:pt x="664311" y="152830"/>
                </a:lnTo>
                <a:cubicBezTo>
                  <a:pt x="666912" y="153696"/>
                  <a:pt x="669621" y="154130"/>
                  <a:pt x="672438" y="154130"/>
                </a:cubicBezTo>
                <a:cubicBezTo>
                  <a:pt x="676231" y="154130"/>
                  <a:pt x="679211" y="152965"/>
                  <a:pt x="681377" y="150635"/>
                </a:cubicBezTo>
                <a:cubicBezTo>
                  <a:pt x="683545" y="148305"/>
                  <a:pt x="685441" y="144974"/>
                  <a:pt x="687067" y="140640"/>
                </a:cubicBezTo>
                <a:lnTo>
                  <a:pt x="693245" y="124709"/>
                </a:lnTo>
                <a:lnTo>
                  <a:pt x="660737" y="48803"/>
                </a:lnTo>
                <a:lnTo>
                  <a:pt x="673088" y="48803"/>
                </a:lnTo>
                <a:lnTo>
                  <a:pt x="698934" y="113008"/>
                </a:lnTo>
                <a:close/>
                <a:moveTo>
                  <a:pt x="763463" y="124764"/>
                </a:moveTo>
                <a:lnTo>
                  <a:pt x="752409" y="124764"/>
                </a:lnTo>
                <a:lnTo>
                  <a:pt x="752409" y="1882"/>
                </a:lnTo>
                <a:lnTo>
                  <a:pt x="763463" y="1882"/>
                </a:lnTo>
                <a:lnTo>
                  <a:pt x="763463" y="124764"/>
                </a:lnTo>
                <a:close/>
                <a:moveTo>
                  <a:pt x="851073" y="80954"/>
                </a:moveTo>
                <a:cubicBezTo>
                  <a:pt x="850748" y="73741"/>
                  <a:pt x="848444" y="67758"/>
                  <a:pt x="844164" y="63005"/>
                </a:cubicBezTo>
                <a:cubicBezTo>
                  <a:pt x="839884" y="58251"/>
                  <a:pt x="833790" y="55874"/>
                  <a:pt x="825879" y="55874"/>
                </a:cubicBezTo>
                <a:cubicBezTo>
                  <a:pt x="822196" y="55874"/>
                  <a:pt x="818782" y="56557"/>
                  <a:pt x="815639" y="57923"/>
                </a:cubicBezTo>
                <a:cubicBezTo>
                  <a:pt x="812497" y="59288"/>
                  <a:pt x="809734" y="61146"/>
                  <a:pt x="807350" y="63496"/>
                </a:cubicBezTo>
                <a:cubicBezTo>
                  <a:pt x="804966" y="65845"/>
                  <a:pt x="803069" y="68523"/>
                  <a:pt x="801660" y="71529"/>
                </a:cubicBezTo>
                <a:cubicBezTo>
                  <a:pt x="800252" y="74533"/>
                  <a:pt x="799439" y="77675"/>
                  <a:pt x="799222" y="80954"/>
                </a:cubicBezTo>
                <a:lnTo>
                  <a:pt x="851073" y="80954"/>
                </a:lnTo>
                <a:moveTo>
                  <a:pt x="862289" y="84471"/>
                </a:moveTo>
                <a:cubicBezTo>
                  <a:pt x="862289" y="85231"/>
                  <a:pt x="862289" y="86046"/>
                  <a:pt x="862289" y="86916"/>
                </a:cubicBezTo>
                <a:cubicBezTo>
                  <a:pt x="862289" y="87784"/>
                  <a:pt x="862234" y="88707"/>
                  <a:pt x="862125" y="89684"/>
                </a:cubicBezTo>
                <a:lnTo>
                  <a:pt x="799059" y="89684"/>
                </a:lnTo>
                <a:cubicBezTo>
                  <a:pt x="799168" y="93475"/>
                  <a:pt x="799926" y="97050"/>
                  <a:pt x="801333" y="100408"/>
                </a:cubicBezTo>
                <a:cubicBezTo>
                  <a:pt x="802742" y="103765"/>
                  <a:pt x="804692" y="106689"/>
                  <a:pt x="807184" y="109181"/>
                </a:cubicBezTo>
                <a:cubicBezTo>
                  <a:pt x="809677" y="111671"/>
                  <a:pt x="812603" y="113648"/>
                  <a:pt x="815961" y="115111"/>
                </a:cubicBezTo>
                <a:cubicBezTo>
                  <a:pt x="819321" y="116573"/>
                  <a:pt x="822952" y="117304"/>
                  <a:pt x="826854" y="117304"/>
                </a:cubicBezTo>
                <a:cubicBezTo>
                  <a:pt x="832597" y="117304"/>
                  <a:pt x="837554" y="115977"/>
                  <a:pt x="841725" y="113323"/>
                </a:cubicBezTo>
                <a:cubicBezTo>
                  <a:pt x="845897" y="110667"/>
                  <a:pt x="849067" y="107606"/>
                  <a:pt x="851235" y="104139"/>
                </a:cubicBezTo>
                <a:lnTo>
                  <a:pt x="859523" y="110639"/>
                </a:lnTo>
                <a:cubicBezTo>
                  <a:pt x="854973" y="116374"/>
                  <a:pt x="849961" y="120479"/>
                  <a:pt x="844488" y="122956"/>
                </a:cubicBezTo>
                <a:cubicBezTo>
                  <a:pt x="839017" y="125431"/>
                  <a:pt x="833139" y="126669"/>
                  <a:pt x="826854" y="126669"/>
                </a:cubicBezTo>
                <a:cubicBezTo>
                  <a:pt x="821219" y="126669"/>
                  <a:pt x="815990" y="125666"/>
                  <a:pt x="811167" y="123660"/>
                </a:cubicBezTo>
                <a:cubicBezTo>
                  <a:pt x="806345" y="121655"/>
                  <a:pt x="802201" y="118864"/>
                  <a:pt x="798734" y="115287"/>
                </a:cubicBezTo>
                <a:cubicBezTo>
                  <a:pt x="795266" y="111709"/>
                  <a:pt x="792530" y="107481"/>
                  <a:pt x="790524" y="102603"/>
                </a:cubicBezTo>
                <a:cubicBezTo>
                  <a:pt x="788520" y="97726"/>
                  <a:pt x="787518" y="92414"/>
                  <a:pt x="787518" y="86668"/>
                </a:cubicBezTo>
                <a:cubicBezTo>
                  <a:pt x="787518" y="80922"/>
                  <a:pt x="788493" y="75611"/>
                  <a:pt x="790442" y="70733"/>
                </a:cubicBezTo>
                <a:cubicBezTo>
                  <a:pt x="792393" y="65855"/>
                  <a:pt x="795103" y="61628"/>
                  <a:pt x="798570" y="58052"/>
                </a:cubicBezTo>
                <a:cubicBezTo>
                  <a:pt x="802039" y="54473"/>
                  <a:pt x="806103" y="51682"/>
                  <a:pt x="810763" y="49676"/>
                </a:cubicBezTo>
                <a:cubicBezTo>
                  <a:pt x="815422" y="47670"/>
                  <a:pt x="820461" y="46667"/>
                  <a:pt x="825879" y="46667"/>
                </a:cubicBezTo>
                <a:cubicBezTo>
                  <a:pt x="831839" y="46667"/>
                  <a:pt x="837093" y="47673"/>
                  <a:pt x="841644" y="49683"/>
                </a:cubicBezTo>
                <a:cubicBezTo>
                  <a:pt x="846196" y="51692"/>
                  <a:pt x="849989" y="54408"/>
                  <a:pt x="853023" y="57831"/>
                </a:cubicBezTo>
                <a:cubicBezTo>
                  <a:pt x="856057" y="61252"/>
                  <a:pt x="858359" y="65243"/>
                  <a:pt x="859930" y="69805"/>
                </a:cubicBezTo>
                <a:cubicBezTo>
                  <a:pt x="861503" y="74367"/>
                  <a:pt x="862289" y="79256"/>
                  <a:pt x="862289" y="84471"/>
                </a:cubicBezTo>
                <a:close/>
                <a:moveTo>
                  <a:pt x="974605" y="75646"/>
                </a:moveTo>
                <a:cubicBezTo>
                  <a:pt x="974605" y="69001"/>
                  <a:pt x="972871" y="64045"/>
                  <a:pt x="969404" y="60777"/>
                </a:cubicBezTo>
                <a:cubicBezTo>
                  <a:pt x="965936" y="57508"/>
                  <a:pt x="960898" y="55874"/>
                  <a:pt x="954287" y="55874"/>
                </a:cubicBezTo>
                <a:cubicBezTo>
                  <a:pt x="949737" y="55874"/>
                  <a:pt x="945510" y="56687"/>
                  <a:pt x="941608" y="58312"/>
                </a:cubicBezTo>
                <a:cubicBezTo>
                  <a:pt x="937708" y="59937"/>
                  <a:pt x="934403" y="62105"/>
                  <a:pt x="931695" y="64815"/>
                </a:cubicBezTo>
                <a:lnTo>
                  <a:pt x="925517" y="57501"/>
                </a:lnTo>
                <a:cubicBezTo>
                  <a:pt x="928660" y="54371"/>
                  <a:pt x="932805" y="51783"/>
                  <a:pt x="937952" y="49738"/>
                </a:cubicBezTo>
                <a:cubicBezTo>
                  <a:pt x="943100" y="47691"/>
                  <a:pt x="948924" y="46667"/>
                  <a:pt x="955425" y="46667"/>
                </a:cubicBezTo>
                <a:cubicBezTo>
                  <a:pt x="959544" y="46667"/>
                  <a:pt x="963391" y="47237"/>
                  <a:pt x="966966" y="48376"/>
                </a:cubicBezTo>
                <a:cubicBezTo>
                  <a:pt x="970542" y="49516"/>
                  <a:pt x="973685" y="51224"/>
                  <a:pt x="976393" y="53503"/>
                </a:cubicBezTo>
                <a:cubicBezTo>
                  <a:pt x="979103" y="55780"/>
                  <a:pt x="981216" y="58653"/>
                  <a:pt x="982732" y="62124"/>
                </a:cubicBezTo>
                <a:cubicBezTo>
                  <a:pt x="984250" y="65595"/>
                  <a:pt x="985009" y="69662"/>
                  <a:pt x="985009" y="74327"/>
                </a:cubicBezTo>
                <a:lnTo>
                  <a:pt x="985009" y="107680"/>
                </a:lnTo>
                <a:cubicBezTo>
                  <a:pt x="985009" y="110609"/>
                  <a:pt x="985118" y="113646"/>
                  <a:pt x="985334" y="116793"/>
                </a:cubicBezTo>
                <a:cubicBezTo>
                  <a:pt x="985551" y="119938"/>
                  <a:pt x="985876" y="122595"/>
                  <a:pt x="986309" y="124764"/>
                </a:cubicBezTo>
                <a:lnTo>
                  <a:pt x="976396" y="124764"/>
                </a:lnTo>
                <a:cubicBezTo>
                  <a:pt x="976070" y="122914"/>
                  <a:pt x="975799" y="120901"/>
                  <a:pt x="975582" y="118725"/>
                </a:cubicBezTo>
                <a:cubicBezTo>
                  <a:pt x="975365" y="116549"/>
                  <a:pt x="975257" y="114427"/>
                  <a:pt x="975257" y="112361"/>
                </a:cubicBezTo>
                <a:lnTo>
                  <a:pt x="974930" y="112361"/>
                </a:lnTo>
                <a:cubicBezTo>
                  <a:pt x="971462" y="117455"/>
                  <a:pt x="967534" y="121113"/>
                  <a:pt x="963144" y="123335"/>
                </a:cubicBezTo>
                <a:cubicBezTo>
                  <a:pt x="958755" y="125558"/>
                  <a:pt x="953473" y="126669"/>
                  <a:pt x="947298" y="126669"/>
                </a:cubicBezTo>
                <a:cubicBezTo>
                  <a:pt x="944371" y="126669"/>
                  <a:pt x="941363" y="126263"/>
                  <a:pt x="938275" y="125451"/>
                </a:cubicBezTo>
                <a:cubicBezTo>
                  <a:pt x="935188" y="124639"/>
                  <a:pt x="932371" y="123313"/>
                  <a:pt x="929825" y="121473"/>
                </a:cubicBezTo>
                <a:cubicBezTo>
                  <a:pt x="927278" y="119631"/>
                  <a:pt x="925165" y="117248"/>
                  <a:pt x="923485" y="114325"/>
                </a:cubicBezTo>
                <a:cubicBezTo>
                  <a:pt x="921805" y="111400"/>
                  <a:pt x="920965" y="107825"/>
                  <a:pt x="920965" y="103600"/>
                </a:cubicBezTo>
                <a:cubicBezTo>
                  <a:pt x="920965" y="97752"/>
                  <a:pt x="922455" y="93122"/>
                  <a:pt x="925435" y="89711"/>
                </a:cubicBezTo>
                <a:cubicBezTo>
                  <a:pt x="928414" y="86300"/>
                  <a:pt x="932397" y="83756"/>
                  <a:pt x="937382" y="82077"/>
                </a:cubicBezTo>
                <a:cubicBezTo>
                  <a:pt x="942367" y="80397"/>
                  <a:pt x="948083" y="79314"/>
                  <a:pt x="954530" y="78828"/>
                </a:cubicBezTo>
                <a:cubicBezTo>
                  <a:pt x="960979" y="78340"/>
                  <a:pt x="967670" y="78097"/>
                  <a:pt x="974605" y="78097"/>
                </a:cubicBezTo>
                <a:lnTo>
                  <a:pt x="974605" y="75646"/>
                </a:lnTo>
                <a:moveTo>
                  <a:pt x="971353" y="86827"/>
                </a:moveTo>
                <a:cubicBezTo>
                  <a:pt x="966803" y="86827"/>
                  <a:pt x="962224" y="87016"/>
                  <a:pt x="957618" y="87395"/>
                </a:cubicBezTo>
                <a:cubicBezTo>
                  <a:pt x="953013" y="87772"/>
                  <a:pt x="948841" y="88528"/>
                  <a:pt x="945103" y="89664"/>
                </a:cubicBezTo>
                <a:cubicBezTo>
                  <a:pt x="941366" y="90799"/>
                  <a:pt x="938305" y="92446"/>
                  <a:pt x="935921" y="94607"/>
                </a:cubicBezTo>
                <a:cubicBezTo>
                  <a:pt x="933537" y="96768"/>
                  <a:pt x="932345" y="99631"/>
                  <a:pt x="932345" y="103196"/>
                </a:cubicBezTo>
                <a:cubicBezTo>
                  <a:pt x="932345" y="105898"/>
                  <a:pt x="932859" y="108167"/>
                  <a:pt x="933887" y="110004"/>
                </a:cubicBezTo>
                <a:cubicBezTo>
                  <a:pt x="934917" y="111841"/>
                  <a:pt x="936299" y="113327"/>
                  <a:pt x="938032" y="114461"/>
                </a:cubicBezTo>
                <a:cubicBezTo>
                  <a:pt x="939766" y="115596"/>
                  <a:pt x="941690" y="116406"/>
                  <a:pt x="943803" y="116892"/>
                </a:cubicBezTo>
                <a:cubicBezTo>
                  <a:pt x="945916" y="117378"/>
                  <a:pt x="948057" y="117621"/>
                  <a:pt x="950224" y="117621"/>
                </a:cubicBezTo>
                <a:cubicBezTo>
                  <a:pt x="954125" y="117621"/>
                  <a:pt x="957592" y="116946"/>
                  <a:pt x="960626" y="115595"/>
                </a:cubicBezTo>
                <a:cubicBezTo>
                  <a:pt x="963660" y="114244"/>
                  <a:pt x="966207" y="112407"/>
                  <a:pt x="968265" y="110084"/>
                </a:cubicBezTo>
                <a:cubicBezTo>
                  <a:pt x="970324" y="107761"/>
                  <a:pt x="971895" y="105087"/>
                  <a:pt x="972978" y="102063"/>
                </a:cubicBezTo>
                <a:cubicBezTo>
                  <a:pt x="974062" y="99037"/>
                  <a:pt x="974605" y="95849"/>
                  <a:pt x="974605" y="92499"/>
                </a:cubicBezTo>
                <a:lnTo>
                  <a:pt x="974605" y="86827"/>
                </a:lnTo>
                <a:lnTo>
                  <a:pt x="971353" y="86827"/>
                </a:lnTo>
                <a:close/>
                <a:moveTo>
                  <a:pt x="1023369" y="48632"/>
                </a:moveTo>
                <a:cubicBezTo>
                  <a:pt x="1023585" y="50690"/>
                  <a:pt x="1023747" y="52966"/>
                  <a:pt x="1023855" y="55460"/>
                </a:cubicBezTo>
                <a:cubicBezTo>
                  <a:pt x="1023964" y="57952"/>
                  <a:pt x="1024018" y="60010"/>
                  <a:pt x="1024018" y="61635"/>
                </a:cubicBezTo>
                <a:lnTo>
                  <a:pt x="1024343" y="61635"/>
                </a:lnTo>
                <a:cubicBezTo>
                  <a:pt x="1026511" y="57188"/>
                  <a:pt x="1030033" y="53581"/>
                  <a:pt x="1034909" y="50817"/>
                </a:cubicBezTo>
                <a:cubicBezTo>
                  <a:pt x="1039785" y="48051"/>
                  <a:pt x="1044932" y="46667"/>
                  <a:pt x="1050351" y="46667"/>
                </a:cubicBezTo>
                <a:cubicBezTo>
                  <a:pt x="1059994" y="46667"/>
                  <a:pt x="1067226" y="49542"/>
                  <a:pt x="1072048" y="55291"/>
                </a:cubicBezTo>
                <a:cubicBezTo>
                  <a:pt x="1076871" y="61040"/>
                  <a:pt x="1079282" y="68633"/>
                  <a:pt x="1079282" y="78069"/>
                </a:cubicBezTo>
                <a:lnTo>
                  <a:pt x="1079282" y="124764"/>
                </a:lnTo>
                <a:lnTo>
                  <a:pt x="1068230" y="124764"/>
                </a:lnTo>
                <a:lnTo>
                  <a:pt x="1068230" y="82583"/>
                </a:lnTo>
                <a:cubicBezTo>
                  <a:pt x="1068230" y="78565"/>
                  <a:pt x="1067906" y="74929"/>
                  <a:pt x="1067256" y="71673"/>
                </a:cubicBezTo>
                <a:cubicBezTo>
                  <a:pt x="1066606" y="68416"/>
                  <a:pt x="1065495" y="65620"/>
                  <a:pt x="1063922" y="63285"/>
                </a:cubicBezTo>
                <a:cubicBezTo>
                  <a:pt x="1062352" y="60950"/>
                  <a:pt x="1060238" y="59131"/>
                  <a:pt x="1057583" y="57828"/>
                </a:cubicBezTo>
                <a:cubicBezTo>
                  <a:pt x="1054929" y="56525"/>
                  <a:pt x="1051597" y="55874"/>
                  <a:pt x="1047588" y="55874"/>
                </a:cubicBezTo>
                <a:cubicBezTo>
                  <a:pt x="1044663" y="55874"/>
                  <a:pt x="1041818" y="56472"/>
                  <a:pt x="1039053" y="57667"/>
                </a:cubicBezTo>
                <a:cubicBezTo>
                  <a:pt x="1036290" y="58861"/>
                  <a:pt x="1033825" y="60680"/>
                  <a:pt x="1031657" y="63124"/>
                </a:cubicBezTo>
                <a:cubicBezTo>
                  <a:pt x="1029491" y="65566"/>
                  <a:pt x="1027758" y="68659"/>
                  <a:pt x="1026456" y="72405"/>
                </a:cubicBezTo>
                <a:cubicBezTo>
                  <a:pt x="1025157" y="76150"/>
                  <a:pt x="1024507" y="80574"/>
                  <a:pt x="1024507" y="85679"/>
                </a:cubicBezTo>
                <a:lnTo>
                  <a:pt x="1024507" y="124764"/>
                </a:lnTo>
                <a:lnTo>
                  <a:pt x="1013453" y="124764"/>
                </a:lnTo>
                <a:lnTo>
                  <a:pt x="1013453" y="65378"/>
                </a:lnTo>
                <a:cubicBezTo>
                  <a:pt x="1013453" y="63316"/>
                  <a:pt x="1013398" y="60660"/>
                  <a:pt x="1013289" y="57409"/>
                </a:cubicBezTo>
                <a:cubicBezTo>
                  <a:pt x="1013182" y="54159"/>
                  <a:pt x="1013020" y="51233"/>
                  <a:pt x="1012803" y="48632"/>
                </a:cubicBezTo>
                <a:lnTo>
                  <a:pt x="1023369" y="48632"/>
                </a:lnTo>
                <a:close/>
                <a:moveTo>
                  <a:pt x="1170470" y="111924"/>
                </a:moveTo>
                <a:cubicBezTo>
                  <a:pt x="1167219" y="116800"/>
                  <a:pt x="1162993" y="120477"/>
                  <a:pt x="1157791" y="122954"/>
                </a:cubicBezTo>
                <a:cubicBezTo>
                  <a:pt x="1152589" y="125430"/>
                  <a:pt x="1147225" y="126669"/>
                  <a:pt x="1141699" y="126669"/>
                </a:cubicBezTo>
                <a:cubicBezTo>
                  <a:pt x="1135738" y="126669"/>
                  <a:pt x="1130347" y="125640"/>
                  <a:pt x="1125526" y="123581"/>
                </a:cubicBezTo>
                <a:cubicBezTo>
                  <a:pt x="1120704" y="121521"/>
                  <a:pt x="1116586" y="118702"/>
                  <a:pt x="1113172" y="115126"/>
                </a:cubicBezTo>
                <a:cubicBezTo>
                  <a:pt x="1109759" y="111548"/>
                  <a:pt x="1107105" y="107320"/>
                  <a:pt x="1105208" y="102442"/>
                </a:cubicBezTo>
                <a:cubicBezTo>
                  <a:pt x="1103312" y="97563"/>
                  <a:pt x="1102363" y="92305"/>
                  <a:pt x="1102363" y="86668"/>
                </a:cubicBezTo>
                <a:cubicBezTo>
                  <a:pt x="1102363" y="81031"/>
                  <a:pt x="1103312" y="75774"/>
                  <a:pt x="1105208" y="70897"/>
                </a:cubicBezTo>
                <a:cubicBezTo>
                  <a:pt x="1107105" y="66017"/>
                  <a:pt x="1109759" y="61789"/>
                  <a:pt x="1113172" y="58213"/>
                </a:cubicBezTo>
                <a:cubicBezTo>
                  <a:pt x="1116586" y="54635"/>
                  <a:pt x="1120704" y="51816"/>
                  <a:pt x="1125526" y="49758"/>
                </a:cubicBezTo>
                <a:cubicBezTo>
                  <a:pt x="1130347" y="47698"/>
                  <a:pt x="1135738" y="46667"/>
                  <a:pt x="1141699" y="46667"/>
                </a:cubicBezTo>
                <a:cubicBezTo>
                  <a:pt x="1147225" y="46667"/>
                  <a:pt x="1152589" y="47941"/>
                  <a:pt x="1157791" y="50489"/>
                </a:cubicBezTo>
                <a:cubicBezTo>
                  <a:pt x="1162993" y="53036"/>
                  <a:pt x="1167219" y="56802"/>
                  <a:pt x="1170470" y="61789"/>
                </a:cubicBezTo>
                <a:lnTo>
                  <a:pt x="1170794" y="61789"/>
                </a:lnTo>
                <a:lnTo>
                  <a:pt x="1170794" y="1811"/>
                </a:lnTo>
                <a:lnTo>
                  <a:pt x="1181846" y="1811"/>
                </a:lnTo>
                <a:lnTo>
                  <a:pt x="1181846" y="124764"/>
                </a:lnTo>
                <a:lnTo>
                  <a:pt x="1170794" y="124764"/>
                </a:lnTo>
                <a:lnTo>
                  <a:pt x="1170794" y="111924"/>
                </a:lnTo>
                <a:lnTo>
                  <a:pt x="1170470" y="111924"/>
                </a:lnTo>
                <a:moveTo>
                  <a:pt x="1114067" y="86671"/>
                </a:moveTo>
                <a:cubicBezTo>
                  <a:pt x="1114067" y="90907"/>
                  <a:pt x="1114717" y="94899"/>
                  <a:pt x="1116017" y="98648"/>
                </a:cubicBezTo>
                <a:cubicBezTo>
                  <a:pt x="1117316" y="102394"/>
                  <a:pt x="1119186" y="105653"/>
                  <a:pt x="1121624" y="108424"/>
                </a:cubicBezTo>
                <a:cubicBezTo>
                  <a:pt x="1124063" y="111194"/>
                  <a:pt x="1127070" y="113367"/>
                  <a:pt x="1130645" y="114942"/>
                </a:cubicBezTo>
                <a:cubicBezTo>
                  <a:pt x="1134221" y="116517"/>
                  <a:pt x="1138285" y="117304"/>
                  <a:pt x="1142835" y="117304"/>
                </a:cubicBezTo>
                <a:cubicBezTo>
                  <a:pt x="1147061" y="117304"/>
                  <a:pt x="1150963" y="116517"/>
                  <a:pt x="1154539" y="114942"/>
                </a:cubicBezTo>
                <a:cubicBezTo>
                  <a:pt x="1158116" y="113367"/>
                  <a:pt x="1161204" y="111221"/>
                  <a:pt x="1163803" y="108506"/>
                </a:cubicBezTo>
                <a:cubicBezTo>
                  <a:pt x="1166404" y="105790"/>
                  <a:pt x="1168436" y="102558"/>
                  <a:pt x="1169899" y="98811"/>
                </a:cubicBezTo>
                <a:cubicBezTo>
                  <a:pt x="1171362" y="95063"/>
                  <a:pt x="1172094" y="91016"/>
                  <a:pt x="1172094" y="86671"/>
                </a:cubicBezTo>
                <a:cubicBezTo>
                  <a:pt x="1172094" y="82325"/>
                  <a:pt x="1171362" y="78279"/>
                  <a:pt x="1169899" y="74533"/>
                </a:cubicBezTo>
                <a:cubicBezTo>
                  <a:pt x="1168436" y="70784"/>
                  <a:pt x="1166404" y="67525"/>
                  <a:pt x="1163803" y="64756"/>
                </a:cubicBezTo>
                <a:cubicBezTo>
                  <a:pt x="1161204" y="61984"/>
                  <a:pt x="1158116" y="59812"/>
                  <a:pt x="1154539" y="58238"/>
                </a:cubicBezTo>
                <a:cubicBezTo>
                  <a:pt x="1150963" y="56662"/>
                  <a:pt x="1147061" y="55874"/>
                  <a:pt x="1142835" y="55874"/>
                </a:cubicBezTo>
                <a:cubicBezTo>
                  <a:pt x="1138285" y="55874"/>
                  <a:pt x="1134221" y="56689"/>
                  <a:pt x="1130645" y="58319"/>
                </a:cubicBezTo>
                <a:cubicBezTo>
                  <a:pt x="1127070" y="59948"/>
                  <a:pt x="1124063" y="62148"/>
                  <a:pt x="1121624" y="64919"/>
                </a:cubicBezTo>
                <a:cubicBezTo>
                  <a:pt x="1119186" y="67689"/>
                  <a:pt x="1117316" y="70948"/>
                  <a:pt x="1116017" y="74696"/>
                </a:cubicBezTo>
                <a:cubicBezTo>
                  <a:pt x="1114717" y="78443"/>
                  <a:pt x="1114067" y="82434"/>
                  <a:pt x="1114067" y="86671"/>
                </a:cubicBezTo>
                <a:close/>
                <a:moveTo>
                  <a:pt x="1263119" y="163723"/>
                </a:moveTo>
                <a:lnTo>
                  <a:pt x="1252064" y="163723"/>
                </a:lnTo>
                <a:lnTo>
                  <a:pt x="1252064" y="48622"/>
                </a:lnTo>
                <a:lnTo>
                  <a:pt x="1263119" y="48622"/>
                </a:lnTo>
                <a:lnTo>
                  <a:pt x="1263119" y="61789"/>
                </a:lnTo>
                <a:lnTo>
                  <a:pt x="1263605" y="61789"/>
                </a:lnTo>
                <a:cubicBezTo>
                  <a:pt x="1266748" y="56802"/>
                  <a:pt x="1270947" y="53036"/>
                  <a:pt x="1276202" y="50489"/>
                </a:cubicBezTo>
                <a:cubicBezTo>
                  <a:pt x="1281458" y="47941"/>
                  <a:pt x="1286795" y="46667"/>
                  <a:pt x="1292211" y="46667"/>
                </a:cubicBezTo>
                <a:cubicBezTo>
                  <a:pt x="1298172" y="46667"/>
                  <a:pt x="1303563" y="47698"/>
                  <a:pt x="1308385" y="49758"/>
                </a:cubicBezTo>
                <a:cubicBezTo>
                  <a:pt x="1313206" y="51816"/>
                  <a:pt x="1317323" y="54635"/>
                  <a:pt x="1320736" y="58213"/>
                </a:cubicBezTo>
                <a:cubicBezTo>
                  <a:pt x="1324151" y="61789"/>
                  <a:pt x="1326806" y="66017"/>
                  <a:pt x="1328703" y="70897"/>
                </a:cubicBezTo>
                <a:cubicBezTo>
                  <a:pt x="1330599" y="75774"/>
                  <a:pt x="1331547" y="81031"/>
                  <a:pt x="1331547" y="86668"/>
                </a:cubicBezTo>
                <a:cubicBezTo>
                  <a:pt x="1331547" y="92305"/>
                  <a:pt x="1330599" y="97563"/>
                  <a:pt x="1328703" y="102442"/>
                </a:cubicBezTo>
                <a:cubicBezTo>
                  <a:pt x="1326806" y="107320"/>
                  <a:pt x="1324151" y="111548"/>
                  <a:pt x="1320736" y="115126"/>
                </a:cubicBezTo>
                <a:cubicBezTo>
                  <a:pt x="1317323" y="118702"/>
                  <a:pt x="1313206" y="121521"/>
                  <a:pt x="1308385" y="123581"/>
                </a:cubicBezTo>
                <a:cubicBezTo>
                  <a:pt x="1303563" y="125640"/>
                  <a:pt x="1298172" y="126669"/>
                  <a:pt x="1292211" y="126669"/>
                </a:cubicBezTo>
                <a:cubicBezTo>
                  <a:pt x="1286795" y="126669"/>
                  <a:pt x="1281458" y="125396"/>
                  <a:pt x="1276202" y="122849"/>
                </a:cubicBezTo>
                <a:cubicBezTo>
                  <a:pt x="1270947" y="120301"/>
                  <a:pt x="1266748" y="116642"/>
                  <a:pt x="1263605" y="111872"/>
                </a:cubicBezTo>
                <a:lnTo>
                  <a:pt x="1263119" y="111872"/>
                </a:lnTo>
                <a:lnTo>
                  <a:pt x="1263119" y="163723"/>
                </a:lnTo>
                <a:moveTo>
                  <a:pt x="1319846" y="86671"/>
                </a:moveTo>
                <a:cubicBezTo>
                  <a:pt x="1319846" y="82434"/>
                  <a:pt x="1319195" y="78443"/>
                  <a:pt x="1317894" y="74696"/>
                </a:cubicBezTo>
                <a:cubicBezTo>
                  <a:pt x="1316594" y="70948"/>
                  <a:pt x="1314725" y="67689"/>
                  <a:pt x="1312286" y="64919"/>
                </a:cubicBezTo>
                <a:cubicBezTo>
                  <a:pt x="1309849" y="62148"/>
                  <a:pt x="1306842" y="59948"/>
                  <a:pt x="1303266" y="58319"/>
                </a:cubicBezTo>
                <a:cubicBezTo>
                  <a:pt x="1299689" y="56689"/>
                  <a:pt x="1295626" y="55874"/>
                  <a:pt x="1291075" y="55874"/>
                </a:cubicBezTo>
                <a:cubicBezTo>
                  <a:pt x="1286849" y="55874"/>
                  <a:pt x="1282948" y="56662"/>
                  <a:pt x="1279371" y="58238"/>
                </a:cubicBezTo>
                <a:cubicBezTo>
                  <a:pt x="1275797" y="59812"/>
                  <a:pt x="1272709" y="61984"/>
                  <a:pt x="1270108" y="64756"/>
                </a:cubicBezTo>
                <a:cubicBezTo>
                  <a:pt x="1267507" y="67525"/>
                  <a:pt x="1265475" y="70784"/>
                  <a:pt x="1264011" y="74533"/>
                </a:cubicBezTo>
                <a:cubicBezTo>
                  <a:pt x="1262548" y="78279"/>
                  <a:pt x="1261816" y="82325"/>
                  <a:pt x="1261816" y="86671"/>
                </a:cubicBezTo>
                <a:cubicBezTo>
                  <a:pt x="1261816" y="91016"/>
                  <a:pt x="1262548" y="95063"/>
                  <a:pt x="1264011" y="98811"/>
                </a:cubicBezTo>
                <a:cubicBezTo>
                  <a:pt x="1265475" y="102558"/>
                  <a:pt x="1267507" y="105790"/>
                  <a:pt x="1270108" y="108506"/>
                </a:cubicBezTo>
                <a:cubicBezTo>
                  <a:pt x="1272709" y="111221"/>
                  <a:pt x="1275797" y="113367"/>
                  <a:pt x="1279371" y="114942"/>
                </a:cubicBezTo>
                <a:cubicBezTo>
                  <a:pt x="1282948" y="116517"/>
                  <a:pt x="1286849" y="117304"/>
                  <a:pt x="1291075" y="117304"/>
                </a:cubicBezTo>
                <a:cubicBezTo>
                  <a:pt x="1295626" y="117304"/>
                  <a:pt x="1299689" y="116517"/>
                  <a:pt x="1303266" y="114942"/>
                </a:cubicBezTo>
                <a:cubicBezTo>
                  <a:pt x="1306842" y="113367"/>
                  <a:pt x="1309849" y="111194"/>
                  <a:pt x="1312286" y="108424"/>
                </a:cubicBezTo>
                <a:cubicBezTo>
                  <a:pt x="1314725" y="105653"/>
                  <a:pt x="1316594" y="102394"/>
                  <a:pt x="1317894" y="98648"/>
                </a:cubicBezTo>
                <a:cubicBezTo>
                  <a:pt x="1319195" y="94899"/>
                  <a:pt x="1319846" y="90907"/>
                  <a:pt x="1319846" y="86671"/>
                </a:cubicBezTo>
                <a:close/>
                <a:moveTo>
                  <a:pt x="1355279" y="65378"/>
                </a:moveTo>
                <a:cubicBezTo>
                  <a:pt x="1355279" y="63316"/>
                  <a:pt x="1355225" y="60660"/>
                  <a:pt x="1355116" y="57409"/>
                </a:cubicBezTo>
                <a:cubicBezTo>
                  <a:pt x="1355008" y="54159"/>
                  <a:pt x="1354846" y="51233"/>
                  <a:pt x="1354629" y="48632"/>
                </a:cubicBezTo>
                <a:lnTo>
                  <a:pt x="1365195" y="48632"/>
                </a:lnTo>
                <a:cubicBezTo>
                  <a:pt x="1365412" y="50690"/>
                  <a:pt x="1365574" y="52966"/>
                  <a:pt x="1365681" y="55460"/>
                </a:cubicBezTo>
                <a:cubicBezTo>
                  <a:pt x="1365790" y="57952"/>
                  <a:pt x="1365845" y="60010"/>
                  <a:pt x="1365845" y="61635"/>
                </a:cubicBezTo>
                <a:lnTo>
                  <a:pt x="1366170" y="61635"/>
                </a:lnTo>
                <a:cubicBezTo>
                  <a:pt x="1368337" y="57188"/>
                  <a:pt x="1371588" y="53581"/>
                  <a:pt x="1375922" y="50817"/>
                </a:cubicBezTo>
                <a:cubicBezTo>
                  <a:pt x="1380257" y="48051"/>
                  <a:pt x="1385134" y="46667"/>
                  <a:pt x="1390553" y="46667"/>
                </a:cubicBezTo>
                <a:cubicBezTo>
                  <a:pt x="1391961" y="46667"/>
                  <a:pt x="1393235" y="46731"/>
                  <a:pt x="1394372" y="46858"/>
                </a:cubicBezTo>
                <a:cubicBezTo>
                  <a:pt x="1395510" y="46986"/>
                  <a:pt x="1396675" y="47240"/>
                  <a:pt x="1397867" y="47620"/>
                </a:cubicBezTo>
                <a:lnTo>
                  <a:pt x="1396403" y="57962"/>
                </a:lnTo>
                <a:cubicBezTo>
                  <a:pt x="1395754" y="57746"/>
                  <a:pt x="1394670" y="57529"/>
                  <a:pt x="1393152" y="57312"/>
                </a:cubicBezTo>
                <a:cubicBezTo>
                  <a:pt x="1391636" y="57094"/>
                  <a:pt x="1390119" y="56985"/>
                  <a:pt x="1388601" y="56985"/>
                </a:cubicBezTo>
                <a:cubicBezTo>
                  <a:pt x="1385676" y="56985"/>
                  <a:pt x="1382858" y="57527"/>
                  <a:pt x="1380148" y="58612"/>
                </a:cubicBezTo>
                <a:cubicBezTo>
                  <a:pt x="1377440" y="59695"/>
                  <a:pt x="1375083" y="61402"/>
                  <a:pt x="1373077" y="63731"/>
                </a:cubicBezTo>
                <a:cubicBezTo>
                  <a:pt x="1371073" y="66061"/>
                  <a:pt x="1369448" y="69041"/>
                  <a:pt x="1368201" y="72672"/>
                </a:cubicBezTo>
                <a:cubicBezTo>
                  <a:pt x="1366956" y="76302"/>
                  <a:pt x="1366333" y="80663"/>
                  <a:pt x="1366333" y="85755"/>
                </a:cubicBezTo>
                <a:lnTo>
                  <a:pt x="1366333" y="124764"/>
                </a:lnTo>
                <a:lnTo>
                  <a:pt x="1355279" y="124764"/>
                </a:lnTo>
                <a:lnTo>
                  <a:pt x="1355279" y="65378"/>
                </a:lnTo>
                <a:close/>
                <a:moveTo>
                  <a:pt x="1486451" y="86668"/>
                </a:moveTo>
                <a:cubicBezTo>
                  <a:pt x="1486451" y="92414"/>
                  <a:pt x="1485448" y="97726"/>
                  <a:pt x="1483442" y="102603"/>
                </a:cubicBezTo>
                <a:cubicBezTo>
                  <a:pt x="1481438" y="107481"/>
                  <a:pt x="1478648" y="111709"/>
                  <a:pt x="1475072" y="115287"/>
                </a:cubicBezTo>
                <a:cubicBezTo>
                  <a:pt x="1471497" y="118864"/>
                  <a:pt x="1467217" y="121655"/>
                  <a:pt x="1462231" y="123660"/>
                </a:cubicBezTo>
                <a:cubicBezTo>
                  <a:pt x="1457248" y="125666"/>
                  <a:pt x="1451776" y="126669"/>
                  <a:pt x="1445815" y="126669"/>
                </a:cubicBezTo>
                <a:cubicBezTo>
                  <a:pt x="1439963" y="126669"/>
                  <a:pt x="1434545" y="125666"/>
                  <a:pt x="1429560" y="123660"/>
                </a:cubicBezTo>
                <a:cubicBezTo>
                  <a:pt x="1424576" y="121655"/>
                  <a:pt x="1420296" y="118864"/>
                  <a:pt x="1416720" y="115287"/>
                </a:cubicBezTo>
                <a:cubicBezTo>
                  <a:pt x="1413145" y="111709"/>
                  <a:pt x="1410355" y="107481"/>
                  <a:pt x="1408349" y="102603"/>
                </a:cubicBezTo>
                <a:cubicBezTo>
                  <a:pt x="1406345" y="97726"/>
                  <a:pt x="1405343" y="92414"/>
                  <a:pt x="1405343" y="86668"/>
                </a:cubicBezTo>
                <a:cubicBezTo>
                  <a:pt x="1405343" y="80922"/>
                  <a:pt x="1406345" y="75611"/>
                  <a:pt x="1408349" y="70733"/>
                </a:cubicBezTo>
                <a:cubicBezTo>
                  <a:pt x="1410355" y="65855"/>
                  <a:pt x="1413145" y="61628"/>
                  <a:pt x="1416720" y="58052"/>
                </a:cubicBezTo>
                <a:cubicBezTo>
                  <a:pt x="1420296" y="54473"/>
                  <a:pt x="1424576" y="51682"/>
                  <a:pt x="1429560" y="49676"/>
                </a:cubicBezTo>
                <a:cubicBezTo>
                  <a:pt x="1434545" y="47670"/>
                  <a:pt x="1439963" y="46667"/>
                  <a:pt x="1445815" y="46667"/>
                </a:cubicBezTo>
                <a:cubicBezTo>
                  <a:pt x="1451776" y="46667"/>
                  <a:pt x="1457248" y="47670"/>
                  <a:pt x="1462231" y="49676"/>
                </a:cubicBezTo>
                <a:cubicBezTo>
                  <a:pt x="1467217" y="51682"/>
                  <a:pt x="1471497" y="54473"/>
                  <a:pt x="1475072" y="58052"/>
                </a:cubicBezTo>
                <a:cubicBezTo>
                  <a:pt x="1478648" y="61628"/>
                  <a:pt x="1481438" y="65855"/>
                  <a:pt x="1483442" y="70733"/>
                </a:cubicBezTo>
                <a:cubicBezTo>
                  <a:pt x="1485448" y="75611"/>
                  <a:pt x="1486451" y="80922"/>
                  <a:pt x="1486451" y="86668"/>
                </a:cubicBezTo>
                <a:moveTo>
                  <a:pt x="1474749" y="86671"/>
                </a:moveTo>
                <a:cubicBezTo>
                  <a:pt x="1474749" y="82434"/>
                  <a:pt x="1474072" y="78443"/>
                  <a:pt x="1472718" y="74696"/>
                </a:cubicBezTo>
                <a:cubicBezTo>
                  <a:pt x="1471364" y="70948"/>
                  <a:pt x="1469440" y="67689"/>
                  <a:pt x="1466946" y="64919"/>
                </a:cubicBezTo>
                <a:cubicBezTo>
                  <a:pt x="1464455" y="62148"/>
                  <a:pt x="1461420" y="59948"/>
                  <a:pt x="1457844" y="58319"/>
                </a:cubicBezTo>
                <a:cubicBezTo>
                  <a:pt x="1454269" y="56689"/>
                  <a:pt x="1450260" y="55874"/>
                  <a:pt x="1445818" y="55874"/>
                </a:cubicBezTo>
                <a:cubicBezTo>
                  <a:pt x="1441375" y="55874"/>
                  <a:pt x="1437392" y="56689"/>
                  <a:pt x="1433870" y="58319"/>
                </a:cubicBezTo>
                <a:cubicBezTo>
                  <a:pt x="1430349" y="59948"/>
                  <a:pt x="1427341" y="62148"/>
                  <a:pt x="1424847" y="64919"/>
                </a:cubicBezTo>
                <a:cubicBezTo>
                  <a:pt x="1422356" y="67689"/>
                  <a:pt x="1420433" y="70948"/>
                  <a:pt x="1419078" y="74696"/>
                </a:cubicBezTo>
                <a:cubicBezTo>
                  <a:pt x="1417724" y="78443"/>
                  <a:pt x="1417047" y="82434"/>
                  <a:pt x="1417047" y="86671"/>
                </a:cubicBezTo>
                <a:cubicBezTo>
                  <a:pt x="1417047" y="90907"/>
                  <a:pt x="1417724" y="94899"/>
                  <a:pt x="1419078" y="98648"/>
                </a:cubicBezTo>
                <a:cubicBezTo>
                  <a:pt x="1420433" y="102394"/>
                  <a:pt x="1422356" y="105653"/>
                  <a:pt x="1424847" y="108424"/>
                </a:cubicBezTo>
                <a:cubicBezTo>
                  <a:pt x="1427341" y="111194"/>
                  <a:pt x="1430349" y="113367"/>
                  <a:pt x="1433870" y="114942"/>
                </a:cubicBezTo>
                <a:cubicBezTo>
                  <a:pt x="1437392" y="116517"/>
                  <a:pt x="1441375" y="117304"/>
                  <a:pt x="1445818" y="117304"/>
                </a:cubicBezTo>
                <a:cubicBezTo>
                  <a:pt x="1450260" y="117304"/>
                  <a:pt x="1454269" y="116517"/>
                  <a:pt x="1457844" y="114942"/>
                </a:cubicBezTo>
                <a:cubicBezTo>
                  <a:pt x="1461420" y="113367"/>
                  <a:pt x="1464455" y="111194"/>
                  <a:pt x="1466946" y="108424"/>
                </a:cubicBezTo>
                <a:cubicBezTo>
                  <a:pt x="1469440" y="105653"/>
                  <a:pt x="1471364" y="102394"/>
                  <a:pt x="1472718" y="98648"/>
                </a:cubicBezTo>
                <a:cubicBezTo>
                  <a:pt x="1474072" y="94899"/>
                  <a:pt x="1474749" y="90907"/>
                  <a:pt x="1474749" y="86671"/>
                </a:cubicBezTo>
                <a:close/>
                <a:moveTo>
                  <a:pt x="1544479" y="57938"/>
                </a:moveTo>
                <a:lnTo>
                  <a:pt x="1523025" y="57938"/>
                </a:lnTo>
                <a:lnTo>
                  <a:pt x="1523025" y="102358"/>
                </a:lnTo>
                <a:cubicBezTo>
                  <a:pt x="1523025" y="105179"/>
                  <a:pt x="1523295" y="107511"/>
                  <a:pt x="1523836" y="109355"/>
                </a:cubicBezTo>
                <a:cubicBezTo>
                  <a:pt x="1524378" y="111198"/>
                  <a:pt x="1525164" y="112636"/>
                  <a:pt x="1526192" y="113668"/>
                </a:cubicBezTo>
                <a:cubicBezTo>
                  <a:pt x="1527222" y="114698"/>
                  <a:pt x="1528442" y="115403"/>
                  <a:pt x="1529850" y="115783"/>
                </a:cubicBezTo>
                <a:cubicBezTo>
                  <a:pt x="1531259" y="116162"/>
                  <a:pt x="1532776" y="116351"/>
                  <a:pt x="1534401" y="116351"/>
                </a:cubicBezTo>
                <a:cubicBezTo>
                  <a:pt x="1535919" y="116351"/>
                  <a:pt x="1537517" y="116130"/>
                  <a:pt x="1539196" y="115689"/>
                </a:cubicBezTo>
                <a:cubicBezTo>
                  <a:pt x="1540876" y="115246"/>
                  <a:pt x="1542475" y="114637"/>
                  <a:pt x="1543992" y="113861"/>
                </a:cubicBezTo>
                <a:lnTo>
                  <a:pt x="1544479" y="123442"/>
                </a:lnTo>
                <a:cubicBezTo>
                  <a:pt x="1542529" y="124201"/>
                  <a:pt x="1540498" y="124770"/>
                  <a:pt x="1538385" y="125148"/>
                </a:cubicBezTo>
                <a:cubicBezTo>
                  <a:pt x="1536272" y="125527"/>
                  <a:pt x="1533968" y="125716"/>
                  <a:pt x="1531475" y="125716"/>
                </a:cubicBezTo>
                <a:cubicBezTo>
                  <a:pt x="1529416" y="125716"/>
                  <a:pt x="1527249" y="125445"/>
                  <a:pt x="1524974" y="124903"/>
                </a:cubicBezTo>
                <a:cubicBezTo>
                  <a:pt x="1522699" y="124362"/>
                  <a:pt x="1520586" y="123334"/>
                  <a:pt x="1518635" y="121818"/>
                </a:cubicBezTo>
                <a:cubicBezTo>
                  <a:pt x="1516685" y="120300"/>
                  <a:pt x="1515087" y="118240"/>
                  <a:pt x="1513841" y="115639"/>
                </a:cubicBezTo>
                <a:cubicBezTo>
                  <a:pt x="1512594" y="113038"/>
                  <a:pt x="1511971" y="109625"/>
                  <a:pt x="1511971" y="105399"/>
                </a:cubicBezTo>
                <a:lnTo>
                  <a:pt x="1511971" y="57938"/>
                </a:lnTo>
                <a:lnTo>
                  <a:pt x="1496204" y="57938"/>
                </a:lnTo>
                <a:lnTo>
                  <a:pt x="1496204" y="48731"/>
                </a:lnTo>
                <a:lnTo>
                  <a:pt x="1511971" y="48731"/>
                </a:lnTo>
                <a:lnTo>
                  <a:pt x="1511971" y="27275"/>
                </a:lnTo>
                <a:lnTo>
                  <a:pt x="1523025" y="27275"/>
                </a:lnTo>
                <a:lnTo>
                  <a:pt x="1523025" y="48731"/>
                </a:lnTo>
                <a:lnTo>
                  <a:pt x="1544479" y="48731"/>
                </a:lnTo>
                <a:lnTo>
                  <a:pt x="1544479" y="57938"/>
                </a:lnTo>
                <a:close/>
                <a:moveTo>
                  <a:pt x="1619738" y="80954"/>
                </a:moveTo>
                <a:cubicBezTo>
                  <a:pt x="1619412" y="73741"/>
                  <a:pt x="1617109" y="67758"/>
                  <a:pt x="1612828" y="63005"/>
                </a:cubicBezTo>
                <a:cubicBezTo>
                  <a:pt x="1608549" y="58251"/>
                  <a:pt x="1602454" y="55874"/>
                  <a:pt x="1594544" y="55874"/>
                </a:cubicBezTo>
                <a:cubicBezTo>
                  <a:pt x="1590860" y="55874"/>
                  <a:pt x="1587446" y="56557"/>
                  <a:pt x="1584303" y="57923"/>
                </a:cubicBezTo>
                <a:cubicBezTo>
                  <a:pt x="1581161" y="59288"/>
                  <a:pt x="1578399" y="61146"/>
                  <a:pt x="1576014" y="63496"/>
                </a:cubicBezTo>
                <a:cubicBezTo>
                  <a:pt x="1573630" y="65845"/>
                  <a:pt x="1571733" y="68523"/>
                  <a:pt x="1570325" y="71529"/>
                </a:cubicBezTo>
                <a:cubicBezTo>
                  <a:pt x="1568916" y="74533"/>
                  <a:pt x="1568103" y="77675"/>
                  <a:pt x="1567887" y="80954"/>
                </a:cubicBezTo>
                <a:lnTo>
                  <a:pt x="1619738" y="80954"/>
                </a:lnTo>
                <a:moveTo>
                  <a:pt x="1630953" y="84471"/>
                </a:moveTo>
                <a:cubicBezTo>
                  <a:pt x="1630953" y="85231"/>
                  <a:pt x="1630953" y="86046"/>
                  <a:pt x="1630953" y="86916"/>
                </a:cubicBezTo>
                <a:cubicBezTo>
                  <a:pt x="1630953" y="87784"/>
                  <a:pt x="1630899" y="88707"/>
                  <a:pt x="1630789" y="89684"/>
                </a:cubicBezTo>
                <a:lnTo>
                  <a:pt x="1567723" y="89684"/>
                </a:lnTo>
                <a:cubicBezTo>
                  <a:pt x="1567832" y="93475"/>
                  <a:pt x="1568590" y="97050"/>
                  <a:pt x="1569997" y="100408"/>
                </a:cubicBezTo>
                <a:cubicBezTo>
                  <a:pt x="1571406" y="103765"/>
                  <a:pt x="1573356" y="106689"/>
                  <a:pt x="1575848" y="109181"/>
                </a:cubicBezTo>
                <a:cubicBezTo>
                  <a:pt x="1578341" y="111671"/>
                  <a:pt x="1581267" y="113648"/>
                  <a:pt x="1584625" y="115111"/>
                </a:cubicBezTo>
                <a:cubicBezTo>
                  <a:pt x="1587985" y="116573"/>
                  <a:pt x="1591616" y="117304"/>
                  <a:pt x="1595519" y="117304"/>
                </a:cubicBezTo>
                <a:cubicBezTo>
                  <a:pt x="1601261" y="117304"/>
                  <a:pt x="1606218" y="115977"/>
                  <a:pt x="1610390" y="113323"/>
                </a:cubicBezTo>
                <a:cubicBezTo>
                  <a:pt x="1614562" y="110667"/>
                  <a:pt x="1617731" y="107606"/>
                  <a:pt x="1619899" y="104139"/>
                </a:cubicBezTo>
                <a:lnTo>
                  <a:pt x="1628188" y="110639"/>
                </a:lnTo>
                <a:cubicBezTo>
                  <a:pt x="1623637" y="116374"/>
                  <a:pt x="1618626" y="120479"/>
                  <a:pt x="1613153" y="122956"/>
                </a:cubicBezTo>
                <a:cubicBezTo>
                  <a:pt x="1607681" y="125431"/>
                  <a:pt x="1601803" y="126669"/>
                  <a:pt x="1595519" y="126669"/>
                </a:cubicBezTo>
                <a:cubicBezTo>
                  <a:pt x="1589884" y="126669"/>
                  <a:pt x="1584654" y="125666"/>
                  <a:pt x="1579831" y="123660"/>
                </a:cubicBezTo>
                <a:cubicBezTo>
                  <a:pt x="1575010" y="121655"/>
                  <a:pt x="1570865" y="118864"/>
                  <a:pt x="1567398" y="115287"/>
                </a:cubicBezTo>
                <a:cubicBezTo>
                  <a:pt x="1563931" y="111709"/>
                  <a:pt x="1561194" y="107481"/>
                  <a:pt x="1559189" y="102603"/>
                </a:cubicBezTo>
                <a:cubicBezTo>
                  <a:pt x="1557185" y="97726"/>
                  <a:pt x="1556183" y="92414"/>
                  <a:pt x="1556183" y="86668"/>
                </a:cubicBezTo>
                <a:cubicBezTo>
                  <a:pt x="1556183" y="80922"/>
                  <a:pt x="1557157" y="75611"/>
                  <a:pt x="1559107" y="70733"/>
                </a:cubicBezTo>
                <a:cubicBezTo>
                  <a:pt x="1561058" y="65855"/>
                  <a:pt x="1563767" y="61628"/>
                  <a:pt x="1567234" y="58052"/>
                </a:cubicBezTo>
                <a:cubicBezTo>
                  <a:pt x="1570703" y="54473"/>
                  <a:pt x="1574768" y="51682"/>
                  <a:pt x="1579427" y="49676"/>
                </a:cubicBezTo>
                <a:cubicBezTo>
                  <a:pt x="1584086" y="47670"/>
                  <a:pt x="1589125" y="46667"/>
                  <a:pt x="1594544" y="46667"/>
                </a:cubicBezTo>
                <a:cubicBezTo>
                  <a:pt x="1600503" y="46667"/>
                  <a:pt x="1605758" y="47673"/>
                  <a:pt x="1610308" y="49683"/>
                </a:cubicBezTo>
                <a:cubicBezTo>
                  <a:pt x="1614860" y="51692"/>
                  <a:pt x="1618653" y="54408"/>
                  <a:pt x="1621687" y="57831"/>
                </a:cubicBezTo>
                <a:cubicBezTo>
                  <a:pt x="1624721" y="61252"/>
                  <a:pt x="1627024" y="65243"/>
                  <a:pt x="1628595" y="69805"/>
                </a:cubicBezTo>
                <a:cubicBezTo>
                  <a:pt x="1630167" y="74367"/>
                  <a:pt x="1630953" y="79256"/>
                  <a:pt x="1630953" y="84471"/>
                </a:cubicBezTo>
                <a:close/>
                <a:moveTo>
                  <a:pt x="1709460" y="65954"/>
                </a:moveTo>
                <a:cubicBezTo>
                  <a:pt x="1707618" y="63027"/>
                  <a:pt x="1704936" y="60615"/>
                  <a:pt x="1701415" y="58719"/>
                </a:cubicBezTo>
                <a:cubicBezTo>
                  <a:pt x="1697893" y="56822"/>
                  <a:pt x="1694073" y="55874"/>
                  <a:pt x="1689956" y="55874"/>
                </a:cubicBezTo>
                <a:cubicBezTo>
                  <a:pt x="1685513" y="55874"/>
                  <a:pt x="1681504" y="56662"/>
                  <a:pt x="1677927" y="58238"/>
                </a:cubicBezTo>
                <a:cubicBezTo>
                  <a:pt x="1674351" y="59812"/>
                  <a:pt x="1671289" y="61984"/>
                  <a:pt x="1668743" y="64756"/>
                </a:cubicBezTo>
                <a:cubicBezTo>
                  <a:pt x="1666197" y="67525"/>
                  <a:pt x="1664246" y="70784"/>
                  <a:pt x="1662892" y="74533"/>
                </a:cubicBezTo>
                <a:cubicBezTo>
                  <a:pt x="1661538" y="78279"/>
                  <a:pt x="1660861" y="82325"/>
                  <a:pt x="1660861" y="86671"/>
                </a:cubicBezTo>
                <a:cubicBezTo>
                  <a:pt x="1660861" y="91016"/>
                  <a:pt x="1661538" y="95036"/>
                  <a:pt x="1662892" y="98729"/>
                </a:cubicBezTo>
                <a:cubicBezTo>
                  <a:pt x="1664246" y="102422"/>
                  <a:pt x="1666169" y="105653"/>
                  <a:pt x="1668661" y="108424"/>
                </a:cubicBezTo>
                <a:cubicBezTo>
                  <a:pt x="1671154" y="111194"/>
                  <a:pt x="1674189" y="113367"/>
                  <a:pt x="1677763" y="114942"/>
                </a:cubicBezTo>
                <a:cubicBezTo>
                  <a:pt x="1681340" y="116517"/>
                  <a:pt x="1685349" y="117304"/>
                  <a:pt x="1689792" y="117304"/>
                </a:cubicBezTo>
                <a:cubicBezTo>
                  <a:pt x="1694668" y="117304"/>
                  <a:pt x="1698786" y="116383"/>
                  <a:pt x="1702144" y="114541"/>
                </a:cubicBezTo>
                <a:cubicBezTo>
                  <a:pt x="1705504" y="112699"/>
                  <a:pt x="1708267" y="110315"/>
                  <a:pt x="1710435" y="107390"/>
                </a:cubicBezTo>
                <a:lnTo>
                  <a:pt x="1718724" y="113566"/>
                </a:lnTo>
                <a:cubicBezTo>
                  <a:pt x="1715473" y="117564"/>
                  <a:pt x="1711491" y="120748"/>
                  <a:pt x="1706777" y="123117"/>
                </a:cubicBezTo>
                <a:cubicBezTo>
                  <a:pt x="1702064" y="125485"/>
                  <a:pt x="1696403" y="126669"/>
                  <a:pt x="1689792" y="126669"/>
                </a:cubicBezTo>
                <a:cubicBezTo>
                  <a:pt x="1683615" y="126669"/>
                  <a:pt x="1678034" y="125666"/>
                  <a:pt x="1673049" y="123660"/>
                </a:cubicBezTo>
                <a:cubicBezTo>
                  <a:pt x="1668065" y="121655"/>
                  <a:pt x="1663812" y="118864"/>
                  <a:pt x="1660290" y="115287"/>
                </a:cubicBezTo>
                <a:cubicBezTo>
                  <a:pt x="1656770" y="111709"/>
                  <a:pt x="1654034" y="107481"/>
                  <a:pt x="1652083" y="102603"/>
                </a:cubicBezTo>
                <a:cubicBezTo>
                  <a:pt x="1650132" y="97726"/>
                  <a:pt x="1649157" y="92414"/>
                  <a:pt x="1649157" y="86668"/>
                </a:cubicBezTo>
                <a:cubicBezTo>
                  <a:pt x="1649157" y="80922"/>
                  <a:pt x="1650132" y="75611"/>
                  <a:pt x="1652083" y="70733"/>
                </a:cubicBezTo>
                <a:cubicBezTo>
                  <a:pt x="1654034" y="65855"/>
                  <a:pt x="1656770" y="61628"/>
                  <a:pt x="1660290" y="58052"/>
                </a:cubicBezTo>
                <a:cubicBezTo>
                  <a:pt x="1663812" y="54473"/>
                  <a:pt x="1668065" y="51682"/>
                  <a:pt x="1673049" y="49676"/>
                </a:cubicBezTo>
                <a:cubicBezTo>
                  <a:pt x="1678034" y="47670"/>
                  <a:pt x="1683615" y="46667"/>
                  <a:pt x="1689792" y="46667"/>
                </a:cubicBezTo>
                <a:cubicBezTo>
                  <a:pt x="1694885" y="46667"/>
                  <a:pt x="1700059" y="47771"/>
                  <a:pt x="1705313" y="49979"/>
                </a:cubicBezTo>
                <a:cubicBezTo>
                  <a:pt x="1710570" y="52186"/>
                  <a:pt x="1714823" y="55452"/>
                  <a:pt x="1718074" y="59775"/>
                </a:cubicBezTo>
                <a:lnTo>
                  <a:pt x="1709460" y="65954"/>
                </a:lnTo>
                <a:close/>
                <a:moveTo>
                  <a:pt x="1770250" y="57938"/>
                </a:moveTo>
                <a:lnTo>
                  <a:pt x="1748796" y="57938"/>
                </a:lnTo>
                <a:lnTo>
                  <a:pt x="1748796" y="102358"/>
                </a:lnTo>
                <a:cubicBezTo>
                  <a:pt x="1748796" y="105179"/>
                  <a:pt x="1749066" y="107511"/>
                  <a:pt x="1749607" y="109355"/>
                </a:cubicBezTo>
                <a:cubicBezTo>
                  <a:pt x="1750149" y="111198"/>
                  <a:pt x="1750935" y="112636"/>
                  <a:pt x="1751963" y="113668"/>
                </a:cubicBezTo>
                <a:cubicBezTo>
                  <a:pt x="1752993" y="114698"/>
                  <a:pt x="1754213" y="115403"/>
                  <a:pt x="1755621" y="115783"/>
                </a:cubicBezTo>
                <a:cubicBezTo>
                  <a:pt x="1757030" y="116162"/>
                  <a:pt x="1758547" y="116351"/>
                  <a:pt x="1760173" y="116351"/>
                </a:cubicBezTo>
                <a:cubicBezTo>
                  <a:pt x="1761690" y="116351"/>
                  <a:pt x="1763288" y="116130"/>
                  <a:pt x="1764967" y="115689"/>
                </a:cubicBezTo>
                <a:cubicBezTo>
                  <a:pt x="1766647" y="115246"/>
                  <a:pt x="1768246" y="114637"/>
                  <a:pt x="1769763" y="113861"/>
                </a:cubicBezTo>
                <a:lnTo>
                  <a:pt x="1770250" y="123442"/>
                </a:lnTo>
                <a:cubicBezTo>
                  <a:pt x="1768300" y="124201"/>
                  <a:pt x="1766269" y="124770"/>
                  <a:pt x="1764156" y="125148"/>
                </a:cubicBezTo>
                <a:cubicBezTo>
                  <a:pt x="1762043" y="125527"/>
                  <a:pt x="1759739" y="125716"/>
                  <a:pt x="1757246" y="125716"/>
                </a:cubicBezTo>
                <a:cubicBezTo>
                  <a:pt x="1755187" y="125716"/>
                  <a:pt x="1753020" y="125445"/>
                  <a:pt x="1750745" y="124903"/>
                </a:cubicBezTo>
                <a:cubicBezTo>
                  <a:pt x="1748470" y="124362"/>
                  <a:pt x="1746357" y="123334"/>
                  <a:pt x="1744406" y="121818"/>
                </a:cubicBezTo>
                <a:cubicBezTo>
                  <a:pt x="1742456" y="120300"/>
                  <a:pt x="1740858" y="118240"/>
                  <a:pt x="1739612" y="115639"/>
                </a:cubicBezTo>
                <a:cubicBezTo>
                  <a:pt x="1738365" y="113038"/>
                  <a:pt x="1737742" y="109625"/>
                  <a:pt x="1737742" y="105399"/>
                </a:cubicBezTo>
                <a:lnTo>
                  <a:pt x="1737742" y="57938"/>
                </a:lnTo>
                <a:lnTo>
                  <a:pt x="1721975" y="57938"/>
                </a:lnTo>
                <a:lnTo>
                  <a:pt x="1721975" y="48731"/>
                </a:lnTo>
                <a:lnTo>
                  <a:pt x="1737742" y="48731"/>
                </a:lnTo>
                <a:lnTo>
                  <a:pt x="1737742" y="27275"/>
                </a:lnTo>
                <a:lnTo>
                  <a:pt x="1748796" y="27275"/>
                </a:lnTo>
                <a:lnTo>
                  <a:pt x="1748796" y="48731"/>
                </a:lnTo>
                <a:lnTo>
                  <a:pt x="1770250" y="48731"/>
                </a:lnTo>
                <a:lnTo>
                  <a:pt x="1770250" y="57938"/>
                </a:lnTo>
                <a:close/>
                <a:moveTo>
                  <a:pt x="1798695" y="124764"/>
                </a:moveTo>
                <a:lnTo>
                  <a:pt x="1787643" y="124764"/>
                </a:lnTo>
                <a:lnTo>
                  <a:pt x="1787643" y="48694"/>
                </a:lnTo>
                <a:lnTo>
                  <a:pt x="1798695" y="48694"/>
                </a:lnTo>
                <a:lnTo>
                  <a:pt x="1798695" y="124764"/>
                </a:lnTo>
                <a:moveTo>
                  <a:pt x="1800972" y="19365"/>
                </a:moveTo>
                <a:cubicBezTo>
                  <a:pt x="1800972" y="21634"/>
                  <a:pt x="1800159" y="23497"/>
                  <a:pt x="1798534" y="24956"/>
                </a:cubicBezTo>
                <a:cubicBezTo>
                  <a:pt x="1796908" y="26414"/>
                  <a:pt x="1795120" y="27143"/>
                  <a:pt x="1793169" y="27143"/>
                </a:cubicBezTo>
                <a:cubicBezTo>
                  <a:pt x="1791218" y="27143"/>
                  <a:pt x="1789430" y="26414"/>
                  <a:pt x="1787804" y="24956"/>
                </a:cubicBezTo>
                <a:cubicBezTo>
                  <a:pt x="1786179" y="23497"/>
                  <a:pt x="1785366" y="21634"/>
                  <a:pt x="1785366" y="19365"/>
                </a:cubicBezTo>
                <a:cubicBezTo>
                  <a:pt x="1785366" y="17097"/>
                  <a:pt x="1786179" y="15233"/>
                  <a:pt x="1787804" y="13775"/>
                </a:cubicBezTo>
                <a:cubicBezTo>
                  <a:pt x="1789430" y="12317"/>
                  <a:pt x="1791218" y="11587"/>
                  <a:pt x="1793169" y="11587"/>
                </a:cubicBezTo>
                <a:cubicBezTo>
                  <a:pt x="1795120" y="11587"/>
                  <a:pt x="1796908" y="12317"/>
                  <a:pt x="1798534" y="13775"/>
                </a:cubicBezTo>
                <a:cubicBezTo>
                  <a:pt x="1800159" y="15233"/>
                  <a:pt x="1800972" y="17097"/>
                  <a:pt x="1800972" y="19365"/>
                </a:cubicBezTo>
                <a:close/>
                <a:moveTo>
                  <a:pt x="1903697" y="86668"/>
                </a:moveTo>
                <a:cubicBezTo>
                  <a:pt x="1903697" y="92414"/>
                  <a:pt x="1902695" y="97726"/>
                  <a:pt x="1900689" y="102603"/>
                </a:cubicBezTo>
                <a:cubicBezTo>
                  <a:pt x="1898685" y="107481"/>
                  <a:pt x="1895895" y="111709"/>
                  <a:pt x="1892318" y="115287"/>
                </a:cubicBezTo>
                <a:cubicBezTo>
                  <a:pt x="1888743" y="118864"/>
                  <a:pt x="1884463" y="121655"/>
                  <a:pt x="1879478" y="123660"/>
                </a:cubicBezTo>
                <a:cubicBezTo>
                  <a:pt x="1874495" y="125666"/>
                  <a:pt x="1869023" y="126669"/>
                  <a:pt x="1863062" y="126669"/>
                </a:cubicBezTo>
                <a:cubicBezTo>
                  <a:pt x="1857210" y="126669"/>
                  <a:pt x="1851792" y="125666"/>
                  <a:pt x="1846807" y="123660"/>
                </a:cubicBezTo>
                <a:cubicBezTo>
                  <a:pt x="1841823" y="121655"/>
                  <a:pt x="1837543" y="118864"/>
                  <a:pt x="1833967" y="115287"/>
                </a:cubicBezTo>
                <a:cubicBezTo>
                  <a:pt x="1830392" y="111709"/>
                  <a:pt x="1827601" y="107481"/>
                  <a:pt x="1825596" y="102603"/>
                </a:cubicBezTo>
                <a:cubicBezTo>
                  <a:pt x="1823592" y="97726"/>
                  <a:pt x="1822590" y="92414"/>
                  <a:pt x="1822590" y="86668"/>
                </a:cubicBezTo>
                <a:cubicBezTo>
                  <a:pt x="1822590" y="80922"/>
                  <a:pt x="1823592" y="75611"/>
                  <a:pt x="1825596" y="70733"/>
                </a:cubicBezTo>
                <a:cubicBezTo>
                  <a:pt x="1827601" y="65855"/>
                  <a:pt x="1830392" y="61628"/>
                  <a:pt x="1833967" y="58052"/>
                </a:cubicBezTo>
                <a:cubicBezTo>
                  <a:pt x="1837543" y="54473"/>
                  <a:pt x="1841823" y="51682"/>
                  <a:pt x="1846807" y="49676"/>
                </a:cubicBezTo>
                <a:cubicBezTo>
                  <a:pt x="1851792" y="47670"/>
                  <a:pt x="1857210" y="46667"/>
                  <a:pt x="1863062" y="46667"/>
                </a:cubicBezTo>
                <a:cubicBezTo>
                  <a:pt x="1869023" y="46667"/>
                  <a:pt x="1874495" y="47670"/>
                  <a:pt x="1879478" y="49676"/>
                </a:cubicBezTo>
                <a:cubicBezTo>
                  <a:pt x="1884463" y="51682"/>
                  <a:pt x="1888743" y="54473"/>
                  <a:pt x="1892318" y="58052"/>
                </a:cubicBezTo>
                <a:cubicBezTo>
                  <a:pt x="1895895" y="61628"/>
                  <a:pt x="1898685" y="65855"/>
                  <a:pt x="1900689" y="70733"/>
                </a:cubicBezTo>
                <a:cubicBezTo>
                  <a:pt x="1902695" y="75611"/>
                  <a:pt x="1903697" y="80922"/>
                  <a:pt x="1903697" y="86668"/>
                </a:cubicBezTo>
                <a:moveTo>
                  <a:pt x="1891996" y="86671"/>
                </a:moveTo>
                <a:cubicBezTo>
                  <a:pt x="1891996" y="82434"/>
                  <a:pt x="1891319" y="78443"/>
                  <a:pt x="1889965" y="74696"/>
                </a:cubicBezTo>
                <a:cubicBezTo>
                  <a:pt x="1888610" y="70948"/>
                  <a:pt x="1886687" y="67689"/>
                  <a:pt x="1884193" y="64919"/>
                </a:cubicBezTo>
                <a:cubicBezTo>
                  <a:pt x="1881701" y="62148"/>
                  <a:pt x="1878667" y="59948"/>
                  <a:pt x="1875091" y="58319"/>
                </a:cubicBezTo>
                <a:cubicBezTo>
                  <a:pt x="1871516" y="56689"/>
                  <a:pt x="1867507" y="55874"/>
                  <a:pt x="1863064" y="55874"/>
                </a:cubicBezTo>
                <a:cubicBezTo>
                  <a:pt x="1858621" y="55874"/>
                  <a:pt x="1854639" y="56689"/>
                  <a:pt x="1851117" y="58319"/>
                </a:cubicBezTo>
                <a:cubicBezTo>
                  <a:pt x="1847595" y="59948"/>
                  <a:pt x="1844588" y="62148"/>
                  <a:pt x="1842094" y="64919"/>
                </a:cubicBezTo>
                <a:cubicBezTo>
                  <a:pt x="1839602" y="67689"/>
                  <a:pt x="1837679" y="70948"/>
                  <a:pt x="1836325" y="74696"/>
                </a:cubicBezTo>
                <a:cubicBezTo>
                  <a:pt x="1834971" y="78443"/>
                  <a:pt x="1834294" y="82434"/>
                  <a:pt x="1834294" y="86671"/>
                </a:cubicBezTo>
                <a:cubicBezTo>
                  <a:pt x="1834294" y="90907"/>
                  <a:pt x="1834971" y="94899"/>
                  <a:pt x="1836325" y="98648"/>
                </a:cubicBezTo>
                <a:cubicBezTo>
                  <a:pt x="1837679" y="102394"/>
                  <a:pt x="1839602" y="105653"/>
                  <a:pt x="1842094" y="108424"/>
                </a:cubicBezTo>
                <a:cubicBezTo>
                  <a:pt x="1844588" y="111194"/>
                  <a:pt x="1847595" y="113367"/>
                  <a:pt x="1851117" y="114942"/>
                </a:cubicBezTo>
                <a:cubicBezTo>
                  <a:pt x="1854639" y="116517"/>
                  <a:pt x="1858621" y="117304"/>
                  <a:pt x="1863064" y="117304"/>
                </a:cubicBezTo>
                <a:cubicBezTo>
                  <a:pt x="1867507" y="117304"/>
                  <a:pt x="1871516" y="116517"/>
                  <a:pt x="1875091" y="114942"/>
                </a:cubicBezTo>
                <a:cubicBezTo>
                  <a:pt x="1878667" y="113367"/>
                  <a:pt x="1881701" y="111194"/>
                  <a:pt x="1884193" y="108424"/>
                </a:cubicBezTo>
                <a:cubicBezTo>
                  <a:pt x="1886687" y="105653"/>
                  <a:pt x="1888610" y="102394"/>
                  <a:pt x="1889965" y="98648"/>
                </a:cubicBezTo>
                <a:cubicBezTo>
                  <a:pt x="1891319" y="94899"/>
                  <a:pt x="1891996" y="90907"/>
                  <a:pt x="1891996" y="86671"/>
                </a:cubicBezTo>
                <a:close/>
                <a:moveTo>
                  <a:pt x="1937345" y="48632"/>
                </a:moveTo>
                <a:cubicBezTo>
                  <a:pt x="1937561" y="50690"/>
                  <a:pt x="1937723" y="52966"/>
                  <a:pt x="1937831" y="55460"/>
                </a:cubicBezTo>
                <a:cubicBezTo>
                  <a:pt x="1937940" y="57952"/>
                  <a:pt x="1937994" y="60010"/>
                  <a:pt x="1937994" y="61635"/>
                </a:cubicBezTo>
                <a:lnTo>
                  <a:pt x="1938319" y="61635"/>
                </a:lnTo>
                <a:cubicBezTo>
                  <a:pt x="1940487" y="57188"/>
                  <a:pt x="1944009" y="53581"/>
                  <a:pt x="1948885" y="50817"/>
                </a:cubicBezTo>
                <a:cubicBezTo>
                  <a:pt x="1953761" y="48051"/>
                  <a:pt x="1958908" y="46667"/>
                  <a:pt x="1964327" y="46667"/>
                </a:cubicBezTo>
                <a:cubicBezTo>
                  <a:pt x="1973970" y="46667"/>
                  <a:pt x="1981202" y="49542"/>
                  <a:pt x="1986023" y="55291"/>
                </a:cubicBezTo>
                <a:cubicBezTo>
                  <a:pt x="1990847" y="61040"/>
                  <a:pt x="1993258" y="68633"/>
                  <a:pt x="1993258" y="78069"/>
                </a:cubicBezTo>
                <a:lnTo>
                  <a:pt x="1993258" y="124764"/>
                </a:lnTo>
                <a:lnTo>
                  <a:pt x="1982206" y="124764"/>
                </a:lnTo>
                <a:lnTo>
                  <a:pt x="1982206" y="82583"/>
                </a:lnTo>
                <a:cubicBezTo>
                  <a:pt x="1982206" y="78565"/>
                  <a:pt x="1981882" y="74929"/>
                  <a:pt x="1981232" y="71673"/>
                </a:cubicBezTo>
                <a:cubicBezTo>
                  <a:pt x="1980582" y="68416"/>
                  <a:pt x="1979471" y="65620"/>
                  <a:pt x="1977898" y="63285"/>
                </a:cubicBezTo>
                <a:cubicBezTo>
                  <a:pt x="1976328" y="60950"/>
                  <a:pt x="1974214" y="59131"/>
                  <a:pt x="1971559" y="57828"/>
                </a:cubicBezTo>
                <a:cubicBezTo>
                  <a:pt x="1968905" y="56525"/>
                  <a:pt x="1965573" y="55874"/>
                  <a:pt x="1961564" y="55874"/>
                </a:cubicBezTo>
                <a:cubicBezTo>
                  <a:pt x="1958639" y="55874"/>
                  <a:pt x="1955794" y="56472"/>
                  <a:pt x="1953029" y="57667"/>
                </a:cubicBezTo>
                <a:cubicBezTo>
                  <a:pt x="1950266" y="58861"/>
                  <a:pt x="1947801" y="60680"/>
                  <a:pt x="1945633" y="63124"/>
                </a:cubicBezTo>
                <a:cubicBezTo>
                  <a:pt x="1943467" y="65566"/>
                  <a:pt x="1941734" y="68659"/>
                  <a:pt x="1940432" y="72405"/>
                </a:cubicBezTo>
                <a:cubicBezTo>
                  <a:pt x="1939133" y="76150"/>
                  <a:pt x="1938483" y="80574"/>
                  <a:pt x="1938483" y="85679"/>
                </a:cubicBezTo>
                <a:lnTo>
                  <a:pt x="1938483" y="124764"/>
                </a:lnTo>
                <a:lnTo>
                  <a:pt x="1927429" y="124764"/>
                </a:lnTo>
                <a:lnTo>
                  <a:pt x="1927429" y="65378"/>
                </a:lnTo>
                <a:cubicBezTo>
                  <a:pt x="1927429" y="63316"/>
                  <a:pt x="1927374" y="60660"/>
                  <a:pt x="1927265" y="57409"/>
                </a:cubicBezTo>
                <a:cubicBezTo>
                  <a:pt x="1927158" y="54159"/>
                  <a:pt x="1926996" y="51233"/>
                  <a:pt x="1926779" y="48632"/>
                </a:cubicBezTo>
                <a:lnTo>
                  <a:pt x="1937345" y="48632"/>
                </a:lnTo>
                <a:close/>
                <a:moveTo>
                  <a:pt x="2023818" y="147622"/>
                </a:moveTo>
                <a:lnTo>
                  <a:pt x="2014552" y="147622"/>
                </a:lnTo>
                <a:lnTo>
                  <a:pt x="2025442" y="109367"/>
                </a:lnTo>
                <a:lnTo>
                  <a:pt x="2036982" y="109367"/>
                </a:lnTo>
                <a:lnTo>
                  <a:pt x="2023818" y="147622"/>
                </a:lnTo>
                <a:close/>
                <a:moveTo>
                  <a:pt x="2134183" y="57938"/>
                </a:moveTo>
                <a:lnTo>
                  <a:pt x="2112729" y="57938"/>
                </a:lnTo>
                <a:lnTo>
                  <a:pt x="2112729" y="102358"/>
                </a:lnTo>
                <a:cubicBezTo>
                  <a:pt x="2112729" y="105179"/>
                  <a:pt x="2113000" y="107511"/>
                  <a:pt x="2113540" y="109355"/>
                </a:cubicBezTo>
                <a:cubicBezTo>
                  <a:pt x="2114083" y="111198"/>
                  <a:pt x="2114868" y="112636"/>
                  <a:pt x="2115897" y="113668"/>
                </a:cubicBezTo>
                <a:cubicBezTo>
                  <a:pt x="2116927" y="114698"/>
                  <a:pt x="2118146" y="115403"/>
                  <a:pt x="2119555" y="115783"/>
                </a:cubicBezTo>
                <a:cubicBezTo>
                  <a:pt x="2120964" y="116162"/>
                  <a:pt x="2122481" y="116351"/>
                  <a:pt x="2124106" y="116351"/>
                </a:cubicBezTo>
                <a:cubicBezTo>
                  <a:pt x="2125624" y="116351"/>
                  <a:pt x="2127222" y="116130"/>
                  <a:pt x="2128900" y="115689"/>
                </a:cubicBezTo>
                <a:cubicBezTo>
                  <a:pt x="2130580" y="115246"/>
                  <a:pt x="2132179" y="114637"/>
                  <a:pt x="2133697" y="113861"/>
                </a:cubicBezTo>
                <a:lnTo>
                  <a:pt x="2134183" y="123442"/>
                </a:lnTo>
                <a:cubicBezTo>
                  <a:pt x="2132234" y="124201"/>
                  <a:pt x="2130202" y="124770"/>
                  <a:pt x="2128089" y="125148"/>
                </a:cubicBezTo>
                <a:cubicBezTo>
                  <a:pt x="2125976" y="125527"/>
                  <a:pt x="2123673" y="125716"/>
                  <a:pt x="2121179" y="125716"/>
                </a:cubicBezTo>
                <a:cubicBezTo>
                  <a:pt x="2119121" y="125716"/>
                  <a:pt x="2116954" y="125445"/>
                  <a:pt x="2114679" y="124903"/>
                </a:cubicBezTo>
                <a:cubicBezTo>
                  <a:pt x="2112404" y="124362"/>
                  <a:pt x="2110290" y="123334"/>
                  <a:pt x="2108339" y="121818"/>
                </a:cubicBezTo>
                <a:cubicBezTo>
                  <a:pt x="2106390" y="120300"/>
                  <a:pt x="2104792" y="118240"/>
                  <a:pt x="2103545" y="115639"/>
                </a:cubicBezTo>
                <a:cubicBezTo>
                  <a:pt x="2102298" y="113038"/>
                  <a:pt x="2101675" y="109625"/>
                  <a:pt x="2101675" y="105399"/>
                </a:cubicBezTo>
                <a:lnTo>
                  <a:pt x="2101675" y="57938"/>
                </a:lnTo>
                <a:lnTo>
                  <a:pt x="2085908" y="57938"/>
                </a:lnTo>
                <a:lnTo>
                  <a:pt x="2085908" y="48731"/>
                </a:lnTo>
                <a:lnTo>
                  <a:pt x="2101675" y="48731"/>
                </a:lnTo>
                <a:lnTo>
                  <a:pt x="2101675" y="27275"/>
                </a:lnTo>
                <a:lnTo>
                  <a:pt x="2112729" y="27275"/>
                </a:lnTo>
                <a:lnTo>
                  <a:pt x="2112729" y="48731"/>
                </a:lnTo>
                <a:lnTo>
                  <a:pt x="2134183" y="48731"/>
                </a:lnTo>
                <a:lnTo>
                  <a:pt x="2134183" y="57938"/>
                </a:lnTo>
                <a:close/>
                <a:moveTo>
                  <a:pt x="2163116" y="61147"/>
                </a:moveTo>
                <a:cubicBezTo>
                  <a:pt x="2165175" y="56701"/>
                  <a:pt x="2168588" y="53176"/>
                  <a:pt x="2173355" y="50574"/>
                </a:cubicBezTo>
                <a:cubicBezTo>
                  <a:pt x="2178123" y="47970"/>
                  <a:pt x="2183217" y="46667"/>
                  <a:pt x="2188635" y="46667"/>
                </a:cubicBezTo>
                <a:cubicBezTo>
                  <a:pt x="2198278" y="46667"/>
                  <a:pt x="2205511" y="49542"/>
                  <a:pt x="2210332" y="55291"/>
                </a:cubicBezTo>
                <a:cubicBezTo>
                  <a:pt x="2215155" y="61040"/>
                  <a:pt x="2217567" y="68633"/>
                  <a:pt x="2217567" y="78069"/>
                </a:cubicBezTo>
                <a:lnTo>
                  <a:pt x="2217567" y="124764"/>
                </a:lnTo>
                <a:lnTo>
                  <a:pt x="2206515" y="124764"/>
                </a:lnTo>
                <a:lnTo>
                  <a:pt x="2206515" y="82583"/>
                </a:lnTo>
                <a:cubicBezTo>
                  <a:pt x="2206515" y="78565"/>
                  <a:pt x="2206190" y="74929"/>
                  <a:pt x="2205540" y="71673"/>
                </a:cubicBezTo>
                <a:cubicBezTo>
                  <a:pt x="2204891" y="68416"/>
                  <a:pt x="2203779" y="65620"/>
                  <a:pt x="2202207" y="63285"/>
                </a:cubicBezTo>
                <a:cubicBezTo>
                  <a:pt x="2200636" y="60950"/>
                  <a:pt x="2198523" y="59131"/>
                  <a:pt x="2195868" y="57828"/>
                </a:cubicBezTo>
                <a:cubicBezTo>
                  <a:pt x="2193214" y="56525"/>
                  <a:pt x="2189882" y="55874"/>
                  <a:pt x="2185872" y="55874"/>
                </a:cubicBezTo>
                <a:cubicBezTo>
                  <a:pt x="2182947" y="55874"/>
                  <a:pt x="2180103" y="56472"/>
                  <a:pt x="2177338" y="57667"/>
                </a:cubicBezTo>
                <a:cubicBezTo>
                  <a:pt x="2174575" y="58861"/>
                  <a:pt x="2172110" y="60680"/>
                  <a:pt x="2169942" y="63124"/>
                </a:cubicBezTo>
                <a:cubicBezTo>
                  <a:pt x="2167776" y="65566"/>
                  <a:pt x="2166042" y="68659"/>
                  <a:pt x="2164741" y="72405"/>
                </a:cubicBezTo>
                <a:cubicBezTo>
                  <a:pt x="2163441" y="76150"/>
                  <a:pt x="2162792" y="80574"/>
                  <a:pt x="2162792" y="85679"/>
                </a:cubicBezTo>
                <a:lnTo>
                  <a:pt x="2162792" y="124764"/>
                </a:lnTo>
                <a:lnTo>
                  <a:pt x="2151737" y="124764"/>
                </a:lnTo>
                <a:lnTo>
                  <a:pt x="2151737" y="1806"/>
                </a:lnTo>
                <a:lnTo>
                  <a:pt x="2162792" y="1806"/>
                </a:lnTo>
                <a:lnTo>
                  <a:pt x="2162792" y="61147"/>
                </a:lnTo>
                <a:lnTo>
                  <a:pt x="2163116" y="61147"/>
                </a:lnTo>
                <a:close/>
                <a:moveTo>
                  <a:pt x="2304204" y="80954"/>
                </a:moveTo>
                <a:cubicBezTo>
                  <a:pt x="2303879" y="73741"/>
                  <a:pt x="2301575" y="67758"/>
                  <a:pt x="2297295" y="63005"/>
                </a:cubicBezTo>
                <a:cubicBezTo>
                  <a:pt x="2293015" y="58251"/>
                  <a:pt x="2286921" y="55874"/>
                  <a:pt x="2279011" y="55874"/>
                </a:cubicBezTo>
                <a:cubicBezTo>
                  <a:pt x="2275327" y="55874"/>
                  <a:pt x="2271913" y="56557"/>
                  <a:pt x="2268770" y="57923"/>
                </a:cubicBezTo>
                <a:cubicBezTo>
                  <a:pt x="2265628" y="59288"/>
                  <a:pt x="2262865" y="61146"/>
                  <a:pt x="2260481" y="63496"/>
                </a:cubicBezTo>
                <a:cubicBezTo>
                  <a:pt x="2258097" y="65845"/>
                  <a:pt x="2256200" y="68523"/>
                  <a:pt x="2254791" y="71529"/>
                </a:cubicBezTo>
                <a:cubicBezTo>
                  <a:pt x="2253383" y="74533"/>
                  <a:pt x="2252570" y="77675"/>
                  <a:pt x="2252353" y="80954"/>
                </a:cubicBezTo>
                <a:lnTo>
                  <a:pt x="2304204" y="80954"/>
                </a:lnTo>
                <a:moveTo>
                  <a:pt x="2315420" y="84471"/>
                </a:moveTo>
                <a:cubicBezTo>
                  <a:pt x="2315420" y="85231"/>
                  <a:pt x="2315420" y="86046"/>
                  <a:pt x="2315420" y="86916"/>
                </a:cubicBezTo>
                <a:cubicBezTo>
                  <a:pt x="2315420" y="87784"/>
                  <a:pt x="2315365" y="88707"/>
                  <a:pt x="2315256" y="89684"/>
                </a:cubicBezTo>
                <a:lnTo>
                  <a:pt x="2252190" y="89684"/>
                </a:lnTo>
                <a:cubicBezTo>
                  <a:pt x="2252299" y="93475"/>
                  <a:pt x="2253057" y="97050"/>
                  <a:pt x="2254464" y="100408"/>
                </a:cubicBezTo>
                <a:cubicBezTo>
                  <a:pt x="2255873" y="103765"/>
                  <a:pt x="2257823" y="106689"/>
                  <a:pt x="2260315" y="109181"/>
                </a:cubicBezTo>
                <a:cubicBezTo>
                  <a:pt x="2262808" y="111671"/>
                  <a:pt x="2265734" y="113648"/>
                  <a:pt x="2269092" y="115111"/>
                </a:cubicBezTo>
                <a:cubicBezTo>
                  <a:pt x="2272452" y="116573"/>
                  <a:pt x="2276083" y="117304"/>
                  <a:pt x="2279985" y="117304"/>
                </a:cubicBezTo>
                <a:cubicBezTo>
                  <a:pt x="2285728" y="117304"/>
                  <a:pt x="2290685" y="115977"/>
                  <a:pt x="2294857" y="113323"/>
                </a:cubicBezTo>
                <a:cubicBezTo>
                  <a:pt x="2299028" y="110667"/>
                  <a:pt x="2302198" y="107606"/>
                  <a:pt x="2304366" y="104139"/>
                </a:cubicBezTo>
                <a:lnTo>
                  <a:pt x="2312654" y="110639"/>
                </a:lnTo>
                <a:cubicBezTo>
                  <a:pt x="2308104" y="116374"/>
                  <a:pt x="2303092" y="120479"/>
                  <a:pt x="2297619" y="122956"/>
                </a:cubicBezTo>
                <a:cubicBezTo>
                  <a:pt x="2292148" y="125431"/>
                  <a:pt x="2286270" y="126669"/>
                  <a:pt x="2279985" y="126669"/>
                </a:cubicBezTo>
                <a:cubicBezTo>
                  <a:pt x="2274350" y="126669"/>
                  <a:pt x="2269121" y="125666"/>
                  <a:pt x="2264298" y="123660"/>
                </a:cubicBezTo>
                <a:cubicBezTo>
                  <a:pt x="2259476" y="121655"/>
                  <a:pt x="2255332" y="118864"/>
                  <a:pt x="2251865" y="115287"/>
                </a:cubicBezTo>
                <a:cubicBezTo>
                  <a:pt x="2248397" y="111709"/>
                  <a:pt x="2245661" y="107481"/>
                  <a:pt x="2243655" y="102603"/>
                </a:cubicBezTo>
                <a:cubicBezTo>
                  <a:pt x="2241651" y="97726"/>
                  <a:pt x="2240649" y="92414"/>
                  <a:pt x="2240649" y="86668"/>
                </a:cubicBezTo>
                <a:cubicBezTo>
                  <a:pt x="2240649" y="80922"/>
                  <a:pt x="2241624" y="75611"/>
                  <a:pt x="2243573" y="70733"/>
                </a:cubicBezTo>
                <a:cubicBezTo>
                  <a:pt x="2245524" y="65855"/>
                  <a:pt x="2248234" y="61628"/>
                  <a:pt x="2251701" y="58052"/>
                </a:cubicBezTo>
                <a:cubicBezTo>
                  <a:pt x="2255170" y="54473"/>
                  <a:pt x="2259234" y="51682"/>
                  <a:pt x="2263894" y="49676"/>
                </a:cubicBezTo>
                <a:cubicBezTo>
                  <a:pt x="2268553" y="47670"/>
                  <a:pt x="2273592" y="46667"/>
                  <a:pt x="2279011" y="46667"/>
                </a:cubicBezTo>
                <a:cubicBezTo>
                  <a:pt x="2284970" y="46667"/>
                  <a:pt x="2290224" y="47673"/>
                  <a:pt x="2294775" y="49683"/>
                </a:cubicBezTo>
                <a:cubicBezTo>
                  <a:pt x="2299327" y="51692"/>
                  <a:pt x="2303120" y="54408"/>
                  <a:pt x="2306154" y="57831"/>
                </a:cubicBezTo>
                <a:cubicBezTo>
                  <a:pt x="2309188" y="61252"/>
                  <a:pt x="2311490" y="65243"/>
                  <a:pt x="2313061" y="69805"/>
                </a:cubicBezTo>
                <a:cubicBezTo>
                  <a:pt x="2314634" y="74367"/>
                  <a:pt x="2315420" y="79256"/>
                  <a:pt x="2315420" y="84471"/>
                </a:cubicBezTo>
                <a:close/>
                <a:moveTo>
                  <a:pt x="2379623" y="66603"/>
                </a:moveTo>
                <a:cubicBezTo>
                  <a:pt x="2377998" y="63460"/>
                  <a:pt x="2375532" y="60886"/>
                  <a:pt x="2372227" y="58882"/>
                </a:cubicBezTo>
                <a:cubicBezTo>
                  <a:pt x="2368922" y="56877"/>
                  <a:pt x="2365156" y="55874"/>
                  <a:pt x="2360930" y="55874"/>
                </a:cubicBezTo>
                <a:cubicBezTo>
                  <a:pt x="2358980" y="55874"/>
                  <a:pt x="2357030" y="56091"/>
                  <a:pt x="2355079" y="56526"/>
                </a:cubicBezTo>
                <a:cubicBezTo>
                  <a:pt x="2353128" y="56959"/>
                  <a:pt x="2351393" y="57665"/>
                  <a:pt x="2349875" y="58642"/>
                </a:cubicBezTo>
                <a:cubicBezTo>
                  <a:pt x="2348359" y="59617"/>
                  <a:pt x="2347140" y="60865"/>
                  <a:pt x="2346220" y="62385"/>
                </a:cubicBezTo>
                <a:cubicBezTo>
                  <a:pt x="2345299" y="63902"/>
                  <a:pt x="2344838" y="65692"/>
                  <a:pt x="2344838" y="67754"/>
                </a:cubicBezTo>
                <a:cubicBezTo>
                  <a:pt x="2344838" y="71336"/>
                  <a:pt x="2346301" y="74075"/>
                  <a:pt x="2349226" y="75974"/>
                </a:cubicBezTo>
                <a:cubicBezTo>
                  <a:pt x="2352152" y="77872"/>
                  <a:pt x="2356758" y="79472"/>
                  <a:pt x="2363043" y="80775"/>
                </a:cubicBezTo>
                <a:cubicBezTo>
                  <a:pt x="2372038" y="82619"/>
                  <a:pt x="2378675" y="85304"/>
                  <a:pt x="2382954" y="88831"/>
                </a:cubicBezTo>
                <a:cubicBezTo>
                  <a:pt x="2387235" y="92356"/>
                  <a:pt x="2389375" y="97102"/>
                  <a:pt x="2389375" y="103070"/>
                </a:cubicBezTo>
                <a:cubicBezTo>
                  <a:pt x="2389375" y="107410"/>
                  <a:pt x="2388535" y="111073"/>
                  <a:pt x="2386855" y="114057"/>
                </a:cubicBezTo>
                <a:cubicBezTo>
                  <a:pt x="2385175" y="117040"/>
                  <a:pt x="2382980" y="119481"/>
                  <a:pt x="2380270" y="121381"/>
                </a:cubicBezTo>
                <a:cubicBezTo>
                  <a:pt x="2377562" y="123279"/>
                  <a:pt x="2374501" y="124635"/>
                  <a:pt x="2371088" y="125449"/>
                </a:cubicBezTo>
                <a:cubicBezTo>
                  <a:pt x="2367676" y="126262"/>
                  <a:pt x="2364236" y="126669"/>
                  <a:pt x="2360768" y="126669"/>
                </a:cubicBezTo>
                <a:cubicBezTo>
                  <a:pt x="2355024" y="126669"/>
                  <a:pt x="2349443" y="125485"/>
                  <a:pt x="2344025" y="123117"/>
                </a:cubicBezTo>
                <a:cubicBezTo>
                  <a:pt x="2338608" y="120748"/>
                  <a:pt x="2334165" y="117023"/>
                  <a:pt x="2330696" y="111941"/>
                </a:cubicBezTo>
                <a:lnTo>
                  <a:pt x="2339473" y="105438"/>
                </a:lnTo>
                <a:cubicBezTo>
                  <a:pt x="2341424" y="108798"/>
                  <a:pt x="2344296" y="111616"/>
                  <a:pt x="2348087" y="113891"/>
                </a:cubicBezTo>
                <a:cubicBezTo>
                  <a:pt x="2351880" y="116166"/>
                  <a:pt x="2356053" y="117304"/>
                  <a:pt x="2360605" y="117304"/>
                </a:cubicBezTo>
                <a:cubicBezTo>
                  <a:pt x="2362989" y="117304"/>
                  <a:pt x="2365264" y="117087"/>
                  <a:pt x="2367430" y="116654"/>
                </a:cubicBezTo>
                <a:cubicBezTo>
                  <a:pt x="2369598" y="116219"/>
                  <a:pt x="2371494" y="115459"/>
                  <a:pt x="2373120" y="114374"/>
                </a:cubicBezTo>
                <a:cubicBezTo>
                  <a:pt x="2374745" y="113290"/>
                  <a:pt x="2376046" y="111907"/>
                  <a:pt x="2377021" y="110225"/>
                </a:cubicBezTo>
                <a:cubicBezTo>
                  <a:pt x="2377997" y="108542"/>
                  <a:pt x="2378484" y="106453"/>
                  <a:pt x="2378484" y="103958"/>
                </a:cubicBezTo>
                <a:cubicBezTo>
                  <a:pt x="2378484" y="99943"/>
                  <a:pt x="2376561" y="96932"/>
                  <a:pt x="2372713" y="94925"/>
                </a:cubicBezTo>
                <a:cubicBezTo>
                  <a:pt x="2368867" y="92917"/>
                  <a:pt x="2363314" y="91046"/>
                  <a:pt x="2356054" y="89310"/>
                </a:cubicBezTo>
                <a:cubicBezTo>
                  <a:pt x="2353778" y="88767"/>
                  <a:pt x="2351367" y="88089"/>
                  <a:pt x="2348819" y="87276"/>
                </a:cubicBezTo>
                <a:cubicBezTo>
                  <a:pt x="2346272" y="86462"/>
                  <a:pt x="2343915" y="85269"/>
                  <a:pt x="2341748" y="83697"/>
                </a:cubicBezTo>
                <a:cubicBezTo>
                  <a:pt x="2339582" y="82123"/>
                  <a:pt x="2337794" y="80142"/>
                  <a:pt x="2336386" y="77754"/>
                </a:cubicBezTo>
                <a:cubicBezTo>
                  <a:pt x="2334977" y="75367"/>
                  <a:pt x="2334272" y="72383"/>
                  <a:pt x="2334272" y="68803"/>
                </a:cubicBezTo>
                <a:cubicBezTo>
                  <a:pt x="2334272" y="64896"/>
                  <a:pt x="2335030" y="61559"/>
                  <a:pt x="2336547" y="58793"/>
                </a:cubicBezTo>
                <a:cubicBezTo>
                  <a:pt x="2338065" y="56025"/>
                  <a:pt x="2340097" y="53747"/>
                  <a:pt x="2342643" y="51958"/>
                </a:cubicBezTo>
                <a:cubicBezTo>
                  <a:pt x="2345189" y="50167"/>
                  <a:pt x="2348088" y="48838"/>
                  <a:pt x="2351339" y="47970"/>
                </a:cubicBezTo>
                <a:cubicBezTo>
                  <a:pt x="2354591" y="47102"/>
                  <a:pt x="2357951" y="46667"/>
                  <a:pt x="2361418" y="46667"/>
                </a:cubicBezTo>
                <a:cubicBezTo>
                  <a:pt x="2366727" y="46667"/>
                  <a:pt x="2371874" y="47852"/>
                  <a:pt x="2376857" y="50222"/>
                </a:cubicBezTo>
                <a:cubicBezTo>
                  <a:pt x="2381843" y="52589"/>
                  <a:pt x="2385582" y="55937"/>
                  <a:pt x="2388075" y="60264"/>
                </a:cubicBezTo>
                <a:lnTo>
                  <a:pt x="2379623" y="66603"/>
                </a:lnTo>
                <a:close/>
                <a:moveTo>
                  <a:pt x="2469347" y="80954"/>
                </a:moveTo>
                <a:cubicBezTo>
                  <a:pt x="2469021" y="73741"/>
                  <a:pt x="2466718" y="67758"/>
                  <a:pt x="2462437" y="63005"/>
                </a:cubicBezTo>
                <a:cubicBezTo>
                  <a:pt x="2458158" y="58251"/>
                  <a:pt x="2452063" y="55874"/>
                  <a:pt x="2444153" y="55874"/>
                </a:cubicBezTo>
                <a:cubicBezTo>
                  <a:pt x="2440469" y="55874"/>
                  <a:pt x="2437056" y="56557"/>
                  <a:pt x="2433912" y="57923"/>
                </a:cubicBezTo>
                <a:cubicBezTo>
                  <a:pt x="2430771" y="59288"/>
                  <a:pt x="2428008" y="61146"/>
                  <a:pt x="2425624" y="63496"/>
                </a:cubicBezTo>
                <a:cubicBezTo>
                  <a:pt x="2423239" y="65845"/>
                  <a:pt x="2421343" y="68523"/>
                  <a:pt x="2419934" y="71529"/>
                </a:cubicBezTo>
                <a:cubicBezTo>
                  <a:pt x="2418525" y="74533"/>
                  <a:pt x="2417713" y="77675"/>
                  <a:pt x="2417496" y="80954"/>
                </a:cubicBezTo>
                <a:lnTo>
                  <a:pt x="2469347" y="80954"/>
                </a:lnTo>
                <a:moveTo>
                  <a:pt x="2480563" y="84471"/>
                </a:moveTo>
                <a:cubicBezTo>
                  <a:pt x="2480563" y="85231"/>
                  <a:pt x="2480563" y="86046"/>
                  <a:pt x="2480563" y="86916"/>
                </a:cubicBezTo>
                <a:cubicBezTo>
                  <a:pt x="2480563" y="87784"/>
                  <a:pt x="2480508" y="88707"/>
                  <a:pt x="2480399" y="89684"/>
                </a:cubicBezTo>
                <a:lnTo>
                  <a:pt x="2417332" y="89684"/>
                </a:lnTo>
                <a:cubicBezTo>
                  <a:pt x="2417441" y="93475"/>
                  <a:pt x="2418199" y="97050"/>
                  <a:pt x="2419607" y="100408"/>
                </a:cubicBezTo>
                <a:cubicBezTo>
                  <a:pt x="2421015" y="103765"/>
                  <a:pt x="2422966" y="106689"/>
                  <a:pt x="2425457" y="109181"/>
                </a:cubicBezTo>
                <a:cubicBezTo>
                  <a:pt x="2427951" y="111671"/>
                  <a:pt x="2430877" y="113648"/>
                  <a:pt x="2434235" y="115111"/>
                </a:cubicBezTo>
                <a:cubicBezTo>
                  <a:pt x="2437595" y="116573"/>
                  <a:pt x="2441226" y="117304"/>
                  <a:pt x="2445128" y="117304"/>
                </a:cubicBezTo>
                <a:cubicBezTo>
                  <a:pt x="2450870" y="117304"/>
                  <a:pt x="2455827" y="115977"/>
                  <a:pt x="2459999" y="113323"/>
                </a:cubicBezTo>
                <a:cubicBezTo>
                  <a:pt x="2464171" y="110667"/>
                  <a:pt x="2467341" y="107606"/>
                  <a:pt x="2469508" y="104139"/>
                </a:cubicBezTo>
                <a:lnTo>
                  <a:pt x="2477797" y="110639"/>
                </a:lnTo>
                <a:cubicBezTo>
                  <a:pt x="2473247" y="116374"/>
                  <a:pt x="2468235" y="120479"/>
                  <a:pt x="2462762" y="122956"/>
                </a:cubicBezTo>
                <a:cubicBezTo>
                  <a:pt x="2457291" y="125431"/>
                  <a:pt x="2451413" y="126669"/>
                  <a:pt x="2445128" y="126669"/>
                </a:cubicBezTo>
                <a:cubicBezTo>
                  <a:pt x="2439493" y="126669"/>
                  <a:pt x="2434264" y="125666"/>
                  <a:pt x="2429441" y="123660"/>
                </a:cubicBezTo>
                <a:cubicBezTo>
                  <a:pt x="2424619" y="121655"/>
                  <a:pt x="2420475" y="118864"/>
                  <a:pt x="2417007" y="115287"/>
                </a:cubicBezTo>
                <a:cubicBezTo>
                  <a:pt x="2413540" y="111709"/>
                  <a:pt x="2410804" y="107481"/>
                  <a:pt x="2408798" y="102603"/>
                </a:cubicBezTo>
                <a:cubicBezTo>
                  <a:pt x="2406794" y="97726"/>
                  <a:pt x="2405792" y="92414"/>
                  <a:pt x="2405792" y="86668"/>
                </a:cubicBezTo>
                <a:cubicBezTo>
                  <a:pt x="2405792" y="80922"/>
                  <a:pt x="2406767" y="75611"/>
                  <a:pt x="2408716" y="70733"/>
                </a:cubicBezTo>
                <a:cubicBezTo>
                  <a:pt x="2410667" y="65855"/>
                  <a:pt x="2413376" y="61628"/>
                  <a:pt x="2416844" y="58052"/>
                </a:cubicBezTo>
                <a:cubicBezTo>
                  <a:pt x="2420313" y="54473"/>
                  <a:pt x="2424377" y="51682"/>
                  <a:pt x="2429036" y="49676"/>
                </a:cubicBezTo>
                <a:cubicBezTo>
                  <a:pt x="2433696" y="47670"/>
                  <a:pt x="2438735" y="46667"/>
                  <a:pt x="2444153" y="46667"/>
                </a:cubicBezTo>
                <a:cubicBezTo>
                  <a:pt x="2450112" y="46667"/>
                  <a:pt x="2455367" y="47673"/>
                  <a:pt x="2459917" y="49683"/>
                </a:cubicBezTo>
                <a:cubicBezTo>
                  <a:pt x="2464469" y="51692"/>
                  <a:pt x="2468262" y="54408"/>
                  <a:pt x="2471296" y="57831"/>
                </a:cubicBezTo>
                <a:cubicBezTo>
                  <a:pt x="2474331" y="61252"/>
                  <a:pt x="2476633" y="65243"/>
                  <a:pt x="2478204" y="69805"/>
                </a:cubicBezTo>
                <a:cubicBezTo>
                  <a:pt x="2479776" y="74367"/>
                  <a:pt x="2480563" y="79256"/>
                  <a:pt x="2480563" y="84471"/>
                </a:cubicBezTo>
                <a:close/>
                <a:moveTo>
                  <a:pt x="2599706" y="65954"/>
                </a:moveTo>
                <a:cubicBezTo>
                  <a:pt x="2597864" y="63027"/>
                  <a:pt x="2595182" y="60615"/>
                  <a:pt x="2591660" y="58719"/>
                </a:cubicBezTo>
                <a:cubicBezTo>
                  <a:pt x="2588138" y="56822"/>
                  <a:pt x="2584319" y="55874"/>
                  <a:pt x="2580202" y="55874"/>
                </a:cubicBezTo>
                <a:cubicBezTo>
                  <a:pt x="2575759" y="55874"/>
                  <a:pt x="2571749" y="56662"/>
                  <a:pt x="2568173" y="58238"/>
                </a:cubicBezTo>
                <a:cubicBezTo>
                  <a:pt x="2564596" y="59812"/>
                  <a:pt x="2561535" y="61984"/>
                  <a:pt x="2558988" y="64756"/>
                </a:cubicBezTo>
                <a:cubicBezTo>
                  <a:pt x="2556442" y="67525"/>
                  <a:pt x="2554492" y="70784"/>
                  <a:pt x="2553138" y="74533"/>
                </a:cubicBezTo>
                <a:cubicBezTo>
                  <a:pt x="2551783" y="78279"/>
                  <a:pt x="2551106" y="82325"/>
                  <a:pt x="2551106" y="86671"/>
                </a:cubicBezTo>
                <a:cubicBezTo>
                  <a:pt x="2551106" y="91016"/>
                  <a:pt x="2551783" y="95036"/>
                  <a:pt x="2553138" y="98729"/>
                </a:cubicBezTo>
                <a:cubicBezTo>
                  <a:pt x="2554492" y="102422"/>
                  <a:pt x="2556415" y="105653"/>
                  <a:pt x="2558907" y="108424"/>
                </a:cubicBezTo>
                <a:cubicBezTo>
                  <a:pt x="2561400" y="111194"/>
                  <a:pt x="2564434" y="113367"/>
                  <a:pt x="2568009" y="114942"/>
                </a:cubicBezTo>
                <a:cubicBezTo>
                  <a:pt x="2571585" y="116517"/>
                  <a:pt x="2575595" y="117304"/>
                  <a:pt x="2580038" y="117304"/>
                </a:cubicBezTo>
                <a:cubicBezTo>
                  <a:pt x="2584914" y="117304"/>
                  <a:pt x="2589031" y="116383"/>
                  <a:pt x="2592389" y="114541"/>
                </a:cubicBezTo>
                <a:cubicBezTo>
                  <a:pt x="2595749" y="112699"/>
                  <a:pt x="2598513" y="110315"/>
                  <a:pt x="2600681" y="107390"/>
                </a:cubicBezTo>
                <a:lnTo>
                  <a:pt x="2608969" y="113566"/>
                </a:lnTo>
                <a:cubicBezTo>
                  <a:pt x="2605719" y="117564"/>
                  <a:pt x="2601736" y="120748"/>
                  <a:pt x="2597022" y="123117"/>
                </a:cubicBezTo>
                <a:cubicBezTo>
                  <a:pt x="2592310" y="125485"/>
                  <a:pt x="2586648" y="126669"/>
                  <a:pt x="2580038" y="126669"/>
                </a:cubicBezTo>
                <a:cubicBezTo>
                  <a:pt x="2573861" y="126669"/>
                  <a:pt x="2568279" y="125666"/>
                  <a:pt x="2563294" y="123660"/>
                </a:cubicBezTo>
                <a:cubicBezTo>
                  <a:pt x="2558311" y="121655"/>
                  <a:pt x="2554058" y="118864"/>
                  <a:pt x="2550536" y="115287"/>
                </a:cubicBezTo>
                <a:cubicBezTo>
                  <a:pt x="2547016" y="111709"/>
                  <a:pt x="2544280" y="107481"/>
                  <a:pt x="2542329" y="102603"/>
                </a:cubicBezTo>
                <a:cubicBezTo>
                  <a:pt x="2540378" y="97726"/>
                  <a:pt x="2539402" y="92414"/>
                  <a:pt x="2539402" y="86668"/>
                </a:cubicBezTo>
                <a:cubicBezTo>
                  <a:pt x="2539402" y="80922"/>
                  <a:pt x="2540378" y="75611"/>
                  <a:pt x="2542329" y="70733"/>
                </a:cubicBezTo>
                <a:cubicBezTo>
                  <a:pt x="2544280" y="65855"/>
                  <a:pt x="2547016" y="61628"/>
                  <a:pt x="2550536" y="58052"/>
                </a:cubicBezTo>
                <a:cubicBezTo>
                  <a:pt x="2554058" y="54473"/>
                  <a:pt x="2558311" y="51682"/>
                  <a:pt x="2563294" y="49676"/>
                </a:cubicBezTo>
                <a:cubicBezTo>
                  <a:pt x="2568279" y="47670"/>
                  <a:pt x="2573861" y="46667"/>
                  <a:pt x="2580038" y="46667"/>
                </a:cubicBezTo>
                <a:cubicBezTo>
                  <a:pt x="2585131" y="46667"/>
                  <a:pt x="2590304" y="47771"/>
                  <a:pt x="2595559" y="49979"/>
                </a:cubicBezTo>
                <a:cubicBezTo>
                  <a:pt x="2600815" y="52186"/>
                  <a:pt x="2605069" y="55452"/>
                  <a:pt x="2608320" y="59775"/>
                </a:cubicBezTo>
                <a:lnTo>
                  <a:pt x="2599706" y="65954"/>
                </a:lnTo>
                <a:close/>
                <a:moveTo>
                  <a:pt x="2674149" y="75646"/>
                </a:moveTo>
                <a:cubicBezTo>
                  <a:pt x="2674149" y="69001"/>
                  <a:pt x="2672415" y="64045"/>
                  <a:pt x="2668948" y="60777"/>
                </a:cubicBezTo>
                <a:cubicBezTo>
                  <a:pt x="2665480" y="57508"/>
                  <a:pt x="2660441" y="55874"/>
                  <a:pt x="2653831" y="55874"/>
                </a:cubicBezTo>
                <a:cubicBezTo>
                  <a:pt x="2649280" y="55874"/>
                  <a:pt x="2645054" y="56687"/>
                  <a:pt x="2641152" y="58312"/>
                </a:cubicBezTo>
                <a:cubicBezTo>
                  <a:pt x="2637252" y="59937"/>
                  <a:pt x="2633947" y="62105"/>
                  <a:pt x="2631239" y="64815"/>
                </a:cubicBezTo>
                <a:lnTo>
                  <a:pt x="2625060" y="57501"/>
                </a:lnTo>
                <a:cubicBezTo>
                  <a:pt x="2628204" y="54371"/>
                  <a:pt x="2632349" y="51783"/>
                  <a:pt x="2637496" y="49738"/>
                </a:cubicBezTo>
                <a:cubicBezTo>
                  <a:pt x="2642643" y="47691"/>
                  <a:pt x="2648468" y="46667"/>
                  <a:pt x="2654969" y="46667"/>
                </a:cubicBezTo>
                <a:cubicBezTo>
                  <a:pt x="2659088" y="46667"/>
                  <a:pt x="2662935" y="47237"/>
                  <a:pt x="2666510" y="48376"/>
                </a:cubicBezTo>
                <a:cubicBezTo>
                  <a:pt x="2670086" y="49516"/>
                  <a:pt x="2673228" y="51224"/>
                  <a:pt x="2675937" y="53503"/>
                </a:cubicBezTo>
                <a:cubicBezTo>
                  <a:pt x="2678647" y="55780"/>
                  <a:pt x="2680760" y="58653"/>
                  <a:pt x="2682276" y="62124"/>
                </a:cubicBezTo>
                <a:cubicBezTo>
                  <a:pt x="2683794" y="65595"/>
                  <a:pt x="2684553" y="69662"/>
                  <a:pt x="2684553" y="74327"/>
                </a:cubicBezTo>
                <a:lnTo>
                  <a:pt x="2684553" y="107680"/>
                </a:lnTo>
                <a:cubicBezTo>
                  <a:pt x="2684553" y="110609"/>
                  <a:pt x="2684661" y="113646"/>
                  <a:pt x="2684878" y="116793"/>
                </a:cubicBezTo>
                <a:cubicBezTo>
                  <a:pt x="2685095" y="119938"/>
                  <a:pt x="2685420" y="122595"/>
                  <a:pt x="2685853" y="124764"/>
                </a:cubicBezTo>
                <a:lnTo>
                  <a:pt x="2675939" y="124764"/>
                </a:lnTo>
                <a:cubicBezTo>
                  <a:pt x="2675614" y="122914"/>
                  <a:pt x="2675342" y="120901"/>
                  <a:pt x="2675126" y="118725"/>
                </a:cubicBezTo>
                <a:cubicBezTo>
                  <a:pt x="2674909" y="116549"/>
                  <a:pt x="2674801" y="114427"/>
                  <a:pt x="2674801" y="112361"/>
                </a:cubicBezTo>
                <a:lnTo>
                  <a:pt x="2674474" y="112361"/>
                </a:lnTo>
                <a:cubicBezTo>
                  <a:pt x="2671006" y="117455"/>
                  <a:pt x="2667078" y="121113"/>
                  <a:pt x="2662688" y="123335"/>
                </a:cubicBezTo>
                <a:cubicBezTo>
                  <a:pt x="2658299" y="125558"/>
                  <a:pt x="2653017" y="126669"/>
                  <a:pt x="2646842" y="126669"/>
                </a:cubicBezTo>
                <a:cubicBezTo>
                  <a:pt x="2643915" y="126669"/>
                  <a:pt x="2640907" y="126263"/>
                  <a:pt x="2637819" y="125451"/>
                </a:cubicBezTo>
                <a:cubicBezTo>
                  <a:pt x="2634732" y="124639"/>
                  <a:pt x="2631915" y="123313"/>
                  <a:pt x="2629369" y="121473"/>
                </a:cubicBezTo>
                <a:cubicBezTo>
                  <a:pt x="2626822" y="119631"/>
                  <a:pt x="2624709" y="117248"/>
                  <a:pt x="2623029" y="114325"/>
                </a:cubicBezTo>
                <a:cubicBezTo>
                  <a:pt x="2621349" y="111400"/>
                  <a:pt x="2620509" y="107825"/>
                  <a:pt x="2620509" y="103600"/>
                </a:cubicBezTo>
                <a:cubicBezTo>
                  <a:pt x="2620509" y="97752"/>
                  <a:pt x="2621999" y="93122"/>
                  <a:pt x="2624979" y="89711"/>
                </a:cubicBezTo>
                <a:cubicBezTo>
                  <a:pt x="2627958" y="86300"/>
                  <a:pt x="2631941" y="83756"/>
                  <a:pt x="2636926" y="82077"/>
                </a:cubicBezTo>
                <a:cubicBezTo>
                  <a:pt x="2641911" y="80397"/>
                  <a:pt x="2647627" y="79314"/>
                  <a:pt x="2654074" y="78828"/>
                </a:cubicBezTo>
                <a:cubicBezTo>
                  <a:pt x="2660522" y="78340"/>
                  <a:pt x="2667214" y="78097"/>
                  <a:pt x="2674149" y="78097"/>
                </a:cubicBezTo>
                <a:lnTo>
                  <a:pt x="2674149" y="75646"/>
                </a:lnTo>
                <a:moveTo>
                  <a:pt x="2670897" y="86827"/>
                </a:moveTo>
                <a:cubicBezTo>
                  <a:pt x="2666347" y="86827"/>
                  <a:pt x="2661768" y="87016"/>
                  <a:pt x="2657162" y="87395"/>
                </a:cubicBezTo>
                <a:cubicBezTo>
                  <a:pt x="2652557" y="87772"/>
                  <a:pt x="2648385" y="88528"/>
                  <a:pt x="2644647" y="89664"/>
                </a:cubicBezTo>
                <a:cubicBezTo>
                  <a:pt x="2640910" y="90799"/>
                  <a:pt x="2637849" y="92446"/>
                  <a:pt x="2635465" y="94607"/>
                </a:cubicBezTo>
                <a:cubicBezTo>
                  <a:pt x="2633081" y="96768"/>
                  <a:pt x="2631888" y="99631"/>
                  <a:pt x="2631888" y="103196"/>
                </a:cubicBezTo>
                <a:cubicBezTo>
                  <a:pt x="2631888" y="105898"/>
                  <a:pt x="2632403" y="108167"/>
                  <a:pt x="2633431" y="110004"/>
                </a:cubicBezTo>
                <a:cubicBezTo>
                  <a:pt x="2634461" y="111841"/>
                  <a:pt x="2635843" y="113327"/>
                  <a:pt x="2637576" y="114461"/>
                </a:cubicBezTo>
                <a:cubicBezTo>
                  <a:pt x="2639310" y="115596"/>
                  <a:pt x="2641234" y="116406"/>
                  <a:pt x="2643347" y="116892"/>
                </a:cubicBezTo>
                <a:cubicBezTo>
                  <a:pt x="2645460" y="117378"/>
                  <a:pt x="2647601" y="117621"/>
                  <a:pt x="2649768" y="117621"/>
                </a:cubicBezTo>
                <a:cubicBezTo>
                  <a:pt x="2653669" y="117621"/>
                  <a:pt x="2657136" y="116946"/>
                  <a:pt x="2660170" y="115595"/>
                </a:cubicBezTo>
                <a:cubicBezTo>
                  <a:pt x="2663204" y="114244"/>
                  <a:pt x="2665751" y="112407"/>
                  <a:pt x="2667809" y="110084"/>
                </a:cubicBezTo>
                <a:cubicBezTo>
                  <a:pt x="2669868" y="107761"/>
                  <a:pt x="2671439" y="105087"/>
                  <a:pt x="2672522" y="102063"/>
                </a:cubicBezTo>
                <a:cubicBezTo>
                  <a:pt x="2673606" y="99037"/>
                  <a:pt x="2674149" y="95849"/>
                  <a:pt x="2674149" y="92499"/>
                </a:cubicBezTo>
                <a:lnTo>
                  <a:pt x="2674149" y="86827"/>
                </a:lnTo>
                <a:lnTo>
                  <a:pt x="2670897" y="86827"/>
                </a:lnTo>
                <a:close/>
                <a:moveTo>
                  <a:pt x="2753472" y="66603"/>
                </a:moveTo>
                <a:cubicBezTo>
                  <a:pt x="2751846" y="63460"/>
                  <a:pt x="2749381" y="60886"/>
                  <a:pt x="2746076" y="58882"/>
                </a:cubicBezTo>
                <a:cubicBezTo>
                  <a:pt x="2742770" y="56877"/>
                  <a:pt x="2739005" y="55874"/>
                  <a:pt x="2734778" y="55874"/>
                </a:cubicBezTo>
                <a:cubicBezTo>
                  <a:pt x="2732829" y="55874"/>
                  <a:pt x="2730879" y="56091"/>
                  <a:pt x="2728928" y="56526"/>
                </a:cubicBezTo>
                <a:cubicBezTo>
                  <a:pt x="2726976" y="56959"/>
                  <a:pt x="2725242" y="57665"/>
                  <a:pt x="2723724" y="58642"/>
                </a:cubicBezTo>
                <a:cubicBezTo>
                  <a:pt x="2722208" y="59617"/>
                  <a:pt x="2720989" y="60865"/>
                  <a:pt x="2720068" y="62385"/>
                </a:cubicBezTo>
                <a:cubicBezTo>
                  <a:pt x="2719147" y="63902"/>
                  <a:pt x="2718687" y="65692"/>
                  <a:pt x="2718687" y="67754"/>
                </a:cubicBezTo>
                <a:cubicBezTo>
                  <a:pt x="2718687" y="71336"/>
                  <a:pt x="2720149" y="74075"/>
                  <a:pt x="2723074" y="75974"/>
                </a:cubicBezTo>
                <a:cubicBezTo>
                  <a:pt x="2726001" y="77872"/>
                  <a:pt x="2730607" y="79472"/>
                  <a:pt x="2736891" y="80775"/>
                </a:cubicBezTo>
                <a:cubicBezTo>
                  <a:pt x="2745886" y="82619"/>
                  <a:pt x="2752523" y="85304"/>
                  <a:pt x="2756803" y="88831"/>
                </a:cubicBezTo>
                <a:cubicBezTo>
                  <a:pt x="2761083" y="92356"/>
                  <a:pt x="2763224" y="97102"/>
                  <a:pt x="2763224" y="103070"/>
                </a:cubicBezTo>
                <a:cubicBezTo>
                  <a:pt x="2763224" y="107410"/>
                  <a:pt x="2762384" y="111073"/>
                  <a:pt x="2760704" y="114057"/>
                </a:cubicBezTo>
                <a:cubicBezTo>
                  <a:pt x="2759024" y="117040"/>
                  <a:pt x="2756829" y="119481"/>
                  <a:pt x="2754119" y="121381"/>
                </a:cubicBezTo>
                <a:cubicBezTo>
                  <a:pt x="2751411" y="123279"/>
                  <a:pt x="2748350" y="124635"/>
                  <a:pt x="2744937" y="125449"/>
                </a:cubicBezTo>
                <a:cubicBezTo>
                  <a:pt x="2741524" y="126262"/>
                  <a:pt x="2738084" y="126669"/>
                  <a:pt x="2734617" y="126669"/>
                </a:cubicBezTo>
                <a:cubicBezTo>
                  <a:pt x="2728873" y="126669"/>
                  <a:pt x="2723292" y="125485"/>
                  <a:pt x="2717873" y="123117"/>
                </a:cubicBezTo>
                <a:cubicBezTo>
                  <a:pt x="2712456" y="120748"/>
                  <a:pt x="2708014" y="117023"/>
                  <a:pt x="2704545" y="111941"/>
                </a:cubicBezTo>
                <a:lnTo>
                  <a:pt x="2713322" y="105438"/>
                </a:lnTo>
                <a:cubicBezTo>
                  <a:pt x="2715273" y="108798"/>
                  <a:pt x="2718144" y="111616"/>
                  <a:pt x="2721936" y="113891"/>
                </a:cubicBezTo>
                <a:cubicBezTo>
                  <a:pt x="2725729" y="116166"/>
                  <a:pt x="2729901" y="117304"/>
                  <a:pt x="2734453" y="117304"/>
                </a:cubicBezTo>
                <a:cubicBezTo>
                  <a:pt x="2736838" y="117304"/>
                  <a:pt x="2739113" y="117087"/>
                  <a:pt x="2741279" y="116654"/>
                </a:cubicBezTo>
                <a:cubicBezTo>
                  <a:pt x="2743447" y="116219"/>
                  <a:pt x="2745343" y="115459"/>
                  <a:pt x="2746969" y="114374"/>
                </a:cubicBezTo>
                <a:cubicBezTo>
                  <a:pt x="2748594" y="113290"/>
                  <a:pt x="2749894" y="111907"/>
                  <a:pt x="2750870" y="110225"/>
                </a:cubicBezTo>
                <a:cubicBezTo>
                  <a:pt x="2751845" y="108542"/>
                  <a:pt x="2752333" y="106453"/>
                  <a:pt x="2752333" y="103958"/>
                </a:cubicBezTo>
                <a:cubicBezTo>
                  <a:pt x="2752333" y="99943"/>
                  <a:pt x="2750409" y="96932"/>
                  <a:pt x="2746562" y="94925"/>
                </a:cubicBezTo>
                <a:cubicBezTo>
                  <a:pt x="2742716" y="92917"/>
                  <a:pt x="2737163" y="91046"/>
                  <a:pt x="2729902" y="89310"/>
                </a:cubicBezTo>
                <a:cubicBezTo>
                  <a:pt x="2727627" y="88767"/>
                  <a:pt x="2725215" y="88089"/>
                  <a:pt x="2722667" y="87276"/>
                </a:cubicBezTo>
                <a:cubicBezTo>
                  <a:pt x="2720121" y="86462"/>
                  <a:pt x="2717764" y="85269"/>
                  <a:pt x="2715596" y="83697"/>
                </a:cubicBezTo>
                <a:cubicBezTo>
                  <a:pt x="2713430" y="82123"/>
                  <a:pt x="2711643" y="80142"/>
                  <a:pt x="2710234" y="77754"/>
                </a:cubicBezTo>
                <a:cubicBezTo>
                  <a:pt x="2708825" y="75367"/>
                  <a:pt x="2708121" y="72383"/>
                  <a:pt x="2708121" y="68803"/>
                </a:cubicBezTo>
                <a:cubicBezTo>
                  <a:pt x="2708121" y="64896"/>
                  <a:pt x="2708879" y="61559"/>
                  <a:pt x="2710395" y="58793"/>
                </a:cubicBezTo>
                <a:cubicBezTo>
                  <a:pt x="2711913" y="56025"/>
                  <a:pt x="2713945" y="53747"/>
                  <a:pt x="2716492" y="51958"/>
                </a:cubicBezTo>
                <a:cubicBezTo>
                  <a:pt x="2719038" y="50167"/>
                  <a:pt x="2721937" y="48838"/>
                  <a:pt x="2725187" y="47970"/>
                </a:cubicBezTo>
                <a:cubicBezTo>
                  <a:pt x="2728440" y="47102"/>
                  <a:pt x="2731800" y="46667"/>
                  <a:pt x="2735267" y="46667"/>
                </a:cubicBezTo>
                <a:cubicBezTo>
                  <a:pt x="2740576" y="46667"/>
                  <a:pt x="2745723" y="47852"/>
                  <a:pt x="2750706" y="50222"/>
                </a:cubicBezTo>
                <a:cubicBezTo>
                  <a:pt x="2755691" y="52589"/>
                  <a:pt x="2759431" y="55937"/>
                  <a:pt x="2761924" y="60264"/>
                </a:cubicBezTo>
                <a:lnTo>
                  <a:pt x="2753472" y="66603"/>
                </a:lnTo>
                <a:close/>
                <a:moveTo>
                  <a:pt x="2843195" y="80954"/>
                </a:moveTo>
                <a:cubicBezTo>
                  <a:pt x="2842869" y="73741"/>
                  <a:pt x="2840566" y="67758"/>
                  <a:pt x="2836285" y="63005"/>
                </a:cubicBezTo>
                <a:cubicBezTo>
                  <a:pt x="2832006" y="58251"/>
                  <a:pt x="2825911" y="55874"/>
                  <a:pt x="2818001" y="55874"/>
                </a:cubicBezTo>
                <a:cubicBezTo>
                  <a:pt x="2814317" y="55874"/>
                  <a:pt x="2810903" y="56557"/>
                  <a:pt x="2807760" y="57923"/>
                </a:cubicBezTo>
                <a:cubicBezTo>
                  <a:pt x="2804618" y="59288"/>
                  <a:pt x="2801855" y="61146"/>
                  <a:pt x="2799471" y="63496"/>
                </a:cubicBezTo>
                <a:cubicBezTo>
                  <a:pt x="2797087" y="65845"/>
                  <a:pt x="2795190" y="68523"/>
                  <a:pt x="2793782" y="71529"/>
                </a:cubicBezTo>
                <a:cubicBezTo>
                  <a:pt x="2792373" y="74533"/>
                  <a:pt x="2791560" y="77675"/>
                  <a:pt x="2791344" y="80954"/>
                </a:cubicBezTo>
                <a:lnTo>
                  <a:pt x="2843195" y="80954"/>
                </a:lnTo>
                <a:moveTo>
                  <a:pt x="2854410" y="84471"/>
                </a:moveTo>
                <a:cubicBezTo>
                  <a:pt x="2854410" y="85231"/>
                  <a:pt x="2854410" y="86046"/>
                  <a:pt x="2854410" y="86916"/>
                </a:cubicBezTo>
                <a:cubicBezTo>
                  <a:pt x="2854410" y="87784"/>
                  <a:pt x="2854356" y="88707"/>
                  <a:pt x="2854246" y="89684"/>
                </a:cubicBezTo>
                <a:lnTo>
                  <a:pt x="2791180" y="89684"/>
                </a:lnTo>
                <a:cubicBezTo>
                  <a:pt x="2791289" y="93475"/>
                  <a:pt x="2792047" y="97050"/>
                  <a:pt x="2793454" y="100408"/>
                </a:cubicBezTo>
                <a:cubicBezTo>
                  <a:pt x="2794863" y="103765"/>
                  <a:pt x="2796813" y="106689"/>
                  <a:pt x="2799305" y="109181"/>
                </a:cubicBezTo>
                <a:cubicBezTo>
                  <a:pt x="2801798" y="111671"/>
                  <a:pt x="2804724" y="113648"/>
                  <a:pt x="2808082" y="115111"/>
                </a:cubicBezTo>
                <a:cubicBezTo>
                  <a:pt x="2811442" y="116573"/>
                  <a:pt x="2815073" y="117304"/>
                  <a:pt x="2818975" y="117304"/>
                </a:cubicBezTo>
                <a:cubicBezTo>
                  <a:pt x="2824718" y="117304"/>
                  <a:pt x="2829675" y="115977"/>
                  <a:pt x="2833847" y="113323"/>
                </a:cubicBezTo>
                <a:cubicBezTo>
                  <a:pt x="2838018" y="110667"/>
                  <a:pt x="2841188" y="107606"/>
                  <a:pt x="2843356" y="104139"/>
                </a:cubicBezTo>
                <a:lnTo>
                  <a:pt x="2851645" y="110639"/>
                </a:lnTo>
                <a:cubicBezTo>
                  <a:pt x="2847094" y="116374"/>
                  <a:pt x="2842083" y="120479"/>
                  <a:pt x="2836610" y="122956"/>
                </a:cubicBezTo>
                <a:cubicBezTo>
                  <a:pt x="2831138" y="125431"/>
                  <a:pt x="2825260" y="126669"/>
                  <a:pt x="2818975" y="126669"/>
                </a:cubicBezTo>
                <a:cubicBezTo>
                  <a:pt x="2813340" y="126669"/>
                  <a:pt x="2808111" y="125666"/>
                  <a:pt x="2803288" y="123660"/>
                </a:cubicBezTo>
                <a:cubicBezTo>
                  <a:pt x="2798467" y="121655"/>
                  <a:pt x="2794322" y="118864"/>
                  <a:pt x="2790855" y="115287"/>
                </a:cubicBezTo>
                <a:cubicBezTo>
                  <a:pt x="2787388" y="111709"/>
                  <a:pt x="2784651" y="107481"/>
                  <a:pt x="2782645" y="102603"/>
                </a:cubicBezTo>
                <a:cubicBezTo>
                  <a:pt x="2780641" y="97726"/>
                  <a:pt x="2779639" y="92414"/>
                  <a:pt x="2779639" y="86668"/>
                </a:cubicBezTo>
                <a:cubicBezTo>
                  <a:pt x="2779639" y="80922"/>
                  <a:pt x="2780614" y="75611"/>
                  <a:pt x="2782564" y="70733"/>
                </a:cubicBezTo>
                <a:cubicBezTo>
                  <a:pt x="2784515" y="65855"/>
                  <a:pt x="2787224" y="61628"/>
                  <a:pt x="2790691" y="58052"/>
                </a:cubicBezTo>
                <a:cubicBezTo>
                  <a:pt x="2794160" y="54473"/>
                  <a:pt x="2798224" y="51682"/>
                  <a:pt x="2802884" y="49676"/>
                </a:cubicBezTo>
                <a:cubicBezTo>
                  <a:pt x="2807543" y="47670"/>
                  <a:pt x="2812582" y="46667"/>
                  <a:pt x="2818001" y="46667"/>
                </a:cubicBezTo>
                <a:cubicBezTo>
                  <a:pt x="2823960" y="46667"/>
                  <a:pt x="2829215" y="47673"/>
                  <a:pt x="2833765" y="49683"/>
                </a:cubicBezTo>
                <a:cubicBezTo>
                  <a:pt x="2838317" y="51692"/>
                  <a:pt x="2842110" y="54408"/>
                  <a:pt x="2845144" y="57831"/>
                </a:cubicBezTo>
                <a:cubicBezTo>
                  <a:pt x="2848178" y="61252"/>
                  <a:pt x="2850481" y="65243"/>
                  <a:pt x="2852051" y="69805"/>
                </a:cubicBezTo>
                <a:cubicBezTo>
                  <a:pt x="2853624" y="74367"/>
                  <a:pt x="2854410" y="79256"/>
                  <a:pt x="2854410" y="84471"/>
                </a:cubicBezTo>
                <a:close/>
                <a:moveTo>
                  <a:pt x="2918615" y="66603"/>
                </a:moveTo>
                <a:cubicBezTo>
                  <a:pt x="2916990" y="63460"/>
                  <a:pt x="2914524" y="60886"/>
                  <a:pt x="2911219" y="58882"/>
                </a:cubicBezTo>
                <a:cubicBezTo>
                  <a:pt x="2907914" y="56877"/>
                  <a:pt x="2904148" y="55874"/>
                  <a:pt x="2899922" y="55874"/>
                </a:cubicBezTo>
                <a:cubicBezTo>
                  <a:pt x="2897972" y="55874"/>
                  <a:pt x="2896022" y="56091"/>
                  <a:pt x="2894071" y="56526"/>
                </a:cubicBezTo>
                <a:cubicBezTo>
                  <a:pt x="2892120" y="56959"/>
                  <a:pt x="2890385" y="57665"/>
                  <a:pt x="2888868" y="58642"/>
                </a:cubicBezTo>
                <a:cubicBezTo>
                  <a:pt x="2887351" y="59617"/>
                  <a:pt x="2886133" y="60865"/>
                  <a:pt x="2885212" y="62385"/>
                </a:cubicBezTo>
                <a:cubicBezTo>
                  <a:pt x="2884291" y="63902"/>
                  <a:pt x="2883830" y="65692"/>
                  <a:pt x="2883830" y="67754"/>
                </a:cubicBezTo>
                <a:cubicBezTo>
                  <a:pt x="2883830" y="71336"/>
                  <a:pt x="2885293" y="74075"/>
                  <a:pt x="2888218" y="75974"/>
                </a:cubicBezTo>
                <a:cubicBezTo>
                  <a:pt x="2891144" y="77872"/>
                  <a:pt x="2895750" y="79472"/>
                  <a:pt x="2902035" y="80775"/>
                </a:cubicBezTo>
                <a:cubicBezTo>
                  <a:pt x="2911030" y="82619"/>
                  <a:pt x="2917667" y="85304"/>
                  <a:pt x="2921946" y="88831"/>
                </a:cubicBezTo>
                <a:cubicBezTo>
                  <a:pt x="2926227" y="92356"/>
                  <a:pt x="2928367" y="97102"/>
                  <a:pt x="2928367" y="103070"/>
                </a:cubicBezTo>
                <a:cubicBezTo>
                  <a:pt x="2928367" y="107410"/>
                  <a:pt x="2927527" y="111073"/>
                  <a:pt x="2925847" y="114057"/>
                </a:cubicBezTo>
                <a:cubicBezTo>
                  <a:pt x="2924167" y="117040"/>
                  <a:pt x="2921972" y="119481"/>
                  <a:pt x="2919262" y="121381"/>
                </a:cubicBezTo>
                <a:cubicBezTo>
                  <a:pt x="2916554" y="123279"/>
                  <a:pt x="2913493" y="124635"/>
                  <a:pt x="2910081" y="125449"/>
                </a:cubicBezTo>
                <a:cubicBezTo>
                  <a:pt x="2906668" y="126262"/>
                  <a:pt x="2903228" y="126669"/>
                  <a:pt x="2899761" y="126669"/>
                </a:cubicBezTo>
                <a:cubicBezTo>
                  <a:pt x="2894016" y="126669"/>
                  <a:pt x="2888435" y="125485"/>
                  <a:pt x="2883017" y="123117"/>
                </a:cubicBezTo>
                <a:cubicBezTo>
                  <a:pt x="2877600" y="120748"/>
                  <a:pt x="2873157" y="117023"/>
                  <a:pt x="2869688" y="111941"/>
                </a:cubicBezTo>
                <a:lnTo>
                  <a:pt x="2878466" y="105438"/>
                </a:lnTo>
                <a:cubicBezTo>
                  <a:pt x="2880417" y="108798"/>
                  <a:pt x="2883288" y="111616"/>
                  <a:pt x="2887079" y="113891"/>
                </a:cubicBezTo>
                <a:cubicBezTo>
                  <a:pt x="2890872" y="116166"/>
                  <a:pt x="2895045" y="117304"/>
                  <a:pt x="2899597" y="117304"/>
                </a:cubicBezTo>
                <a:cubicBezTo>
                  <a:pt x="2901981" y="117304"/>
                  <a:pt x="2904256" y="117087"/>
                  <a:pt x="2906422" y="116654"/>
                </a:cubicBezTo>
                <a:cubicBezTo>
                  <a:pt x="2908590" y="116219"/>
                  <a:pt x="2910487" y="115459"/>
                  <a:pt x="2912112" y="114374"/>
                </a:cubicBezTo>
                <a:cubicBezTo>
                  <a:pt x="2913737" y="113290"/>
                  <a:pt x="2915038" y="111907"/>
                  <a:pt x="2916013" y="110225"/>
                </a:cubicBezTo>
                <a:cubicBezTo>
                  <a:pt x="2916989" y="108542"/>
                  <a:pt x="2917477" y="106453"/>
                  <a:pt x="2917477" y="103958"/>
                </a:cubicBezTo>
                <a:cubicBezTo>
                  <a:pt x="2917477" y="99943"/>
                  <a:pt x="2915553" y="96932"/>
                  <a:pt x="2911705" y="94925"/>
                </a:cubicBezTo>
                <a:cubicBezTo>
                  <a:pt x="2907859" y="92917"/>
                  <a:pt x="2902306" y="91046"/>
                  <a:pt x="2895046" y="89310"/>
                </a:cubicBezTo>
                <a:cubicBezTo>
                  <a:pt x="2892771" y="88767"/>
                  <a:pt x="2890359" y="88089"/>
                  <a:pt x="2887811" y="87276"/>
                </a:cubicBezTo>
                <a:cubicBezTo>
                  <a:pt x="2885265" y="86462"/>
                  <a:pt x="2882908" y="85269"/>
                  <a:pt x="2880740" y="83697"/>
                </a:cubicBezTo>
                <a:cubicBezTo>
                  <a:pt x="2878574" y="82123"/>
                  <a:pt x="2876786" y="80142"/>
                  <a:pt x="2875378" y="77754"/>
                </a:cubicBezTo>
                <a:cubicBezTo>
                  <a:pt x="2873969" y="75367"/>
                  <a:pt x="2873265" y="72383"/>
                  <a:pt x="2873265" y="68803"/>
                </a:cubicBezTo>
                <a:cubicBezTo>
                  <a:pt x="2873265" y="64896"/>
                  <a:pt x="2874023" y="61559"/>
                  <a:pt x="2875539" y="58793"/>
                </a:cubicBezTo>
                <a:cubicBezTo>
                  <a:pt x="2877057" y="56025"/>
                  <a:pt x="2879089" y="53747"/>
                  <a:pt x="2881635" y="51958"/>
                </a:cubicBezTo>
                <a:cubicBezTo>
                  <a:pt x="2884182" y="50167"/>
                  <a:pt x="2887080" y="48838"/>
                  <a:pt x="2890331" y="47970"/>
                </a:cubicBezTo>
                <a:cubicBezTo>
                  <a:pt x="2893583" y="47102"/>
                  <a:pt x="2896943" y="46667"/>
                  <a:pt x="2900410" y="46667"/>
                </a:cubicBezTo>
                <a:cubicBezTo>
                  <a:pt x="2905720" y="46667"/>
                  <a:pt x="2910866" y="47852"/>
                  <a:pt x="2915850" y="50222"/>
                </a:cubicBezTo>
                <a:cubicBezTo>
                  <a:pt x="2920835" y="52589"/>
                  <a:pt x="2924574" y="55937"/>
                  <a:pt x="2927068" y="60264"/>
                </a:cubicBezTo>
                <a:lnTo>
                  <a:pt x="2918615" y="66603"/>
                </a:lnTo>
                <a:close/>
                <a:moveTo>
                  <a:pt x="3066526" y="86668"/>
                </a:moveTo>
                <a:cubicBezTo>
                  <a:pt x="3066526" y="92414"/>
                  <a:pt x="3065523" y="97726"/>
                  <a:pt x="3063517" y="102603"/>
                </a:cubicBezTo>
                <a:cubicBezTo>
                  <a:pt x="3061513" y="107481"/>
                  <a:pt x="3058723" y="111709"/>
                  <a:pt x="3055147" y="115287"/>
                </a:cubicBezTo>
                <a:cubicBezTo>
                  <a:pt x="3051572" y="118864"/>
                  <a:pt x="3047292" y="121655"/>
                  <a:pt x="3042307" y="123660"/>
                </a:cubicBezTo>
                <a:cubicBezTo>
                  <a:pt x="3037323" y="125666"/>
                  <a:pt x="3031851" y="126669"/>
                  <a:pt x="3025890" y="126669"/>
                </a:cubicBezTo>
                <a:cubicBezTo>
                  <a:pt x="3020039" y="126669"/>
                  <a:pt x="3014620" y="125666"/>
                  <a:pt x="3009635" y="123660"/>
                </a:cubicBezTo>
                <a:cubicBezTo>
                  <a:pt x="3004651" y="121655"/>
                  <a:pt x="3000371" y="118864"/>
                  <a:pt x="2996795" y="115287"/>
                </a:cubicBezTo>
                <a:cubicBezTo>
                  <a:pt x="2993220" y="111709"/>
                  <a:pt x="2990430" y="107481"/>
                  <a:pt x="2988424" y="102603"/>
                </a:cubicBezTo>
                <a:cubicBezTo>
                  <a:pt x="2986420" y="97726"/>
                  <a:pt x="2985418" y="92414"/>
                  <a:pt x="2985418" y="86668"/>
                </a:cubicBezTo>
                <a:cubicBezTo>
                  <a:pt x="2985418" y="80922"/>
                  <a:pt x="2986420" y="75611"/>
                  <a:pt x="2988424" y="70733"/>
                </a:cubicBezTo>
                <a:cubicBezTo>
                  <a:pt x="2990430" y="65855"/>
                  <a:pt x="2993220" y="61628"/>
                  <a:pt x="2996795" y="58052"/>
                </a:cubicBezTo>
                <a:cubicBezTo>
                  <a:pt x="3000371" y="54473"/>
                  <a:pt x="3004651" y="51682"/>
                  <a:pt x="3009635" y="49676"/>
                </a:cubicBezTo>
                <a:cubicBezTo>
                  <a:pt x="3014620" y="47670"/>
                  <a:pt x="3020039" y="46667"/>
                  <a:pt x="3025890" y="46667"/>
                </a:cubicBezTo>
                <a:cubicBezTo>
                  <a:pt x="3031851" y="46667"/>
                  <a:pt x="3037323" y="47670"/>
                  <a:pt x="3042307" y="49676"/>
                </a:cubicBezTo>
                <a:cubicBezTo>
                  <a:pt x="3047292" y="51682"/>
                  <a:pt x="3051572" y="54473"/>
                  <a:pt x="3055147" y="58052"/>
                </a:cubicBezTo>
                <a:cubicBezTo>
                  <a:pt x="3058723" y="61628"/>
                  <a:pt x="3061513" y="65855"/>
                  <a:pt x="3063517" y="70733"/>
                </a:cubicBezTo>
                <a:cubicBezTo>
                  <a:pt x="3065523" y="75611"/>
                  <a:pt x="3066526" y="80922"/>
                  <a:pt x="3066526" y="86668"/>
                </a:cubicBezTo>
                <a:moveTo>
                  <a:pt x="3054824" y="86671"/>
                </a:moveTo>
                <a:cubicBezTo>
                  <a:pt x="3054824" y="82434"/>
                  <a:pt x="3054147" y="78443"/>
                  <a:pt x="3052793" y="74696"/>
                </a:cubicBezTo>
                <a:cubicBezTo>
                  <a:pt x="3051439" y="70948"/>
                  <a:pt x="3049515" y="67689"/>
                  <a:pt x="3047022" y="64919"/>
                </a:cubicBezTo>
                <a:cubicBezTo>
                  <a:pt x="3044530" y="62148"/>
                  <a:pt x="3041496" y="59948"/>
                  <a:pt x="3037919" y="58319"/>
                </a:cubicBezTo>
                <a:cubicBezTo>
                  <a:pt x="3034344" y="56689"/>
                  <a:pt x="3030336" y="55874"/>
                  <a:pt x="3025893" y="55874"/>
                </a:cubicBezTo>
                <a:cubicBezTo>
                  <a:pt x="3021450" y="55874"/>
                  <a:pt x="3017467" y="56689"/>
                  <a:pt x="3013946" y="58319"/>
                </a:cubicBezTo>
                <a:cubicBezTo>
                  <a:pt x="3010424" y="59948"/>
                  <a:pt x="3007416" y="62148"/>
                  <a:pt x="3004923" y="64919"/>
                </a:cubicBezTo>
                <a:cubicBezTo>
                  <a:pt x="3002431" y="67689"/>
                  <a:pt x="3000508" y="70948"/>
                  <a:pt x="2999154" y="74696"/>
                </a:cubicBezTo>
                <a:cubicBezTo>
                  <a:pt x="2997799" y="78443"/>
                  <a:pt x="2997122" y="82434"/>
                  <a:pt x="2997122" y="86671"/>
                </a:cubicBezTo>
                <a:cubicBezTo>
                  <a:pt x="2997122" y="90907"/>
                  <a:pt x="2997799" y="94899"/>
                  <a:pt x="2999154" y="98648"/>
                </a:cubicBezTo>
                <a:cubicBezTo>
                  <a:pt x="3000508" y="102394"/>
                  <a:pt x="3002431" y="105653"/>
                  <a:pt x="3004923" y="108424"/>
                </a:cubicBezTo>
                <a:cubicBezTo>
                  <a:pt x="3007416" y="111194"/>
                  <a:pt x="3010424" y="113367"/>
                  <a:pt x="3013946" y="114942"/>
                </a:cubicBezTo>
                <a:cubicBezTo>
                  <a:pt x="3017467" y="116517"/>
                  <a:pt x="3021450" y="117304"/>
                  <a:pt x="3025893" y="117304"/>
                </a:cubicBezTo>
                <a:cubicBezTo>
                  <a:pt x="3030336" y="117304"/>
                  <a:pt x="3034344" y="116517"/>
                  <a:pt x="3037919" y="114942"/>
                </a:cubicBezTo>
                <a:cubicBezTo>
                  <a:pt x="3041496" y="113367"/>
                  <a:pt x="3044530" y="111194"/>
                  <a:pt x="3047022" y="108424"/>
                </a:cubicBezTo>
                <a:cubicBezTo>
                  <a:pt x="3049515" y="105653"/>
                  <a:pt x="3051439" y="102394"/>
                  <a:pt x="3052793" y="98648"/>
                </a:cubicBezTo>
                <a:cubicBezTo>
                  <a:pt x="3054147" y="94899"/>
                  <a:pt x="3054824" y="90907"/>
                  <a:pt x="3054824" y="86671"/>
                </a:cubicBezTo>
                <a:close/>
                <a:moveTo>
                  <a:pt x="3122441" y="57938"/>
                </a:moveTo>
                <a:lnTo>
                  <a:pt x="3104561" y="57938"/>
                </a:lnTo>
                <a:lnTo>
                  <a:pt x="3104561" y="124764"/>
                </a:lnTo>
                <a:lnTo>
                  <a:pt x="3093510" y="124764"/>
                </a:lnTo>
                <a:lnTo>
                  <a:pt x="3093510" y="57938"/>
                </a:lnTo>
                <a:lnTo>
                  <a:pt x="3077579" y="57938"/>
                </a:lnTo>
                <a:lnTo>
                  <a:pt x="3077579" y="48731"/>
                </a:lnTo>
                <a:lnTo>
                  <a:pt x="3093510" y="48731"/>
                </a:lnTo>
                <a:lnTo>
                  <a:pt x="3093510" y="27939"/>
                </a:lnTo>
                <a:cubicBezTo>
                  <a:pt x="3093510" y="19275"/>
                  <a:pt x="3095623" y="12453"/>
                  <a:pt x="3099849" y="7473"/>
                </a:cubicBezTo>
                <a:cubicBezTo>
                  <a:pt x="3104075" y="2491"/>
                  <a:pt x="3110577" y="0"/>
                  <a:pt x="3119353" y="0"/>
                </a:cubicBezTo>
                <a:cubicBezTo>
                  <a:pt x="3120762" y="0"/>
                  <a:pt x="3122279" y="81"/>
                  <a:pt x="3123904" y="243"/>
                </a:cubicBezTo>
                <a:cubicBezTo>
                  <a:pt x="3125530" y="403"/>
                  <a:pt x="3127047" y="699"/>
                  <a:pt x="3128456" y="1128"/>
                </a:cubicBezTo>
                <a:lnTo>
                  <a:pt x="3126506" y="10819"/>
                </a:lnTo>
                <a:cubicBezTo>
                  <a:pt x="3125314" y="10495"/>
                  <a:pt x="3124122" y="10224"/>
                  <a:pt x="3122930" y="10008"/>
                </a:cubicBezTo>
                <a:cubicBezTo>
                  <a:pt x="3121738" y="9791"/>
                  <a:pt x="3120383" y="9683"/>
                  <a:pt x="3118867" y="9683"/>
                </a:cubicBezTo>
                <a:cubicBezTo>
                  <a:pt x="3115941" y="9683"/>
                  <a:pt x="3113529" y="10171"/>
                  <a:pt x="3111632" y="11148"/>
                </a:cubicBezTo>
                <a:cubicBezTo>
                  <a:pt x="3109736" y="12124"/>
                  <a:pt x="3108273" y="13507"/>
                  <a:pt x="3107242" y="15298"/>
                </a:cubicBezTo>
                <a:cubicBezTo>
                  <a:pt x="3106214" y="17087"/>
                  <a:pt x="3105510" y="19174"/>
                  <a:pt x="3105129" y="21560"/>
                </a:cubicBezTo>
                <a:cubicBezTo>
                  <a:pt x="3104751" y="23946"/>
                  <a:pt x="3104561" y="26495"/>
                  <a:pt x="3104561" y="29207"/>
                </a:cubicBezTo>
                <a:lnTo>
                  <a:pt x="3104561" y="48731"/>
                </a:lnTo>
                <a:lnTo>
                  <a:pt x="3122441" y="48731"/>
                </a:lnTo>
                <a:lnTo>
                  <a:pt x="3122441" y="579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1" name="Text feralightweight">
            <a:extLst xmlns:a="http://schemas.openxmlformats.org/drawingml/2006/main">
              <a:ext uri="{FF2B5EF4-FFF2-40B4-BE49-F238E27FC236}">
                <a16:creationId xmlns:a16="http://schemas.microsoft.com/office/drawing/2014/main" id="{ACC8F267-35CA-4D61-B793-989C3632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968" y="2587759"/>
            <a:ext cx="1197450" cy="163812"/>
          </a:xfrm>
          <a:custGeom xmlns:a="http://schemas.openxmlformats.org/drawingml/2006/main">
            <a:pathLst>
              <a:path w="1197450" h="163812">
                <a:moveTo>
                  <a:pt x="44862" y="57938"/>
                </a:moveTo>
                <a:lnTo>
                  <a:pt x="26982" y="57938"/>
                </a:lnTo>
                <a:lnTo>
                  <a:pt x="26982" y="124764"/>
                </a:lnTo>
                <a:lnTo>
                  <a:pt x="15930" y="124764"/>
                </a:lnTo>
                <a:lnTo>
                  <a:pt x="15930" y="57938"/>
                </a:lnTo>
                <a:lnTo>
                  <a:pt x="0" y="57938"/>
                </a:lnTo>
                <a:lnTo>
                  <a:pt x="0" y="48731"/>
                </a:lnTo>
                <a:lnTo>
                  <a:pt x="15930" y="48731"/>
                </a:lnTo>
                <a:lnTo>
                  <a:pt x="15930" y="27939"/>
                </a:lnTo>
                <a:cubicBezTo>
                  <a:pt x="15930" y="19275"/>
                  <a:pt x="18043" y="12453"/>
                  <a:pt x="22270" y="7473"/>
                </a:cubicBezTo>
                <a:cubicBezTo>
                  <a:pt x="26496" y="2491"/>
                  <a:pt x="32997" y="0"/>
                  <a:pt x="41774" y="0"/>
                </a:cubicBezTo>
                <a:cubicBezTo>
                  <a:pt x="43183" y="0"/>
                  <a:pt x="44700" y="81"/>
                  <a:pt x="46325" y="243"/>
                </a:cubicBezTo>
                <a:cubicBezTo>
                  <a:pt x="47951" y="403"/>
                  <a:pt x="49468" y="699"/>
                  <a:pt x="50876" y="1128"/>
                </a:cubicBezTo>
                <a:lnTo>
                  <a:pt x="48927" y="10819"/>
                </a:lnTo>
                <a:cubicBezTo>
                  <a:pt x="47735" y="10495"/>
                  <a:pt x="46543" y="10224"/>
                  <a:pt x="45350" y="10008"/>
                </a:cubicBezTo>
                <a:cubicBezTo>
                  <a:pt x="44158" y="9791"/>
                  <a:pt x="42804" y="9683"/>
                  <a:pt x="41288" y="9683"/>
                </a:cubicBezTo>
                <a:cubicBezTo>
                  <a:pt x="38361" y="9683"/>
                  <a:pt x="35950" y="10171"/>
                  <a:pt x="34053" y="11148"/>
                </a:cubicBezTo>
                <a:cubicBezTo>
                  <a:pt x="32157" y="12124"/>
                  <a:pt x="30693" y="13507"/>
                  <a:pt x="29663" y="15298"/>
                </a:cubicBezTo>
                <a:cubicBezTo>
                  <a:pt x="28635" y="17087"/>
                  <a:pt x="27930" y="19174"/>
                  <a:pt x="27550" y="21560"/>
                </a:cubicBezTo>
                <a:cubicBezTo>
                  <a:pt x="27171" y="23946"/>
                  <a:pt x="26982" y="26495"/>
                  <a:pt x="26982" y="29207"/>
                </a:cubicBezTo>
                <a:lnTo>
                  <a:pt x="26982" y="48731"/>
                </a:lnTo>
                <a:lnTo>
                  <a:pt x="44862" y="48731"/>
                </a:lnTo>
                <a:lnTo>
                  <a:pt x="44862" y="57938"/>
                </a:lnTo>
                <a:close/>
                <a:moveTo>
                  <a:pt x="118658" y="80954"/>
                </a:moveTo>
                <a:cubicBezTo>
                  <a:pt x="118332" y="73741"/>
                  <a:pt x="116029" y="67758"/>
                  <a:pt x="111748" y="63005"/>
                </a:cubicBezTo>
                <a:cubicBezTo>
                  <a:pt x="107469" y="58251"/>
                  <a:pt x="101374" y="55874"/>
                  <a:pt x="93464" y="55874"/>
                </a:cubicBezTo>
                <a:cubicBezTo>
                  <a:pt x="89780" y="55874"/>
                  <a:pt x="86367" y="56557"/>
                  <a:pt x="83223" y="57923"/>
                </a:cubicBezTo>
                <a:cubicBezTo>
                  <a:pt x="80082" y="59288"/>
                  <a:pt x="77319" y="61146"/>
                  <a:pt x="74935" y="63496"/>
                </a:cubicBezTo>
                <a:cubicBezTo>
                  <a:pt x="72550" y="65845"/>
                  <a:pt x="70654" y="68523"/>
                  <a:pt x="69245" y="71529"/>
                </a:cubicBezTo>
                <a:cubicBezTo>
                  <a:pt x="67836" y="74533"/>
                  <a:pt x="67024" y="77675"/>
                  <a:pt x="66807" y="80954"/>
                </a:cubicBezTo>
                <a:lnTo>
                  <a:pt x="118658" y="80954"/>
                </a:lnTo>
                <a:moveTo>
                  <a:pt x="129874" y="84471"/>
                </a:moveTo>
                <a:cubicBezTo>
                  <a:pt x="129874" y="85231"/>
                  <a:pt x="129874" y="86046"/>
                  <a:pt x="129874" y="86916"/>
                </a:cubicBezTo>
                <a:cubicBezTo>
                  <a:pt x="129874" y="87784"/>
                  <a:pt x="129819" y="88707"/>
                  <a:pt x="129710" y="89684"/>
                </a:cubicBezTo>
                <a:lnTo>
                  <a:pt x="66643" y="89684"/>
                </a:lnTo>
                <a:cubicBezTo>
                  <a:pt x="66752" y="93475"/>
                  <a:pt x="67511" y="97050"/>
                  <a:pt x="68918" y="100408"/>
                </a:cubicBezTo>
                <a:cubicBezTo>
                  <a:pt x="70326" y="103765"/>
                  <a:pt x="72277" y="106689"/>
                  <a:pt x="74768" y="109181"/>
                </a:cubicBezTo>
                <a:cubicBezTo>
                  <a:pt x="77262" y="111671"/>
                  <a:pt x="80188" y="113648"/>
                  <a:pt x="83546" y="115111"/>
                </a:cubicBezTo>
                <a:cubicBezTo>
                  <a:pt x="86906" y="116573"/>
                  <a:pt x="90537" y="117304"/>
                  <a:pt x="94439" y="117304"/>
                </a:cubicBezTo>
                <a:cubicBezTo>
                  <a:pt x="100181" y="117304"/>
                  <a:pt x="105138" y="115977"/>
                  <a:pt x="109310" y="113323"/>
                </a:cubicBezTo>
                <a:cubicBezTo>
                  <a:pt x="113482" y="110667"/>
                  <a:pt x="116652" y="107606"/>
                  <a:pt x="118819" y="104139"/>
                </a:cubicBezTo>
                <a:lnTo>
                  <a:pt x="127108" y="110639"/>
                </a:lnTo>
                <a:cubicBezTo>
                  <a:pt x="122558" y="116374"/>
                  <a:pt x="117546" y="120479"/>
                  <a:pt x="112073" y="122956"/>
                </a:cubicBezTo>
                <a:cubicBezTo>
                  <a:pt x="106602" y="125431"/>
                  <a:pt x="100724" y="126669"/>
                  <a:pt x="94439" y="126669"/>
                </a:cubicBezTo>
                <a:cubicBezTo>
                  <a:pt x="88804" y="126669"/>
                  <a:pt x="83575" y="125666"/>
                  <a:pt x="78752" y="123660"/>
                </a:cubicBezTo>
                <a:cubicBezTo>
                  <a:pt x="73930" y="121655"/>
                  <a:pt x="69786" y="118864"/>
                  <a:pt x="66318" y="115287"/>
                </a:cubicBezTo>
                <a:cubicBezTo>
                  <a:pt x="62851" y="111709"/>
                  <a:pt x="60115" y="107481"/>
                  <a:pt x="58109" y="102603"/>
                </a:cubicBezTo>
                <a:cubicBezTo>
                  <a:pt x="56105" y="97726"/>
                  <a:pt x="55103" y="92414"/>
                  <a:pt x="55103" y="86668"/>
                </a:cubicBezTo>
                <a:cubicBezTo>
                  <a:pt x="55103" y="80922"/>
                  <a:pt x="56078" y="75611"/>
                  <a:pt x="58027" y="70733"/>
                </a:cubicBezTo>
                <a:cubicBezTo>
                  <a:pt x="59978" y="65855"/>
                  <a:pt x="62687" y="61628"/>
                  <a:pt x="66155" y="58052"/>
                </a:cubicBezTo>
                <a:cubicBezTo>
                  <a:pt x="69624" y="54473"/>
                  <a:pt x="73688" y="51682"/>
                  <a:pt x="78347" y="49676"/>
                </a:cubicBezTo>
                <a:cubicBezTo>
                  <a:pt x="83007" y="47670"/>
                  <a:pt x="88046" y="46667"/>
                  <a:pt x="93464" y="46667"/>
                </a:cubicBezTo>
                <a:cubicBezTo>
                  <a:pt x="99423" y="46667"/>
                  <a:pt x="104678" y="47673"/>
                  <a:pt x="109228" y="49683"/>
                </a:cubicBezTo>
                <a:cubicBezTo>
                  <a:pt x="113780" y="51692"/>
                  <a:pt x="117573" y="54408"/>
                  <a:pt x="120607" y="57831"/>
                </a:cubicBezTo>
                <a:cubicBezTo>
                  <a:pt x="123642" y="61252"/>
                  <a:pt x="125944" y="65243"/>
                  <a:pt x="127515" y="69805"/>
                </a:cubicBezTo>
                <a:cubicBezTo>
                  <a:pt x="129087" y="74367"/>
                  <a:pt x="129874" y="79256"/>
                  <a:pt x="129874" y="84471"/>
                </a:cubicBezTo>
                <a:close/>
                <a:moveTo>
                  <a:pt x="153603" y="65378"/>
                </a:moveTo>
                <a:cubicBezTo>
                  <a:pt x="153603" y="63316"/>
                  <a:pt x="153548" y="60660"/>
                  <a:pt x="153439" y="57409"/>
                </a:cubicBezTo>
                <a:cubicBezTo>
                  <a:pt x="153332" y="54159"/>
                  <a:pt x="153170" y="51233"/>
                  <a:pt x="152953" y="48632"/>
                </a:cubicBezTo>
                <a:lnTo>
                  <a:pt x="163519" y="48632"/>
                </a:lnTo>
                <a:cubicBezTo>
                  <a:pt x="163735" y="50690"/>
                  <a:pt x="163897" y="52966"/>
                  <a:pt x="164005" y="55460"/>
                </a:cubicBezTo>
                <a:cubicBezTo>
                  <a:pt x="164114" y="57952"/>
                  <a:pt x="164169" y="60010"/>
                  <a:pt x="164169" y="61635"/>
                </a:cubicBezTo>
                <a:lnTo>
                  <a:pt x="164494" y="61635"/>
                </a:lnTo>
                <a:cubicBezTo>
                  <a:pt x="166661" y="57188"/>
                  <a:pt x="169912" y="53581"/>
                  <a:pt x="174246" y="50817"/>
                </a:cubicBezTo>
                <a:cubicBezTo>
                  <a:pt x="178581" y="48051"/>
                  <a:pt x="183458" y="46667"/>
                  <a:pt x="188876" y="46667"/>
                </a:cubicBezTo>
                <a:cubicBezTo>
                  <a:pt x="190285" y="46667"/>
                  <a:pt x="191558" y="46731"/>
                  <a:pt x="192696" y="46858"/>
                </a:cubicBezTo>
                <a:cubicBezTo>
                  <a:pt x="193833" y="46986"/>
                  <a:pt x="194998" y="47240"/>
                  <a:pt x="196191" y="47620"/>
                </a:cubicBezTo>
                <a:lnTo>
                  <a:pt x="194727" y="57962"/>
                </a:lnTo>
                <a:cubicBezTo>
                  <a:pt x="194077" y="57746"/>
                  <a:pt x="192994" y="57529"/>
                  <a:pt x="191476" y="57312"/>
                </a:cubicBezTo>
                <a:cubicBezTo>
                  <a:pt x="189959" y="57094"/>
                  <a:pt x="188442" y="56985"/>
                  <a:pt x="186924" y="56985"/>
                </a:cubicBezTo>
                <a:cubicBezTo>
                  <a:pt x="183999" y="56985"/>
                  <a:pt x="181182" y="57527"/>
                  <a:pt x="178472" y="58612"/>
                </a:cubicBezTo>
                <a:cubicBezTo>
                  <a:pt x="175764" y="59695"/>
                  <a:pt x="173407" y="61402"/>
                  <a:pt x="171401" y="63731"/>
                </a:cubicBezTo>
                <a:cubicBezTo>
                  <a:pt x="169397" y="66061"/>
                  <a:pt x="167772" y="69041"/>
                  <a:pt x="166525" y="72672"/>
                </a:cubicBezTo>
                <a:cubicBezTo>
                  <a:pt x="165280" y="76302"/>
                  <a:pt x="164657" y="80663"/>
                  <a:pt x="164657" y="85755"/>
                </a:cubicBezTo>
                <a:lnTo>
                  <a:pt x="164657" y="124764"/>
                </a:lnTo>
                <a:lnTo>
                  <a:pt x="153603" y="124764"/>
                </a:lnTo>
                <a:lnTo>
                  <a:pt x="153603" y="65378"/>
                </a:lnTo>
                <a:close/>
                <a:moveTo>
                  <a:pt x="300704" y="75646"/>
                </a:moveTo>
                <a:cubicBezTo>
                  <a:pt x="300704" y="69001"/>
                  <a:pt x="298970" y="64045"/>
                  <a:pt x="295503" y="60777"/>
                </a:cubicBezTo>
                <a:cubicBezTo>
                  <a:pt x="292035" y="57508"/>
                  <a:pt x="286996" y="55874"/>
                  <a:pt x="280386" y="55874"/>
                </a:cubicBezTo>
                <a:cubicBezTo>
                  <a:pt x="275836" y="55874"/>
                  <a:pt x="271609" y="56687"/>
                  <a:pt x="267707" y="58312"/>
                </a:cubicBezTo>
                <a:cubicBezTo>
                  <a:pt x="263807" y="59937"/>
                  <a:pt x="260502" y="62105"/>
                  <a:pt x="257794" y="64815"/>
                </a:cubicBezTo>
                <a:lnTo>
                  <a:pt x="251616" y="57501"/>
                </a:lnTo>
                <a:cubicBezTo>
                  <a:pt x="254759" y="54371"/>
                  <a:pt x="258904" y="51783"/>
                  <a:pt x="264051" y="49738"/>
                </a:cubicBezTo>
                <a:cubicBezTo>
                  <a:pt x="269199" y="47691"/>
                  <a:pt x="275023" y="46667"/>
                  <a:pt x="281524" y="46667"/>
                </a:cubicBezTo>
                <a:cubicBezTo>
                  <a:pt x="285643" y="46667"/>
                  <a:pt x="289490" y="47237"/>
                  <a:pt x="293065" y="48376"/>
                </a:cubicBezTo>
                <a:cubicBezTo>
                  <a:pt x="296641" y="49516"/>
                  <a:pt x="299784" y="51224"/>
                  <a:pt x="302492" y="53503"/>
                </a:cubicBezTo>
                <a:cubicBezTo>
                  <a:pt x="305202" y="55780"/>
                  <a:pt x="307315" y="58653"/>
                  <a:pt x="308831" y="62124"/>
                </a:cubicBezTo>
                <a:cubicBezTo>
                  <a:pt x="310349" y="65595"/>
                  <a:pt x="311108" y="69662"/>
                  <a:pt x="311108" y="74327"/>
                </a:cubicBezTo>
                <a:lnTo>
                  <a:pt x="311108" y="107680"/>
                </a:lnTo>
                <a:cubicBezTo>
                  <a:pt x="311108" y="110609"/>
                  <a:pt x="311216" y="113646"/>
                  <a:pt x="311433" y="116793"/>
                </a:cubicBezTo>
                <a:cubicBezTo>
                  <a:pt x="311650" y="119938"/>
                  <a:pt x="311975" y="122595"/>
                  <a:pt x="312408" y="124764"/>
                </a:cubicBezTo>
                <a:lnTo>
                  <a:pt x="302494" y="124764"/>
                </a:lnTo>
                <a:cubicBezTo>
                  <a:pt x="302169" y="122914"/>
                  <a:pt x="301897" y="120901"/>
                  <a:pt x="301681" y="118725"/>
                </a:cubicBezTo>
                <a:cubicBezTo>
                  <a:pt x="301464" y="116549"/>
                  <a:pt x="301356" y="114427"/>
                  <a:pt x="301356" y="112361"/>
                </a:cubicBezTo>
                <a:lnTo>
                  <a:pt x="301029" y="112361"/>
                </a:lnTo>
                <a:cubicBezTo>
                  <a:pt x="297561" y="117455"/>
                  <a:pt x="293633" y="121113"/>
                  <a:pt x="289243" y="123335"/>
                </a:cubicBezTo>
                <a:cubicBezTo>
                  <a:pt x="284854" y="125558"/>
                  <a:pt x="279572" y="126669"/>
                  <a:pt x="273397" y="126669"/>
                </a:cubicBezTo>
                <a:cubicBezTo>
                  <a:pt x="270470" y="126669"/>
                  <a:pt x="267462" y="126263"/>
                  <a:pt x="264374" y="125451"/>
                </a:cubicBezTo>
                <a:cubicBezTo>
                  <a:pt x="261287" y="124639"/>
                  <a:pt x="258470" y="123313"/>
                  <a:pt x="255924" y="121473"/>
                </a:cubicBezTo>
                <a:cubicBezTo>
                  <a:pt x="253377" y="119631"/>
                  <a:pt x="251264" y="117248"/>
                  <a:pt x="249584" y="114325"/>
                </a:cubicBezTo>
                <a:cubicBezTo>
                  <a:pt x="247904" y="111400"/>
                  <a:pt x="247064" y="107825"/>
                  <a:pt x="247064" y="103600"/>
                </a:cubicBezTo>
                <a:cubicBezTo>
                  <a:pt x="247064" y="97752"/>
                  <a:pt x="248554" y="93122"/>
                  <a:pt x="251534" y="89711"/>
                </a:cubicBezTo>
                <a:cubicBezTo>
                  <a:pt x="254513" y="86300"/>
                  <a:pt x="258496" y="83756"/>
                  <a:pt x="263481" y="82077"/>
                </a:cubicBezTo>
                <a:cubicBezTo>
                  <a:pt x="268466" y="80397"/>
                  <a:pt x="274182" y="79314"/>
                  <a:pt x="280629" y="78828"/>
                </a:cubicBezTo>
                <a:cubicBezTo>
                  <a:pt x="287077" y="78340"/>
                  <a:pt x="293769" y="78097"/>
                  <a:pt x="300704" y="78097"/>
                </a:cubicBezTo>
                <a:lnTo>
                  <a:pt x="300704" y="75646"/>
                </a:lnTo>
                <a:moveTo>
                  <a:pt x="297452" y="86827"/>
                </a:moveTo>
                <a:cubicBezTo>
                  <a:pt x="292902" y="86827"/>
                  <a:pt x="288323" y="87016"/>
                  <a:pt x="283717" y="87395"/>
                </a:cubicBezTo>
                <a:cubicBezTo>
                  <a:pt x="279112" y="87772"/>
                  <a:pt x="274940" y="88528"/>
                  <a:pt x="271202" y="89664"/>
                </a:cubicBezTo>
                <a:cubicBezTo>
                  <a:pt x="267465" y="90799"/>
                  <a:pt x="264404" y="92446"/>
                  <a:pt x="262020" y="94607"/>
                </a:cubicBezTo>
                <a:cubicBezTo>
                  <a:pt x="259636" y="96768"/>
                  <a:pt x="258444" y="99631"/>
                  <a:pt x="258444" y="103196"/>
                </a:cubicBezTo>
                <a:cubicBezTo>
                  <a:pt x="258444" y="105898"/>
                  <a:pt x="258958" y="108167"/>
                  <a:pt x="259986" y="110004"/>
                </a:cubicBezTo>
                <a:cubicBezTo>
                  <a:pt x="261016" y="111841"/>
                  <a:pt x="262398" y="113327"/>
                  <a:pt x="264131" y="114461"/>
                </a:cubicBezTo>
                <a:cubicBezTo>
                  <a:pt x="265865" y="115596"/>
                  <a:pt x="267789" y="116406"/>
                  <a:pt x="269902" y="116892"/>
                </a:cubicBezTo>
                <a:cubicBezTo>
                  <a:pt x="272015" y="117378"/>
                  <a:pt x="274156" y="117621"/>
                  <a:pt x="276323" y="117621"/>
                </a:cubicBezTo>
                <a:cubicBezTo>
                  <a:pt x="280224" y="117621"/>
                  <a:pt x="283691" y="116946"/>
                  <a:pt x="286725" y="115595"/>
                </a:cubicBezTo>
                <a:cubicBezTo>
                  <a:pt x="289759" y="114244"/>
                  <a:pt x="292306" y="112407"/>
                  <a:pt x="294364" y="110084"/>
                </a:cubicBezTo>
                <a:cubicBezTo>
                  <a:pt x="296423" y="107761"/>
                  <a:pt x="297994" y="105087"/>
                  <a:pt x="299077" y="102063"/>
                </a:cubicBezTo>
                <a:cubicBezTo>
                  <a:pt x="300161" y="99037"/>
                  <a:pt x="300704" y="95849"/>
                  <a:pt x="300704" y="92499"/>
                </a:cubicBezTo>
                <a:lnTo>
                  <a:pt x="300704" y="86827"/>
                </a:lnTo>
                <a:lnTo>
                  <a:pt x="297452" y="86827"/>
                </a:lnTo>
                <a:close/>
                <a:moveTo>
                  <a:pt x="391566" y="124764"/>
                </a:moveTo>
                <a:lnTo>
                  <a:pt x="380512" y="124764"/>
                </a:lnTo>
                <a:lnTo>
                  <a:pt x="380512" y="1882"/>
                </a:lnTo>
                <a:lnTo>
                  <a:pt x="391566" y="1882"/>
                </a:lnTo>
                <a:lnTo>
                  <a:pt x="391566" y="124764"/>
                </a:lnTo>
                <a:close/>
                <a:moveTo>
                  <a:pt x="432362" y="124764"/>
                </a:moveTo>
                <a:lnTo>
                  <a:pt x="421311" y="124764"/>
                </a:lnTo>
                <a:lnTo>
                  <a:pt x="421311" y="48694"/>
                </a:lnTo>
                <a:lnTo>
                  <a:pt x="432362" y="48694"/>
                </a:lnTo>
                <a:lnTo>
                  <a:pt x="432362" y="124764"/>
                </a:lnTo>
                <a:moveTo>
                  <a:pt x="434639" y="19365"/>
                </a:moveTo>
                <a:cubicBezTo>
                  <a:pt x="434639" y="21634"/>
                  <a:pt x="433827" y="23497"/>
                  <a:pt x="432201" y="24956"/>
                </a:cubicBezTo>
                <a:cubicBezTo>
                  <a:pt x="430576" y="26414"/>
                  <a:pt x="428788" y="27143"/>
                  <a:pt x="426837" y="27143"/>
                </a:cubicBezTo>
                <a:cubicBezTo>
                  <a:pt x="424885" y="27143"/>
                  <a:pt x="423097" y="26414"/>
                  <a:pt x="421472" y="24956"/>
                </a:cubicBezTo>
                <a:cubicBezTo>
                  <a:pt x="419847" y="23497"/>
                  <a:pt x="419034" y="21634"/>
                  <a:pt x="419034" y="19365"/>
                </a:cubicBezTo>
                <a:cubicBezTo>
                  <a:pt x="419034" y="17097"/>
                  <a:pt x="419847" y="15233"/>
                  <a:pt x="421472" y="13775"/>
                </a:cubicBezTo>
                <a:cubicBezTo>
                  <a:pt x="423097" y="12317"/>
                  <a:pt x="424885" y="11587"/>
                  <a:pt x="426837" y="11587"/>
                </a:cubicBezTo>
                <a:cubicBezTo>
                  <a:pt x="428788" y="11587"/>
                  <a:pt x="430576" y="12317"/>
                  <a:pt x="432201" y="13775"/>
                </a:cubicBezTo>
                <a:cubicBezTo>
                  <a:pt x="433827" y="15233"/>
                  <a:pt x="434639" y="17097"/>
                  <a:pt x="434639" y="19365"/>
                </a:cubicBezTo>
                <a:close/>
                <a:moveTo>
                  <a:pt x="465849" y="140151"/>
                </a:moveTo>
                <a:cubicBezTo>
                  <a:pt x="468883" y="144053"/>
                  <a:pt x="473027" y="147359"/>
                  <a:pt x="478282" y="150067"/>
                </a:cubicBezTo>
                <a:cubicBezTo>
                  <a:pt x="483538" y="152775"/>
                  <a:pt x="489092" y="154130"/>
                  <a:pt x="494944" y="154130"/>
                </a:cubicBezTo>
                <a:cubicBezTo>
                  <a:pt x="500361" y="154130"/>
                  <a:pt x="504965" y="153342"/>
                  <a:pt x="508759" y="151766"/>
                </a:cubicBezTo>
                <a:cubicBezTo>
                  <a:pt x="512552" y="150190"/>
                  <a:pt x="515613" y="148043"/>
                  <a:pt x="517943" y="145325"/>
                </a:cubicBezTo>
                <a:cubicBezTo>
                  <a:pt x="520272" y="142608"/>
                  <a:pt x="521979" y="139429"/>
                  <a:pt x="523062" y="135786"/>
                </a:cubicBezTo>
                <a:cubicBezTo>
                  <a:pt x="524147" y="132145"/>
                  <a:pt x="524689" y="128259"/>
                  <a:pt x="524689" y="124129"/>
                </a:cubicBezTo>
                <a:lnTo>
                  <a:pt x="524689" y="109796"/>
                </a:lnTo>
                <a:lnTo>
                  <a:pt x="524364" y="109796"/>
                </a:lnTo>
                <a:cubicBezTo>
                  <a:pt x="521437" y="114568"/>
                  <a:pt x="517292" y="118256"/>
                  <a:pt x="511928" y="120860"/>
                </a:cubicBezTo>
                <a:cubicBezTo>
                  <a:pt x="506564" y="123463"/>
                  <a:pt x="501119" y="124764"/>
                  <a:pt x="495594" y="124764"/>
                </a:cubicBezTo>
                <a:cubicBezTo>
                  <a:pt x="489633" y="124764"/>
                  <a:pt x="484242" y="123788"/>
                  <a:pt x="479420" y="121835"/>
                </a:cubicBezTo>
                <a:cubicBezTo>
                  <a:pt x="474599" y="119882"/>
                  <a:pt x="470481" y="117198"/>
                  <a:pt x="467066" y="113782"/>
                </a:cubicBezTo>
                <a:cubicBezTo>
                  <a:pt x="463654" y="110366"/>
                  <a:pt x="460999" y="106272"/>
                  <a:pt x="459102" y="101500"/>
                </a:cubicBezTo>
                <a:cubicBezTo>
                  <a:pt x="457206" y="96726"/>
                  <a:pt x="456258" y="91573"/>
                  <a:pt x="456258" y="86041"/>
                </a:cubicBezTo>
                <a:cubicBezTo>
                  <a:pt x="456258" y="80617"/>
                  <a:pt x="457206" y="75520"/>
                  <a:pt x="459102" y="70748"/>
                </a:cubicBezTo>
                <a:cubicBezTo>
                  <a:pt x="460999" y="65974"/>
                  <a:pt x="463654" y="61798"/>
                  <a:pt x="467066" y="58220"/>
                </a:cubicBezTo>
                <a:cubicBezTo>
                  <a:pt x="470481" y="54640"/>
                  <a:pt x="474599" y="51820"/>
                  <a:pt x="479420" y="49760"/>
                </a:cubicBezTo>
                <a:cubicBezTo>
                  <a:pt x="484242" y="47698"/>
                  <a:pt x="489633" y="46667"/>
                  <a:pt x="495594" y="46667"/>
                </a:cubicBezTo>
                <a:cubicBezTo>
                  <a:pt x="501119" y="46667"/>
                  <a:pt x="506537" y="47970"/>
                  <a:pt x="511846" y="50574"/>
                </a:cubicBezTo>
                <a:cubicBezTo>
                  <a:pt x="517157" y="53176"/>
                  <a:pt x="521330" y="56918"/>
                  <a:pt x="524364" y="61799"/>
                </a:cubicBezTo>
                <a:lnTo>
                  <a:pt x="524689" y="61799"/>
                </a:lnTo>
                <a:lnTo>
                  <a:pt x="524689" y="48632"/>
                </a:lnTo>
                <a:lnTo>
                  <a:pt x="535741" y="48632"/>
                </a:lnTo>
                <a:lnTo>
                  <a:pt x="535741" y="124129"/>
                </a:lnTo>
                <a:cubicBezTo>
                  <a:pt x="535741" y="128250"/>
                  <a:pt x="535172" y="132640"/>
                  <a:pt x="534034" y="137301"/>
                </a:cubicBezTo>
                <a:cubicBezTo>
                  <a:pt x="532897" y="141964"/>
                  <a:pt x="530784" y="146247"/>
                  <a:pt x="527695" y="150149"/>
                </a:cubicBezTo>
                <a:cubicBezTo>
                  <a:pt x="524606" y="154053"/>
                  <a:pt x="520407" y="157306"/>
                  <a:pt x="515098" y="159909"/>
                </a:cubicBezTo>
                <a:cubicBezTo>
                  <a:pt x="509789" y="162511"/>
                  <a:pt x="502908" y="163812"/>
                  <a:pt x="494455" y="163812"/>
                </a:cubicBezTo>
                <a:cubicBezTo>
                  <a:pt x="487411" y="163812"/>
                  <a:pt x="480693" y="162467"/>
                  <a:pt x="474299" y="159777"/>
                </a:cubicBezTo>
                <a:cubicBezTo>
                  <a:pt x="467906" y="157089"/>
                  <a:pt x="462434" y="153364"/>
                  <a:pt x="457882" y="148604"/>
                </a:cubicBezTo>
                <a:lnTo>
                  <a:pt x="465849" y="140151"/>
                </a:lnTo>
                <a:moveTo>
                  <a:pt x="467962" y="85718"/>
                </a:moveTo>
                <a:cubicBezTo>
                  <a:pt x="467962" y="89741"/>
                  <a:pt x="468611" y="93547"/>
                  <a:pt x="469911" y="97135"/>
                </a:cubicBezTo>
                <a:cubicBezTo>
                  <a:pt x="471211" y="100721"/>
                  <a:pt x="473080" y="103873"/>
                  <a:pt x="475519" y="106592"/>
                </a:cubicBezTo>
                <a:cubicBezTo>
                  <a:pt x="477958" y="109310"/>
                  <a:pt x="480965" y="111458"/>
                  <a:pt x="484539" y="113035"/>
                </a:cubicBezTo>
                <a:cubicBezTo>
                  <a:pt x="488116" y="114611"/>
                  <a:pt x="492179" y="115399"/>
                  <a:pt x="496730" y="115399"/>
                </a:cubicBezTo>
                <a:cubicBezTo>
                  <a:pt x="500956" y="115399"/>
                  <a:pt x="504857" y="114692"/>
                  <a:pt x="508434" y="113278"/>
                </a:cubicBezTo>
                <a:cubicBezTo>
                  <a:pt x="512010" y="111865"/>
                  <a:pt x="515098" y="109853"/>
                  <a:pt x="517697" y="107244"/>
                </a:cubicBezTo>
                <a:cubicBezTo>
                  <a:pt x="520298" y="104635"/>
                  <a:pt x="522330" y="101510"/>
                  <a:pt x="523793" y="97869"/>
                </a:cubicBezTo>
                <a:cubicBezTo>
                  <a:pt x="525257" y="94226"/>
                  <a:pt x="525988" y="90176"/>
                  <a:pt x="525988" y="85718"/>
                </a:cubicBezTo>
                <a:cubicBezTo>
                  <a:pt x="525988" y="81695"/>
                  <a:pt x="525257" y="77890"/>
                  <a:pt x="523793" y="74302"/>
                </a:cubicBezTo>
                <a:cubicBezTo>
                  <a:pt x="522330" y="70714"/>
                  <a:pt x="520298" y="67562"/>
                  <a:pt x="517697" y="64845"/>
                </a:cubicBezTo>
                <a:cubicBezTo>
                  <a:pt x="515098" y="62127"/>
                  <a:pt x="512010" y="59952"/>
                  <a:pt x="508434" y="58322"/>
                </a:cubicBezTo>
                <a:cubicBezTo>
                  <a:pt x="504857" y="56690"/>
                  <a:pt x="500956" y="55874"/>
                  <a:pt x="496730" y="55874"/>
                </a:cubicBezTo>
                <a:cubicBezTo>
                  <a:pt x="492179" y="55874"/>
                  <a:pt x="488116" y="56690"/>
                  <a:pt x="484539" y="58322"/>
                </a:cubicBezTo>
                <a:cubicBezTo>
                  <a:pt x="480965" y="59952"/>
                  <a:pt x="477958" y="62127"/>
                  <a:pt x="475519" y="64845"/>
                </a:cubicBezTo>
                <a:cubicBezTo>
                  <a:pt x="473080" y="67562"/>
                  <a:pt x="471211" y="70714"/>
                  <a:pt x="469911" y="74302"/>
                </a:cubicBezTo>
                <a:cubicBezTo>
                  <a:pt x="468611" y="77890"/>
                  <a:pt x="467962" y="81695"/>
                  <a:pt x="467962" y="85718"/>
                </a:cubicBezTo>
                <a:close/>
                <a:moveTo>
                  <a:pt x="576215" y="61147"/>
                </a:moveTo>
                <a:cubicBezTo>
                  <a:pt x="578273" y="56701"/>
                  <a:pt x="581686" y="53176"/>
                  <a:pt x="586453" y="50574"/>
                </a:cubicBezTo>
                <a:cubicBezTo>
                  <a:pt x="591222" y="47970"/>
                  <a:pt x="596315" y="46667"/>
                  <a:pt x="601733" y="46667"/>
                </a:cubicBezTo>
                <a:cubicBezTo>
                  <a:pt x="611377" y="46667"/>
                  <a:pt x="618609" y="49542"/>
                  <a:pt x="623430" y="55291"/>
                </a:cubicBezTo>
                <a:cubicBezTo>
                  <a:pt x="628253" y="61040"/>
                  <a:pt x="630665" y="68633"/>
                  <a:pt x="630665" y="78069"/>
                </a:cubicBezTo>
                <a:lnTo>
                  <a:pt x="630665" y="124764"/>
                </a:lnTo>
                <a:lnTo>
                  <a:pt x="619613" y="124764"/>
                </a:lnTo>
                <a:lnTo>
                  <a:pt x="619613" y="82583"/>
                </a:lnTo>
                <a:cubicBezTo>
                  <a:pt x="619613" y="78565"/>
                  <a:pt x="619288" y="74929"/>
                  <a:pt x="618639" y="71673"/>
                </a:cubicBezTo>
                <a:cubicBezTo>
                  <a:pt x="617989" y="68416"/>
                  <a:pt x="616878" y="65620"/>
                  <a:pt x="615305" y="63285"/>
                </a:cubicBezTo>
                <a:cubicBezTo>
                  <a:pt x="613734" y="60950"/>
                  <a:pt x="611621" y="59131"/>
                  <a:pt x="608966" y="57828"/>
                </a:cubicBezTo>
                <a:cubicBezTo>
                  <a:pt x="606312" y="56525"/>
                  <a:pt x="602980" y="55874"/>
                  <a:pt x="598971" y="55874"/>
                </a:cubicBezTo>
                <a:cubicBezTo>
                  <a:pt x="596046" y="55874"/>
                  <a:pt x="593201" y="56472"/>
                  <a:pt x="590436" y="57667"/>
                </a:cubicBezTo>
                <a:cubicBezTo>
                  <a:pt x="587673" y="58861"/>
                  <a:pt x="585208" y="60680"/>
                  <a:pt x="583040" y="63124"/>
                </a:cubicBezTo>
                <a:cubicBezTo>
                  <a:pt x="580874" y="65566"/>
                  <a:pt x="579141" y="68659"/>
                  <a:pt x="577839" y="72405"/>
                </a:cubicBezTo>
                <a:cubicBezTo>
                  <a:pt x="576540" y="76150"/>
                  <a:pt x="575890" y="80574"/>
                  <a:pt x="575890" y="85679"/>
                </a:cubicBezTo>
                <a:lnTo>
                  <a:pt x="575890" y="124764"/>
                </a:lnTo>
                <a:lnTo>
                  <a:pt x="564836" y="124764"/>
                </a:lnTo>
                <a:lnTo>
                  <a:pt x="564836" y="1806"/>
                </a:lnTo>
                <a:lnTo>
                  <a:pt x="575890" y="1806"/>
                </a:lnTo>
                <a:lnTo>
                  <a:pt x="575890" y="61147"/>
                </a:lnTo>
                <a:lnTo>
                  <a:pt x="576215" y="61147"/>
                </a:lnTo>
                <a:close/>
                <a:moveTo>
                  <a:pt x="693569" y="57938"/>
                </a:moveTo>
                <a:lnTo>
                  <a:pt x="672115" y="57938"/>
                </a:lnTo>
                <a:lnTo>
                  <a:pt x="672115" y="102358"/>
                </a:lnTo>
                <a:cubicBezTo>
                  <a:pt x="672115" y="105179"/>
                  <a:pt x="672386" y="107511"/>
                  <a:pt x="672926" y="109355"/>
                </a:cubicBezTo>
                <a:cubicBezTo>
                  <a:pt x="673469" y="111198"/>
                  <a:pt x="674254" y="112636"/>
                  <a:pt x="675282" y="113668"/>
                </a:cubicBezTo>
                <a:cubicBezTo>
                  <a:pt x="676313" y="114698"/>
                  <a:pt x="677532" y="115403"/>
                  <a:pt x="678941" y="115783"/>
                </a:cubicBezTo>
                <a:cubicBezTo>
                  <a:pt x="680350" y="116162"/>
                  <a:pt x="681867" y="116351"/>
                  <a:pt x="683492" y="116351"/>
                </a:cubicBezTo>
                <a:cubicBezTo>
                  <a:pt x="685010" y="116351"/>
                  <a:pt x="686608" y="116130"/>
                  <a:pt x="688286" y="115689"/>
                </a:cubicBezTo>
                <a:cubicBezTo>
                  <a:pt x="689966" y="115246"/>
                  <a:pt x="691565" y="114637"/>
                  <a:pt x="693083" y="113861"/>
                </a:cubicBezTo>
                <a:lnTo>
                  <a:pt x="693569" y="123442"/>
                </a:lnTo>
                <a:cubicBezTo>
                  <a:pt x="691620" y="124201"/>
                  <a:pt x="689588" y="124770"/>
                  <a:pt x="687475" y="125148"/>
                </a:cubicBezTo>
                <a:cubicBezTo>
                  <a:pt x="685362" y="125527"/>
                  <a:pt x="683059" y="125716"/>
                  <a:pt x="680565" y="125716"/>
                </a:cubicBezTo>
                <a:cubicBezTo>
                  <a:pt x="678507" y="125716"/>
                  <a:pt x="676340" y="125445"/>
                  <a:pt x="674065" y="124903"/>
                </a:cubicBezTo>
                <a:cubicBezTo>
                  <a:pt x="671789" y="124362"/>
                  <a:pt x="669676" y="123334"/>
                  <a:pt x="667725" y="121818"/>
                </a:cubicBezTo>
                <a:cubicBezTo>
                  <a:pt x="665776" y="120300"/>
                  <a:pt x="664178" y="118240"/>
                  <a:pt x="662931" y="115639"/>
                </a:cubicBezTo>
                <a:cubicBezTo>
                  <a:pt x="661684" y="113038"/>
                  <a:pt x="661061" y="109625"/>
                  <a:pt x="661061" y="105399"/>
                </a:cubicBezTo>
                <a:lnTo>
                  <a:pt x="661061" y="57938"/>
                </a:lnTo>
                <a:lnTo>
                  <a:pt x="645294" y="57938"/>
                </a:lnTo>
                <a:lnTo>
                  <a:pt x="645294" y="48731"/>
                </a:lnTo>
                <a:lnTo>
                  <a:pt x="661061" y="48731"/>
                </a:lnTo>
                <a:lnTo>
                  <a:pt x="661061" y="27275"/>
                </a:lnTo>
                <a:lnTo>
                  <a:pt x="672115" y="27275"/>
                </a:lnTo>
                <a:lnTo>
                  <a:pt x="672115" y="48731"/>
                </a:lnTo>
                <a:lnTo>
                  <a:pt x="693569" y="48731"/>
                </a:lnTo>
                <a:lnTo>
                  <a:pt x="693569" y="57938"/>
                </a:lnTo>
                <a:close/>
                <a:moveTo>
                  <a:pt x="712262" y="48731"/>
                </a:moveTo>
                <a:lnTo>
                  <a:pt x="730631" y="110468"/>
                </a:lnTo>
                <a:lnTo>
                  <a:pt x="730955" y="110468"/>
                </a:lnTo>
                <a:lnTo>
                  <a:pt x="751435" y="48731"/>
                </a:lnTo>
                <a:lnTo>
                  <a:pt x="762164" y="48731"/>
                </a:lnTo>
                <a:lnTo>
                  <a:pt x="782968" y="110468"/>
                </a:lnTo>
                <a:lnTo>
                  <a:pt x="783293" y="110468"/>
                </a:lnTo>
                <a:lnTo>
                  <a:pt x="801497" y="48731"/>
                </a:lnTo>
                <a:lnTo>
                  <a:pt x="813201" y="48731"/>
                </a:lnTo>
                <a:lnTo>
                  <a:pt x="789146" y="124764"/>
                </a:lnTo>
                <a:lnTo>
                  <a:pt x="777117" y="124764"/>
                </a:lnTo>
                <a:lnTo>
                  <a:pt x="756799" y="63191"/>
                </a:lnTo>
                <a:lnTo>
                  <a:pt x="756474" y="63191"/>
                </a:lnTo>
                <a:lnTo>
                  <a:pt x="736481" y="124764"/>
                </a:lnTo>
                <a:lnTo>
                  <a:pt x="724452" y="124764"/>
                </a:lnTo>
                <a:lnTo>
                  <a:pt x="700397" y="48731"/>
                </a:lnTo>
                <a:lnTo>
                  <a:pt x="712262" y="48731"/>
                </a:lnTo>
                <a:close/>
                <a:moveTo>
                  <a:pt x="890084" y="80954"/>
                </a:moveTo>
                <a:cubicBezTo>
                  <a:pt x="889759" y="73741"/>
                  <a:pt x="887455" y="67758"/>
                  <a:pt x="883175" y="63005"/>
                </a:cubicBezTo>
                <a:cubicBezTo>
                  <a:pt x="878895" y="58251"/>
                  <a:pt x="872801" y="55874"/>
                  <a:pt x="864891" y="55874"/>
                </a:cubicBezTo>
                <a:cubicBezTo>
                  <a:pt x="861207" y="55874"/>
                  <a:pt x="857793" y="56557"/>
                  <a:pt x="854650" y="57923"/>
                </a:cubicBezTo>
                <a:cubicBezTo>
                  <a:pt x="851508" y="59288"/>
                  <a:pt x="848745" y="61146"/>
                  <a:pt x="846361" y="63496"/>
                </a:cubicBezTo>
                <a:cubicBezTo>
                  <a:pt x="843977" y="65845"/>
                  <a:pt x="842080" y="68523"/>
                  <a:pt x="840671" y="71529"/>
                </a:cubicBezTo>
                <a:cubicBezTo>
                  <a:pt x="839263" y="74533"/>
                  <a:pt x="838450" y="77675"/>
                  <a:pt x="838233" y="80954"/>
                </a:cubicBezTo>
                <a:lnTo>
                  <a:pt x="890084" y="80954"/>
                </a:lnTo>
                <a:moveTo>
                  <a:pt x="901300" y="84471"/>
                </a:moveTo>
                <a:cubicBezTo>
                  <a:pt x="901300" y="85231"/>
                  <a:pt x="901300" y="86046"/>
                  <a:pt x="901300" y="86916"/>
                </a:cubicBezTo>
                <a:cubicBezTo>
                  <a:pt x="901300" y="87784"/>
                  <a:pt x="901245" y="88707"/>
                  <a:pt x="901136" y="89684"/>
                </a:cubicBezTo>
                <a:lnTo>
                  <a:pt x="838070" y="89684"/>
                </a:lnTo>
                <a:cubicBezTo>
                  <a:pt x="838179" y="93475"/>
                  <a:pt x="838937" y="97050"/>
                  <a:pt x="840344" y="100408"/>
                </a:cubicBezTo>
                <a:cubicBezTo>
                  <a:pt x="841753" y="103765"/>
                  <a:pt x="843703" y="106689"/>
                  <a:pt x="846195" y="109181"/>
                </a:cubicBezTo>
                <a:cubicBezTo>
                  <a:pt x="848688" y="111671"/>
                  <a:pt x="851614" y="113648"/>
                  <a:pt x="854972" y="115111"/>
                </a:cubicBezTo>
                <a:cubicBezTo>
                  <a:pt x="858332" y="116573"/>
                  <a:pt x="861963" y="117304"/>
                  <a:pt x="865865" y="117304"/>
                </a:cubicBezTo>
                <a:cubicBezTo>
                  <a:pt x="871608" y="117304"/>
                  <a:pt x="876565" y="115977"/>
                  <a:pt x="880737" y="113323"/>
                </a:cubicBezTo>
                <a:cubicBezTo>
                  <a:pt x="884908" y="110667"/>
                  <a:pt x="888078" y="107606"/>
                  <a:pt x="890246" y="104139"/>
                </a:cubicBezTo>
                <a:lnTo>
                  <a:pt x="898535" y="110639"/>
                </a:lnTo>
                <a:cubicBezTo>
                  <a:pt x="893984" y="116374"/>
                  <a:pt x="888973" y="120479"/>
                  <a:pt x="883500" y="122956"/>
                </a:cubicBezTo>
                <a:cubicBezTo>
                  <a:pt x="878028" y="125431"/>
                  <a:pt x="872150" y="126669"/>
                  <a:pt x="865865" y="126669"/>
                </a:cubicBezTo>
                <a:cubicBezTo>
                  <a:pt x="860230" y="126669"/>
                  <a:pt x="855001" y="125666"/>
                  <a:pt x="850178" y="123660"/>
                </a:cubicBezTo>
                <a:cubicBezTo>
                  <a:pt x="845357" y="121655"/>
                  <a:pt x="841212" y="118864"/>
                  <a:pt x="837745" y="115287"/>
                </a:cubicBezTo>
                <a:cubicBezTo>
                  <a:pt x="834277" y="111709"/>
                  <a:pt x="831541" y="107481"/>
                  <a:pt x="829535" y="102603"/>
                </a:cubicBezTo>
                <a:cubicBezTo>
                  <a:pt x="827531" y="97726"/>
                  <a:pt x="826529" y="92414"/>
                  <a:pt x="826529" y="86668"/>
                </a:cubicBezTo>
                <a:cubicBezTo>
                  <a:pt x="826529" y="80922"/>
                  <a:pt x="827504" y="75611"/>
                  <a:pt x="829453" y="70733"/>
                </a:cubicBezTo>
                <a:cubicBezTo>
                  <a:pt x="831405" y="65855"/>
                  <a:pt x="834114" y="61628"/>
                  <a:pt x="837581" y="58052"/>
                </a:cubicBezTo>
                <a:cubicBezTo>
                  <a:pt x="841050" y="54473"/>
                  <a:pt x="845114" y="51682"/>
                  <a:pt x="849774" y="49676"/>
                </a:cubicBezTo>
                <a:cubicBezTo>
                  <a:pt x="854433" y="47670"/>
                  <a:pt x="859472" y="46667"/>
                  <a:pt x="864891" y="46667"/>
                </a:cubicBezTo>
                <a:cubicBezTo>
                  <a:pt x="870850" y="46667"/>
                  <a:pt x="876104" y="47673"/>
                  <a:pt x="880655" y="49683"/>
                </a:cubicBezTo>
                <a:cubicBezTo>
                  <a:pt x="885207" y="51692"/>
                  <a:pt x="889000" y="54408"/>
                  <a:pt x="892034" y="57831"/>
                </a:cubicBezTo>
                <a:cubicBezTo>
                  <a:pt x="895068" y="61252"/>
                  <a:pt x="897370" y="65243"/>
                  <a:pt x="898941" y="69805"/>
                </a:cubicBezTo>
                <a:cubicBezTo>
                  <a:pt x="900514" y="74367"/>
                  <a:pt x="901300" y="79256"/>
                  <a:pt x="901300" y="84471"/>
                </a:cubicBezTo>
                <a:close/>
                <a:moveTo>
                  <a:pt x="936245" y="124764"/>
                </a:moveTo>
                <a:lnTo>
                  <a:pt x="925193" y="124764"/>
                </a:lnTo>
                <a:lnTo>
                  <a:pt x="925193" y="48694"/>
                </a:lnTo>
                <a:lnTo>
                  <a:pt x="936245" y="48694"/>
                </a:lnTo>
                <a:lnTo>
                  <a:pt x="936245" y="124764"/>
                </a:lnTo>
                <a:moveTo>
                  <a:pt x="938522" y="19365"/>
                </a:moveTo>
                <a:cubicBezTo>
                  <a:pt x="938522" y="21634"/>
                  <a:pt x="937709" y="23497"/>
                  <a:pt x="936084" y="24956"/>
                </a:cubicBezTo>
                <a:cubicBezTo>
                  <a:pt x="934458" y="26414"/>
                  <a:pt x="932670" y="27143"/>
                  <a:pt x="930719" y="27143"/>
                </a:cubicBezTo>
                <a:cubicBezTo>
                  <a:pt x="928768" y="27143"/>
                  <a:pt x="926980" y="26414"/>
                  <a:pt x="925354" y="24956"/>
                </a:cubicBezTo>
                <a:cubicBezTo>
                  <a:pt x="923729" y="23497"/>
                  <a:pt x="922916" y="21634"/>
                  <a:pt x="922916" y="19365"/>
                </a:cubicBezTo>
                <a:cubicBezTo>
                  <a:pt x="922916" y="17097"/>
                  <a:pt x="923729" y="15233"/>
                  <a:pt x="925354" y="13775"/>
                </a:cubicBezTo>
                <a:cubicBezTo>
                  <a:pt x="926980" y="12317"/>
                  <a:pt x="928768" y="11587"/>
                  <a:pt x="930719" y="11587"/>
                </a:cubicBezTo>
                <a:cubicBezTo>
                  <a:pt x="932670" y="11587"/>
                  <a:pt x="934458" y="12317"/>
                  <a:pt x="936084" y="13775"/>
                </a:cubicBezTo>
                <a:cubicBezTo>
                  <a:pt x="937709" y="15233"/>
                  <a:pt x="938522" y="17097"/>
                  <a:pt x="938522" y="19365"/>
                </a:cubicBezTo>
                <a:close/>
                <a:moveTo>
                  <a:pt x="969730" y="140151"/>
                </a:moveTo>
                <a:cubicBezTo>
                  <a:pt x="972764" y="144053"/>
                  <a:pt x="976908" y="147359"/>
                  <a:pt x="982163" y="150067"/>
                </a:cubicBezTo>
                <a:cubicBezTo>
                  <a:pt x="987419" y="152775"/>
                  <a:pt x="992973" y="154130"/>
                  <a:pt x="998825" y="154130"/>
                </a:cubicBezTo>
                <a:cubicBezTo>
                  <a:pt x="1004242" y="154130"/>
                  <a:pt x="1008847" y="153342"/>
                  <a:pt x="1012640" y="151766"/>
                </a:cubicBezTo>
                <a:cubicBezTo>
                  <a:pt x="1016433" y="150190"/>
                  <a:pt x="1019494" y="148043"/>
                  <a:pt x="1021824" y="145325"/>
                </a:cubicBezTo>
                <a:cubicBezTo>
                  <a:pt x="1024154" y="142608"/>
                  <a:pt x="1025860" y="139429"/>
                  <a:pt x="1026943" y="135786"/>
                </a:cubicBezTo>
                <a:cubicBezTo>
                  <a:pt x="1028028" y="132145"/>
                  <a:pt x="1028570" y="128259"/>
                  <a:pt x="1028570" y="124129"/>
                </a:cubicBezTo>
                <a:lnTo>
                  <a:pt x="1028570" y="109796"/>
                </a:lnTo>
                <a:lnTo>
                  <a:pt x="1028245" y="109796"/>
                </a:lnTo>
                <a:cubicBezTo>
                  <a:pt x="1025319" y="114568"/>
                  <a:pt x="1021173" y="118256"/>
                  <a:pt x="1015809" y="120860"/>
                </a:cubicBezTo>
                <a:cubicBezTo>
                  <a:pt x="1010446" y="123463"/>
                  <a:pt x="1005001" y="124764"/>
                  <a:pt x="999475" y="124764"/>
                </a:cubicBezTo>
                <a:cubicBezTo>
                  <a:pt x="993514" y="124764"/>
                  <a:pt x="988123" y="123788"/>
                  <a:pt x="983301" y="121835"/>
                </a:cubicBezTo>
                <a:cubicBezTo>
                  <a:pt x="978480" y="119882"/>
                  <a:pt x="974362" y="117198"/>
                  <a:pt x="970948" y="113782"/>
                </a:cubicBezTo>
                <a:cubicBezTo>
                  <a:pt x="967535" y="110366"/>
                  <a:pt x="964880" y="106272"/>
                  <a:pt x="962984" y="101500"/>
                </a:cubicBezTo>
                <a:cubicBezTo>
                  <a:pt x="961087" y="96726"/>
                  <a:pt x="960139" y="91573"/>
                  <a:pt x="960139" y="86041"/>
                </a:cubicBezTo>
                <a:cubicBezTo>
                  <a:pt x="960139" y="80617"/>
                  <a:pt x="961087" y="75520"/>
                  <a:pt x="962984" y="70748"/>
                </a:cubicBezTo>
                <a:cubicBezTo>
                  <a:pt x="964880" y="65974"/>
                  <a:pt x="967535" y="61798"/>
                  <a:pt x="970948" y="58220"/>
                </a:cubicBezTo>
                <a:cubicBezTo>
                  <a:pt x="974362" y="54640"/>
                  <a:pt x="978480" y="51820"/>
                  <a:pt x="983301" y="49760"/>
                </a:cubicBezTo>
                <a:cubicBezTo>
                  <a:pt x="988123" y="47698"/>
                  <a:pt x="993514" y="46667"/>
                  <a:pt x="999475" y="46667"/>
                </a:cubicBezTo>
                <a:cubicBezTo>
                  <a:pt x="1005001" y="46667"/>
                  <a:pt x="1010418" y="47970"/>
                  <a:pt x="1015728" y="50574"/>
                </a:cubicBezTo>
                <a:cubicBezTo>
                  <a:pt x="1021039" y="53176"/>
                  <a:pt x="1025211" y="56918"/>
                  <a:pt x="1028245" y="61799"/>
                </a:cubicBezTo>
                <a:lnTo>
                  <a:pt x="1028570" y="61799"/>
                </a:lnTo>
                <a:lnTo>
                  <a:pt x="1028570" y="48632"/>
                </a:lnTo>
                <a:lnTo>
                  <a:pt x="1039622" y="48632"/>
                </a:lnTo>
                <a:lnTo>
                  <a:pt x="1039622" y="124129"/>
                </a:lnTo>
                <a:cubicBezTo>
                  <a:pt x="1039622" y="128250"/>
                  <a:pt x="1039053" y="132640"/>
                  <a:pt x="1037916" y="137301"/>
                </a:cubicBezTo>
                <a:cubicBezTo>
                  <a:pt x="1036778" y="141964"/>
                  <a:pt x="1034665" y="146247"/>
                  <a:pt x="1031576" y="150149"/>
                </a:cubicBezTo>
                <a:cubicBezTo>
                  <a:pt x="1028487" y="154053"/>
                  <a:pt x="1024288" y="157306"/>
                  <a:pt x="1018979" y="159909"/>
                </a:cubicBezTo>
                <a:cubicBezTo>
                  <a:pt x="1013670" y="162511"/>
                  <a:pt x="1006789" y="163812"/>
                  <a:pt x="998336" y="163812"/>
                </a:cubicBezTo>
                <a:cubicBezTo>
                  <a:pt x="991293" y="163812"/>
                  <a:pt x="984574" y="162467"/>
                  <a:pt x="978180" y="159777"/>
                </a:cubicBezTo>
                <a:cubicBezTo>
                  <a:pt x="971788" y="157089"/>
                  <a:pt x="966315" y="153364"/>
                  <a:pt x="961763" y="148604"/>
                </a:cubicBezTo>
                <a:lnTo>
                  <a:pt x="969730" y="140151"/>
                </a:lnTo>
                <a:moveTo>
                  <a:pt x="971843" y="85718"/>
                </a:moveTo>
                <a:cubicBezTo>
                  <a:pt x="971843" y="89741"/>
                  <a:pt x="972493" y="93547"/>
                  <a:pt x="973792" y="97135"/>
                </a:cubicBezTo>
                <a:cubicBezTo>
                  <a:pt x="975092" y="100721"/>
                  <a:pt x="976961" y="103873"/>
                  <a:pt x="979400" y="106592"/>
                </a:cubicBezTo>
                <a:cubicBezTo>
                  <a:pt x="981839" y="109310"/>
                  <a:pt x="984846" y="111458"/>
                  <a:pt x="988421" y="113035"/>
                </a:cubicBezTo>
                <a:cubicBezTo>
                  <a:pt x="991997" y="114611"/>
                  <a:pt x="996060" y="115399"/>
                  <a:pt x="1000611" y="115399"/>
                </a:cubicBezTo>
                <a:cubicBezTo>
                  <a:pt x="1004837" y="115399"/>
                  <a:pt x="1008738" y="114692"/>
                  <a:pt x="1012315" y="113278"/>
                </a:cubicBezTo>
                <a:cubicBezTo>
                  <a:pt x="1015891" y="111865"/>
                  <a:pt x="1018979" y="109853"/>
                  <a:pt x="1021578" y="107244"/>
                </a:cubicBezTo>
                <a:cubicBezTo>
                  <a:pt x="1024179" y="104635"/>
                  <a:pt x="1026211" y="101510"/>
                  <a:pt x="1027675" y="97869"/>
                </a:cubicBezTo>
                <a:cubicBezTo>
                  <a:pt x="1029138" y="94226"/>
                  <a:pt x="1029870" y="90176"/>
                  <a:pt x="1029870" y="85718"/>
                </a:cubicBezTo>
                <a:cubicBezTo>
                  <a:pt x="1029870" y="81695"/>
                  <a:pt x="1029138" y="77890"/>
                  <a:pt x="1027675" y="74302"/>
                </a:cubicBezTo>
                <a:cubicBezTo>
                  <a:pt x="1026211" y="70714"/>
                  <a:pt x="1024179" y="67562"/>
                  <a:pt x="1021578" y="64845"/>
                </a:cubicBezTo>
                <a:cubicBezTo>
                  <a:pt x="1018979" y="62127"/>
                  <a:pt x="1015891" y="59952"/>
                  <a:pt x="1012315" y="58322"/>
                </a:cubicBezTo>
                <a:cubicBezTo>
                  <a:pt x="1008738" y="56690"/>
                  <a:pt x="1004837" y="55874"/>
                  <a:pt x="1000611" y="55874"/>
                </a:cubicBezTo>
                <a:cubicBezTo>
                  <a:pt x="996060" y="55874"/>
                  <a:pt x="991997" y="56690"/>
                  <a:pt x="988421" y="58322"/>
                </a:cubicBezTo>
                <a:cubicBezTo>
                  <a:pt x="984846" y="59952"/>
                  <a:pt x="981839" y="62127"/>
                  <a:pt x="979400" y="64845"/>
                </a:cubicBezTo>
                <a:cubicBezTo>
                  <a:pt x="976961" y="67562"/>
                  <a:pt x="975092" y="70714"/>
                  <a:pt x="973792" y="74302"/>
                </a:cubicBezTo>
                <a:cubicBezTo>
                  <a:pt x="972493" y="77890"/>
                  <a:pt x="971843" y="81695"/>
                  <a:pt x="971843" y="85718"/>
                </a:cubicBezTo>
                <a:close/>
                <a:moveTo>
                  <a:pt x="1080096" y="61147"/>
                </a:moveTo>
                <a:cubicBezTo>
                  <a:pt x="1082155" y="56701"/>
                  <a:pt x="1085567" y="53176"/>
                  <a:pt x="1090334" y="50574"/>
                </a:cubicBezTo>
                <a:cubicBezTo>
                  <a:pt x="1095103" y="47970"/>
                  <a:pt x="1100196" y="46667"/>
                  <a:pt x="1105615" y="46667"/>
                </a:cubicBezTo>
                <a:cubicBezTo>
                  <a:pt x="1115258" y="46667"/>
                  <a:pt x="1122490" y="49542"/>
                  <a:pt x="1127312" y="55291"/>
                </a:cubicBezTo>
                <a:cubicBezTo>
                  <a:pt x="1132135" y="61040"/>
                  <a:pt x="1134546" y="68633"/>
                  <a:pt x="1134546" y="78069"/>
                </a:cubicBezTo>
                <a:lnTo>
                  <a:pt x="1134546" y="124764"/>
                </a:lnTo>
                <a:lnTo>
                  <a:pt x="1123495" y="124764"/>
                </a:lnTo>
                <a:lnTo>
                  <a:pt x="1123495" y="82583"/>
                </a:lnTo>
                <a:cubicBezTo>
                  <a:pt x="1123495" y="78565"/>
                  <a:pt x="1123170" y="74929"/>
                  <a:pt x="1122520" y="71673"/>
                </a:cubicBezTo>
                <a:cubicBezTo>
                  <a:pt x="1121870" y="68416"/>
                  <a:pt x="1120759" y="65620"/>
                  <a:pt x="1119186" y="63285"/>
                </a:cubicBezTo>
                <a:cubicBezTo>
                  <a:pt x="1117616" y="60950"/>
                  <a:pt x="1115502" y="59131"/>
                  <a:pt x="1112847" y="57828"/>
                </a:cubicBezTo>
                <a:cubicBezTo>
                  <a:pt x="1110193" y="56525"/>
                  <a:pt x="1106861" y="55874"/>
                  <a:pt x="1102852" y="55874"/>
                </a:cubicBezTo>
                <a:cubicBezTo>
                  <a:pt x="1099927" y="55874"/>
                  <a:pt x="1097082" y="56472"/>
                  <a:pt x="1094317" y="57667"/>
                </a:cubicBezTo>
                <a:cubicBezTo>
                  <a:pt x="1091554" y="58861"/>
                  <a:pt x="1089089" y="60680"/>
                  <a:pt x="1086921" y="63124"/>
                </a:cubicBezTo>
                <a:cubicBezTo>
                  <a:pt x="1084755" y="65566"/>
                  <a:pt x="1083022" y="68659"/>
                  <a:pt x="1081720" y="72405"/>
                </a:cubicBezTo>
                <a:cubicBezTo>
                  <a:pt x="1080421" y="76150"/>
                  <a:pt x="1079771" y="80574"/>
                  <a:pt x="1079771" y="85679"/>
                </a:cubicBezTo>
                <a:lnTo>
                  <a:pt x="1079771" y="124764"/>
                </a:lnTo>
                <a:lnTo>
                  <a:pt x="1068717" y="124764"/>
                </a:lnTo>
                <a:lnTo>
                  <a:pt x="1068717" y="1806"/>
                </a:lnTo>
                <a:lnTo>
                  <a:pt x="1079771" y="1806"/>
                </a:lnTo>
                <a:lnTo>
                  <a:pt x="1079771" y="61147"/>
                </a:lnTo>
                <a:lnTo>
                  <a:pt x="1080096" y="61147"/>
                </a:lnTo>
                <a:close/>
                <a:moveTo>
                  <a:pt x="1197450" y="57938"/>
                </a:moveTo>
                <a:lnTo>
                  <a:pt x="1175996" y="57938"/>
                </a:lnTo>
                <a:lnTo>
                  <a:pt x="1175996" y="102358"/>
                </a:lnTo>
                <a:cubicBezTo>
                  <a:pt x="1175996" y="105179"/>
                  <a:pt x="1176267" y="107511"/>
                  <a:pt x="1176807" y="109355"/>
                </a:cubicBezTo>
                <a:cubicBezTo>
                  <a:pt x="1177350" y="111198"/>
                  <a:pt x="1178135" y="112636"/>
                  <a:pt x="1179163" y="113668"/>
                </a:cubicBezTo>
                <a:cubicBezTo>
                  <a:pt x="1180194" y="114698"/>
                  <a:pt x="1181413" y="115403"/>
                  <a:pt x="1182822" y="115783"/>
                </a:cubicBezTo>
                <a:cubicBezTo>
                  <a:pt x="1184230" y="116162"/>
                  <a:pt x="1185748" y="116351"/>
                  <a:pt x="1187373" y="116351"/>
                </a:cubicBezTo>
                <a:cubicBezTo>
                  <a:pt x="1188891" y="116351"/>
                  <a:pt x="1190489" y="116130"/>
                  <a:pt x="1192167" y="115689"/>
                </a:cubicBezTo>
                <a:cubicBezTo>
                  <a:pt x="1193847" y="115246"/>
                  <a:pt x="1195446" y="114637"/>
                  <a:pt x="1196964" y="113861"/>
                </a:cubicBezTo>
                <a:lnTo>
                  <a:pt x="1197450" y="123442"/>
                </a:lnTo>
                <a:cubicBezTo>
                  <a:pt x="1195501" y="124201"/>
                  <a:pt x="1193469" y="124770"/>
                  <a:pt x="1191356" y="125148"/>
                </a:cubicBezTo>
                <a:cubicBezTo>
                  <a:pt x="1189243" y="125527"/>
                  <a:pt x="1186940" y="125716"/>
                  <a:pt x="1184446" y="125716"/>
                </a:cubicBezTo>
                <a:cubicBezTo>
                  <a:pt x="1182388" y="125716"/>
                  <a:pt x="1180221" y="125445"/>
                  <a:pt x="1177946" y="124903"/>
                </a:cubicBezTo>
                <a:cubicBezTo>
                  <a:pt x="1175670" y="124362"/>
                  <a:pt x="1173557" y="123334"/>
                  <a:pt x="1171606" y="121818"/>
                </a:cubicBezTo>
                <a:cubicBezTo>
                  <a:pt x="1169657" y="120300"/>
                  <a:pt x="1168059" y="118240"/>
                  <a:pt x="1166812" y="115639"/>
                </a:cubicBezTo>
                <a:cubicBezTo>
                  <a:pt x="1165565" y="113038"/>
                  <a:pt x="1164942" y="109625"/>
                  <a:pt x="1164942" y="105399"/>
                </a:cubicBezTo>
                <a:lnTo>
                  <a:pt x="1164942" y="57938"/>
                </a:lnTo>
                <a:lnTo>
                  <a:pt x="1149175" y="57938"/>
                </a:lnTo>
                <a:lnTo>
                  <a:pt x="1149175" y="48731"/>
                </a:lnTo>
                <a:lnTo>
                  <a:pt x="1164942" y="48731"/>
                </a:lnTo>
                <a:lnTo>
                  <a:pt x="1164942" y="27275"/>
                </a:lnTo>
                <a:lnTo>
                  <a:pt x="1175996" y="27275"/>
                </a:lnTo>
                <a:lnTo>
                  <a:pt x="1175996" y="48731"/>
                </a:lnTo>
                <a:lnTo>
                  <a:pt x="1197450" y="48731"/>
                </a:lnTo>
                <a:lnTo>
                  <a:pt x="1197450" y="579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2" name="Text feelwithoutcompromisingondurability.Perfectforthosewho">
            <a:extLst xmlns:a="http://schemas.openxmlformats.org/drawingml/2006/main">
              <a:ext uri="{FF2B5EF4-FFF2-40B4-BE49-F238E27FC236}">
                <a16:creationId xmlns:a16="http://schemas.microsoft.com/office/drawing/2014/main" id="{98220F24-28B6-4B1B-B4C5-46E1A3DE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9271" y="2788906"/>
            <a:ext cx="4581585" cy="163812"/>
          </a:xfrm>
          <a:custGeom xmlns:a="http://schemas.openxmlformats.org/drawingml/2006/main">
            <a:pathLst>
              <a:path w="4581585" h="163812">
                <a:moveTo>
                  <a:pt x="44862" y="57938"/>
                </a:moveTo>
                <a:lnTo>
                  <a:pt x="26982" y="57938"/>
                </a:lnTo>
                <a:lnTo>
                  <a:pt x="26982" y="124764"/>
                </a:lnTo>
                <a:lnTo>
                  <a:pt x="15930" y="124764"/>
                </a:lnTo>
                <a:lnTo>
                  <a:pt x="15930" y="57938"/>
                </a:lnTo>
                <a:lnTo>
                  <a:pt x="0" y="57938"/>
                </a:lnTo>
                <a:lnTo>
                  <a:pt x="0" y="48731"/>
                </a:lnTo>
                <a:lnTo>
                  <a:pt x="15930" y="48731"/>
                </a:lnTo>
                <a:lnTo>
                  <a:pt x="15930" y="27939"/>
                </a:lnTo>
                <a:cubicBezTo>
                  <a:pt x="15930" y="19275"/>
                  <a:pt x="18043" y="12453"/>
                  <a:pt x="22270" y="7473"/>
                </a:cubicBezTo>
                <a:cubicBezTo>
                  <a:pt x="26496" y="2491"/>
                  <a:pt x="32997" y="0"/>
                  <a:pt x="41774" y="0"/>
                </a:cubicBezTo>
                <a:cubicBezTo>
                  <a:pt x="43183" y="0"/>
                  <a:pt x="44700" y="81"/>
                  <a:pt x="46325" y="243"/>
                </a:cubicBezTo>
                <a:cubicBezTo>
                  <a:pt x="47951" y="403"/>
                  <a:pt x="49468" y="699"/>
                  <a:pt x="50876" y="1128"/>
                </a:cubicBezTo>
                <a:lnTo>
                  <a:pt x="48927" y="10819"/>
                </a:lnTo>
                <a:cubicBezTo>
                  <a:pt x="47735" y="10495"/>
                  <a:pt x="46543" y="10224"/>
                  <a:pt x="45350" y="10008"/>
                </a:cubicBezTo>
                <a:cubicBezTo>
                  <a:pt x="44158" y="9791"/>
                  <a:pt x="42804" y="9683"/>
                  <a:pt x="41288" y="9683"/>
                </a:cubicBezTo>
                <a:cubicBezTo>
                  <a:pt x="38361" y="9683"/>
                  <a:pt x="35950" y="10171"/>
                  <a:pt x="34053" y="11148"/>
                </a:cubicBezTo>
                <a:cubicBezTo>
                  <a:pt x="32157" y="12124"/>
                  <a:pt x="30693" y="13507"/>
                  <a:pt x="29663" y="15298"/>
                </a:cubicBezTo>
                <a:cubicBezTo>
                  <a:pt x="28635" y="17087"/>
                  <a:pt x="27930" y="19174"/>
                  <a:pt x="27550" y="21560"/>
                </a:cubicBezTo>
                <a:cubicBezTo>
                  <a:pt x="27171" y="23946"/>
                  <a:pt x="26982" y="26495"/>
                  <a:pt x="26982" y="29207"/>
                </a:cubicBezTo>
                <a:lnTo>
                  <a:pt x="26982" y="48731"/>
                </a:lnTo>
                <a:lnTo>
                  <a:pt x="44862" y="48731"/>
                </a:lnTo>
                <a:lnTo>
                  <a:pt x="44862" y="57938"/>
                </a:lnTo>
                <a:close/>
                <a:moveTo>
                  <a:pt x="118658" y="80954"/>
                </a:moveTo>
                <a:cubicBezTo>
                  <a:pt x="118332" y="73741"/>
                  <a:pt x="116029" y="67758"/>
                  <a:pt x="111748" y="63005"/>
                </a:cubicBezTo>
                <a:cubicBezTo>
                  <a:pt x="107469" y="58251"/>
                  <a:pt x="101374" y="55874"/>
                  <a:pt x="93464" y="55874"/>
                </a:cubicBezTo>
                <a:cubicBezTo>
                  <a:pt x="89780" y="55874"/>
                  <a:pt x="86367" y="56557"/>
                  <a:pt x="83223" y="57923"/>
                </a:cubicBezTo>
                <a:cubicBezTo>
                  <a:pt x="80082" y="59288"/>
                  <a:pt x="77319" y="61146"/>
                  <a:pt x="74935" y="63496"/>
                </a:cubicBezTo>
                <a:cubicBezTo>
                  <a:pt x="72550" y="65845"/>
                  <a:pt x="70654" y="68523"/>
                  <a:pt x="69245" y="71529"/>
                </a:cubicBezTo>
                <a:cubicBezTo>
                  <a:pt x="67836" y="74533"/>
                  <a:pt x="67024" y="77675"/>
                  <a:pt x="66807" y="80954"/>
                </a:cubicBezTo>
                <a:lnTo>
                  <a:pt x="118658" y="80954"/>
                </a:lnTo>
                <a:moveTo>
                  <a:pt x="129874" y="84471"/>
                </a:moveTo>
                <a:cubicBezTo>
                  <a:pt x="129874" y="85231"/>
                  <a:pt x="129874" y="86046"/>
                  <a:pt x="129874" y="86916"/>
                </a:cubicBezTo>
                <a:cubicBezTo>
                  <a:pt x="129874" y="87784"/>
                  <a:pt x="129819" y="88707"/>
                  <a:pt x="129710" y="89684"/>
                </a:cubicBezTo>
                <a:lnTo>
                  <a:pt x="66643" y="89684"/>
                </a:lnTo>
                <a:cubicBezTo>
                  <a:pt x="66752" y="93475"/>
                  <a:pt x="67511" y="97050"/>
                  <a:pt x="68918" y="100408"/>
                </a:cubicBezTo>
                <a:cubicBezTo>
                  <a:pt x="70326" y="103765"/>
                  <a:pt x="72277" y="106689"/>
                  <a:pt x="74768" y="109181"/>
                </a:cubicBezTo>
                <a:cubicBezTo>
                  <a:pt x="77262" y="111671"/>
                  <a:pt x="80188" y="113648"/>
                  <a:pt x="83546" y="115111"/>
                </a:cubicBezTo>
                <a:cubicBezTo>
                  <a:pt x="86906" y="116573"/>
                  <a:pt x="90537" y="117304"/>
                  <a:pt x="94439" y="117304"/>
                </a:cubicBezTo>
                <a:cubicBezTo>
                  <a:pt x="100181" y="117304"/>
                  <a:pt x="105138" y="115977"/>
                  <a:pt x="109310" y="113323"/>
                </a:cubicBezTo>
                <a:cubicBezTo>
                  <a:pt x="113482" y="110667"/>
                  <a:pt x="116652" y="107606"/>
                  <a:pt x="118819" y="104139"/>
                </a:cubicBezTo>
                <a:lnTo>
                  <a:pt x="127108" y="110639"/>
                </a:lnTo>
                <a:cubicBezTo>
                  <a:pt x="122558" y="116374"/>
                  <a:pt x="117546" y="120479"/>
                  <a:pt x="112073" y="122956"/>
                </a:cubicBezTo>
                <a:cubicBezTo>
                  <a:pt x="106602" y="125431"/>
                  <a:pt x="100724" y="126669"/>
                  <a:pt x="94439" y="126669"/>
                </a:cubicBezTo>
                <a:cubicBezTo>
                  <a:pt x="88804" y="126669"/>
                  <a:pt x="83575" y="125666"/>
                  <a:pt x="78752" y="123660"/>
                </a:cubicBezTo>
                <a:cubicBezTo>
                  <a:pt x="73930" y="121655"/>
                  <a:pt x="69786" y="118864"/>
                  <a:pt x="66318" y="115287"/>
                </a:cubicBezTo>
                <a:cubicBezTo>
                  <a:pt x="62851" y="111709"/>
                  <a:pt x="60115" y="107481"/>
                  <a:pt x="58109" y="102603"/>
                </a:cubicBezTo>
                <a:cubicBezTo>
                  <a:pt x="56105" y="97726"/>
                  <a:pt x="55103" y="92414"/>
                  <a:pt x="55103" y="86668"/>
                </a:cubicBezTo>
                <a:cubicBezTo>
                  <a:pt x="55103" y="80922"/>
                  <a:pt x="56078" y="75611"/>
                  <a:pt x="58027" y="70733"/>
                </a:cubicBezTo>
                <a:cubicBezTo>
                  <a:pt x="59978" y="65855"/>
                  <a:pt x="62687" y="61628"/>
                  <a:pt x="66155" y="58052"/>
                </a:cubicBezTo>
                <a:cubicBezTo>
                  <a:pt x="69624" y="54473"/>
                  <a:pt x="73688" y="51682"/>
                  <a:pt x="78347" y="49676"/>
                </a:cubicBezTo>
                <a:cubicBezTo>
                  <a:pt x="83007" y="47670"/>
                  <a:pt x="88046" y="46667"/>
                  <a:pt x="93464" y="46667"/>
                </a:cubicBezTo>
                <a:cubicBezTo>
                  <a:pt x="99423" y="46667"/>
                  <a:pt x="104678" y="47673"/>
                  <a:pt x="109228" y="49683"/>
                </a:cubicBezTo>
                <a:cubicBezTo>
                  <a:pt x="113780" y="51692"/>
                  <a:pt x="117573" y="54408"/>
                  <a:pt x="120607" y="57831"/>
                </a:cubicBezTo>
                <a:cubicBezTo>
                  <a:pt x="123642" y="61252"/>
                  <a:pt x="125944" y="65243"/>
                  <a:pt x="127515" y="69805"/>
                </a:cubicBezTo>
                <a:cubicBezTo>
                  <a:pt x="129087" y="74367"/>
                  <a:pt x="129874" y="79256"/>
                  <a:pt x="129874" y="84471"/>
                </a:cubicBezTo>
                <a:close/>
                <a:moveTo>
                  <a:pt x="211633" y="80954"/>
                </a:moveTo>
                <a:cubicBezTo>
                  <a:pt x="211307" y="73741"/>
                  <a:pt x="209004" y="67758"/>
                  <a:pt x="204723" y="63005"/>
                </a:cubicBezTo>
                <a:cubicBezTo>
                  <a:pt x="200444" y="58251"/>
                  <a:pt x="194349" y="55874"/>
                  <a:pt x="186439" y="55874"/>
                </a:cubicBezTo>
                <a:cubicBezTo>
                  <a:pt x="182755" y="55874"/>
                  <a:pt x="179341" y="56557"/>
                  <a:pt x="176198" y="57923"/>
                </a:cubicBezTo>
                <a:cubicBezTo>
                  <a:pt x="173056" y="59288"/>
                  <a:pt x="170293" y="61146"/>
                  <a:pt x="167909" y="63496"/>
                </a:cubicBezTo>
                <a:cubicBezTo>
                  <a:pt x="165525" y="65845"/>
                  <a:pt x="163628" y="68523"/>
                  <a:pt x="162219" y="71529"/>
                </a:cubicBezTo>
                <a:cubicBezTo>
                  <a:pt x="160811" y="74533"/>
                  <a:pt x="159998" y="77675"/>
                  <a:pt x="159781" y="80954"/>
                </a:cubicBezTo>
                <a:lnTo>
                  <a:pt x="211633" y="80954"/>
                </a:lnTo>
                <a:moveTo>
                  <a:pt x="222848" y="84471"/>
                </a:moveTo>
                <a:cubicBezTo>
                  <a:pt x="222848" y="85231"/>
                  <a:pt x="222848" y="86046"/>
                  <a:pt x="222848" y="86916"/>
                </a:cubicBezTo>
                <a:cubicBezTo>
                  <a:pt x="222848" y="87784"/>
                  <a:pt x="222793" y="88707"/>
                  <a:pt x="222684" y="89684"/>
                </a:cubicBezTo>
                <a:lnTo>
                  <a:pt x="159618" y="89684"/>
                </a:lnTo>
                <a:cubicBezTo>
                  <a:pt x="159727" y="93475"/>
                  <a:pt x="160485" y="97050"/>
                  <a:pt x="161892" y="100408"/>
                </a:cubicBezTo>
                <a:cubicBezTo>
                  <a:pt x="163301" y="103765"/>
                  <a:pt x="165251" y="106689"/>
                  <a:pt x="167743" y="109181"/>
                </a:cubicBezTo>
                <a:cubicBezTo>
                  <a:pt x="170236" y="111671"/>
                  <a:pt x="173162" y="113648"/>
                  <a:pt x="176520" y="115111"/>
                </a:cubicBezTo>
                <a:cubicBezTo>
                  <a:pt x="179880" y="116573"/>
                  <a:pt x="183511" y="117304"/>
                  <a:pt x="187413" y="117304"/>
                </a:cubicBezTo>
                <a:cubicBezTo>
                  <a:pt x="193156" y="117304"/>
                  <a:pt x="198113" y="115977"/>
                  <a:pt x="202285" y="113323"/>
                </a:cubicBezTo>
                <a:cubicBezTo>
                  <a:pt x="206456" y="110667"/>
                  <a:pt x="209626" y="107606"/>
                  <a:pt x="211794" y="104139"/>
                </a:cubicBezTo>
                <a:lnTo>
                  <a:pt x="220083" y="110639"/>
                </a:lnTo>
                <a:cubicBezTo>
                  <a:pt x="215532" y="116374"/>
                  <a:pt x="210521" y="120479"/>
                  <a:pt x="205048" y="122956"/>
                </a:cubicBezTo>
                <a:cubicBezTo>
                  <a:pt x="199576" y="125431"/>
                  <a:pt x="193698" y="126669"/>
                  <a:pt x="187413" y="126669"/>
                </a:cubicBezTo>
                <a:cubicBezTo>
                  <a:pt x="181778" y="126669"/>
                  <a:pt x="176549" y="125666"/>
                  <a:pt x="171726" y="123660"/>
                </a:cubicBezTo>
                <a:cubicBezTo>
                  <a:pt x="166905" y="121655"/>
                  <a:pt x="162760" y="118864"/>
                  <a:pt x="159293" y="115287"/>
                </a:cubicBezTo>
                <a:cubicBezTo>
                  <a:pt x="155826" y="111709"/>
                  <a:pt x="153089" y="107481"/>
                  <a:pt x="151083" y="102603"/>
                </a:cubicBezTo>
                <a:cubicBezTo>
                  <a:pt x="149079" y="97726"/>
                  <a:pt x="148077" y="92414"/>
                  <a:pt x="148077" y="86668"/>
                </a:cubicBezTo>
                <a:cubicBezTo>
                  <a:pt x="148077" y="80922"/>
                  <a:pt x="149052" y="75611"/>
                  <a:pt x="151002" y="70733"/>
                </a:cubicBezTo>
                <a:cubicBezTo>
                  <a:pt x="152953" y="65855"/>
                  <a:pt x="155662" y="61628"/>
                  <a:pt x="159129" y="58052"/>
                </a:cubicBezTo>
                <a:cubicBezTo>
                  <a:pt x="162598" y="54473"/>
                  <a:pt x="166662" y="51682"/>
                  <a:pt x="171322" y="49676"/>
                </a:cubicBezTo>
                <a:cubicBezTo>
                  <a:pt x="175981" y="47670"/>
                  <a:pt x="181020" y="46667"/>
                  <a:pt x="186439" y="46667"/>
                </a:cubicBezTo>
                <a:cubicBezTo>
                  <a:pt x="192398" y="46667"/>
                  <a:pt x="197652" y="47673"/>
                  <a:pt x="202203" y="49683"/>
                </a:cubicBezTo>
                <a:cubicBezTo>
                  <a:pt x="206755" y="51692"/>
                  <a:pt x="210548" y="54408"/>
                  <a:pt x="213582" y="57831"/>
                </a:cubicBezTo>
                <a:cubicBezTo>
                  <a:pt x="216616" y="61252"/>
                  <a:pt x="218919" y="65243"/>
                  <a:pt x="220489" y="69805"/>
                </a:cubicBezTo>
                <a:cubicBezTo>
                  <a:pt x="222062" y="74367"/>
                  <a:pt x="222848" y="79256"/>
                  <a:pt x="222848" y="84471"/>
                </a:cubicBezTo>
                <a:close/>
                <a:moveTo>
                  <a:pt x="257957" y="124764"/>
                </a:moveTo>
                <a:lnTo>
                  <a:pt x="246902" y="124764"/>
                </a:lnTo>
                <a:lnTo>
                  <a:pt x="246902" y="1882"/>
                </a:lnTo>
                <a:lnTo>
                  <a:pt x="257957" y="1882"/>
                </a:lnTo>
                <a:lnTo>
                  <a:pt x="257957" y="124764"/>
                </a:lnTo>
                <a:close/>
                <a:moveTo>
                  <a:pt x="329637" y="48731"/>
                </a:moveTo>
                <a:lnTo>
                  <a:pt x="348005" y="110468"/>
                </a:lnTo>
                <a:lnTo>
                  <a:pt x="348330" y="110468"/>
                </a:lnTo>
                <a:lnTo>
                  <a:pt x="368809" y="48731"/>
                </a:lnTo>
                <a:lnTo>
                  <a:pt x="379539" y="48731"/>
                </a:lnTo>
                <a:lnTo>
                  <a:pt x="400343" y="110468"/>
                </a:lnTo>
                <a:lnTo>
                  <a:pt x="400667" y="110468"/>
                </a:lnTo>
                <a:lnTo>
                  <a:pt x="418872" y="48731"/>
                </a:lnTo>
                <a:lnTo>
                  <a:pt x="430576" y="48731"/>
                </a:lnTo>
                <a:lnTo>
                  <a:pt x="406521" y="124764"/>
                </a:lnTo>
                <a:lnTo>
                  <a:pt x="394492" y="124764"/>
                </a:lnTo>
                <a:lnTo>
                  <a:pt x="374174" y="63191"/>
                </a:lnTo>
                <a:lnTo>
                  <a:pt x="373849" y="63191"/>
                </a:lnTo>
                <a:lnTo>
                  <a:pt x="353856" y="124764"/>
                </a:lnTo>
                <a:lnTo>
                  <a:pt x="341827" y="124764"/>
                </a:lnTo>
                <a:lnTo>
                  <a:pt x="317772" y="48731"/>
                </a:lnTo>
                <a:lnTo>
                  <a:pt x="329637" y="48731"/>
                </a:lnTo>
                <a:close/>
                <a:moveTo>
                  <a:pt x="460646" y="124764"/>
                </a:moveTo>
                <a:lnTo>
                  <a:pt x="449594" y="124764"/>
                </a:lnTo>
                <a:lnTo>
                  <a:pt x="449594" y="48694"/>
                </a:lnTo>
                <a:lnTo>
                  <a:pt x="460646" y="48694"/>
                </a:lnTo>
                <a:lnTo>
                  <a:pt x="460646" y="124764"/>
                </a:lnTo>
                <a:moveTo>
                  <a:pt x="462923" y="19365"/>
                </a:moveTo>
                <a:cubicBezTo>
                  <a:pt x="462923" y="21634"/>
                  <a:pt x="462110" y="23497"/>
                  <a:pt x="460484" y="24956"/>
                </a:cubicBezTo>
                <a:cubicBezTo>
                  <a:pt x="458859" y="26414"/>
                  <a:pt x="457071" y="27143"/>
                  <a:pt x="455120" y="27143"/>
                </a:cubicBezTo>
                <a:cubicBezTo>
                  <a:pt x="453169" y="27143"/>
                  <a:pt x="451381" y="26414"/>
                  <a:pt x="449755" y="24956"/>
                </a:cubicBezTo>
                <a:cubicBezTo>
                  <a:pt x="448130" y="23497"/>
                  <a:pt x="447317" y="21634"/>
                  <a:pt x="447317" y="19365"/>
                </a:cubicBezTo>
                <a:cubicBezTo>
                  <a:pt x="447317" y="17097"/>
                  <a:pt x="448130" y="15233"/>
                  <a:pt x="449755" y="13775"/>
                </a:cubicBezTo>
                <a:cubicBezTo>
                  <a:pt x="451381" y="12317"/>
                  <a:pt x="453169" y="11587"/>
                  <a:pt x="455120" y="11587"/>
                </a:cubicBezTo>
                <a:cubicBezTo>
                  <a:pt x="457071" y="11587"/>
                  <a:pt x="458859" y="12317"/>
                  <a:pt x="460484" y="13775"/>
                </a:cubicBezTo>
                <a:cubicBezTo>
                  <a:pt x="462110" y="15233"/>
                  <a:pt x="462923" y="17097"/>
                  <a:pt x="462923" y="19365"/>
                </a:cubicBezTo>
                <a:close/>
                <a:moveTo>
                  <a:pt x="524362" y="57938"/>
                </a:moveTo>
                <a:lnTo>
                  <a:pt x="502909" y="57938"/>
                </a:lnTo>
                <a:lnTo>
                  <a:pt x="502909" y="102358"/>
                </a:lnTo>
                <a:cubicBezTo>
                  <a:pt x="502909" y="105179"/>
                  <a:pt x="503179" y="107511"/>
                  <a:pt x="503720" y="109355"/>
                </a:cubicBezTo>
                <a:cubicBezTo>
                  <a:pt x="504262" y="111198"/>
                  <a:pt x="505047" y="112636"/>
                  <a:pt x="506076" y="113668"/>
                </a:cubicBezTo>
                <a:cubicBezTo>
                  <a:pt x="507106" y="114698"/>
                  <a:pt x="508325" y="115403"/>
                  <a:pt x="509734" y="115783"/>
                </a:cubicBezTo>
                <a:cubicBezTo>
                  <a:pt x="511143" y="116162"/>
                  <a:pt x="512660" y="116351"/>
                  <a:pt x="514285" y="116351"/>
                </a:cubicBezTo>
                <a:cubicBezTo>
                  <a:pt x="515803" y="116351"/>
                  <a:pt x="517401" y="116130"/>
                  <a:pt x="519080" y="115689"/>
                </a:cubicBezTo>
                <a:cubicBezTo>
                  <a:pt x="520759" y="115246"/>
                  <a:pt x="522358" y="114637"/>
                  <a:pt x="523876" y="113861"/>
                </a:cubicBezTo>
                <a:lnTo>
                  <a:pt x="524362" y="123442"/>
                </a:lnTo>
                <a:cubicBezTo>
                  <a:pt x="522413" y="124201"/>
                  <a:pt x="520382" y="124770"/>
                  <a:pt x="518269" y="125148"/>
                </a:cubicBezTo>
                <a:cubicBezTo>
                  <a:pt x="516155" y="125527"/>
                  <a:pt x="513852" y="125716"/>
                  <a:pt x="511359" y="125716"/>
                </a:cubicBezTo>
                <a:cubicBezTo>
                  <a:pt x="509300" y="125716"/>
                  <a:pt x="507133" y="125445"/>
                  <a:pt x="504858" y="124903"/>
                </a:cubicBezTo>
                <a:cubicBezTo>
                  <a:pt x="502583" y="124362"/>
                  <a:pt x="500470" y="123334"/>
                  <a:pt x="498519" y="121818"/>
                </a:cubicBezTo>
                <a:cubicBezTo>
                  <a:pt x="496569" y="120300"/>
                  <a:pt x="494971" y="118240"/>
                  <a:pt x="493724" y="115639"/>
                </a:cubicBezTo>
                <a:cubicBezTo>
                  <a:pt x="492478" y="113038"/>
                  <a:pt x="491854" y="109625"/>
                  <a:pt x="491854" y="105399"/>
                </a:cubicBezTo>
                <a:lnTo>
                  <a:pt x="491854" y="57938"/>
                </a:lnTo>
                <a:lnTo>
                  <a:pt x="476088" y="57938"/>
                </a:lnTo>
                <a:lnTo>
                  <a:pt x="476088" y="48731"/>
                </a:lnTo>
                <a:lnTo>
                  <a:pt x="491854" y="48731"/>
                </a:lnTo>
                <a:lnTo>
                  <a:pt x="491854" y="27275"/>
                </a:lnTo>
                <a:lnTo>
                  <a:pt x="502909" y="27275"/>
                </a:lnTo>
                <a:lnTo>
                  <a:pt x="502909" y="48731"/>
                </a:lnTo>
                <a:lnTo>
                  <a:pt x="524362" y="48731"/>
                </a:lnTo>
                <a:lnTo>
                  <a:pt x="524362" y="57938"/>
                </a:lnTo>
                <a:close/>
                <a:moveTo>
                  <a:pt x="553296" y="61147"/>
                </a:moveTo>
                <a:cubicBezTo>
                  <a:pt x="555355" y="56701"/>
                  <a:pt x="558767" y="53176"/>
                  <a:pt x="563534" y="50574"/>
                </a:cubicBezTo>
                <a:cubicBezTo>
                  <a:pt x="568303" y="47970"/>
                  <a:pt x="573396" y="46667"/>
                  <a:pt x="578815" y="46667"/>
                </a:cubicBezTo>
                <a:cubicBezTo>
                  <a:pt x="588458" y="46667"/>
                  <a:pt x="595690" y="49542"/>
                  <a:pt x="600512" y="55291"/>
                </a:cubicBezTo>
                <a:cubicBezTo>
                  <a:pt x="605335" y="61040"/>
                  <a:pt x="607746" y="68633"/>
                  <a:pt x="607746" y="78069"/>
                </a:cubicBezTo>
                <a:lnTo>
                  <a:pt x="607746" y="124764"/>
                </a:lnTo>
                <a:lnTo>
                  <a:pt x="596695" y="124764"/>
                </a:lnTo>
                <a:lnTo>
                  <a:pt x="596695" y="82583"/>
                </a:lnTo>
                <a:cubicBezTo>
                  <a:pt x="596695" y="78565"/>
                  <a:pt x="596370" y="74929"/>
                  <a:pt x="595720" y="71673"/>
                </a:cubicBezTo>
                <a:cubicBezTo>
                  <a:pt x="595070" y="68416"/>
                  <a:pt x="593959" y="65620"/>
                  <a:pt x="592387" y="63285"/>
                </a:cubicBezTo>
                <a:cubicBezTo>
                  <a:pt x="590816" y="60950"/>
                  <a:pt x="588703" y="59131"/>
                  <a:pt x="586047" y="57828"/>
                </a:cubicBezTo>
                <a:cubicBezTo>
                  <a:pt x="583393" y="56525"/>
                  <a:pt x="580062" y="55874"/>
                  <a:pt x="576052" y="55874"/>
                </a:cubicBezTo>
                <a:cubicBezTo>
                  <a:pt x="573127" y="55874"/>
                  <a:pt x="570282" y="56472"/>
                  <a:pt x="567518" y="57667"/>
                </a:cubicBezTo>
                <a:cubicBezTo>
                  <a:pt x="564755" y="58861"/>
                  <a:pt x="562289" y="60680"/>
                  <a:pt x="560122" y="63124"/>
                </a:cubicBezTo>
                <a:cubicBezTo>
                  <a:pt x="557956" y="65566"/>
                  <a:pt x="556222" y="68659"/>
                  <a:pt x="554921" y="72405"/>
                </a:cubicBezTo>
                <a:cubicBezTo>
                  <a:pt x="553621" y="76150"/>
                  <a:pt x="552971" y="80574"/>
                  <a:pt x="552971" y="85679"/>
                </a:cubicBezTo>
                <a:lnTo>
                  <a:pt x="552971" y="124764"/>
                </a:lnTo>
                <a:lnTo>
                  <a:pt x="541917" y="124764"/>
                </a:lnTo>
                <a:lnTo>
                  <a:pt x="541917" y="1806"/>
                </a:lnTo>
                <a:lnTo>
                  <a:pt x="552971" y="1806"/>
                </a:lnTo>
                <a:lnTo>
                  <a:pt x="552971" y="61147"/>
                </a:lnTo>
                <a:lnTo>
                  <a:pt x="553296" y="61147"/>
                </a:lnTo>
                <a:close/>
                <a:moveTo>
                  <a:pt x="711936" y="86668"/>
                </a:moveTo>
                <a:cubicBezTo>
                  <a:pt x="711936" y="92414"/>
                  <a:pt x="710933" y="97726"/>
                  <a:pt x="708928" y="102603"/>
                </a:cubicBezTo>
                <a:cubicBezTo>
                  <a:pt x="706924" y="107481"/>
                  <a:pt x="704133" y="111709"/>
                  <a:pt x="700557" y="115287"/>
                </a:cubicBezTo>
                <a:cubicBezTo>
                  <a:pt x="696982" y="118864"/>
                  <a:pt x="692702" y="121655"/>
                  <a:pt x="687717" y="123660"/>
                </a:cubicBezTo>
                <a:cubicBezTo>
                  <a:pt x="682733" y="125666"/>
                  <a:pt x="677261" y="126669"/>
                  <a:pt x="671300" y="126669"/>
                </a:cubicBezTo>
                <a:cubicBezTo>
                  <a:pt x="665449" y="126669"/>
                  <a:pt x="660030" y="125666"/>
                  <a:pt x="655045" y="123660"/>
                </a:cubicBezTo>
                <a:cubicBezTo>
                  <a:pt x="650062" y="121655"/>
                  <a:pt x="645782" y="118864"/>
                  <a:pt x="642205" y="115287"/>
                </a:cubicBezTo>
                <a:cubicBezTo>
                  <a:pt x="638630" y="111709"/>
                  <a:pt x="635840" y="107481"/>
                  <a:pt x="633835" y="102603"/>
                </a:cubicBezTo>
                <a:cubicBezTo>
                  <a:pt x="631831" y="97726"/>
                  <a:pt x="630829" y="92414"/>
                  <a:pt x="630829" y="86668"/>
                </a:cubicBezTo>
                <a:cubicBezTo>
                  <a:pt x="630829" y="80922"/>
                  <a:pt x="631831" y="75611"/>
                  <a:pt x="633835" y="70733"/>
                </a:cubicBezTo>
                <a:cubicBezTo>
                  <a:pt x="635840" y="65855"/>
                  <a:pt x="638630" y="61628"/>
                  <a:pt x="642205" y="58052"/>
                </a:cubicBezTo>
                <a:cubicBezTo>
                  <a:pt x="645782" y="54473"/>
                  <a:pt x="650062" y="51682"/>
                  <a:pt x="655045" y="49676"/>
                </a:cubicBezTo>
                <a:cubicBezTo>
                  <a:pt x="660030" y="47670"/>
                  <a:pt x="665449" y="46667"/>
                  <a:pt x="671300" y="46667"/>
                </a:cubicBezTo>
                <a:cubicBezTo>
                  <a:pt x="677261" y="46667"/>
                  <a:pt x="682733" y="47670"/>
                  <a:pt x="687717" y="49676"/>
                </a:cubicBezTo>
                <a:cubicBezTo>
                  <a:pt x="692702" y="51682"/>
                  <a:pt x="696982" y="54473"/>
                  <a:pt x="700557" y="58052"/>
                </a:cubicBezTo>
                <a:cubicBezTo>
                  <a:pt x="704133" y="61628"/>
                  <a:pt x="706924" y="65855"/>
                  <a:pt x="708928" y="70733"/>
                </a:cubicBezTo>
                <a:cubicBezTo>
                  <a:pt x="710933" y="75611"/>
                  <a:pt x="711936" y="80922"/>
                  <a:pt x="711936" y="86668"/>
                </a:cubicBezTo>
                <a:moveTo>
                  <a:pt x="700235" y="86671"/>
                </a:moveTo>
                <a:cubicBezTo>
                  <a:pt x="700235" y="82434"/>
                  <a:pt x="699557" y="78443"/>
                  <a:pt x="698203" y="74696"/>
                </a:cubicBezTo>
                <a:cubicBezTo>
                  <a:pt x="696849" y="70948"/>
                  <a:pt x="694925" y="67689"/>
                  <a:pt x="692432" y="64919"/>
                </a:cubicBezTo>
                <a:cubicBezTo>
                  <a:pt x="689940" y="62148"/>
                  <a:pt x="686906" y="59948"/>
                  <a:pt x="683329" y="58319"/>
                </a:cubicBezTo>
                <a:cubicBezTo>
                  <a:pt x="679755" y="56689"/>
                  <a:pt x="675746" y="55874"/>
                  <a:pt x="671303" y="55874"/>
                </a:cubicBezTo>
                <a:cubicBezTo>
                  <a:pt x="666860" y="55874"/>
                  <a:pt x="662878" y="56689"/>
                  <a:pt x="659356" y="58319"/>
                </a:cubicBezTo>
                <a:cubicBezTo>
                  <a:pt x="655834" y="59948"/>
                  <a:pt x="652826" y="62148"/>
                  <a:pt x="650333" y="64919"/>
                </a:cubicBezTo>
                <a:cubicBezTo>
                  <a:pt x="647841" y="67689"/>
                  <a:pt x="645918" y="70948"/>
                  <a:pt x="644564" y="74696"/>
                </a:cubicBezTo>
                <a:cubicBezTo>
                  <a:pt x="643210" y="78443"/>
                  <a:pt x="642533" y="82434"/>
                  <a:pt x="642533" y="86671"/>
                </a:cubicBezTo>
                <a:cubicBezTo>
                  <a:pt x="642533" y="90907"/>
                  <a:pt x="643210" y="94899"/>
                  <a:pt x="644564" y="98648"/>
                </a:cubicBezTo>
                <a:cubicBezTo>
                  <a:pt x="645918" y="102394"/>
                  <a:pt x="647841" y="105653"/>
                  <a:pt x="650333" y="108424"/>
                </a:cubicBezTo>
                <a:cubicBezTo>
                  <a:pt x="652826" y="111194"/>
                  <a:pt x="655834" y="113367"/>
                  <a:pt x="659356" y="114942"/>
                </a:cubicBezTo>
                <a:cubicBezTo>
                  <a:pt x="662878" y="116517"/>
                  <a:pt x="666860" y="117304"/>
                  <a:pt x="671303" y="117304"/>
                </a:cubicBezTo>
                <a:cubicBezTo>
                  <a:pt x="675746" y="117304"/>
                  <a:pt x="679755" y="116517"/>
                  <a:pt x="683329" y="114942"/>
                </a:cubicBezTo>
                <a:cubicBezTo>
                  <a:pt x="686906" y="113367"/>
                  <a:pt x="689940" y="111194"/>
                  <a:pt x="692432" y="108424"/>
                </a:cubicBezTo>
                <a:cubicBezTo>
                  <a:pt x="694925" y="105653"/>
                  <a:pt x="696849" y="102394"/>
                  <a:pt x="698203" y="98648"/>
                </a:cubicBezTo>
                <a:cubicBezTo>
                  <a:pt x="699557" y="94899"/>
                  <a:pt x="700235" y="90907"/>
                  <a:pt x="700235" y="86671"/>
                </a:cubicBezTo>
                <a:close/>
                <a:moveTo>
                  <a:pt x="790932" y="124764"/>
                </a:moveTo>
                <a:cubicBezTo>
                  <a:pt x="790715" y="122705"/>
                  <a:pt x="790552" y="120430"/>
                  <a:pt x="790443" y="117939"/>
                </a:cubicBezTo>
                <a:cubicBezTo>
                  <a:pt x="790336" y="115445"/>
                  <a:pt x="790282" y="113386"/>
                  <a:pt x="790282" y="111760"/>
                </a:cubicBezTo>
                <a:lnTo>
                  <a:pt x="789957" y="111760"/>
                </a:lnTo>
                <a:cubicBezTo>
                  <a:pt x="787789" y="116203"/>
                  <a:pt x="784268" y="119799"/>
                  <a:pt x="779391" y="122547"/>
                </a:cubicBezTo>
                <a:cubicBezTo>
                  <a:pt x="774515" y="125295"/>
                  <a:pt x="769368" y="126669"/>
                  <a:pt x="763950" y="126669"/>
                </a:cubicBezTo>
                <a:cubicBezTo>
                  <a:pt x="754307" y="126669"/>
                  <a:pt x="747074" y="123808"/>
                  <a:pt x="742250" y="118085"/>
                </a:cubicBezTo>
                <a:cubicBezTo>
                  <a:pt x="737429" y="112361"/>
                  <a:pt x="735018" y="104784"/>
                  <a:pt x="735018" y="95356"/>
                </a:cubicBezTo>
                <a:lnTo>
                  <a:pt x="735018" y="48706"/>
                </a:lnTo>
                <a:lnTo>
                  <a:pt x="746072" y="48706"/>
                </a:lnTo>
                <a:lnTo>
                  <a:pt x="746072" y="90805"/>
                </a:lnTo>
                <a:cubicBezTo>
                  <a:pt x="746072" y="94815"/>
                  <a:pt x="746397" y="98445"/>
                  <a:pt x="747047" y="101696"/>
                </a:cubicBezTo>
                <a:cubicBezTo>
                  <a:pt x="747697" y="104946"/>
                  <a:pt x="748807" y="107737"/>
                  <a:pt x="750378" y="110066"/>
                </a:cubicBezTo>
                <a:cubicBezTo>
                  <a:pt x="751951" y="112396"/>
                  <a:pt x="754064" y="114212"/>
                  <a:pt x="756717" y="115513"/>
                </a:cubicBezTo>
                <a:cubicBezTo>
                  <a:pt x="759373" y="116813"/>
                  <a:pt x="762706" y="117462"/>
                  <a:pt x="766715" y="117462"/>
                </a:cubicBezTo>
                <a:cubicBezTo>
                  <a:pt x="769640" y="117462"/>
                  <a:pt x="772484" y="116866"/>
                  <a:pt x="775247" y="115674"/>
                </a:cubicBezTo>
                <a:cubicBezTo>
                  <a:pt x="778012" y="114482"/>
                  <a:pt x="780477" y="112667"/>
                  <a:pt x="782643" y="110230"/>
                </a:cubicBezTo>
                <a:cubicBezTo>
                  <a:pt x="784811" y="107791"/>
                  <a:pt x="786544" y="104703"/>
                  <a:pt x="787844" y="100964"/>
                </a:cubicBezTo>
                <a:cubicBezTo>
                  <a:pt x="789145" y="97226"/>
                  <a:pt x="789796" y="92810"/>
                  <a:pt x="789796" y="87717"/>
                </a:cubicBezTo>
                <a:lnTo>
                  <a:pt x="789796" y="48706"/>
                </a:lnTo>
                <a:lnTo>
                  <a:pt x="800848" y="48706"/>
                </a:lnTo>
                <a:lnTo>
                  <a:pt x="800848" y="108035"/>
                </a:lnTo>
                <a:cubicBezTo>
                  <a:pt x="800848" y="110094"/>
                  <a:pt x="800901" y="112747"/>
                  <a:pt x="801009" y="115997"/>
                </a:cubicBezTo>
                <a:cubicBezTo>
                  <a:pt x="801118" y="119246"/>
                  <a:pt x="801281" y="122168"/>
                  <a:pt x="801498" y="124764"/>
                </a:cubicBezTo>
                <a:lnTo>
                  <a:pt x="790932" y="124764"/>
                </a:lnTo>
                <a:close/>
                <a:moveTo>
                  <a:pt x="864402" y="57938"/>
                </a:moveTo>
                <a:lnTo>
                  <a:pt x="842948" y="57938"/>
                </a:lnTo>
                <a:lnTo>
                  <a:pt x="842948" y="102358"/>
                </a:lnTo>
                <a:cubicBezTo>
                  <a:pt x="842948" y="105179"/>
                  <a:pt x="843218" y="107511"/>
                  <a:pt x="843759" y="109355"/>
                </a:cubicBezTo>
                <a:cubicBezTo>
                  <a:pt x="844301" y="111198"/>
                  <a:pt x="845087" y="112636"/>
                  <a:pt x="846115" y="113668"/>
                </a:cubicBezTo>
                <a:cubicBezTo>
                  <a:pt x="847145" y="114698"/>
                  <a:pt x="848365" y="115403"/>
                  <a:pt x="849774" y="115783"/>
                </a:cubicBezTo>
                <a:cubicBezTo>
                  <a:pt x="851182" y="116162"/>
                  <a:pt x="852699" y="116351"/>
                  <a:pt x="854325" y="116351"/>
                </a:cubicBezTo>
                <a:cubicBezTo>
                  <a:pt x="855843" y="116351"/>
                  <a:pt x="857441" y="116130"/>
                  <a:pt x="859119" y="115689"/>
                </a:cubicBezTo>
                <a:cubicBezTo>
                  <a:pt x="860799" y="115246"/>
                  <a:pt x="862398" y="114637"/>
                  <a:pt x="863916" y="113861"/>
                </a:cubicBezTo>
                <a:lnTo>
                  <a:pt x="864402" y="123442"/>
                </a:lnTo>
                <a:cubicBezTo>
                  <a:pt x="862452" y="124201"/>
                  <a:pt x="860421" y="124770"/>
                  <a:pt x="858308" y="125148"/>
                </a:cubicBezTo>
                <a:cubicBezTo>
                  <a:pt x="856195" y="125527"/>
                  <a:pt x="853891" y="125716"/>
                  <a:pt x="851398" y="125716"/>
                </a:cubicBezTo>
                <a:cubicBezTo>
                  <a:pt x="849339" y="125716"/>
                  <a:pt x="847173" y="125445"/>
                  <a:pt x="844897" y="124903"/>
                </a:cubicBezTo>
                <a:cubicBezTo>
                  <a:pt x="842622" y="124362"/>
                  <a:pt x="840509" y="123334"/>
                  <a:pt x="838558" y="121818"/>
                </a:cubicBezTo>
                <a:cubicBezTo>
                  <a:pt x="836609" y="120300"/>
                  <a:pt x="835011" y="118240"/>
                  <a:pt x="833764" y="115639"/>
                </a:cubicBezTo>
                <a:cubicBezTo>
                  <a:pt x="832517" y="113038"/>
                  <a:pt x="831894" y="109625"/>
                  <a:pt x="831894" y="105399"/>
                </a:cubicBezTo>
                <a:lnTo>
                  <a:pt x="831894" y="57938"/>
                </a:lnTo>
                <a:lnTo>
                  <a:pt x="816127" y="57938"/>
                </a:lnTo>
                <a:lnTo>
                  <a:pt x="816127" y="48731"/>
                </a:lnTo>
                <a:lnTo>
                  <a:pt x="831894" y="48731"/>
                </a:lnTo>
                <a:lnTo>
                  <a:pt x="831894" y="27275"/>
                </a:lnTo>
                <a:lnTo>
                  <a:pt x="842948" y="27275"/>
                </a:lnTo>
                <a:lnTo>
                  <a:pt x="842948" y="48731"/>
                </a:lnTo>
                <a:lnTo>
                  <a:pt x="864402" y="48731"/>
                </a:lnTo>
                <a:lnTo>
                  <a:pt x="864402" y="57938"/>
                </a:lnTo>
                <a:close/>
                <a:moveTo>
                  <a:pt x="977044" y="65954"/>
                </a:moveTo>
                <a:cubicBezTo>
                  <a:pt x="975202" y="63027"/>
                  <a:pt x="972520" y="60615"/>
                  <a:pt x="968998" y="58719"/>
                </a:cubicBezTo>
                <a:cubicBezTo>
                  <a:pt x="965477" y="56822"/>
                  <a:pt x="961657" y="55874"/>
                  <a:pt x="957540" y="55874"/>
                </a:cubicBezTo>
                <a:cubicBezTo>
                  <a:pt x="953097" y="55874"/>
                  <a:pt x="949087" y="56662"/>
                  <a:pt x="945511" y="58238"/>
                </a:cubicBezTo>
                <a:cubicBezTo>
                  <a:pt x="941934" y="59812"/>
                  <a:pt x="938873" y="61984"/>
                  <a:pt x="936327" y="64756"/>
                </a:cubicBezTo>
                <a:cubicBezTo>
                  <a:pt x="933780" y="67525"/>
                  <a:pt x="931830" y="70784"/>
                  <a:pt x="930476" y="74533"/>
                </a:cubicBezTo>
                <a:cubicBezTo>
                  <a:pt x="929122" y="78279"/>
                  <a:pt x="928445" y="82325"/>
                  <a:pt x="928445" y="86671"/>
                </a:cubicBezTo>
                <a:cubicBezTo>
                  <a:pt x="928445" y="91016"/>
                  <a:pt x="929122" y="95036"/>
                  <a:pt x="930476" y="98729"/>
                </a:cubicBezTo>
                <a:cubicBezTo>
                  <a:pt x="931830" y="102422"/>
                  <a:pt x="933753" y="105653"/>
                  <a:pt x="936245" y="108424"/>
                </a:cubicBezTo>
                <a:cubicBezTo>
                  <a:pt x="938738" y="111194"/>
                  <a:pt x="941772" y="113367"/>
                  <a:pt x="945347" y="114942"/>
                </a:cubicBezTo>
                <a:cubicBezTo>
                  <a:pt x="948924" y="116517"/>
                  <a:pt x="952933" y="117304"/>
                  <a:pt x="957376" y="117304"/>
                </a:cubicBezTo>
                <a:cubicBezTo>
                  <a:pt x="962252" y="117304"/>
                  <a:pt x="966369" y="116383"/>
                  <a:pt x="969728" y="114541"/>
                </a:cubicBezTo>
                <a:cubicBezTo>
                  <a:pt x="973087" y="112699"/>
                  <a:pt x="975851" y="110315"/>
                  <a:pt x="978019" y="107390"/>
                </a:cubicBezTo>
                <a:lnTo>
                  <a:pt x="986308" y="113566"/>
                </a:lnTo>
                <a:cubicBezTo>
                  <a:pt x="983057" y="117564"/>
                  <a:pt x="979075" y="120748"/>
                  <a:pt x="974361" y="123117"/>
                </a:cubicBezTo>
                <a:cubicBezTo>
                  <a:pt x="969648" y="125485"/>
                  <a:pt x="963987" y="126669"/>
                  <a:pt x="957376" y="126669"/>
                </a:cubicBezTo>
                <a:cubicBezTo>
                  <a:pt x="951199" y="126669"/>
                  <a:pt x="945618" y="125666"/>
                  <a:pt x="940632" y="123660"/>
                </a:cubicBezTo>
                <a:cubicBezTo>
                  <a:pt x="935649" y="121655"/>
                  <a:pt x="931396" y="118864"/>
                  <a:pt x="927874" y="115287"/>
                </a:cubicBezTo>
                <a:cubicBezTo>
                  <a:pt x="924354" y="111709"/>
                  <a:pt x="921618" y="107481"/>
                  <a:pt x="919667" y="102603"/>
                </a:cubicBezTo>
                <a:cubicBezTo>
                  <a:pt x="917716" y="97726"/>
                  <a:pt x="916741" y="92414"/>
                  <a:pt x="916741" y="86668"/>
                </a:cubicBezTo>
                <a:cubicBezTo>
                  <a:pt x="916741" y="80922"/>
                  <a:pt x="917716" y="75611"/>
                  <a:pt x="919667" y="70733"/>
                </a:cubicBezTo>
                <a:cubicBezTo>
                  <a:pt x="921618" y="65855"/>
                  <a:pt x="924354" y="61628"/>
                  <a:pt x="927874" y="58052"/>
                </a:cubicBezTo>
                <a:cubicBezTo>
                  <a:pt x="931396" y="54473"/>
                  <a:pt x="935649" y="51682"/>
                  <a:pt x="940632" y="49676"/>
                </a:cubicBezTo>
                <a:cubicBezTo>
                  <a:pt x="945618" y="47670"/>
                  <a:pt x="951199" y="46667"/>
                  <a:pt x="957376" y="46667"/>
                </a:cubicBezTo>
                <a:cubicBezTo>
                  <a:pt x="962469" y="46667"/>
                  <a:pt x="967643" y="47771"/>
                  <a:pt x="972897" y="49979"/>
                </a:cubicBezTo>
                <a:cubicBezTo>
                  <a:pt x="978154" y="52186"/>
                  <a:pt x="982407" y="55452"/>
                  <a:pt x="985658" y="59775"/>
                </a:cubicBezTo>
                <a:lnTo>
                  <a:pt x="977044" y="65954"/>
                </a:lnTo>
                <a:close/>
                <a:moveTo>
                  <a:pt x="1079119" y="86668"/>
                </a:moveTo>
                <a:cubicBezTo>
                  <a:pt x="1079119" y="92414"/>
                  <a:pt x="1078117" y="97726"/>
                  <a:pt x="1076111" y="102603"/>
                </a:cubicBezTo>
                <a:cubicBezTo>
                  <a:pt x="1074107" y="107481"/>
                  <a:pt x="1071317" y="111709"/>
                  <a:pt x="1067740" y="115287"/>
                </a:cubicBezTo>
                <a:cubicBezTo>
                  <a:pt x="1064165" y="118864"/>
                  <a:pt x="1059885" y="121655"/>
                  <a:pt x="1054900" y="123660"/>
                </a:cubicBezTo>
                <a:cubicBezTo>
                  <a:pt x="1049917" y="125666"/>
                  <a:pt x="1044445" y="126669"/>
                  <a:pt x="1038484" y="126669"/>
                </a:cubicBezTo>
                <a:cubicBezTo>
                  <a:pt x="1032632" y="126669"/>
                  <a:pt x="1027214" y="125666"/>
                  <a:pt x="1022229" y="123660"/>
                </a:cubicBezTo>
                <a:cubicBezTo>
                  <a:pt x="1017245" y="121655"/>
                  <a:pt x="1012965" y="118864"/>
                  <a:pt x="1009389" y="115287"/>
                </a:cubicBezTo>
                <a:cubicBezTo>
                  <a:pt x="1005814" y="111709"/>
                  <a:pt x="1003024" y="107481"/>
                  <a:pt x="1001018" y="102603"/>
                </a:cubicBezTo>
                <a:cubicBezTo>
                  <a:pt x="999014" y="97726"/>
                  <a:pt x="998012" y="92414"/>
                  <a:pt x="998012" y="86668"/>
                </a:cubicBezTo>
                <a:cubicBezTo>
                  <a:pt x="998012" y="80922"/>
                  <a:pt x="999014" y="75611"/>
                  <a:pt x="1001018" y="70733"/>
                </a:cubicBezTo>
                <a:cubicBezTo>
                  <a:pt x="1003024" y="65855"/>
                  <a:pt x="1005814" y="61628"/>
                  <a:pt x="1009389" y="58052"/>
                </a:cubicBezTo>
                <a:cubicBezTo>
                  <a:pt x="1012965" y="54473"/>
                  <a:pt x="1017245" y="51682"/>
                  <a:pt x="1022229" y="49676"/>
                </a:cubicBezTo>
                <a:cubicBezTo>
                  <a:pt x="1027214" y="47670"/>
                  <a:pt x="1032632" y="46667"/>
                  <a:pt x="1038484" y="46667"/>
                </a:cubicBezTo>
                <a:cubicBezTo>
                  <a:pt x="1044445" y="46667"/>
                  <a:pt x="1049917" y="47670"/>
                  <a:pt x="1054900" y="49676"/>
                </a:cubicBezTo>
                <a:cubicBezTo>
                  <a:pt x="1059885" y="51682"/>
                  <a:pt x="1064165" y="54473"/>
                  <a:pt x="1067740" y="58052"/>
                </a:cubicBezTo>
                <a:cubicBezTo>
                  <a:pt x="1071317" y="61628"/>
                  <a:pt x="1074107" y="65855"/>
                  <a:pt x="1076111" y="70733"/>
                </a:cubicBezTo>
                <a:cubicBezTo>
                  <a:pt x="1078117" y="75611"/>
                  <a:pt x="1079119" y="80922"/>
                  <a:pt x="1079119" y="86668"/>
                </a:cubicBezTo>
                <a:moveTo>
                  <a:pt x="1067418" y="86671"/>
                </a:moveTo>
                <a:cubicBezTo>
                  <a:pt x="1067418" y="82434"/>
                  <a:pt x="1066741" y="78443"/>
                  <a:pt x="1065387" y="74696"/>
                </a:cubicBezTo>
                <a:cubicBezTo>
                  <a:pt x="1064032" y="70948"/>
                  <a:pt x="1062109" y="67689"/>
                  <a:pt x="1059615" y="64919"/>
                </a:cubicBezTo>
                <a:cubicBezTo>
                  <a:pt x="1057123" y="62148"/>
                  <a:pt x="1054089" y="59948"/>
                  <a:pt x="1050513" y="58319"/>
                </a:cubicBezTo>
                <a:cubicBezTo>
                  <a:pt x="1046938" y="56689"/>
                  <a:pt x="1042929" y="55874"/>
                  <a:pt x="1038486" y="55874"/>
                </a:cubicBezTo>
                <a:cubicBezTo>
                  <a:pt x="1034043" y="55874"/>
                  <a:pt x="1030061" y="56689"/>
                  <a:pt x="1026539" y="58319"/>
                </a:cubicBezTo>
                <a:cubicBezTo>
                  <a:pt x="1023017" y="59948"/>
                  <a:pt x="1020010" y="62148"/>
                  <a:pt x="1017516" y="64919"/>
                </a:cubicBezTo>
                <a:cubicBezTo>
                  <a:pt x="1015024" y="67689"/>
                  <a:pt x="1013101" y="70948"/>
                  <a:pt x="1011747" y="74696"/>
                </a:cubicBezTo>
                <a:cubicBezTo>
                  <a:pt x="1010393" y="78443"/>
                  <a:pt x="1009716" y="82434"/>
                  <a:pt x="1009716" y="86671"/>
                </a:cubicBezTo>
                <a:cubicBezTo>
                  <a:pt x="1009716" y="90907"/>
                  <a:pt x="1010393" y="94899"/>
                  <a:pt x="1011747" y="98648"/>
                </a:cubicBezTo>
                <a:cubicBezTo>
                  <a:pt x="1013101" y="102394"/>
                  <a:pt x="1015024" y="105653"/>
                  <a:pt x="1017516" y="108424"/>
                </a:cubicBezTo>
                <a:cubicBezTo>
                  <a:pt x="1020010" y="111194"/>
                  <a:pt x="1023017" y="113367"/>
                  <a:pt x="1026539" y="114942"/>
                </a:cubicBezTo>
                <a:cubicBezTo>
                  <a:pt x="1030061" y="116517"/>
                  <a:pt x="1034043" y="117304"/>
                  <a:pt x="1038486" y="117304"/>
                </a:cubicBezTo>
                <a:cubicBezTo>
                  <a:pt x="1042929" y="117304"/>
                  <a:pt x="1046938" y="116517"/>
                  <a:pt x="1050513" y="114942"/>
                </a:cubicBezTo>
                <a:cubicBezTo>
                  <a:pt x="1054089" y="113367"/>
                  <a:pt x="1057123" y="111194"/>
                  <a:pt x="1059615" y="108424"/>
                </a:cubicBezTo>
                <a:cubicBezTo>
                  <a:pt x="1062109" y="105653"/>
                  <a:pt x="1064032" y="102394"/>
                  <a:pt x="1065387" y="98648"/>
                </a:cubicBezTo>
                <a:cubicBezTo>
                  <a:pt x="1066741" y="94899"/>
                  <a:pt x="1067418" y="90907"/>
                  <a:pt x="1067418" y="86671"/>
                </a:cubicBezTo>
                <a:close/>
                <a:moveTo>
                  <a:pt x="1113742" y="61635"/>
                </a:moveTo>
                <a:cubicBezTo>
                  <a:pt x="1115910" y="57189"/>
                  <a:pt x="1119242" y="53583"/>
                  <a:pt x="1123738" y="50817"/>
                </a:cubicBezTo>
                <a:cubicBezTo>
                  <a:pt x="1128235" y="48051"/>
                  <a:pt x="1133248" y="46667"/>
                  <a:pt x="1138775" y="46667"/>
                </a:cubicBezTo>
                <a:cubicBezTo>
                  <a:pt x="1140834" y="46667"/>
                  <a:pt x="1142973" y="46885"/>
                  <a:pt x="1145194" y="47320"/>
                </a:cubicBezTo>
                <a:cubicBezTo>
                  <a:pt x="1147416" y="47753"/>
                  <a:pt x="1149584" y="48593"/>
                  <a:pt x="1151697" y="49840"/>
                </a:cubicBezTo>
                <a:cubicBezTo>
                  <a:pt x="1153810" y="51086"/>
                  <a:pt x="1155760" y="52741"/>
                  <a:pt x="1157548" y="54803"/>
                </a:cubicBezTo>
                <a:cubicBezTo>
                  <a:pt x="1159337" y="56863"/>
                  <a:pt x="1160881" y="59520"/>
                  <a:pt x="1162181" y="62774"/>
                </a:cubicBezTo>
                <a:cubicBezTo>
                  <a:pt x="1164782" y="57567"/>
                  <a:pt x="1168330" y="53581"/>
                  <a:pt x="1172826" y="50817"/>
                </a:cubicBezTo>
                <a:cubicBezTo>
                  <a:pt x="1177323" y="48051"/>
                  <a:pt x="1182661" y="46667"/>
                  <a:pt x="1188838" y="46667"/>
                </a:cubicBezTo>
                <a:cubicBezTo>
                  <a:pt x="1198481" y="46667"/>
                  <a:pt x="1205713" y="49542"/>
                  <a:pt x="1210535" y="55291"/>
                </a:cubicBezTo>
                <a:cubicBezTo>
                  <a:pt x="1215358" y="61040"/>
                  <a:pt x="1217770" y="68633"/>
                  <a:pt x="1217770" y="78069"/>
                </a:cubicBezTo>
                <a:lnTo>
                  <a:pt x="1217770" y="124764"/>
                </a:lnTo>
                <a:lnTo>
                  <a:pt x="1206718" y="124764"/>
                </a:lnTo>
                <a:lnTo>
                  <a:pt x="1206718" y="82583"/>
                </a:lnTo>
                <a:cubicBezTo>
                  <a:pt x="1206718" y="74549"/>
                  <a:pt x="1205228" y="68089"/>
                  <a:pt x="1202248" y="63203"/>
                </a:cubicBezTo>
                <a:cubicBezTo>
                  <a:pt x="1199269" y="58317"/>
                  <a:pt x="1194203" y="55874"/>
                  <a:pt x="1187050" y="55874"/>
                </a:cubicBezTo>
                <a:cubicBezTo>
                  <a:pt x="1183040" y="55874"/>
                  <a:pt x="1179654" y="56688"/>
                  <a:pt x="1176891" y="58317"/>
                </a:cubicBezTo>
                <a:cubicBezTo>
                  <a:pt x="1174128" y="59946"/>
                  <a:pt x="1171906" y="62090"/>
                  <a:pt x="1170227" y="64751"/>
                </a:cubicBezTo>
                <a:cubicBezTo>
                  <a:pt x="1168547" y="67409"/>
                  <a:pt x="1167327" y="70422"/>
                  <a:pt x="1166568" y="73788"/>
                </a:cubicBezTo>
                <a:cubicBezTo>
                  <a:pt x="1165811" y="77155"/>
                  <a:pt x="1165432" y="80630"/>
                  <a:pt x="1165432" y="84213"/>
                </a:cubicBezTo>
                <a:lnTo>
                  <a:pt x="1165432" y="124764"/>
                </a:lnTo>
                <a:lnTo>
                  <a:pt x="1154378" y="124764"/>
                </a:lnTo>
                <a:lnTo>
                  <a:pt x="1154378" y="80304"/>
                </a:lnTo>
                <a:cubicBezTo>
                  <a:pt x="1154378" y="76612"/>
                  <a:pt x="1154107" y="73246"/>
                  <a:pt x="1153565" y="70207"/>
                </a:cubicBezTo>
                <a:cubicBezTo>
                  <a:pt x="1153024" y="67166"/>
                  <a:pt x="1152076" y="64588"/>
                  <a:pt x="1150720" y="62471"/>
                </a:cubicBezTo>
                <a:cubicBezTo>
                  <a:pt x="1149366" y="60353"/>
                  <a:pt x="1147496" y="58725"/>
                  <a:pt x="1145112" y="57585"/>
                </a:cubicBezTo>
                <a:cubicBezTo>
                  <a:pt x="1142729" y="56444"/>
                  <a:pt x="1139696" y="55874"/>
                  <a:pt x="1136012" y="55874"/>
                </a:cubicBezTo>
                <a:cubicBezTo>
                  <a:pt x="1133411" y="55874"/>
                  <a:pt x="1130783" y="56472"/>
                  <a:pt x="1128128" y="57667"/>
                </a:cubicBezTo>
                <a:cubicBezTo>
                  <a:pt x="1125474" y="58861"/>
                  <a:pt x="1123090" y="60680"/>
                  <a:pt x="1120977" y="63124"/>
                </a:cubicBezTo>
                <a:cubicBezTo>
                  <a:pt x="1118864" y="65566"/>
                  <a:pt x="1117157" y="68659"/>
                  <a:pt x="1115856" y="72405"/>
                </a:cubicBezTo>
                <a:cubicBezTo>
                  <a:pt x="1114556" y="76150"/>
                  <a:pt x="1113906" y="80574"/>
                  <a:pt x="1113906" y="85679"/>
                </a:cubicBezTo>
                <a:lnTo>
                  <a:pt x="1113906" y="124764"/>
                </a:lnTo>
                <a:lnTo>
                  <a:pt x="1102852" y="124764"/>
                </a:lnTo>
                <a:lnTo>
                  <a:pt x="1102852" y="65378"/>
                </a:lnTo>
                <a:cubicBezTo>
                  <a:pt x="1102852" y="63318"/>
                  <a:pt x="1102797" y="60661"/>
                  <a:pt x="1102688" y="57407"/>
                </a:cubicBezTo>
                <a:cubicBezTo>
                  <a:pt x="1102581" y="54153"/>
                  <a:pt x="1102419" y="51224"/>
                  <a:pt x="1102202" y="48619"/>
                </a:cubicBezTo>
                <a:lnTo>
                  <a:pt x="1112768" y="48619"/>
                </a:lnTo>
                <a:cubicBezTo>
                  <a:pt x="1112984" y="50681"/>
                  <a:pt x="1113146" y="52960"/>
                  <a:pt x="1113254" y="55455"/>
                </a:cubicBezTo>
                <a:cubicBezTo>
                  <a:pt x="1113363" y="57948"/>
                  <a:pt x="1113418" y="60008"/>
                  <a:pt x="1113418" y="61635"/>
                </a:cubicBezTo>
                <a:lnTo>
                  <a:pt x="1113742" y="61635"/>
                </a:lnTo>
                <a:close/>
                <a:moveTo>
                  <a:pt x="1257431" y="163723"/>
                </a:moveTo>
                <a:lnTo>
                  <a:pt x="1246376" y="163723"/>
                </a:lnTo>
                <a:lnTo>
                  <a:pt x="1246376" y="48622"/>
                </a:lnTo>
                <a:lnTo>
                  <a:pt x="1257431" y="48622"/>
                </a:lnTo>
                <a:lnTo>
                  <a:pt x="1257431" y="61789"/>
                </a:lnTo>
                <a:lnTo>
                  <a:pt x="1257917" y="61789"/>
                </a:lnTo>
                <a:cubicBezTo>
                  <a:pt x="1261060" y="56802"/>
                  <a:pt x="1265259" y="53036"/>
                  <a:pt x="1270514" y="50489"/>
                </a:cubicBezTo>
                <a:cubicBezTo>
                  <a:pt x="1275770" y="47941"/>
                  <a:pt x="1281107" y="46667"/>
                  <a:pt x="1286523" y="46667"/>
                </a:cubicBezTo>
                <a:cubicBezTo>
                  <a:pt x="1292484" y="46667"/>
                  <a:pt x="1297875" y="47698"/>
                  <a:pt x="1302697" y="49758"/>
                </a:cubicBezTo>
                <a:cubicBezTo>
                  <a:pt x="1307518" y="51816"/>
                  <a:pt x="1311635" y="54635"/>
                  <a:pt x="1315048" y="58213"/>
                </a:cubicBezTo>
                <a:cubicBezTo>
                  <a:pt x="1318463" y="61789"/>
                  <a:pt x="1321118" y="66017"/>
                  <a:pt x="1323015" y="70897"/>
                </a:cubicBezTo>
                <a:cubicBezTo>
                  <a:pt x="1324911" y="75774"/>
                  <a:pt x="1325859" y="81031"/>
                  <a:pt x="1325859" y="86668"/>
                </a:cubicBezTo>
                <a:cubicBezTo>
                  <a:pt x="1325859" y="92305"/>
                  <a:pt x="1324911" y="97563"/>
                  <a:pt x="1323015" y="102442"/>
                </a:cubicBezTo>
                <a:cubicBezTo>
                  <a:pt x="1321118" y="107320"/>
                  <a:pt x="1318463" y="111548"/>
                  <a:pt x="1315048" y="115126"/>
                </a:cubicBezTo>
                <a:cubicBezTo>
                  <a:pt x="1311635" y="118702"/>
                  <a:pt x="1307518" y="121521"/>
                  <a:pt x="1302697" y="123581"/>
                </a:cubicBezTo>
                <a:cubicBezTo>
                  <a:pt x="1297875" y="125640"/>
                  <a:pt x="1292484" y="126669"/>
                  <a:pt x="1286523" y="126669"/>
                </a:cubicBezTo>
                <a:cubicBezTo>
                  <a:pt x="1281107" y="126669"/>
                  <a:pt x="1275770" y="125396"/>
                  <a:pt x="1270514" y="122849"/>
                </a:cubicBezTo>
                <a:cubicBezTo>
                  <a:pt x="1265259" y="120301"/>
                  <a:pt x="1261060" y="116642"/>
                  <a:pt x="1257917" y="111872"/>
                </a:cubicBezTo>
                <a:lnTo>
                  <a:pt x="1257431" y="111872"/>
                </a:lnTo>
                <a:lnTo>
                  <a:pt x="1257431" y="163723"/>
                </a:lnTo>
                <a:moveTo>
                  <a:pt x="1314158" y="86671"/>
                </a:moveTo>
                <a:cubicBezTo>
                  <a:pt x="1314158" y="82434"/>
                  <a:pt x="1313507" y="78443"/>
                  <a:pt x="1312206" y="74696"/>
                </a:cubicBezTo>
                <a:cubicBezTo>
                  <a:pt x="1310906" y="70948"/>
                  <a:pt x="1309037" y="67689"/>
                  <a:pt x="1306598" y="64919"/>
                </a:cubicBezTo>
                <a:cubicBezTo>
                  <a:pt x="1304161" y="62148"/>
                  <a:pt x="1301154" y="59948"/>
                  <a:pt x="1297578" y="58319"/>
                </a:cubicBezTo>
                <a:cubicBezTo>
                  <a:pt x="1294001" y="56689"/>
                  <a:pt x="1289938" y="55874"/>
                  <a:pt x="1285388" y="55874"/>
                </a:cubicBezTo>
                <a:cubicBezTo>
                  <a:pt x="1281161" y="55874"/>
                  <a:pt x="1277260" y="56662"/>
                  <a:pt x="1273683" y="58238"/>
                </a:cubicBezTo>
                <a:cubicBezTo>
                  <a:pt x="1270109" y="59812"/>
                  <a:pt x="1267021" y="61984"/>
                  <a:pt x="1264420" y="64756"/>
                </a:cubicBezTo>
                <a:cubicBezTo>
                  <a:pt x="1261819" y="67525"/>
                  <a:pt x="1259787" y="70784"/>
                  <a:pt x="1258324" y="74533"/>
                </a:cubicBezTo>
                <a:cubicBezTo>
                  <a:pt x="1256860" y="78279"/>
                  <a:pt x="1256129" y="82325"/>
                  <a:pt x="1256129" y="86671"/>
                </a:cubicBezTo>
                <a:cubicBezTo>
                  <a:pt x="1256129" y="91016"/>
                  <a:pt x="1256860" y="95063"/>
                  <a:pt x="1258324" y="98811"/>
                </a:cubicBezTo>
                <a:cubicBezTo>
                  <a:pt x="1259787" y="102558"/>
                  <a:pt x="1261819" y="105790"/>
                  <a:pt x="1264420" y="108506"/>
                </a:cubicBezTo>
                <a:cubicBezTo>
                  <a:pt x="1267021" y="111221"/>
                  <a:pt x="1270109" y="113367"/>
                  <a:pt x="1273683" y="114942"/>
                </a:cubicBezTo>
                <a:cubicBezTo>
                  <a:pt x="1277260" y="116517"/>
                  <a:pt x="1281161" y="117304"/>
                  <a:pt x="1285388" y="117304"/>
                </a:cubicBezTo>
                <a:cubicBezTo>
                  <a:pt x="1289938" y="117304"/>
                  <a:pt x="1294001" y="116517"/>
                  <a:pt x="1297578" y="114942"/>
                </a:cubicBezTo>
                <a:cubicBezTo>
                  <a:pt x="1301154" y="113367"/>
                  <a:pt x="1304161" y="111194"/>
                  <a:pt x="1306598" y="108424"/>
                </a:cubicBezTo>
                <a:cubicBezTo>
                  <a:pt x="1309037" y="105653"/>
                  <a:pt x="1310906" y="102394"/>
                  <a:pt x="1312206" y="98648"/>
                </a:cubicBezTo>
                <a:cubicBezTo>
                  <a:pt x="1313507" y="94899"/>
                  <a:pt x="1314158" y="90907"/>
                  <a:pt x="1314158" y="86671"/>
                </a:cubicBezTo>
                <a:close/>
                <a:moveTo>
                  <a:pt x="1349591" y="65378"/>
                </a:moveTo>
                <a:cubicBezTo>
                  <a:pt x="1349591" y="63316"/>
                  <a:pt x="1349536" y="60660"/>
                  <a:pt x="1349427" y="57409"/>
                </a:cubicBezTo>
                <a:cubicBezTo>
                  <a:pt x="1349320" y="54159"/>
                  <a:pt x="1349158" y="51233"/>
                  <a:pt x="1348941" y="48632"/>
                </a:cubicBezTo>
                <a:lnTo>
                  <a:pt x="1359507" y="48632"/>
                </a:lnTo>
                <a:cubicBezTo>
                  <a:pt x="1359723" y="50690"/>
                  <a:pt x="1359886" y="52966"/>
                  <a:pt x="1359993" y="55460"/>
                </a:cubicBezTo>
                <a:cubicBezTo>
                  <a:pt x="1360102" y="57952"/>
                  <a:pt x="1360157" y="60010"/>
                  <a:pt x="1360157" y="61635"/>
                </a:cubicBezTo>
                <a:lnTo>
                  <a:pt x="1360482" y="61635"/>
                </a:lnTo>
                <a:cubicBezTo>
                  <a:pt x="1362649" y="57188"/>
                  <a:pt x="1365900" y="53581"/>
                  <a:pt x="1370234" y="50817"/>
                </a:cubicBezTo>
                <a:cubicBezTo>
                  <a:pt x="1374569" y="48051"/>
                  <a:pt x="1379446" y="46667"/>
                  <a:pt x="1384864" y="46667"/>
                </a:cubicBezTo>
                <a:cubicBezTo>
                  <a:pt x="1386273" y="46667"/>
                  <a:pt x="1387546" y="46731"/>
                  <a:pt x="1388684" y="46858"/>
                </a:cubicBezTo>
                <a:cubicBezTo>
                  <a:pt x="1389822" y="46986"/>
                  <a:pt x="1390986" y="47240"/>
                  <a:pt x="1392179" y="47620"/>
                </a:cubicBezTo>
                <a:lnTo>
                  <a:pt x="1390715" y="57962"/>
                </a:lnTo>
                <a:cubicBezTo>
                  <a:pt x="1390065" y="57746"/>
                  <a:pt x="1388982" y="57529"/>
                  <a:pt x="1387464" y="57312"/>
                </a:cubicBezTo>
                <a:cubicBezTo>
                  <a:pt x="1385947" y="57094"/>
                  <a:pt x="1384430" y="56985"/>
                  <a:pt x="1382913" y="56985"/>
                </a:cubicBezTo>
                <a:cubicBezTo>
                  <a:pt x="1379988" y="56985"/>
                  <a:pt x="1377170" y="57527"/>
                  <a:pt x="1374460" y="58612"/>
                </a:cubicBezTo>
                <a:cubicBezTo>
                  <a:pt x="1371752" y="59695"/>
                  <a:pt x="1369395" y="61402"/>
                  <a:pt x="1367389" y="63731"/>
                </a:cubicBezTo>
                <a:cubicBezTo>
                  <a:pt x="1365385" y="66061"/>
                  <a:pt x="1363760" y="69041"/>
                  <a:pt x="1362513" y="72672"/>
                </a:cubicBezTo>
                <a:cubicBezTo>
                  <a:pt x="1361268" y="76302"/>
                  <a:pt x="1360645" y="80663"/>
                  <a:pt x="1360645" y="85755"/>
                </a:cubicBezTo>
                <a:lnTo>
                  <a:pt x="1360645" y="124764"/>
                </a:lnTo>
                <a:lnTo>
                  <a:pt x="1349591" y="124764"/>
                </a:lnTo>
                <a:lnTo>
                  <a:pt x="1349591" y="65378"/>
                </a:lnTo>
                <a:close/>
                <a:moveTo>
                  <a:pt x="1480763" y="86668"/>
                </a:moveTo>
                <a:cubicBezTo>
                  <a:pt x="1480763" y="92414"/>
                  <a:pt x="1479760" y="97726"/>
                  <a:pt x="1477754" y="102603"/>
                </a:cubicBezTo>
                <a:cubicBezTo>
                  <a:pt x="1475750" y="107481"/>
                  <a:pt x="1472960" y="111709"/>
                  <a:pt x="1469384" y="115287"/>
                </a:cubicBezTo>
                <a:cubicBezTo>
                  <a:pt x="1465809" y="118864"/>
                  <a:pt x="1461529" y="121655"/>
                  <a:pt x="1456544" y="123660"/>
                </a:cubicBezTo>
                <a:cubicBezTo>
                  <a:pt x="1451560" y="125666"/>
                  <a:pt x="1446088" y="126669"/>
                  <a:pt x="1440127" y="126669"/>
                </a:cubicBezTo>
                <a:cubicBezTo>
                  <a:pt x="1434276" y="126669"/>
                  <a:pt x="1428857" y="125666"/>
                  <a:pt x="1423872" y="123660"/>
                </a:cubicBezTo>
                <a:cubicBezTo>
                  <a:pt x="1418888" y="121655"/>
                  <a:pt x="1414608" y="118864"/>
                  <a:pt x="1411032" y="115287"/>
                </a:cubicBezTo>
                <a:cubicBezTo>
                  <a:pt x="1407457" y="111709"/>
                  <a:pt x="1404667" y="107481"/>
                  <a:pt x="1402661" y="102603"/>
                </a:cubicBezTo>
                <a:cubicBezTo>
                  <a:pt x="1400657" y="97726"/>
                  <a:pt x="1399655" y="92414"/>
                  <a:pt x="1399655" y="86668"/>
                </a:cubicBezTo>
                <a:cubicBezTo>
                  <a:pt x="1399655" y="80922"/>
                  <a:pt x="1400657" y="75611"/>
                  <a:pt x="1402661" y="70733"/>
                </a:cubicBezTo>
                <a:cubicBezTo>
                  <a:pt x="1404667" y="65855"/>
                  <a:pt x="1407457" y="61628"/>
                  <a:pt x="1411032" y="58052"/>
                </a:cubicBezTo>
                <a:cubicBezTo>
                  <a:pt x="1414608" y="54473"/>
                  <a:pt x="1418888" y="51682"/>
                  <a:pt x="1423872" y="49676"/>
                </a:cubicBezTo>
                <a:cubicBezTo>
                  <a:pt x="1428857" y="47670"/>
                  <a:pt x="1434276" y="46667"/>
                  <a:pt x="1440127" y="46667"/>
                </a:cubicBezTo>
                <a:cubicBezTo>
                  <a:pt x="1446088" y="46667"/>
                  <a:pt x="1451560" y="47670"/>
                  <a:pt x="1456544" y="49676"/>
                </a:cubicBezTo>
                <a:cubicBezTo>
                  <a:pt x="1461529" y="51682"/>
                  <a:pt x="1465809" y="54473"/>
                  <a:pt x="1469384" y="58052"/>
                </a:cubicBezTo>
                <a:cubicBezTo>
                  <a:pt x="1472960" y="61628"/>
                  <a:pt x="1475750" y="65855"/>
                  <a:pt x="1477754" y="70733"/>
                </a:cubicBezTo>
                <a:cubicBezTo>
                  <a:pt x="1479760" y="75611"/>
                  <a:pt x="1480763" y="80922"/>
                  <a:pt x="1480763" y="86668"/>
                </a:cubicBezTo>
                <a:moveTo>
                  <a:pt x="1469061" y="86671"/>
                </a:moveTo>
                <a:cubicBezTo>
                  <a:pt x="1469061" y="82434"/>
                  <a:pt x="1468384" y="78443"/>
                  <a:pt x="1467030" y="74696"/>
                </a:cubicBezTo>
                <a:cubicBezTo>
                  <a:pt x="1465676" y="70948"/>
                  <a:pt x="1463752" y="67689"/>
                  <a:pt x="1461258" y="64919"/>
                </a:cubicBezTo>
                <a:cubicBezTo>
                  <a:pt x="1458767" y="62148"/>
                  <a:pt x="1455733" y="59948"/>
                  <a:pt x="1452156" y="58319"/>
                </a:cubicBezTo>
                <a:cubicBezTo>
                  <a:pt x="1448581" y="56689"/>
                  <a:pt x="1444573" y="55874"/>
                  <a:pt x="1440130" y="55874"/>
                </a:cubicBezTo>
                <a:cubicBezTo>
                  <a:pt x="1435687" y="55874"/>
                  <a:pt x="1431704" y="56689"/>
                  <a:pt x="1428183" y="58319"/>
                </a:cubicBezTo>
                <a:cubicBezTo>
                  <a:pt x="1424661" y="59948"/>
                  <a:pt x="1421653" y="62148"/>
                  <a:pt x="1419160" y="64919"/>
                </a:cubicBezTo>
                <a:cubicBezTo>
                  <a:pt x="1416668" y="67689"/>
                  <a:pt x="1414745" y="70948"/>
                  <a:pt x="1413391" y="74696"/>
                </a:cubicBezTo>
                <a:cubicBezTo>
                  <a:pt x="1412036" y="78443"/>
                  <a:pt x="1411359" y="82434"/>
                  <a:pt x="1411359" y="86671"/>
                </a:cubicBezTo>
                <a:cubicBezTo>
                  <a:pt x="1411359" y="90907"/>
                  <a:pt x="1412036" y="94899"/>
                  <a:pt x="1413391" y="98648"/>
                </a:cubicBezTo>
                <a:cubicBezTo>
                  <a:pt x="1414745" y="102394"/>
                  <a:pt x="1416668" y="105653"/>
                  <a:pt x="1419160" y="108424"/>
                </a:cubicBezTo>
                <a:cubicBezTo>
                  <a:pt x="1421653" y="111194"/>
                  <a:pt x="1424661" y="113367"/>
                  <a:pt x="1428183" y="114942"/>
                </a:cubicBezTo>
                <a:cubicBezTo>
                  <a:pt x="1431704" y="116517"/>
                  <a:pt x="1435687" y="117304"/>
                  <a:pt x="1440130" y="117304"/>
                </a:cubicBezTo>
                <a:cubicBezTo>
                  <a:pt x="1444573" y="117304"/>
                  <a:pt x="1448581" y="116517"/>
                  <a:pt x="1452156" y="114942"/>
                </a:cubicBezTo>
                <a:cubicBezTo>
                  <a:pt x="1455733" y="113367"/>
                  <a:pt x="1458767" y="111194"/>
                  <a:pt x="1461258" y="108424"/>
                </a:cubicBezTo>
                <a:cubicBezTo>
                  <a:pt x="1463752" y="105653"/>
                  <a:pt x="1465676" y="102394"/>
                  <a:pt x="1467030" y="98648"/>
                </a:cubicBezTo>
                <a:cubicBezTo>
                  <a:pt x="1468384" y="94899"/>
                  <a:pt x="1469061" y="90907"/>
                  <a:pt x="1469061" y="86671"/>
                </a:cubicBezTo>
                <a:close/>
                <a:moveTo>
                  <a:pt x="1515384" y="61635"/>
                </a:moveTo>
                <a:cubicBezTo>
                  <a:pt x="1517552" y="57189"/>
                  <a:pt x="1520884" y="53583"/>
                  <a:pt x="1525379" y="50817"/>
                </a:cubicBezTo>
                <a:cubicBezTo>
                  <a:pt x="1529877" y="48051"/>
                  <a:pt x="1534889" y="46667"/>
                  <a:pt x="1540417" y="46667"/>
                </a:cubicBezTo>
                <a:cubicBezTo>
                  <a:pt x="1542475" y="46667"/>
                  <a:pt x="1544615" y="46885"/>
                  <a:pt x="1546836" y="47320"/>
                </a:cubicBezTo>
                <a:cubicBezTo>
                  <a:pt x="1549058" y="47753"/>
                  <a:pt x="1551225" y="48593"/>
                  <a:pt x="1553339" y="49840"/>
                </a:cubicBezTo>
                <a:cubicBezTo>
                  <a:pt x="1555452" y="51086"/>
                  <a:pt x="1557402" y="52741"/>
                  <a:pt x="1559189" y="54803"/>
                </a:cubicBezTo>
                <a:cubicBezTo>
                  <a:pt x="1560978" y="56863"/>
                  <a:pt x="1562523" y="59520"/>
                  <a:pt x="1563822" y="62774"/>
                </a:cubicBezTo>
                <a:cubicBezTo>
                  <a:pt x="1566423" y="57567"/>
                  <a:pt x="1569972" y="53581"/>
                  <a:pt x="1574467" y="50817"/>
                </a:cubicBezTo>
                <a:cubicBezTo>
                  <a:pt x="1578965" y="48051"/>
                  <a:pt x="1584302" y="46667"/>
                  <a:pt x="1590480" y="46667"/>
                </a:cubicBezTo>
                <a:cubicBezTo>
                  <a:pt x="1600123" y="46667"/>
                  <a:pt x="1607355" y="49542"/>
                  <a:pt x="1612176" y="55291"/>
                </a:cubicBezTo>
                <a:cubicBezTo>
                  <a:pt x="1617000" y="61040"/>
                  <a:pt x="1619411" y="68633"/>
                  <a:pt x="1619411" y="78069"/>
                </a:cubicBezTo>
                <a:lnTo>
                  <a:pt x="1619411" y="124764"/>
                </a:lnTo>
                <a:lnTo>
                  <a:pt x="1608359" y="124764"/>
                </a:lnTo>
                <a:lnTo>
                  <a:pt x="1608359" y="82583"/>
                </a:lnTo>
                <a:cubicBezTo>
                  <a:pt x="1608359" y="74549"/>
                  <a:pt x="1606870" y="68089"/>
                  <a:pt x="1603890" y="63203"/>
                </a:cubicBezTo>
                <a:cubicBezTo>
                  <a:pt x="1600911" y="58317"/>
                  <a:pt x="1595844" y="55874"/>
                  <a:pt x="1588691" y="55874"/>
                </a:cubicBezTo>
                <a:cubicBezTo>
                  <a:pt x="1584682" y="55874"/>
                  <a:pt x="1581295" y="56688"/>
                  <a:pt x="1578533" y="58317"/>
                </a:cubicBezTo>
                <a:cubicBezTo>
                  <a:pt x="1575770" y="59946"/>
                  <a:pt x="1573548" y="62090"/>
                  <a:pt x="1571868" y="64751"/>
                </a:cubicBezTo>
                <a:cubicBezTo>
                  <a:pt x="1570188" y="67409"/>
                  <a:pt x="1568969" y="70422"/>
                  <a:pt x="1568210" y="73788"/>
                </a:cubicBezTo>
                <a:cubicBezTo>
                  <a:pt x="1567453" y="77155"/>
                  <a:pt x="1567074" y="80630"/>
                  <a:pt x="1567074" y="84213"/>
                </a:cubicBezTo>
                <a:lnTo>
                  <a:pt x="1567074" y="124764"/>
                </a:lnTo>
                <a:lnTo>
                  <a:pt x="1556020" y="124764"/>
                </a:lnTo>
                <a:lnTo>
                  <a:pt x="1556020" y="80304"/>
                </a:lnTo>
                <a:cubicBezTo>
                  <a:pt x="1556020" y="76612"/>
                  <a:pt x="1555749" y="73246"/>
                  <a:pt x="1555206" y="70207"/>
                </a:cubicBezTo>
                <a:cubicBezTo>
                  <a:pt x="1554666" y="67166"/>
                  <a:pt x="1553717" y="64588"/>
                  <a:pt x="1552361" y="62471"/>
                </a:cubicBezTo>
                <a:cubicBezTo>
                  <a:pt x="1551007" y="60353"/>
                  <a:pt x="1549138" y="58725"/>
                  <a:pt x="1546754" y="57585"/>
                </a:cubicBezTo>
                <a:cubicBezTo>
                  <a:pt x="1544371" y="56444"/>
                  <a:pt x="1541338" y="55874"/>
                  <a:pt x="1537654" y="55874"/>
                </a:cubicBezTo>
                <a:cubicBezTo>
                  <a:pt x="1535053" y="55874"/>
                  <a:pt x="1532425" y="56472"/>
                  <a:pt x="1529769" y="57667"/>
                </a:cubicBezTo>
                <a:cubicBezTo>
                  <a:pt x="1527115" y="58861"/>
                  <a:pt x="1524732" y="60680"/>
                  <a:pt x="1522619" y="63124"/>
                </a:cubicBezTo>
                <a:cubicBezTo>
                  <a:pt x="1520506" y="65566"/>
                  <a:pt x="1518799" y="68659"/>
                  <a:pt x="1517497" y="72405"/>
                </a:cubicBezTo>
                <a:cubicBezTo>
                  <a:pt x="1516198" y="76150"/>
                  <a:pt x="1515548" y="80574"/>
                  <a:pt x="1515548" y="85679"/>
                </a:cubicBezTo>
                <a:lnTo>
                  <a:pt x="1515548" y="124764"/>
                </a:lnTo>
                <a:lnTo>
                  <a:pt x="1504494" y="124764"/>
                </a:lnTo>
                <a:lnTo>
                  <a:pt x="1504494" y="65378"/>
                </a:lnTo>
                <a:cubicBezTo>
                  <a:pt x="1504494" y="63318"/>
                  <a:pt x="1504439" y="60661"/>
                  <a:pt x="1504330" y="57407"/>
                </a:cubicBezTo>
                <a:cubicBezTo>
                  <a:pt x="1504222" y="54153"/>
                  <a:pt x="1504060" y="51224"/>
                  <a:pt x="1503844" y="48619"/>
                </a:cubicBezTo>
                <a:lnTo>
                  <a:pt x="1514409" y="48619"/>
                </a:lnTo>
                <a:cubicBezTo>
                  <a:pt x="1514626" y="50681"/>
                  <a:pt x="1514788" y="52960"/>
                  <a:pt x="1514895" y="55455"/>
                </a:cubicBezTo>
                <a:cubicBezTo>
                  <a:pt x="1515005" y="57948"/>
                  <a:pt x="1515059" y="60008"/>
                  <a:pt x="1515059" y="61635"/>
                </a:cubicBezTo>
                <a:lnTo>
                  <a:pt x="1515384" y="61635"/>
                </a:lnTo>
                <a:close/>
                <a:moveTo>
                  <a:pt x="1659234" y="124764"/>
                </a:moveTo>
                <a:lnTo>
                  <a:pt x="1648183" y="124764"/>
                </a:lnTo>
                <a:lnTo>
                  <a:pt x="1648183" y="48694"/>
                </a:lnTo>
                <a:lnTo>
                  <a:pt x="1659234" y="48694"/>
                </a:lnTo>
                <a:lnTo>
                  <a:pt x="1659234" y="124764"/>
                </a:lnTo>
                <a:moveTo>
                  <a:pt x="1661511" y="19365"/>
                </a:moveTo>
                <a:cubicBezTo>
                  <a:pt x="1661511" y="21634"/>
                  <a:pt x="1660699" y="23497"/>
                  <a:pt x="1659073" y="24956"/>
                </a:cubicBezTo>
                <a:cubicBezTo>
                  <a:pt x="1657448" y="26414"/>
                  <a:pt x="1655660" y="27143"/>
                  <a:pt x="1653708" y="27143"/>
                </a:cubicBezTo>
                <a:cubicBezTo>
                  <a:pt x="1651757" y="27143"/>
                  <a:pt x="1649969" y="26414"/>
                  <a:pt x="1648344" y="24956"/>
                </a:cubicBezTo>
                <a:cubicBezTo>
                  <a:pt x="1646718" y="23497"/>
                  <a:pt x="1645906" y="21634"/>
                  <a:pt x="1645906" y="19365"/>
                </a:cubicBezTo>
                <a:cubicBezTo>
                  <a:pt x="1645906" y="17097"/>
                  <a:pt x="1646718" y="15233"/>
                  <a:pt x="1648344" y="13775"/>
                </a:cubicBezTo>
                <a:cubicBezTo>
                  <a:pt x="1649969" y="12317"/>
                  <a:pt x="1651757" y="11587"/>
                  <a:pt x="1653708" y="11587"/>
                </a:cubicBezTo>
                <a:cubicBezTo>
                  <a:pt x="1655660" y="11587"/>
                  <a:pt x="1657448" y="12317"/>
                  <a:pt x="1659073" y="13775"/>
                </a:cubicBezTo>
                <a:cubicBezTo>
                  <a:pt x="1660699" y="15233"/>
                  <a:pt x="1661511" y="17097"/>
                  <a:pt x="1661511" y="19365"/>
                </a:cubicBezTo>
                <a:close/>
                <a:moveTo>
                  <a:pt x="1729130" y="66603"/>
                </a:moveTo>
                <a:cubicBezTo>
                  <a:pt x="1727504" y="63460"/>
                  <a:pt x="1725039" y="60886"/>
                  <a:pt x="1721734" y="58882"/>
                </a:cubicBezTo>
                <a:cubicBezTo>
                  <a:pt x="1718428" y="56877"/>
                  <a:pt x="1714663" y="55874"/>
                  <a:pt x="1710436" y="55874"/>
                </a:cubicBezTo>
                <a:cubicBezTo>
                  <a:pt x="1708487" y="55874"/>
                  <a:pt x="1706537" y="56091"/>
                  <a:pt x="1704585" y="56526"/>
                </a:cubicBezTo>
                <a:cubicBezTo>
                  <a:pt x="1702634" y="56959"/>
                  <a:pt x="1700900" y="57665"/>
                  <a:pt x="1699382" y="58642"/>
                </a:cubicBezTo>
                <a:cubicBezTo>
                  <a:pt x="1697866" y="59617"/>
                  <a:pt x="1696647" y="60865"/>
                  <a:pt x="1695726" y="62385"/>
                </a:cubicBezTo>
                <a:cubicBezTo>
                  <a:pt x="1694805" y="63902"/>
                  <a:pt x="1694345" y="65692"/>
                  <a:pt x="1694345" y="67754"/>
                </a:cubicBezTo>
                <a:cubicBezTo>
                  <a:pt x="1694345" y="71336"/>
                  <a:pt x="1695807" y="74075"/>
                  <a:pt x="1698732" y="75974"/>
                </a:cubicBezTo>
                <a:cubicBezTo>
                  <a:pt x="1701659" y="77872"/>
                  <a:pt x="1706265" y="79472"/>
                  <a:pt x="1712549" y="80775"/>
                </a:cubicBezTo>
                <a:cubicBezTo>
                  <a:pt x="1721544" y="82619"/>
                  <a:pt x="1728181" y="85304"/>
                  <a:pt x="1732460" y="88831"/>
                </a:cubicBezTo>
                <a:cubicBezTo>
                  <a:pt x="1736741" y="92356"/>
                  <a:pt x="1738882" y="97102"/>
                  <a:pt x="1738882" y="103070"/>
                </a:cubicBezTo>
                <a:cubicBezTo>
                  <a:pt x="1738882" y="107410"/>
                  <a:pt x="1738042" y="111073"/>
                  <a:pt x="1736362" y="114057"/>
                </a:cubicBezTo>
                <a:cubicBezTo>
                  <a:pt x="1734682" y="117040"/>
                  <a:pt x="1732487" y="119481"/>
                  <a:pt x="1729777" y="121381"/>
                </a:cubicBezTo>
                <a:cubicBezTo>
                  <a:pt x="1727068" y="123279"/>
                  <a:pt x="1724008" y="124635"/>
                  <a:pt x="1720595" y="125449"/>
                </a:cubicBezTo>
                <a:cubicBezTo>
                  <a:pt x="1717182" y="126262"/>
                  <a:pt x="1713742" y="126669"/>
                  <a:pt x="1710275" y="126669"/>
                </a:cubicBezTo>
                <a:cubicBezTo>
                  <a:pt x="1704531" y="126669"/>
                  <a:pt x="1698950" y="125485"/>
                  <a:pt x="1693531" y="123117"/>
                </a:cubicBezTo>
                <a:cubicBezTo>
                  <a:pt x="1688114" y="120748"/>
                  <a:pt x="1683672" y="117023"/>
                  <a:pt x="1680203" y="111941"/>
                </a:cubicBezTo>
                <a:lnTo>
                  <a:pt x="1688980" y="105438"/>
                </a:lnTo>
                <a:cubicBezTo>
                  <a:pt x="1690931" y="108798"/>
                  <a:pt x="1693802" y="111616"/>
                  <a:pt x="1697594" y="113891"/>
                </a:cubicBezTo>
                <a:cubicBezTo>
                  <a:pt x="1701387" y="116166"/>
                  <a:pt x="1705559" y="117304"/>
                  <a:pt x="1710111" y="117304"/>
                </a:cubicBezTo>
                <a:cubicBezTo>
                  <a:pt x="1712496" y="117304"/>
                  <a:pt x="1714771" y="117087"/>
                  <a:pt x="1716937" y="116654"/>
                </a:cubicBezTo>
                <a:cubicBezTo>
                  <a:pt x="1719105" y="116219"/>
                  <a:pt x="1721001" y="115459"/>
                  <a:pt x="1722626" y="114374"/>
                </a:cubicBezTo>
                <a:cubicBezTo>
                  <a:pt x="1724252" y="113290"/>
                  <a:pt x="1725552" y="111907"/>
                  <a:pt x="1726528" y="110225"/>
                </a:cubicBezTo>
                <a:cubicBezTo>
                  <a:pt x="1727503" y="108542"/>
                  <a:pt x="1727991" y="106453"/>
                  <a:pt x="1727991" y="103958"/>
                </a:cubicBezTo>
                <a:cubicBezTo>
                  <a:pt x="1727991" y="99943"/>
                  <a:pt x="1726067" y="96932"/>
                  <a:pt x="1722220" y="94925"/>
                </a:cubicBezTo>
                <a:cubicBezTo>
                  <a:pt x="1718374" y="92917"/>
                  <a:pt x="1712821" y="91046"/>
                  <a:pt x="1705560" y="89310"/>
                </a:cubicBezTo>
                <a:cubicBezTo>
                  <a:pt x="1703285" y="88767"/>
                  <a:pt x="1700873" y="88089"/>
                  <a:pt x="1698325" y="87276"/>
                </a:cubicBezTo>
                <a:cubicBezTo>
                  <a:pt x="1695779" y="86462"/>
                  <a:pt x="1693422" y="85269"/>
                  <a:pt x="1691254" y="83697"/>
                </a:cubicBezTo>
                <a:cubicBezTo>
                  <a:pt x="1689088" y="82123"/>
                  <a:pt x="1687301" y="80142"/>
                  <a:pt x="1685892" y="77754"/>
                </a:cubicBezTo>
                <a:cubicBezTo>
                  <a:pt x="1684483" y="75367"/>
                  <a:pt x="1683779" y="72383"/>
                  <a:pt x="1683779" y="68803"/>
                </a:cubicBezTo>
                <a:cubicBezTo>
                  <a:pt x="1683779" y="64896"/>
                  <a:pt x="1684537" y="61559"/>
                  <a:pt x="1686053" y="58793"/>
                </a:cubicBezTo>
                <a:cubicBezTo>
                  <a:pt x="1687571" y="56025"/>
                  <a:pt x="1689603" y="53747"/>
                  <a:pt x="1692150" y="51958"/>
                </a:cubicBezTo>
                <a:cubicBezTo>
                  <a:pt x="1694696" y="50167"/>
                  <a:pt x="1697595" y="48838"/>
                  <a:pt x="1700845" y="47970"/>
                </a:cubicBezTo>
                <a:cubicBezTo>
                  <a:pt x="1704098" y="47102"/>
                  <a:pt x="1707458" y="46667"/>
                  <a:pt x="1710925" y="46667"/>
                </a:cubicBezTo>
                <a:cubicBezTo>
                  <a:pt x="1716234" y="46667"/>
                  <a:pt x="1721381" y="47852"/>
                  <a:pt x="1726364" y="50222"/>
                </a:cubicBezTo>
                <a:cubicBezTo>
                  <a:pt x="1731349" y="52589"/>
                  <a:pt x="1735089" y="55937"/>
                  <a:pt x="1737582" y="60264"/>
                </a:cubicBezTo>
                <a:lnTo>
                  <a:pt x="1729130" y="66603"/>
                </a:lnTo>
                <a:close/>
                <a:moveTo>
                  <a:pt x="1772038" y="124764"/>
                </a:moveTo>
                <a:lnTo>
                  <a:pt x="1760986" y="124764"/>
                </a:lnTo>
                <a:lnTo>
                  <a:pt x="1760986" y="48694"/>
                </a:lnTo>
                <a:lnTo>
                  <a:pt x="1772038" y="48694"/>
                </a:lnTo>
                <a:lnTo>
                  <a:pt x="1772038" y="124764"/>
                </a:lnTo>
                <a:moveTo>
                  <a:pt x="1774315" y="19365"/>
                </a:moveTo>
                <a:cubicBezTo>
                  <a:pt x="1774315" y="21634"/>
                  <a:pt x="1773502" y="23497"/>
                  <a:pt x="1771877" y="24956"/>
                </a:cubicBezTo>
                <a:cubicBezTo>
                  <a:pt x="1770252" y="26414"/>
                  <a:pt x="1768463" y="27143"/>
                  <a:pt x="1766512" y="27143"/>
                </a:cubicBezTo>
                <a:cubicBezTo>
                  <a:pt x="1764561" y="27143"/>
                  <a:pt x="1762773" y="26414"/>
                  <a:pt x="1761148" y="24956"/>
                </a:cubicBezTo>
                <a:cubicBezTo>
                  <a:pt x="1759522" y="23497"/>
                  <a:pt x="1758710" y="21634"/>
                  <a:pt x="1758710" y="19365"/>
                </a:cubicBezTo>
                <a:cubicBezTo>
                  <a:pt x="1758710" y="17097"/>
                  <a:pt x="1759522" y="15233"/>
                  <a:pt x="1761148" y="13775"/>
                </a:cubicBezTo>
                <a:cubicBezTo>
                  <a:pt x="1762773" y="12317"/>
                  <a:pt x="1764561" y="11587"/>
                  <a:pt x="1766512" y="11587"/>
                </a:cubicBezTo>
                <a:cubicBezTo>
                  <a:pt x="1768463" y="11587"/>
                  <a:pt x="1770252" y="12317"/>
                  <a:pt x="1771877" y="13775"/>
                </a:cubicBezTo>
                <a:cubicBezTo>
                  <a:pt x="1773502" y="15233"/>
                  <a:pt x="1774315" y="17097"/>
                  <a:pt x="1774315" y="19365"/>
                </a:cubicBezTo>
                <a:close/>
                <a:moveTo>
                  <a:pt x="1811375" y="48632"/>
                </a:moveTo>
                <a:cubicBezTo>
                  <a:pt x="1811592" y="50690"/>
                  <a:pt x="1811754" y="52966"/>
                  <a:pt x="1811861" y="55460"/>
                </a:cubicBezTo>
                <a:cubicBezTo>
                  <a:pt x="1811970" y="57952"/>
                  <a:pt x="1812025" y="60010"/>
                  <a:pt x="1812025" y="61635"/>
                </a:cubicBezTo>
                <a:lnTo>
                  <a:pt x="1812350" y="61635"/>
                </a:lnTo>
                <a:cubicBezTo>
                  <a:pt x="1814517" y="57188"/>
                  <a:pt x="1818039" y="53581"/>
                  <a:pt x="1822915" y="50817"/>
                </a:cubicBezTo>
                <a:cubicBezTo>
                  <a:pt x="1827792" y="48051"/>
                  <a:pt x="1832939" y="46667"/>
                  <a:pt x="1838357" y="46667"/>
                </a:cubicBezTo>
                <a:cubicBezTo>
                  <a:pt x="1848000" y="46667"/>
                  <a:pt x="1855232" y="49542"/>
                  <a:pt x="1860054" y="55291"/>
                </a:cubicBezTo>
                <a:cubicBezTo>
                  <a:pt x="1864877" y="61040"/>
                  <a:pt x="1867289" y="68633"/>
                  <a:pt x="1867289" y="78069"/>
                </a:cubicBezTo>
                <a:lnTo>
                  <a:pt x="1867289" y="124764"/>
                </a:lnTo>
                <a:lnTo>
                  <a:pt x="1856237" y="124764"/>
                </a:lnTo>
                <a:lnTo>
                  <a:pt x="1856237" y="82583"/>
                </a:lnTo>
                <a:cubicBezTo>
                  <a:pt x="1856237" y="78565"/>
                  <a:pt x="1855912" y="74929"/>
                  <a:pt x="1855262" y="71673"/>
                </a:cubicBezTo>
                <a:cubicBezTo>
                  <a:pt x="1854612" y="68416"/>
                  <a:pt x="1853501" y="65620"/>
                  <a:pt x="1851929" y="63285"/>
                </a:cubicBezTo>
                <a:cubicBezTo>
                  <a:pt x="1850358" y="60950"/>
                  <a:pt x="1848245" y="59131"/>
                  <a:pt x="1845589" y="57828"/>
                </a:cubicBezTo>
                <a:cubicBezTo>
                  <a:pt x="1842936" y="56525"/>
                  <a:pt x="1839604" y="55874"/>
                  <a:pt x="1835594" y="55874"/>
                </a:cubicBezTo>
                <a:cubicBezTo>
                  <a:pt x="1832669" y="55874"/>
                  <a:pt x="1829824" y="56472"/>
                  <a:pt x="1827060" y="57667"/>
                </a:cubicBezTo>
                <a:cubicBezTo>
                  <a:pt x="1824297" y="58861"/>
                  <a:pt x="1821832" y="60680"/>
                  <a:pt x="1819664" y="63124"/>
                </a:cubicBezTo>
                <a:cubicBezTo>
                  <a:pt x="1817498" y="65566"/>
                  <a:pt x="1815764" y="68659"/>
                  <a:pt x="1814463" y="72405"/>
                </a:cubicBezTo>
                <a:cubicBezTo>
                  <a:pt x="1813163" y="76150"/>
                  <a:pt x="1812513" y="80574"/>
                  <a:pt x="1812513" y="85679"/>
                </a:cubicBezTo>
                <a:lnTo>
                  <a:pt x="1812513" y="124764"/>
                </a:lnTo>
                <a:lnTo>
                  <a:pt x="1801459" y="124764"/>
                </a:lnTo>
                <a:lnTo>
                  <a:pt x="1801459" y="65378"/>
                </a:lnTo>
                <a:cubicBezTo>
                  <a:pt x="1801459" y="63316"/>
                  <a:pt x="1801405" y="60660"/>
                  <a:pt x="1801296" y="57409"/>
                </a:cubicBezTo>
                <a:cubicBezTo>
                  <a:pt x="1801188" y="54159"/>
                  <a:pt x="1801026" y="51233"/>
                  <a:pt x="1800809" y="48632"/>
                </a:cubicBezTo>
                <a:lnTo>
                  <a:pt x="1811375" y="48632"/>
                </a:lnTo>
                <a:close/>
                <a:moveTo>
                  <a:pt x="1899962" y="140151"/>
                </a:moveTo>
                <a:cubicBezTo>
                  <a:pt x="1902996" y="144053"/>
                  <a:pt x="1907140" y="147359"/>
                  <a:pt x="1912395" y="150067"/>
                </a:cubicBezTo>
                <a:cubicBezTo>
                  <a:pt x="1917651" y="152775"/>
                  <a:pt x="1923205" y="154130"/>
                  <a:pt x="1929057" y="154130"/>
                </a:cubicBezTo>
                <a:cubicBezTo>
                  <a:pt x="1934474" y="154130"/>
                  <a:pt x="1939079" y="153342"/>
                  <a:pt x="1942872" y="151766"/>
                </a:cubicBezTo>
                <a:cubicBezTo>
                  <a:pt x="1946665" y="150190"/>
                  <a:pt x="1949726" y="148043"/>
                  <a:pt x="1952056" y="145325"/>
                </a:cubicBezTo>
                <a:cubicBezTo>
                  <a:pt x="1954386" y="142608"/>
                  <a:pt x="1956092" y="139429"/>
                  <a:pt x="1957175" y="135786"/>
                </a:cubicBezTo>
                <a:cubicBezTo>
                  <a:pt x="1958260" y="132145"/>
                  <a:pt x="1958802" y="128259"/>
                  <a:pt x="1958802" y="124129"/>
                </a:cubicBezTo>
                <a:lnTo>
                  <a:pt x="1958802" y="109796"/>
                </a:lnTo>
                <a:lnTo>
                  <a:pt x="1958477" y="109796"/>
                </a:lnTo>
                <a:cubicBezTo>
                  <a:pt x="1955551" y="114568"/>
                  <a:pt x="1951405" y="118256"/>
                  <a:pt x="1946041" y="120860"/>
                </a:cubicBezTo>
                <a:cubicBezTo>
                  <a:pt x="1940678" y="123463"/>
                  <a:pt x="1935233" y="124764"/>
                  <a:pt x="1929707" y="124764"/>
                </a:cubicBezTo>
                <a:cubicBezTo>
                  <a:pt x="1923746" y="124764"/>
                  <a:pt x="1918355" y="123788"/>
                  <a:pt x="1913533" y="121835"/>
                </a:cubicBezTo>
                <a:cubicBezTo>
                  <a:pt x="1908712" y="119882"/>
                  <a:pt x="1904594" y="117198"/>
                  <a:pt x="1901180" y="113782"/>
                </a:cubicBezTo>
                <a:cubicBezTo>
                  <a:pt x="1897767" y="110366"/>
                  <a:pt x="1895112" y="106272"/>
                  <a:pt x="1893216" y="101500"/>
                </a:cubicBezTo>
                <a:cubicBezTo>
                  <a:pt x="1891319" y="96726"/>
                  <a:pt x="1890371" y="91573"/>
                  <a:pt x="1890371" y="86041"/>
                </a:cubicBezTo>
                <a:cubicBezTo>
                  <a:pt x="1890371" y="80617"/>
                  <a:pt x="1891319" y="75520"/>
                  <a:pt x="1893216" y="70748"/>
                </a:cubicBezTo>
                <a:cubicBezTo>
                  <a:pt x="1895112" y="65974"/>
                  <a:pt x="1897767" y="61798"/>
                  <a:pt x="1901180" y="58220"/>
                </a:cubicBezTo>
                <a:cubicBezTo>
                  <a:pt x="1904594" y="54640"/>
                  <a:pt x="1908712" y="51820"/>
                  <a:pt x="1913533" y="49760"/>
                </a:cubicBezTo>
                <a:cubicBezTo>
                  <a:pt x="1918355" y="47698"/>
                  <a:pt x="1923746" y="46667"/>
                  <a:pt x="1929707" y="46667"/>
                </a:cubicBezTo>
                <a:cubicBezTo>
                  <a:pt x="1935233" y="46667"/>
                  <a:pt x="1940650" y="47970"/>
                  <a:pt x="1945960" y="50574"/>
                </a:cubicBezTo>
                <a:cubicBezTo>
                  <a:pt x="1951271" y="53176"/>
                  <a:pt x="1955443" y="56918"/>
                  <a:pt x="1958477" y="61799"/>
                </a:cubicBezTo>
                <a:lnTo>
                  <a:pt x="1958802" y="61799"/>
                </a:lnTo>
                <a:lnTo>
                  <a:pt x="1958802" y="48632"/>
                </a:lnTo>
                <a:lnTo>
                  <a:pt x="1969854" y="48632"/>
                </a:lnTo>
                <a:lnTo>
                  <a:pt x="1969854" y="124129"/>
                </a:lnTo>
                <a:cubicBezTo>
                  <a:pt x="1969854" y="128250"/>
                  <a:pt x="1969285" y="132640"/>
                  <a:pt x="1968147" y="137301"/>
                </a:cubicBezTo>
                <a:cubicBezTo>
                  <a:pt x="1967010" y="141964"/>
                  <a:pt x="1964897" y="146247"/>
                  <a:pt x="1961808" y="150149"/>
                </a:cubicBezTo>
                <a:cubicBezTo>
                  <a:pt x="1958719" y="154053"/>
                  <a:pt x="1954520" y="157306"/>
                  <a:pt x="1949211" y="159909"/>
                </a:cubicBezTo>
                <a:cubicBezTo>
                  <a:pt x="1943902" y="162511"/>
                  <a:pt x="1937021" y="163812"/>
                  <a:pt x="1928568" y="163812"/>
                </a:cubicBezTo>
                <a:cubicBezTo>
                  <a:pt x="1921525" y="163812"/>
                  <a:pt x="1914806" y="162467"/>
                  <a:pt x="1908412" y="159777"/>
                </a:cubicBezTo>
                <a:cubicBezTo>
                  <a:pt x="1902020" y="157089"/>
                  <a:pt x="1896547" y="153364"/>
                  <a:pt x="1891995" y="148604"/>
                </a:cubicBezTo>
                <a:lnTo>
                  <a:pt x="1899962" y="140151"/>
                </a:lnTo>
                <a:moveTo>
                  <a:pt x="1902075" y="85718"/>
                </a:moveTo>
                <a:cubicBezTo>
                  <a:pt x="1902075" y="89741"/>
                  <a:pt x="1902725" y="93547"/>
                  <a:pt x="1904024" y="97135"/>
                </a:cubicBezTo>
                <a:cubicBezTo>
                  <a:pt x="1905324" y="100721"/>
                  <a:pt x="1907193" y="103873"/>
                  <a:pt x="1909632" y="106592"/>
                </a:cubicBezTo>
                <a:cubicBezTo>
                  <a:pt x="1912071" y="109310"/>
                  <a:pt x="1915078" y="111458"/>
                  <a:pt x="1918653" y="113035"/>
                </a:cubicBezTo>
                <a:cubicBezTo>
                  <a:pt x="1922229" y="114611"/>
                  <a:pt x="1926292" y="115399"/>
                  <a:pt x="1930843" y="115399"/>
                </a:cubicBezTo>
                <a:cubicBezTo>
                  <a:pt x="1935069" y="115399"/>
                  <a:pt x="1938970" y="114692"/>
                  <a:pt x="1942547" y="113278"/>
                </a:cubicBezTo>
                <a:cubicBezTo>
                  <a:pt x="1946123" y="111865"/>
                  <a:pt x="1949211" y="109853"/>
                  <a:pt x="1951810" y="107244"/>
                </a:cubicBezTo>
                <a:cubicBezTo>
                  <a:pt x="1954411" y="104635"/>
                  <a:pt x="1956443" y="101510"/>
                  <a:pt x="1957907" y="97869"/>
                </a:cubicBezTo>
                <a:cubicBezTo>
                  <a:pt x="1959370" y="94226"/>
                  <a:pt x="1960102" y="90176"/>
                  <a:pt x="1960102" y="85718"/>
                </a:cubicBezTo>
                <a:cubicBezTo>
                  <a:pt x="1960102" y="81695"/>
                  <a:pt x="1959370" y="77890"/>
                  <a:pt x="1957907" y="74302"/>
                </a:cubicBezTo>
                <a:cubicBezTo>
                  <a:pt x="1956443" y="70714"/>
                  <a:pt x="1954411" y="67562"/>
                  <a:pt x="1951810" y="64845"/>
                </a:cubicBezTo>
                <a:cubicBezTo>
                  <a:pt x="1949211" y="62127"/>
                  <a:pt x="1946123" y="59952"/>
                  <a:pt x="1942547" y="58322"/>
                </a:cubicBezTo>
                <a:cubicBezTo>
                  <a:pt x="1938970" y="56690"/>
                  <a:pt x="1935069" y="55874"/>
                  <a:pt x="1930843" y="55874"/>
                </a:cubicBezTo>
                <a:cubicBezTo>
                  <a:pt x="1926292" y="55874"/>
                  <a:pt x="1922229" y="56690"/>
                  <a:pt x="1918653" y="58322"/>
                </a:cubicBezTo>
                <a:cubicBezTo>
                  <a:pt x="1915078" y="59952"/>
                  <a:pt x="1912071" y="62127"/>
                  <a:pt x="1909632" y="64845"/>
                </a:cubicBezTo>
                <a:cubicBezTo>
                  <a:pt x="1907193" y="67562"/>
                  <a:pt x="1905324" y="70714"/>
                  <a:pt x="1904024" y="74302"/>
                </a:cubicBezTo>
                <a:cubicBezTo>
                  <a:pt x="1902725" y="77890"/>
                  <a:pt x="1902075" y="81695"/>
                  <a:pt x="1902075" y="85718"/>
                </a:cubicBezTo>
                <a:close/>
                <a:moveTo>
                  <a:pt x="2114840" y="86668"/>
                </a:moveTo>
                <a:cubicBezTo>
                  <a:pt x="2114840" y="92414"/>
                  <a:pt x="2113837" y="97726"/>
                  <a:pt x="2111832" y="102603"/>
                </a:cubicBezTo>
                <a:cubicBezTo>
                  <a:pt x="2109828" y="107481"/>
                  <a:pt x="2107038" y="111709"/>
                  <a:pt x="2103461" y="115287"/>
                </a:cubicBezTo>
                <a:cubicBezTo>
                  <a:pt x="2099886" y="118864"/>
                  <a:pt x="2095606" y="121655"/>
                  <a:pt x="2090621" y="123660"/>
                </a:cubicBezTo>
                <a:cubicBezTo>
                  <a:pt x="2085638" y="125666"/>
                  <a:pt x="2080165" y="126669"/>
                  <a:pt x="2074205" y="126669"/>
                </a:cubicBezTo>
                <a:cubicBezTo>
                  <a:pt x="2068353" y="126669"/>
                  <a:pt x="2062935" y="125666"/>
                  <a:pt x="2057949" y="123660"/>
                </a:cubicBezTo>
                <a:cubicBezTo>
                  <a:pt x="2052966" y="121655"/>
                  <a:pt x="2048686" y="118864"/>
                  <a:pt x="2045109" y="115287"/>
                </a:cubicBezTo>
                <a:cubicBezTo>
                  <a:pt x="2041535" y="111709"/>
                  <a:pt x="2038744" y="107481"/>
                  <a:pt x="2036739" y="102603"/>
                </a:cubicBezTo>
                <a:cubicBezTo>
                  <a:pt x="2034735" y="97726"/>
                  <a:pt x="2033733" y="92414"/>
                  <a:pt x="2033733" y="86668"/>
                </a:cubicBezTo>
                <a:cubicBezTo>
                  <a:pt x="2033733" y="80922"/>
                  <a:pt x="2034735" y="75611"/>
                  <a:pt x="2036739" y="70733"/>
                </a:cubicBezTo>
                <a:cubicBezTo>
                  <a:pt x="2038744" y="65855"/>
                  <a:pt x="2041535" y="61628"/>
                  <a:pt x="2045109" y="58052"/>
                </a:cubicBezTo>
                <a:cubicBezTo>
                  <a:pt x="2048686" y="54473"/>
                  <a:pt x="2052966" y="51682"/>
                  <a:pt x="2057949" y="49676"/>
                </a:cubicBezTo>
                <a:cubicBezTo>
                  <a:pt x="2062935" y="47670"/>
                  <a:pt x="2068353" y="46667"/>
                  <a:pt x="2074205" y="46667"/>
                </a:cubicBezTo>
                <a:cubicBezTo>
                  <a:pt x="2080165" y="46667"/>
                  <a:pt x="2085638" y="47670"/>
                  <a:pt x="2090621" y="49676"/>
                </a:cubicBezTo>
                <a:cubicBezTo>
                  <a:pt x="2095606" y="51682"/>
                  <a:pt x="2099886" y="54473"/>
                  <a:pt x="2103461" y="58052"/>
                </a:cubicBezTo>
                <a:cubicBezTo>
                  <a:pt x="2107038" y="61628"/>
                  <a:pt x="2109828" y="65855"/>
                  <a:pt x="2111832" y="70733"/>
                </a:cubicBezTo>
                <a:cubicBezTo>
                  <a:pt x="2113837" y="75611"/>
                  <a:pt x="2114840" y="80922"/>
                  <a:pt x="2114840" y="86668"/>
                </a:cubicBezTo>
                <a:moveTo>
                  <a:pt x="2103139" y="86671"/>
                </a:moveTo>
                <a:cubicBezTo>
                  <a:pt x="2103139" y="82434"/>
                  <a:pt x="2102462" y="78443"/>
                  <a:pt x="2101107" y="74696"/>
                </a:cubicBezTo>
                <a:cubicBezTo>
                  <a:pt x="2099753" y="70948"/>
                  <a:pt x="2097829" y="67689"/>
                  <a:pt x="2095336" y="64919"/>
                </a:cubicBezTo>
                <a:cubicBezTo>
                  <a:pt x="2092844" y="62148"/>
                  <a:pt x="2089810" y="59948"/>
                  <a:pt x="2086234" y="58319"/>
                </a:cubicBezTo>
                <a:cubicBezTo>
                  <a:pt x="2082659" y="56689"/>
                  <a:pt x="2078650" y="55874"/>
                  <a:pt x="2074207" y="55874"/>
                </a:cubicBezTo>
                <a:cubicBezTo>
                  <a:pt x="2069764" y="55874"/>
                  <a:pt x="2065782" y="56689"/>
                  <a:pt x="2062260" y="58319"/>
                </a:cubicBezTo>
                <a:cubicBezTo>
                  <a:pt x="2058738" y="59948"/>
                  <a:pt x="2055730" y="62148"/>
                  <a:pt x="2053237" y="64919"/>
                </a:cubicBezTo>
                <a:cubicBezTo>
                  <a:pt x="2050745" y="67689"/>
                  <a:pt x="2048822" y="70948"/>
                  <a:pt x="2047468" y="74696"/>
                </a:cubicBezTo>
                <a:cubicBezTo>
                  <a:pt x="2046114" y="78443"/>
                  <a:pt x="2045437" y="82434"/>
                  <a:pt x="2045437" y="86671"/>
                </a:cubicBezTo>
                <a:cubicBezTo>
                  <a:pt x="2045437" y="90907"/>
                  <a:pt x="2046114" y="94899"/>
                  <a:pt x="2047468" y="98648"/>
                </a:cubicBezTo>
                <a:cubicBezTo>
                  <a:pt x="2048822" y="102394"/>
                  <a:pt x="2050745" y="105653"/>
                  <a:pt x="2053237" y="108424"/>
                </a:cubicBezTo>
                <a:cubicBezTo>
                  <a:pt x="2055730" y="111194"/>
                  <a:pt x="2058738" y="113367"/>
                  <a:pt x="2062260" y="114942"/>
                </a:cubicBezTo>
                <a:cubicBezTo>
                  <a:pt x="2065782" y="116517"/>
                  <a:pt x="2069764" y="117304"/>
                  <a:pt x="2074207" y="117304"/>
                </a:cubicBezTo>
                <a:cubicBezTo>
                  <a:pt x="2078650" y="117304"/>
                  <a:pt x="2082659" y="116517"/>
                  <a:pt x="2086234" y="114942"/>
                </a:cubicBezTo>
                <a:cubicBezTo>
                  <a:pt x="2089810" y="113367"/>
                  <a:pt x="2092844" y="111194"/>
                  <a:pt x="2095336" y="108424"/>
                </a:cubicBezTo>
                <a:cubicBezTo>
                  <a:pt x="2097829" y="105653"/>
                  <a:pt x="2099753" y="102394"/>
                  <a:pt x="2101107" y="98648"/>
                </a:cubicBezTo>
                <a:cubicBezTo>
                  <a:pt x="2102462" y="94899"/>
                  <a:pt x="2103139" y="90907"/>
                  <a:pt x="2103139" y="86671"/>
                </a:cubicBezTo>
                <a:close/>
                <a:moveTo>
                  <a:pt x="2148488" y="48632"/>
                </a:moveTo>
                <a:cubicBezTo>
                  <a:pt x="2148705" y="50690"/>
                  <a:pt x="2148867" y="52966"/>
                  <a:pt x="2148974" y="55460"/>
                </a:cubicBezTo>
                <a:cubicBezTo>
                  <a:pt x="2149084" y="57952"/>
                  <a:pt x="2149138" y="60010"/>
                  <a:pt x="2149138" y="61635"/>
                </a:cubicBezTo>
                <a:lnTo>
                  <a:pt x="2149463" y="61635"/>
                </a:lnTo>
                <a:cubicBezTo>
                  <a:pt x="2151631" y="57188"/>
                  <a:pt x="2155153" y="53581"/>
                  <a:pt x="2160029" y="50817"/>
                </a:cubicBezTo>
                <a:cubicBezTo>
                  <a:pt x="2164905" y="48051"/>
                  <a:pt x="2170052" y="46667"/>
                  <a:pt x="2175470" y="46667"/>
                </a:cubicBezTo>
                <a:cubicBezTo>
                  <a:pt x="2185113" y="46667"/>
                  <a:pt x="2192346" y="49542"/>
                  <a:pt x="2197167" y="55291"/>
                </a:cubicBezTo>
                <a:cubicBezTo>
                  <a:pt x="2201990" y="61040"/>
                  <a:pt x="2204402" y="68633"/>
                  <a:pt x="2204402" y="78069"/>
                </a:cubicBezTo>
                <a:lnTo>
                  <a:pt x="2204402" y="124764"/>
                </a:lnTo>
                <a:lnTo>
                  <a:pt x="2193350" y="124764"/>
                </a:lnTo>
                <a:lnTo>
                  <a:pt x="2193350" y="82583"/>
                </a:lnTo>
                <a:cubicBezTo>
                  <a:pt x="2193350" y="78565"/>
                  <a:pt x="2193025" y="74929"/>
                  <a:pt x="2192376" y="71673"/>
                </a:cubicBezTo>
                <a:cubicBezTo>
                  <a:pt x="2191726" y="68416"/>
                  <a:pt x="2190615" y="65620"/>
                  <a:pt x="2189042" y="63285"/>
                </a:cubicBezTo>
                <a:cubicBezTo>
                  <a:pt x="2187471" y="60950"/>
                  <a:pt x="2185358" y="59131"/>
                  <a:pt x="2182703" y="57828"/>
                </a:cubicBezTo>
                <a:cubicBezTo>
                  <a:pt x="2180049" y="56525"/>
                  <a:pt x="2176717" y="55874"/>
                  <a:pt x="2172708" y="55874"/>
                </a:cubicBezTo>
                <a:cubicBezTo>
                  <a:pt x="2169783" y="55874"/>
                  <a:pt x="2166938" y="56472"/>
                  <a:pt x="2164173" y="57667"/>
                </a:cubicBezTo>
                <a:cubicBezTo>
                  <a:pt x="2161410" y="58861"/>
                  <a:pt x="2158945" y="60680"/>
                  <a:pt x="2156777" y="63124"/>
                </a:cubicBezTo>
                <a:cubicBezTo>
                  <a:pt x="2154611" y="65566"/>
                  <a:pt x="2152877" y="68659"/>
                  <a:pt x="2151576" y="72405"/>
                </a:cubicBezTo>
                <a:cubicBezTo>
                  <a:pt x="2150277" y="76150"/>
                  <a:pt x="2149627" y="80574"/>
                  <a:pt x="2149627" y="85679"/>
                </a:cubicBezTo>
                <a:lnTo>
                  <a:pt x="2149627" y="124764"/>
                </a:lnTo>
                <a:lnTo>
                  <a:pt x="2138572" y="124764"/>
                </a:lnTo>
                <a:lnTo>
                  <a:pt x="2138572" y="65378"/>
                </a:lnTo>
                <a:cubicBezTo>
                  <a:pt x="2138572" y="63316"/>
                  <a:pt x="2138518" y="60660"/>
                  <a:pt x="2138409" y="57409"/>
                </a:cubicBezTo>
                <a:cubicBezTo>
                  <a:pt x="2138301" y="54159"/>
                  <a:pt x="2138139" y="51233"/>
                  <a:pt x="2137923" y="48632"/>
                </a:cubicBezTo>
                <a:lnTo>
                  <a:pt x="2148488" y="48632"/>
                </a:lnTo>
                <a:close/>
                <a:moveTo>
                  <a:pt x="2336226" y="111924"/>
                </a:moveTo>
                <a:cubicBezTo>
                  <a:pt x="2332975" y="116800"/>
                  <a:pt x="2328749" y="120477"/>
                  <a:pt x="2323547" y="122954"/>
                </a:cubicBezTo>
                <a:cubicBezTo>
                  <a:pt x="2318345" y="125430"/>
                  <a:pt x="2312981" y="126669"/>
                  <a:pt x="2307455" y="126669"/>
                </a:cubicBezTo>
                <a:cubicBezTo>
                  <a:pt x="2301495" y="126669"/>
                  <a:pt x="2296104" y="125640"/>
                  <a:pt x="2291282" y="123581"/>
                </a:cubicBezTo>
                <a:cubicBezTo>
                  <a:pt x="2286461" y="121521"/>
                  <a:pt x="2282343" y="118702"/>
                  <a:pt x="2278928" y="115126"/>
                </a:cubicBezTo>
                <a:cubicBezTo>
                  <a:pt x="2275515" y="111548"/>
                  <a:pt x="2272861" y="107320"/>
                  <a:pt x="2270964" y="102442"/>
                </a:cubicBezTo>
                <a:cubicBezTo>
                  <a:pt x="2269068" y="97563"/>
                  <a:pt x="2268119" y="92305"/>
                  <a:pt x="2268119" y="86668"/>
                </a:cubicBezTo>
                <a:cubicBezTo>
                  <a:pt x="2268119" y="81031"/>
                  <a:pt x="2269068" y="75774"/>
                  <a:pt x="2270964" y="70897"/>
                </a:cubicBezTo>
                <a:cubicBezTo>
                  <a:pt x="2272861" y="66017"/>
                  <a:pt x="2275515" y="61789"/>
                  <a:pt x="2278928" y="58213"/>
                </a:cubicBezTo>
                <a:cubicBezTo>
                  <a:pt x="2282343" y="54635"/>
                  <a:pt x="2286461" y="51816"/>
                  <a:pt x="2291282" y="49758"/>
                </a:cubicBezTo>
                <a:cubicBezTo>
                  <a:pt x="2296104" y="47698"/>
                  <a:pt x="2301495" y="46667"/>
                  <a:pt x="2307455" y="46667"/>
                </a:cubicBezTo>
                <a:cubicBezTo>
                  <a:pt x="2312981" y="46667"/>
                  <a:pt x="2318345" y="47941"/>
                  <a:pt x="2323547" y="50489"/>
                </a:cubicBezTo>
                <a:cubicBezTo>
                  <a:pt x="2328749" y="53036"/>
                  <a:pt x="2332975" y="56802"/>
                  <a:pt x="2336226" y="61789"/>
                </a:cubicBezTo>
                <a:lnTo>
                  <a:pt x="2336551" y="61789"/>
                </a:lnTo>
                <a:lnTo>
                  <a:pt x="2336551" y="1811"/>
                </a:lnTo>
                <a:lnTo>
                  <a:pt x="2347603" y="1811"/>
                </a:lnTo>
                <a:lnTo>
                  <a:pt x="2347603" y="124764"/>
                </a:lnTo>
                <a:lnTo>
                  <a:pt x="2336551" y="124764"/>
                </a:lnTo>
                <a:lnTo>
                  <a:pt x="2336551" y="111924"/>
                </a:lnTo>
                <a:lnTo>
                  <a:pt x="2336226" y="111924"/>
                </a:lnTo>
                <a:moveTo>
                  <a:pt x="2279824" y="86671"/>
                </a:moveTo>
                <a:cubicBezTo>
                  <a:pt x="2279824" y="90907"/>
                  <a:pt x="2280473" y="94899"/>
                  <a:pt x="2281773" y="98648"/>
                </a:cubicBezTo>
                <a:cubicBezTo>
                  <a:pt x="2283073" y="102394"/>
                  <a:pt x="2284942" y="105653"/>
                  <a:pt x="2287381" y="108424"/>
                </a:cubicBezTo>
                <a:cubicBezTo>
                  <a:pt x="2289820" y="111194"/>
                  <a:pt x="2292826" y="113367"/>
                  <a:pt x="2296401" y="114942"/>
                </a:cubicBezTo>
                <a:cubicBezTo>
                  <a:pt x="2299978" y="116517"/>
                  <a:pt x="2304041" y="117304"/>
                  <a:pt x="2308591" y="117304"/>
                </a:cubicBezTo>
                <a:cubicBezTo>
                  <a:pt x="2312818" y="117304"/>
                  <a:pt x="2316719" y="116517"/>
                  <a:pt x="2320295" y="114942"/>
                </a:cubicBezTo>
                <a:cubicBezTo>
                  <a:pt x="2323872" y="113367"/>
                  <a:pt x="2326960" y="111221"/>
                  <a:pt x="2329559" y="108506"/>
                </a:cubicBezTo>
                <a:cubicBezTo>
                  <a:pt x="2332160" y="105790"/>
                  <a:pt x="2334192" y="102558"/>
                  <a:pt x="2335655" y="98811"/>
                </a:cubicBezTo>
                <a:cubicBezTo>
                  <a:pt x="2337119" y="95063"/>
                  <a:pt x="2337850" y="91016"/>
                  <a:pt x="2337850" y="86671"/>
                </a:cubicBezTo>
                <a:cubicBezTo>
                  <a:pt x="2337850" y="82325"/>
                  <a:pt x="2337119" y="78279"/>
                  <a:pt x="2335655" y="74533"/>
                </a:cubicBezTo>
                <a:cubicBezTo>
                  <a:pt x="2334192" y="70784"/>
                  <a:pt x="2332160" y="67525"/>
                  <a:pt x="2329559" y="64756"/>
                </a:cubicBezTo>
                <a:cubicBezTo>
                  <a:pt x="2326960" y="61984"/>
                  <a:pt x="2323872" y="59812"/>
                  <a:pt x="2320295" y="58238"/>
                </a:cubicBezTo>
                <a:cubicBezTo>
                  <a:pt x="2316719" y="56662"/>
                  <a:pt x="2312818" y="55874"/>
                  <a:pt x="2308591" y="55874"/>
                </a:cubicBezTo>
                <a:cubicBezTo>
                  <a:pt x="2304041" y="55874"/>
                  <a:pt x="2299978" y="56689"/>
                  <a:pt x="2296401" y="58319"/>
                </a:cubicBezTo>
                <a:cubicBezTo>
                  <a:pt x="2292826" y="59948"/>
                  <a:pt x="2289820" y="62148"/>
                  <a:pt x="2287381" y="64919"/>
                </a:cubicBezTo>
                <a:cubicBezTo>
                  <a:pt x="2284942" y="67689"/>
                  <a:pt x="2283073" y="70948"/>
                  <a:pt x="2281773" y="74696"/>
                </a:cubicBezTo>
                <a:cubicBezTo>
                  <a:pt x="2280473" y="78443"/>
                  <a:pt x="2279824" y="82434"/>
                  <a:pt x="2279824" y="86671"/>
                </a:cubicBezTo>
                <a:close/>
                <a:moveTo>
                  <a:pt x="2432448" y="124764"/>
                </a:moveTo>
                <a:cubicBezTo>
                  <a:pt x="2432232" y="122705"/>
                  <a:pt x="2432069" y="120430"/>
                  <a:pt x="2431960" y="117939"/>
                </a:cubicBezTo>
                <a:cubicBezTo>
                  <a:pt x="2431852" y="115445"/>
                  <a:pt x="2431799" y="113386"/>
                  <a:pt x="2431799" y="111760"/>
                </a:cubicBezTo>
                <a:lnTo>
                  <a:pt x="2431474" y="111760"/>
                </a:lnTo>
                <a:cubicBezTo>
                  <a:pt x="2429306" y="116203"/>
                  <a:pt x="2425784" y="119799"/>
                  <a:pt x="2420908" y="122547"/>
                </a:cubicBezTo>
                <a:cubicBezTo>
                  <a:pt x="2416032" y="125295"/>
                  <a:pt x="2410885" y="126669"/>
                  <a:pt x="2405466" y="126669"/>
                </a:cubicBezTo>
                <a:cubicBezTo>
                  <a:pt x="2395823" y="126669"/>
                  <a:pt x="2388590" y="123808"/>
                  <a:pt x="2383767" y="118085"/>
                </a:cubicBezTo>
                <a:cubicBezTo>
                  <a:pt x="2378946" y="112361"/>
                  <a:pt x="2376535" y="104784"/>
                  <a:pt x="2376535" y="95356"/>
                </a:cubicBezTo>
                <a:lnTo>
                  <a:pt x="2376535" y="48706"/>
                </a:lnTo>
                <a:lnTo>
                  <a:pt x="2387589" y="48706"/>
                </a:lnTo>
                <a:lnTo>
                  <a:pt x="2387589" y="90805"/>
                </a:lnTo>
                <a:cubicBezTo>
                  <a:pt x="2387589" y="94815"/>
                  <a:pt x="2387914" y="98445"/>
                  <a:pt x="2388564" y="101696"/>
                </a:cubicBezTo>
                <a:cubicBezTo>
                  <a:pt x="2389214" y="104946"/>
                  <a:pt x="2390324" y="107737"/>
                  <a:pt x="2391895" y="110066"/>
                </a:cubicBezTo>
                <a:cubicBezTo>
                  <a:pt x="2393467" y="112396"/>
                  <a:pt x="2395580" y="114212"/>
                  <a:pt x="2398234" y="115513"/>
                </a:cubicBezTo>
                <a:cubicBezTo>
                  <a:pt x="2400890" y="116813"/>
                  <a:pt x="2404222" y="117462"/>
                  <a:pt x="2408232" y="117462"/>
                </a:cubicBezTo>
                <a:cubicBezTo>
                  <a:pt x="2411157" y="117462"/>
                  <a:pt x="2414001" y="116866"/>
                  <a:pt x="2416764" y="115674"/>
                </a:cubicBezTo>
                <a:cubicBezTo>
                  <a:pt x="2419528" y="114482"/>
                  <a:pt x="2421994" y="112667"/>
                  <a:pt x="2424160" y="110230"/>
                </a:cubicBezTo>
                <a:cubicBezTo>
                  <a:pt x="2426327" y="107791"/>
                  <a:pt x="2428061" y="104703"/>
                  <a:pt x="2429361" y="100964"/>
                </a:cubicBezTo>
                <a:cubicBezTo>
                  <a:pt x="2430662" y="97226"/>
                  <a:pt x="2431313" y="92810"/>
                  <a:pt x="2431313" y="87717"/>
                </a:cubicBezTo>
                <a:lnTo>
                  <a:pt x="2431313" y="48706"/>
                </a:lnTo>
                <a:lnTo>
                  <a:pt x="2442364" y="48706"/>
                </a:lnTo>
                <a:lnTo>
                  <a:pt x="2442364" y="108035"/>
                </a:lnTo>
                <a:cubicBezTo>
                  <a:pt x="2442364" y="110094"/>
                  <a:pt x="2442418" y="112747"/>
                  <a:pt x="2442526" y="115997"/>
                </a:cubicBezTo>
                <a:cubicBezTo>
                  <a:pt x="2442635" y="119246"/>
                  <a:pt x="2442798" y="122168"/>
                  <a:pt x="2443014" y="124764"/>
                </a:cubicBezTo>
                <a:lnTo>
                  <a:pt x="2432448" y="124764"/>
                </a:lnTo>
                <a:close/>
                <a:moveTo>
                  <a:pt x="2471622" y="65378"/>
                </a:moveTo>
                <a:cubicBezTo>
                  <a:pt x="2471622" y="63316"/>
                  <a:pt x="2471568" y="60660"/>
                  <a:pt x="2471458" y="57409"/>
                </a:cubicBezTo>
                <a:cubicBezTo>
                  <a:pt x="2471351" y="54159"/>
                  <a:pt x="2471189" y="51233"/>
                  <a:pt x="2470972" y="48632"/>
                </a:cubicBezTo>
                <a:lnTo>
                  <a:pt x="2481538" y="48632"/>
                </a:lnTo>
                <a:cubicBezTo>
                  <a:pt x="2481755" y="50690"/>
                  <a:pt x="2481917" y="52966"/>
                  <a:pt x="2482024" y="55460"/>
                </a:cubicBezTo>
                <a:cubicBezTo>
                  <a:pt x="2482133" y="57952"/>
                  <a:pt x="2482188" y="60010"/>
                  <a:pt x="2482188" y="61635"/>
                </a:cubicBezTo>
                <a:lnTo>
                  <a:pt x="2482513" y="61635"/>
                </a:lnTo>
                <a:cubicBezTo>
                  <a:pt x="2484680" y="57188"/>
                  <a:pt x="2487931" y="53581"/>
                  <a:pt x="2492265" y="50817"/>
                </a:cubicBezTo>
                <a:cubicBezTo>
                  <a:pt x="2496600" y="48051"/>
                  <a:pt x="2501477" y="46667"/>
                  <a:pt x="2506896" y="46667"/>
                </a:cubicBezTo>
                <a:cubicBezTo>
                  <a:pt x="2508304" y="46667"/>
                  <a:pt x="2509577" y="46731"/>
                  <a:pt x="2510715" y="46858"/>
                </a:cubicBezTo>
                <a:cubicBezTo>
                  <a:pt x="2511853" y="46986"/>
                  <a:pt x="2513018" y="47240"/>
                  <a:pt x="2514210" y="47620"/>
                </a:cubicBezTo>
                <a:lnTo>
                  <a:pt x="2512746" y="57962"/>
                </a:lnTo>
                <a:cubicBezTo>
                  <a:pt x="2512097" y="57746"/>
                  <a:pt x="2511013" y="57529"/>
                  <a:pt x="2509495" y="57312"/>
                </a:cubicBezTo>
                <a:cubicBezTo>
                  <a:pt x="2507979" y="57094"/>
                  <a:pt x="2506462" y="56985"/>
                  <a:pt x="2504944" y="56985"/>
                </a:cubicBezTo>
                <a:cubicBezTo>
                  <a:pt x="2502019" y="56985"/>
                  <a:pt x="2499201" y="57527"/>
                  <a:pt x="2496491" y="58612"/>
                </a:cubicBezTo>
                <a:cubicBezTo>
                  <a:pt x="2493783" y="59695"/>
                  <a:pt x="2491426" y="61402"/>
                  <a:pt x="2489420" y="63731"/>
                </a:cubicBezTo>
                <a:cubicBezTo>
                  <a:pt x="2487416" y="66061"/>
                  <a:pt x="2485791" y="69041"/>
                  <a:pt x="2484544" y="72672"/>
                </a:cubicBezTo>
                <a:cubicBezTo>
                  <a:pt x="2483299" y="76302"/>
                  <a:pt x="2482676" y="80663"/>
                  <a:pt x="2482676" y="85755"/>
                </a:cubicBezTo>
                <a:lnTo>
                  <a:pt x="2482676" y="124764"/>
                </a:lnTo>
                <a:lnTo>
                  <a:pt x="2471622" y="124764"/>
                </a:lnTo>
                <a:lnTo>
                  <a:pt x="2471622" y="65378"/>
                </a:lnTo>
                <a:close/>
                <a:moveTo>
                  <a:pt x="2576137" y="75646"/>
                </a:moveTo>
                <a:cubicBezTo>
                  <a:pt x="2576137" y="69001"/>
                  <a:pt x="2574403" y="64045"/>
                  <a:pt x="2570936" y="60777"/>
                </a:cubicBezTo>
                <a:cubicBezTo>
                  <a:pt x="2567468" y="57508"/>
                  <a:pt x="2562429" y="55874"/>
                  <a:pt x="2555819" y="55874"/>
                </a:cubicBezTo>
                <a:cubicBezTo>
                  <a:pt x="2551268" y="55874"/>
                  <a:pt x="2547042" y="56687"/>
                  <a:pt x="2543140" y="58312"/>
                </a:cubicBezTo>
                <a:cubicBezTo>
                  <a:pt x="2539240" y="59937"/>
                  <a:pt x="2535935" y="62105"/>
                  <a:pt x="2533227" y="64815"/>
                </a:cubicBezTo>
                <a:lnTo>
                  <a:pt x="2527048" y="57501"/>
                </a:lnTo>
                <a:cubicBezTo>
                  <a:pt x="2530192" y="54371"/>
                  <a:pt x="2534337" y="51783"/>
                  <a:pt x="2539484" y="49738"/>
                </a:cubicBezTo>
                <a:cubicBezTo>
                  <a:pt x="2544631" y="47691"/>
                  <a:pt x="2550456" y="46667"/>
                  <a:pt x="2556957" y="46667"/>
                </a:cubicBezTo>
                <a:cubicBezTo>
                  <a:pt x="2561076" y="46667"/>
                  <a:pt x="2564923" y="47237"/>
                  <a:pt x="2568498" y="48376"/>
                </a:cubicBezTo>
                <a:cubicBezTo>
                  <a:pt x="2572074" y="49516"/>
                  <a:pt x="2575216" y="51224"/>
                  <a:pt x="2577925" y="53503"/>
                </a:cubicBezTo>
                <a:cubicBezTo>
                  <a:pt x="2580635" y="55780"/>
                  <a:pt x="2582748" y="58653"/>
                  <a:pt x="2584264" y="62124"/>
                </a:cubicBezTo>
                <a:cubicBezTo>
                  <a:pt x="2585782" y="65595"/>
                  <a:pt x="2586541" y="69662"/>
                  <a:pt x="2586541" y="74327"/>
                </a:cubicBezTo>
                <a:lnTo>
                  <a:pt x="2586541" y="107680"/>
                </a:lnTo>
                <a:cubicBezTo>
                  <a:pt x="2586541" y="110609"/>
                  <a:pt x="2586649" y="113646"/>
                  <a:pt x="2586866" y="116793"/>
                </a:cubicBezTo>
                <a:cubicBezTo>
                  <a:pt x="2587083" y="119938"/>
                  <a:pt x="2587408" y="122595"/>
                  <a:pt x="2587841" y="124764"/>
                </a:cubicBezTo>
                <a:lnTo>
                  <a:pt x="2577927" y="124764"/>
                </a:lnTo>
                <a:cubicBezTo>
                  <a:pt x="2577602" y="122914"/>
                  <a:pt x="2577330" y="120901"/>
                  <a:pt x="2577114" y="118725"/>
                </a:cubicBezTo>
                <a:cubicBezTo>
                  <a:pt x="2576897" y="116549"/>
                  <a:pt x="2576789" y="114427"/>
                  <a:pt x="2576789" y="112361"/>
                </a:cubicBezTo>
                <a:lnTo>
                  <a:pt x="2576462" y="112361"/>
                </a:lnTo>
                <a:cubicBezTo>
                  <a:pt x="2572994" y="117455"/>
                  <a:pt x="2569066" y="121113"/>
                  <a:pt x="2564676" y="123335"/>
                </a:cubicBezTo>
                <a:cubicBezTo>
                  <a:pt x="2560287" y="125558"/>
                  <a:pt x="2555005" y="126669"/>
                  <a:pt x="2548830" y="126669"/>
                </a:cubicBezTo>
                <a:cubicBezTo>
                  <a:pt x="2545903" y="126669"/>
                  <a:pt x="2542895" y="126263"/>
                  <a:pt x="2539807" y="125451"/>
                </a:cubicBezTo>
                <a:cubicBezTo>
                  <a:pt x="2536720" y="124639"/>
                  <a:pt x="2533903" y="123313"/>
                  <a:pt x="2531357" y="121473"/>
                </a:cubicBezTo>
                <a:cubicBezTo>
                  <a:pt x="2528810" y="119631"/>
                  <a:pt x="2526697" y="117248"/>
                  <a:pt x="2525017" y="114325"/>
                </a:cubicBezTo>
                <a:cubicBezTo>
                  <a:pt x="2523337" y="111400"/>
                  <a:pt x="2522497" y="107825"/>
                  <a:pt x="2522497" y="103600"/>
                </a:cubicBezTo>
                <a:cubicBezTo>
                  <a:pt x="2522497" y="97752"/>
                  <a:pt x="2523987" y="93122"/>
                  <a:pt x="2526967" y="89711"/>
                </a:cubicBezTo>
                <a:cubicBezTo>
                  <a:pt x="2529946" y="86300"/>
                  <a:pt x="2533929" y="83756"/>
                  <a:pt x="2538914" y="82077"/>
                </a:cubicBezTo>
                <a:cubicBezTo>
                  <a:pt x="2543899" y="80397"/>
                  <a:pt x="2549615" y="79314"/>
                  <a:pt x="2556062" y="78828"/>
                </a:cubicBezTo>
                <a:cubicBezTo>
                  <a:pt x="2562510" y="78340"/>
                  <a:pt x="2569202" y="78097"/>
                  <a:pt x="2576137" y="78097"/>
                </a:cubicBezTo>
                <a:lnTo>
                  <a:pt x="2576137" y="75646"/>
                </a:lnTo>
                <a:moveTo>
                  <a:pt x="2572885" y="86827"/>
                </a:moveTo>
                <a:cubicBezTo>
                  <a:pt x="2568335" y="86827"/>
                  <a:pt x="2563756" y="87016"/>
                  <a:pt x="2559150" y="87395"/>
                </a:cubicBezTo>
                <a:cubicBezTo>
                  <a:pt x="2554545" y="87772"/>
                  <a:pt x="2550373" y="88528"/>
                  <a:pt x="2546635" y="89664"/>
                </a:cubicBezTo>
                <a:cubicBezTo>
                  <a:pt x="2542898" y="90799"/>
                  <a:pt x="2539837" y="92446"/>
                  <a:pt x="2537453" y="94607"/>
                </a:cubicBezTo>
                <a:cubicBezTo>
                  <a:pt x="2535069" y="96768"/>
                  <a:pt x="2533876" y="99631"/>
                  <a:pt x="2533876" y="103196"/>
                </a:cubicBezTo>
                <a:cubicBezTo>
                  <a:pt x="2533876" y="105898"/>
                  <a:pt x="2534391" y="108167"/>
                  <a:pt x="2535419" y="110004"/>
                </a:cubicBezTo>
                <a:cubicBezTo>
                  <a:pt x="2536449" y="111841"/>
                  <a:pt x="2537831" y="113327"/>
                  <a:pt x="2539564" y="114461"/>
                </a:cubicBezTo>
                <a:cubicBezTo>
                  <a:pt x="2541298" y="115596"/>
                  <a:pt x="2543222" y="116406"/>
                  <a:pt x="2545335" y="116892"/>
                </a:cubicBezTo>
                <a:cubicBezTo>
                  <a:pt x="2547448" y="117378"/>
                  <a:pt x="2549589" y="117621"/>
                  <a:pt x="2551756" y="117621"/>
                </a:cubicBezTo>
                <a:cubicBezTo>
                  <a:pt x="2555657" y="117621"/>
                  <a:pt x="2559124" y="116946"/>
                  <a:pt x="2562158" y="115595"/>
                </a:cubicBezTo>
                <a:cubicBezTo>
                  <a:pt x="2565192" y="114244"/>
                  <a:pt x="2567739" y="112407"/>
                  <a:pt x="2569797" y="110084"/>
                </a:cubicBezTo>
                <a:cubicBezTo>
                  <a:pt x="2571856" y="107761"/>
                  <a:pt x="2573427" y="105087"/>
                  <a:pt x="2574510" y="102063"/>
                </a:cubicBezTo>
                <a:cubicBezTo>
                  <a:pt x="2575594" y="99037"/>
                  <a:pt x="2576137" y="95849"/>
                  <a:pt x="2576137" y="92499"/>
                </a:cubicBezTo>
                <a:lnTo>
                  <a:pt x="2576137" y="86827"/>
                </a:lnTo>
                <a:lnTo>
                  <a:pt x="2572885" y="86827"/>
                </a:lnTo>
                <a:close/>
                <a:moveTo>
                  <a:pt x="2626364" y="111924"/>
                </a:moveTo>
                <a:lnTo>
                  <a:pt x="2626364" y="124764"/>
                </a:lnTo>
                <a:lnTo>
                  <a:pt x="2615310" y="124764"/>
                </a:lnTo>
                <a:lnTo>
                  <a:pt x="2615310" y="1811"/>
                </a:lnTo>
                <a:lnTo>
                  <a:pt x="2626364" y="1811"/>
                </a:lnTo>
                <a:lnTo>
                  <a:pt x="2626364" y="61789"/>
                </a:lnTo>
                <a:lnTo>
                  <a:pt x="2626689" y="61789"/>
                </a:lnTo>
                <a:cubicBezTo>
                  <a:pt x="2629939" y="56802"/>
                  <a:pt x="2634165" y="53036"/>
                  <a:pt x="2639365" y="50489"/>
                </a:cubicBezTo>
                <a:cubicBezTo>
                  <a:pt x="2644567" y="47941"/>
                  <a:pt x="2649931" y="46667"/>
                  <a:pt x="2655459" y="46667"/>
                </a:cubicBezTo>
                <a:cubicBezTo>
                  <a:pt x="2661418" y="46667"/>
                  <a:pt x="2666808" y="47698"/>
                  <a:pt x="2671630" y="49758"/>
                </a:cubicBezTo>
                <a:cubicBezTo>
                  <a:pt x="2676453" y="51816"/>
                  <a:pt x="2680571" y="54635"/>
                  <a:pt x="2683984" y="58213"/>
                </a:cubicBezTo>
                <a:cubicBezTo>
                  <a:pt x="2687397" y="61789"/>
                  <a:pt x="2690051" y="66017"/>
                  <a:pt x="2691948" y="70897"/>
                </a:cubicBezTo>
                <a:cubicBezTo>
                  <a:pt x="2693844" y="75774"/>
                  <a:pt x="2694793" y="81031"/>
                  <a:pt x="2694793" y="86668"/>
                </a:cubicBezTo>
                <a:cubicBezTo>
                  <a:pt x="2694793" y="92305"/>
                  <a:pt x="2693844" y="97563"/>
                  <a:pt x="2691948" y="102442"/>
                </a:cubicBezTo>
                <a:cubicBezTo>
                  <a:pt x="2690051" y="107320"/>
                  <a:pt x="2687397" y="111548"/>
                  <a:pt x="2683984" y="115126"/>
                </a:cubicBezTo>
                <a:cubicBezTo>
                  <a:pt x="2680571" y="118702"/>
                  <a:pt x="2676453" y="121521"/>
                  <a:pt x="2671630" y="123581"/>
                </a:cubicBezTo>
                <a:cubicBezTo>
                  <a:pt x="2666808" y="125640"/>
                  <a:pt x="2661418" y="126669"/>
                  <a:pt x="2655459" y="126669"/>
                </a:cubicBezTo>
                <a:cubicBezTo>
                  <a:pt x="2649931" y="126669"/>
                  <a:pt x="2644567" y="125430"/>
                  <a:pt x="2639365" y="122954"/>
                </a:cubicBezTo>
                <a:cubicBezTo>
                  <a:pt x="2634165" y="120477"/>
                  <a:pt x="2629939" y="116800"/>
                  <a:pt x="2626689" y="111924"/>
                </a:cubicBezTo>
                <a:lnTo>
                  <a:pt x="2626364" y="111924"/>
                </a:lnTo>
                <a:moveTo>
                  <a:pt x="2683091" y="86671"/>
                </a:moveTo>
                <a:cubicBezTo>
                  <a:pt x="2683091" y="82434"/>
                  <a:pt x="2682440" y="78443"/>
                  <a:pt x="2681139" y="74696"/>
                </a:cubicBezTo>
                <a:cubicBezTo>
                  <a:pt x="2679839" y="70948"/>
                  <a:pt x="2677970" y="67689"/>
                  <a:pt x="2675531" y="64919"/>
                </a:cubicBezTo>
                <a:cubicBezTo>
                  <a:pt x="2673094" y="62148"/>
                  <a:pt x="2670087" y="59948"/>
                  <a:pt x="2666511" y="58319"/>
                </a:cubicBezTo>
                <a:cubicBezTo>
                  <a:pt x="2662934" y="56689"/>
                  <a:pt x="2658871" y="55874"/>
                  <a:pt x="2654321" y="55874"/>
                </a:cubicBezTo>
                <a:cubicBezTo>
                  <a:pt x="2650094" y="55874"/>
                  <a:pt x="2646193" y="56662"/>
                  <a:pt x="2642617" y="58238"/>
                </a:cubicBezTo>
                <a:cubicBezTo>
                  <a:pt x="2639042" y="59812"/>
                  <a:pt x="2635954" y="61984"/>
                  <a:pt x="2633353" y="64756"/>
                </a:cubicBezTo>
                <a:cubicBezTo>
                  <a:pt x="2630752" y="67525"/>
                  <a:pt x="2628720" y="70784"/>
                  <a:pt x="2627257" y="74533"/>
                </a:cubicBezTo>
                <a:cubicBezTo>
                  <a:pt x="2625793" y="78279"/>
                  <a:pt x="2625062" y="82325"/>
                  <a:pt x="2625062" y="86671"/>
                </a:cubicBezTo>
                <a:cubicBezTo>
                  <a:pt x="2625062" y="91016"/>
                  <a:pt x="2625793" y="95063"/>
                  <a:pt x="2627257" y="98811"/>
                </a:cubicBezTo>
                <a:cubicBezTo>
                  <a:pt x="2628720" y="102558"/>
                  <a:pt x="2630752" y="105790"/>
                  <a:pt x="2633353" y="108506"/>
                </a:cubicBezTo>
                <a:cubicBezTo>
                  <a:pt x="2635954" y="111221"/>
                  <a:pt x="2639042" y="113367"/>
                  <a:pt x="2642617" y="114942"/>
                </a:cubicBezTo>
                <a:cubicBezTo>
                  <a:pt x="2646193" y="116517"/>
                  <a:pt x="2650094" y="117304"/>
                  <a:pt x="2654321" y="117304"/>
                </a:cubicBezTo>
                <a:cubicBezTo>
                  <a:pt x="2658871" y="117304"/>
                  <a:pt x="2662934" y="116517"/>
                  <a:pt x="2666511" y="114942"/>
                </a:cubicBezTo>
                <a:cubicBezTo>
                  <a:pt x="2670087" y="113367"/>
                  <a:pt x="2673094" y="111194"/>
                  <a:pt x="2675531" y="108424"/>
                </a:cubicBezTo>
                <a:cubicBezTo>
                  <a:pt x="2677970" y="105653"/>
                  <a:pt x="2679839" y="102394"/>
                  <a:pt x="2681139" y="98648"/>
                </a:cubicBezTo>
                <a:cubicBezTo>
                  <a:pt x="2682440" y="94899"/>
                  <a:pt x="2683091" y="90907"/>
                  <a:pt x="2683091" y="86671"/>
                </a:cubicBezTo>
                <a:close/>
                <a:moveTo>
                  <a:pt x="2729739" y="124764"/>
                </a:moveTo>
                <a:lnTo>
                  <a:pt x="2718687" y="124764"/>
                </a:lnTo>
                <a:lnTo>
                  <a:pt x="2718687" y="48694"/>
                </a:lnTo>
                <a:lnTo>
                  <a:pt x="2729739" y="48694"/>
                </a:lnTo>
                <a:lnTo>
                  <a:pt x="2729739" y="124764"/>
                </a:lnTo>
                <a:moveTo>
                  <a:pt x="2732016" y="19365"/>
                </a:moveTo>
                <a:cubicBezTo>
                  <a:pt x="2732016" y="21634"/>
                  <a:pt x="2731203" y="23497"/>
                  <a:pt x="2729578" y="24956"/>
                </a:cubicBezTo>
                <a:cubicBezTo>
                  <a:pt x="2727952" y="26414"/>
                  <a:pt x="2726164" y="27143"/>
                  <a:pt x="2724213" y="27143"/>
                </a:cubicBezTo>
                <a:cubicBezTo>
                  <a:pt x="2722262" y="27143"/>
                  <a:pt x="2720474" y="26414"/>
                  <a:pt x="2718848" y="24956"/>
                </a:cubicBezTo>
                <a:cubicBezTo>
                  <a:pt x="2717223" y="23497"/>
                  <a:pt x="2716410" y="21634"/>
                  <a:pt x="2716410" y="19365"/>
                </a:cubicBezTo>
                <a:cubicBezTo>
                  <a:pt x="2716410" y="17097"/>
                  <a:pt x="2717223" y="15233"/>
                  <a:pt x="2718848" y="13775"/>
                </a:cubicBezTo>
                <a:cubicBezTo>
                  <a:pt x="2720474" y="12317"/>
                  <a:pt x="2722262" y="11587"/>
                  <a:pt x="2724213" y="11587"/>
                </a:cubicBezTo>
                <a:cubicBezTo>
                  <a:pt x="2726164" y="11587"/>
                  <a:pt x="2727952" y="12317"/>
                  <a:pt x="2729578" y="13775"/>
                </a:cubicBezTo>
                <a:cubicBezTo>
                  <a:pt x="2731203" y="15233"/>
                  <a:pt x="2732016" y="17097"/>
                  <a:pt x="2732016" y="19365"/>
                </a:cubicBezTo>
                <a:close/>
                <a:moveTo>
                  <a:pt x="2770538" y="124764"/>
                </a:moveTo>
                <a:lnTo>
                  <a:pt x="2759484" y="124764"/>
                </a:lnTo>
                <a:lnTo>
                  <a:pt x="2759484" y="1882"/>
                </a:lnTo>
                <a:lnTo>
                  <a:pt x="2770538" y="1882"/>
                </a:lnTo>
                <a:lnTo>
                  <a:pt x="2770538" y="124764"/>
                </a:lnTo>
                <a:close/>
                <a:moveTo>
                  <a:pt x="2811336" y="124764"/>
                </a:moveTo>
                <a:lnTo>
                  <a:pt x="2800284" y="124764"/>
                </a:lnTo>
                <a:lnTo>
                  <a:pt x="2800284" y="48694"/>
                </a:lnTo>
                <a:lnTo>
                  <a:pt x="2811336" y="48694"/>
                </a:lnTo>
                <a:lnTo>
                  <a:pt x="2811336" y="124764"/>
                </a:lnTo>
                <a:moveTo>
                  <a:pt x="2813613" y="19365"/>
                </a:moveTo>
                <a:cubicBezTo>
                  <a:pt x="2813613" y="21634"/>
                  <a:pt x="2812800" y="23497"/>
                  <a:pt x="2811175" y="24956"/>
                </a:cubicBezTo>
                <a:cubicBezTo>
                  <a:pt x="2809549" y="26414"/>
                  <a:pt x="2807761" y="27143"/>
                  <a:pt x="2805810" y="27143"/>
                </a:cubicBezTo>
                <a:cubicBezTo>
                  <a:pt x="2803859" y="27143"/>
                  <a:pt x="2802071" y="26414"/>
                  <a:pt x="2800445" y="24956"/>
                </a:cubicBezTo>
                <a:cubicBezTo>
                  <a:pt x="2798820" y="23497"/>
                  <a:pt x="2798007" y="21634"/>
                  <a:pt x="2798007" y="19365"/>
                </a:cubicBezTo>
                <a:cubicBezTo>
                  <a:pt x="2798007" y="17097"/>
                  <a:pt x="2798820" y="15233"/>
                  <a:pt x="2800445" y="13775"/>
                </a:cubicBezTo>
                <a:cubicBezTo>
                  <a:pt x="2802071" y="12317"/>
                  <a:pt x="2803859" y="11587"/>
                  <a:pt x="2805810" y="11587"/>
                </a:cubicBezTo>
                <a:cubicBezTo>
                  <a:pt x="2807761" y="11587"/>
                  <a:pt x="2809549" y="12317"/>
                  <a:pt x="2811175" y="13775"/>
                </a:cubicBezTo>
                <a:cubicBezTo>
                  <a:pt x="2812800" y="15233"/>
                  <a:pt x="2813613" y="17097"/>
                  <a:pt x="2813613" y="19365"/>
                </a:cubicBezTo>
                <a:close/>
                <a:moveTo>
                  <a:pt x="2875052" y="57938"/>
                </a:moveTo>
                <a:lnTo>
                  <a:pt x="2853598" y="57938"/>
                </a:lnTo>
                <a:lnTo>
                  <a:pt x="2853598" y="102358"/>
                </a:lnTo>
                <a:cubicBezTo>
                  <a:pt x="2853598" y="105179"/>
                  <a:pt x="2853869" y="107511"/>
                  <a:pt x="2854409" y="109355"/>
                </a:cubicBezTo>
                <a:cubicBezTo>
                  <a:pt x="2854952" y="111198"/>
                  <a:pt x="2855737" y="112636"/>
                  <a:pt x="2856765" y="113668"/>
                </a:cubicBezTo>
                <a:cubicBezTo>
                  <a:pt x="2857795" y="114698"/>
                  <a:pt x="2859015" y="115403"/>
                  <a:pt x="2860424" y="115783"/>
                </a:cubicBezTo>
                <a:cubicBezTo>
                  <a:pt x="2861832" y="116162"/>
                  <a:pt x="2863349" y="116351"/>
                  <a:pt x="2864975" y="116351"/>
                </a:cubicBezTo>
                <a:cubicBezTo>
                  <a:pt x="2866493" y="116351"/>
                  <a:pt x="2868091" y="116130"/>
                  <a:pt x="2869769" y="115689"/>
                </a:cubicBezTo>
                <a:cubicBezTo>
                  <a:pt x="2871449" y="115246"/>
                  <a:pt x="2873048" y="114637"/>
                  <a:pt x="2874566" y="113861"/>
                </a:cubicBezTo>
                <a:lnTo>
                  <a:pt x="2875052" y="123442"/>
                </a:lnTo>
                <a:cubicBezTo>
                  <a:pt x="2873102" y="124201"/>
                  <a:pt x="2871071" y="124770"/>
                  <a:pt x="2868958" y="125148"/>
                </a:cubicBezTo>
                <a:cubicBezTo>
                  <a:pt x="2866845" y="125527"/>
                  <a:pt x="2864542" y="125716"/>
                  <a:pt x="2862048" y="125716"/>
                </a:cubicBezTo>
                <a:cubicBezTo>
                  <a:pt x="2859990" y="125716"/>
                  <a:pt x="2857823" y="125445"/>
                  <a:pt x="2855548" y="124903"/>
                </a:cubicBezTo>
                <a:cubicBezTo>
                  <a:pt x="2853272" y="124362"/>
                  <a:pt x="2851159" y="123334"/>
                  <a:pt x="2849208" y="121818"/>
                </a:cubicBezTo>
                <a:cubicBezTo>
                  <a:pt x="2847259" y="120300"/>
                  <a:pt x="2845661" y="118240"/>
                  <a:pt x="2844414" y="115639"/>
                </a:cubicBezTo>
                <a:cubicBezTo>
                  <a:pt x="2843167" y="113038"/>
                  <a:pt x="2842544" y="109625"/>
                  <a:pt x="2842544" y="105399"/>
                </a:cubicBezTo>
                <a:lnTo>
                  <a:pt x="2842544" y="57938"/>
                </a:lnTo>
                <a:lnTo>
                  <a:pt x="2826777" y="57938"/>
                </a:lnTo>
                <a:lnTo>
                  <a:pt x="2826777" y="48731"/>
                </a:lnTo>
                <a:lnTo>
                  <a:pt x="2842544" y="48731"/>
                </a:lnTo>
                <a:lnTo>
                  <a:pt x="2842544" y="27275"/>
                </a:lnTo>
                <a:lnTo>
                  <a:pt x="2853598" y="27275"/>
                </a:lnTo>
                <a:lnTo>
                  <a:pt x="2853598" y="48731"/>
                </a:lnTo>
                <a:lnTo>
                  <a:pt x="2875052" y="48731"/>
                </a:lnTo>
                <a:lnTo>
                  <a:pt x="2875052" y="57938"/>
                </a:lnTo>
                <a:close/>
                <a:moveTo>
                  <a:pt x="2918452" y="113008"/>
                </a:moveTo>
                <a:lnTo>
                  <a:pt x="2918777" y="113008"/>
                </a:lnTo>
                <a:lnTo>
                  <a:pt x="2942344" y="48803"/>
                </a:lnTo>
                <a:lnTo>
                  <a:pt x="2954373" y="48803"/>
                </a:lnTo>
                <a:lnTo>
                  <a:pt x="2916500" y="144541"/>
                </a:lnTo>
                <a:cubicBezTo>
                  <a:pt x="2914225" y="150393"/>
                  <a:pt x="2911327" y="155067"/>
                  <a:pt x="2907805" y="158564"/>
                </a:cubicBezTo>
                <a:cubicBezTo>
                  <a:pt x="2904283" y="162063"/>
                  <a:pt x="2899217" y="163812"/>
                  <a:pt x="2892606" y="163812"/>
                </a:cubicBezTo>
                <a:cubicBezTo>
                  <a:pt x="2889248" y="163812"/>
                  <a:pt x="2885944" y="163495"/>
                  <a:pt x="2882693" y="162860"/>
                </a:cubicBezTo>
                <a:lnTo>
                  <a:pt x="2883829" y="152830"/>
                </a:lnTo>
                <a:cubicBezTo>
                  <a:pt x="2886430" y="153696"/>
                  <a:pt x="2889139" y="154130"/>
                  <a:pt x="2891956" y="154130"/>
                </a:cubicBezTo>
                <a:cubicBezTo>
                  <a:pt x="2895749" y="154130"/>
                  <a:pt x="2898729" y="152965"/>
                  <a:pt x="2900895" y="150635"/>
                </a:cubicBezTo>
                <a:cubicBezTo>
                  <a:pt x="2903063" y="148305"/>
                  <a:pt x="2904959" y="144974"/>
                  <a:pt x="2906585" y="140640"/>
                </a:cubicBezTo>
                <a:lnTo>
                  <a:pt x="2912763" y="124709"/>
                </a:lnTo>
                <a:lnTo>
                  <a:pt x="2880255" y="48803"/>
                </a:lnTo>
                <a:lnTo>
                  <a:pt x="2892606" y="48803"/>
                </a:lnTo>
                <a:lnTo>
                  <a:pt x="2918452" y="113008"/>
                </a:lnTo>
                <a:close/>
                <a:moveTo>
                  <a:pt x="2981032" y="116907"/>
                </a:moveTo>
                <a:cubicBezTo>
                  <a:pt x="2981032" y="119190"/>
                  <a:pt x="2980219" y="121230"/>
                  <a:pt x="2978594" y="123025"/>
                </a:cubicBezTo>
                <a:cubicBezTo>
                  <a:pt x="2976968" y="124819"/>
                  <a:pt x="2974855" y="125716"/>
                  <a:pt x="2972254" y="125716"/>
                </a:cubicBezTo>
                <a:cubicBezTo>
                  <a:pt x="2969653" y="125716"/>
                  <a:pt x="2967540" y="124819"/>
                  <a:pt x="2965915" y="123025"/>
                </a:cubicBezTo>
                <a:cubicBezTo>
                  <a:pt x="2964290" y="121230"/>
                  <a:pt x="2963477" y="119190"/>
                  <a:pt x="2963477" y="116907"/>
                </a:cubicBezTo>
                <a:cubicBezTo>
                  <a:pt x="2963477" y="114623"/>
                  <a:pt x="2964290" y="112585"/>
                  <a:pt x="2965915" y="110791"/>
                </a:cubicBezTo>
                <a:cubicBezTo>
                  <a:pt x="2967540" y="108995"/>
                  <a:pt x="2969653" y="108097"/>
                  <a:pt x="2972254" y="108097"/>
                </a:cubicBezTo>
                <a:cubicBezTo>
                  <a:pt x="2974855" y="108097"/>
                  <a:pt x="2976968" y="108995"/>
                  <a:pt x="2978594" y="110791"/>
                </a:cubicBezTo>
                <a:cubicBezTo>
                  <a:pt x="2980219" y="112585"/>
                  <a:pt x="2981032" y="114623"/>
                  <a:pt x="2981032" y="116907"/>
                </a:cubicBezTo>
                <a:close/>
                <a:moveTo>
                  <a:pt x="3044421" y="9683"/>
                </a:moveTo>
                <a:lnTo>
                  <a:pt x="3076932" y="9683"/>
                </a:lnTo>
                <a:cubicBezTo>
                  <a:pt x="3082784" y="9683"/>
                  <a:pt x="3088093" y="10306"/>
                  <a:pt x="3092860" y="11553"/>
                </a:cubicBezTo>
                <a:cubicBezTo>
                  <a:pt x="3097628" y="12798"/>
                  <a:pt x="3101719" y="14694"/>
                  <a:pt x="3105132" y="17240"/>
                </a:cubicBezTo>
                <a:cubicBezTo>
                  <a:pt x="3108546" y="19785"/>
                  <a:pt x="3111174" y="22980"/>
                  <a:pt x="3113016" y="26826"/>
                </a:cubicBezTo>
                <a:cubicBezTo>
                  <a:pt x="3114858" y="30672"/>
                  <a:pt x="3115779" y="35195"/>
                  <a:pt x="3115779" y="40395"/>
                </a:cubicBezTo>
                <a:cubicBezTo>
                  <a:pt x="3115779" y="45595"/>
                  <a:pt x="3114831" y="50118"/>
                  <a:pt x="3112935" y="53964"/>
                </a:cubicBezTo>
                <a:cubicBezTo>
                  <a:pt x="3111038" y="57810"/>
                  <a:pt x="3108383" y="61006"/>
                  <a:pt x="3104968" y="63553"/>
                </a:cubicBezTo>
                <a:cubicBezTo>
                  <a:pt x="3101555" y="66099"/>
                  <a:pt x="3097438" y="68022"/>
                  <a:pt x="3092617" y="69322"/>
                </a:cubicBezTo>
                <a:cubicBezTo>
                  <a:pt x="3087795" y="70621"/>
                  <a:pt x="3082459" y="71271"/>
                  <a:pt x="3076607" y="71271"/>
                </a:cubicBezTo>
                <a:lnTo>
                  <a:pt x="3056126" y="71271"/>
                </a:lnTo>
                <a:lnTo>
                  <a:pt x="3056126" y="124764"/>
                </a:lnTo>
                <a:lnTo>
                  <a:pt x="3044421" y="124764"/>
                </a:lnTo>
                <a:lnTo>
                  <a:pt x="3044421" y="9683"/>
                </a:lnTo>
                <a:moveTo>
                  <a:pt x="3056126" y="61430"/>
                </a:moveTo>
                <a:lnTo>
                  <a:pt x="3075955" y="61430"/>
                </a:lnTo>
                <a:cubicBezTo>
                  <a:pt x="3085166" y="61430"/>
                  <a:pt x="3092155" y="59636"/>
                  <a:pt x="3096922" y="56048"/>
                </a:cubicBezTo>
                <a:cubicBezTo>
                  <a:pt x="3101691" y="52460"/>
                  <a:pt x="3104075" y="47241"/>
                  <a:pt x="3104075" y="40393"/>
                </a:cubicBezTo>
                <a:cubicBezTo>
                  <a:pt x="3104075" y="33218"/>
                  <a:pt x="3101610" y="27973"/>
                  <a:pt x="3096679" y="24658"/>
                </a:cubicBezTo>
                <a:cubicBezTo>
                  <a:pt x="3091749" y="21341"/>
                  <a:pt x="3084840" y="19683"/>
                  <a:pt x="3075955" y="19683"/>
                </a:cubicBezTo>
                <a:lnTo>
                  <a:pt x="3056126" y="19683"/>
                </a:lnTo>
                <a:lnTo>
                  <a:pt x="3056126" y="61430"/>
                </a:lnTo>
                <a:close/>
                <a:moveTo>
                  <a:pt x="3184373" y="80954"/>
                </a:moveTo>
                <a:cubicBezTo>
                  <a:pt x="3184047" y="73741"/>
                  <a:pt x="3181744" y="67758"/>
                  <a:pt x="3177463" y="63005"/>
                </a:cubicBezTo>
                <a:cubicBezTo>
                  <a:pt x="3173184" y="58251"/>
                  <a:pt x="3167089" y="55874"/>
                  <a:pt x="3159179" y="55874"/>
                </a:cubicBezTo>
                <a:cubicBezTo>
                  <a:pt x="3155495" y="55874"/>
                  <a:pt x="3152081" y="56557"/>
                  <a:pt x="3148938" y="57923"/>
                </a:cubicBezTo>
                <a:cubicBezTo>
                  <a:pt x="3145796" y="59288"/>
                  <a:pt x="3143033" y="61146"/>
                  <a:pt x="3140649" y="63496"/>
                </a:cubicBezTo>
                <a:cubicBezTo>
                  <a:pt x="3138265" y="65845"/>
                  <a:pt x="3136368" y="68523"/>
                  <a:pt x="3134960" y="71529"/>
                </a:cubicBezTo>
                <a:cubicBezTo>
                  <a:pt x="3133551" y="74533"/>
                  <a:pt x="3132738" y="77675"/>
                  <a:pt x="3132522" y="80954"/>
                </a:cubicBezTo>
                <a:lnTo>
                  <a:pt x="3184373" y="80954"/>
                </a:lnTo>
                <a:moveTo>
                  <a:pt x="3195588" y="84471"/>
                </a:moveTo>
                <a:cubicBezTo>
                  <a:pt x="3195588" y="85231"/>
                  <a:pt x="3195588" y="86046"/>
                  <a:pt x="3195588" y="86916"/>
                </a:cubicBezTo>
                <a:cubicBezTo>
                  <a:pt x="3195588" y="87784"/>
                  <a:pt x="3195534" y="88707"/>
                  <a:pt x="3195424" y="89684"/>
                </a:cubicBezTo>
                <a:lnTo>
                  <a:pt x="3132358" y="89684"/>
                </a:lnTo>
                <a:cubicBezTo>
                  <a:pt x="3132467" y="93475"/>
                  <a:pt x="3133225" y="97050"/>
                  <a:pt x="3134632" y="100408"/>
                </a:cubicBezTo>
                <a:cubicBezTo>
                  <a:pt x="3136041" y="103765"/>
                  <a:pt x="3137991" y="106689"/>
                  <a:pt x="3140483" y="109181"/>
                </a:cubicBezTo>
                <a:cubicBezTo>
                  <a:pt x="3142976" y="111671"/>
                  <a:pt x="3145902" y="113648"/>
                  <a:pt x="3149260" y="115111"/>
                </a:cubicBezTo>
                <a:cubicBezTo>
                  <a:pt x="3152620" y="116573"/>
                  <a:pt x="3156251" y="117304"/>
                  <a:pt x="3160153" y="117304"/>
                </a:cubicBezTo>
                <a:cubicBezTo>
                  <a:pt x="3165896" y="117304"/>
                  <a:pt x="3170853" y="115977"/>
                  <a:pt x="3175025" y="113323"/>
                </a:cubicBezTo>
                <a:cubicBezTo>
                  <a:pt x="3179196" y="110667"/>
                  <a:pt x="3182366" y="107606"/>
                  <a:pt x="3184534" y="104139"/>
                </a:cubicBezTo>
                <a:lnTo>
                  <a:pt x="3192823" y="110639"/>
                </a:lnTo>
                <a:cubicBezTo>
                  <a:pt x="3188272" y="116374"/>
                  <a:pt x="3183261" y="120479"/>
                  <a:pt x="3177788" y="122956"/>
                </a:cubicBezTo>
                <a:cubicBezTo>
                  <a:pt x="3172316" y="125431"/>
                  <a:pt x="3166438" y="126669"/>
                  <a:pt x="3160153" y="126669"/>
                </a:cubicBezTo>
                <a:cubicBezTo>
                  <a:pt x="3154518" y="126669"/>
                  <a:pt x="3149289" y="125666"/>
                  <a:pt x="3144466" y="123660"/>
                </a:cubicBezTo>
                <a:cubicBezTo>
                  <a:pt x="3139645" y="121655"/>
                  <a:pt x="3135500" y="118864"/>
                  <a:pt x="3132033" y="115287"/>
                </a:cubicBezTo>
                <a:cubicBezTo>
                  <a:pt x="3128566" y="111709"/>
                  <a:pt x="3125829" y="107481"/>
                  <a:pt x="3123823" y="102603"/>
                </a:cubicBezTo>
                <a:cubicBezTo>
                  <a:pt x="3121819" y="97726"/>
                  <a:pt x="3120817" y="92414"/>
                  <a:pt x="3120817" y="86668"/>
                </a:cubicBezTo>
                <a:cubicBezTo>
                  <a:pt x="3120817" y="80922"/>
                  <a:pt x="3121792" y="75611"/>
                  <a:pt x="3123742" y="70733"/>
                </a:cubicBezTo>
                <a:cubicBezTo>
                  <a:pt x="3125693" y="65855"/>
                  <a:pt x="3128402" y="61628"/>
                  <a:pt x="3131869" y="58052"/>
                </a:cubicBezTo>
                <a:cubicBezTo>
                  <a:pt x="3135338" y="54473"/>
                  <a:pt x="3139402" y="51682"/>
                  <a:pt x="3144062" y="49676"/>
                </a:cubicBezTo>
                <a:cubicBezTo>
                  <a:pt x="3148721" y="47670"/>
                  <a:pt x="3153760" y="46667"/>
                  <a:pt x="3159179" y="46667"/>
                </a:cubicBezTo>
                <a:cubicBezTo>
                  <a:pt x="3165138" y="46667"/>
                  <a:pt x="3170393" y="47673"/>
                  <a:pt x="3174943" y="49683"/>
                </a:cubicBezTo>
                <a:cubicBezTo>
                  <a:pt x="3179495" y="51692"/>
                  <a:pt x="3183288" y="54408"/>
                  <a:pt x="3186322" y="57831"/>
                </a:cubicBezTo>
                <a:cubicBezTo>
                  <a:pt x="3189356" y="61252"/>
                  <a:pt x="3191659" y="65243"/>
                  <a:pt x="3193229" y="69805"/>
                </a:cubicBezTo>
                <a:cubicBezTo>
                  <a:pt x="3194802" y="74367"/>
                  <a:pt x="3195588" y="79256"/>
                  <a:pt x="3195588" y="84471"/>
                </a:cubicBezTo>
                <a:close/>
                <a:moveTo>
                  <a:pt x="3219316" y="65378"/>
                </a:moveTo>
                <a:cubicBezTo>
                  <a:pt x="3219316" y="63316"/>
                  <a:pt x="3219262" y="60660"/>
                  <a:pt x="3219153" y="57409"/>
                </a:cubicBezTo>
                <a:cubicBezTo>
                  <a:pt x="3219045" y="54159"/>
                  <a:pt x="3218883" y="51233"/>
                  <a:pt x="3218667" y="48632"/>
                </a:cubicBezTo>
                <a:lnTo>
                  <a:pt x="3229232" y="48632"/>
                </a:lnTo>
                <a:cubicBezTo>
                  <a:pt x="3229449" y="50690"/>
                  <a:pt x="3229611" y="52966"/>
                  <a:pt x="3229718" y="55460"/>
                </a:cubicBezTo>
                <a:cubicBezTo>
                  <a:pt x="3229828" y="57952"/>
                  <a:pt x="3229882" y="60010"/>
                  <a:pt x="3229882" y="61635"/>
                </a:cubicBezTo>
                <a:lnTo>
                  <a:pt x="3230207" y="61635"/>
                </a:lnTo>
                <a:cubicBezTo>
                  <a:pt x="3232375" y="57188"/>
                  <a:pt x="3235625" y="53581"/>
                  <a:pt x="3239959" y="50817"/>
                </a:cubicBezTo>
                <a:cubicBezTo>
                  <a:pt x="3244295" y="48051"/>
                  <a:pt x="3249171" y="46667"/>
                  <a:pt x="3254590" y="46667"/>
                </a:cubicBezTo>
                <a:cubicBezTo>
                  <a:pt x="3255999" y="46667"/>
                  <a:pt x="3257272" y="46731"/>
                  <a:pt x="3258409" y="46858"/>
                </a:cubicBezTo>
                <a:cubicBezTo>
                  <a:pt x="3259547" y="46986"/>
                  <a:pt x="3260712" y="47240"/>
                  <a:pt x="3261904" y="47620"/>
                </a:cubicBezTo>
                <a:lnTo>
                  <a:pt x="3260441" y="57962"/>
                </a:lnTo>
                <a:cubicBezTo>
                  <a:pt x="3259791" y="57746"/>
                  <a:pt x="3258707" y="57529"/>
                  <a:pt x="3257189" y="57312"/>
                </a:cubicBezTo>
                <a:cubicBezTo>
                  <a:pt x="3255673" y="57094"/>
                  <a:pt x="3254156" y="56985"/>
                  <a:pt x="3252638" y="56985"/>
                </a:cubicBezTo>
                <a:cubicBezTo>
                  <a:pt x="3249713" y="56985"/>
                  <a:pt x="3246895" y="57527"/>
                  <a:pt x="3244185" y="58612"/>
                </a:cubicBezTo>
                <a:cubicBezTo>
                  <a:pt x="3241477" y="59695"/>
                  <a:pt x="3239120" y="61402"/>
                  <a:pt x="3237114" y="63731"/>
                </a:cubicBezTo>
                <a:cubicBezTo>
                  <a:pt x="3235110" y="66061"/>
                  <a:pt x="3233485" y="69041"/>
                  <a:pt x="3232238" y="72672"/>
                </a:cubicBezTo>
                <a:cubicBezTo>
                  <a:pt x="3230993" y="76302"/>
                  <a:pt x="3230371" y="80663"/>
                  <a:pt x="3230371" y="85755"/>
                </a:cubicBezTo>
                <a:lnTo>
                  <a:pt x="3230371" y="124764"/>
                </a:lnTo>
                <a:lnTo>
                  <a:pt x="3219316" y="124764"/>
                </a:lnTo>
                <a:lnTo>
                  <a:pt x="3219316" y="65378"/>
                </a:lnTo>
                <a:close/>
                <a:moveTo>
                  <a:pt x="3310015" y="57938"/>
                </a:moveTo>
                <a:lnTo>
                  <a:pt x="3292136" y="57938"/>
                </a:lnTo>
                <a:lnTo>
                  <a:pt x="3292136" y="124764"/>
                </a:lnTo>
                <a:lnTo>
                  <a:pt x="3281084" y="124764"/>
                </a:lnTo>
                <a:lnTo>
                  <a:pt x="3281084" y="57938"/>
                </a:lnTo>
                <a:lnTo>
                  <a:pt x="3265154" y="57938"/>
                </a:lnTo>
                <a:lnTo>
                  <a:pt x="3265154" y="48731"/>
                </a:lnTo>
                <a:lnTo>
                  <a:pt x="3281084" y="48731"/>
                </a:lnTo>
                <a:lnTo>
                  <a:pt x="3281084" y="27939"/>
                </a:lnTo>
                <a:cubicBezTo>
                  <a:pt x="3281084" y="19275"/>
                  <a:pt x="3283197" y="12453"/>
                  <a:pt x="3287423" y="7473"/>
                </a:cubicBezTo>
                <a:cubicBezTo>
                  <a:pt x="3291650" y="2491"/>
                  <a:pt x="3298151" y="0"/>
                  <a:pt x="3306928" y="0"/>
                </a:cubicBezTo>
                <a:cubicBezTo>
                  <a:pt x="3308336" y="0"/>
                  <a:pt x="3309853" y="81"/>
                  <a:pt x="3311479" y="243"/>
                </a:cubicBezTo>
                <a:cubicBezTo>
                  <a:pt x="3313104" y="403"/>
                  <a:pt x="3314621" y="699"/>
                  <a:pt x="3316030" y="1128"/>
                </a:cubicBezTo>
                <a:lnTo>
                  <a:pt x="3314080" y="10819"/>
                </a:lnTo>
                <a:cubicBezTo>
                  <a:pt x="3312888" y="10495"/>
                  <a:pt x="3311696" y="10224"/>
                  <a:pt x="3310504" y="10008"/>
                </a:cubicBezTo>
                <a:cubicBezTo>
                  <a:pt x="3309312" y="9791"/>
                  <a:pt x="3307958" y="9683"/>
                  <a:pt x="3306441" y="9683"/>
                </a:cubicBezTo>
                <a:cubicBezTo>
                  <a:pt x="3303515" y="9683"/>
                  <a:pt x="3301103" y="10171"/>
                  <a:pt x="3299207" y="11148"/>
                </a:cubicBezTo>
                <a:cubicBezTo>
                  <a:pt x="3297310" y="12124"/>
                  <a:pt x="3295847" y="13507"/>
                  <a:pt x="3294817" y="15298"/>
                </a:cubicBezTo>
                <a:cubicBezTo>
                  <a:pt x="3293788" y="17087"/>
                  <a:pt x="3293084" y="19174"/>
                  <a:pt x="3292704" y="21560"/>
                </a:cubicBezTo>
                <a:cubicBezTo>
                  <a:pt x="3292325" y="23946"/>
                  <a:pt x="3292136" y="26495"/>
                  <a:pt x="3292136" y="29207"/>
                </a:cubicBezTo>
                <a:lnTo>
                  <a:pt x="3292136" y="48731"/>
                </a:lnTo>
                <a:lnTo>
                  <a:pt x="3310015" y="48731"/>
                </a:lnTo>
                <a:lnTo>
                  <a:pt x="3310015" y="57938"/>
                </a:lnTo>
                <a:close/>
                <a:moveTo>
                  <a:pt x="3383812" y="80954"/>
                </a:moveTo>
                <a:cubicBezTo>
                  <a:pt x="3383486" y="73741"/>
                  <a:pt x="3381183" y="67758"/>
                  <a:pt x="3376902" y="63005"/>
                </a:cubicBezTo>
                <a:cubicBezTo>
                  <a:pt x="3372623" y="58251"/>
                  <a:pt x="3366528" y="55874"/>
                  <a:pt x="3358618" y="55874"/>
                </a:cubicBezTo>
                <a:cubicBezTo>
                  <a:pt x="3354934" y="55874"/>
                  <a:pt x="3351520" y="56557"/>
                  <a:pt x="3348377" y="57923"/>
                </a:cubicBezTo>
                <a:cubicBezTo>
                  <a:pt x="3345235" y="59288"/>
                  <a:pt x="3342472" y="61146"/>
                  <a:pt x="3340088" y="63496"/>
                </a:cubicBezTo>
                <a:cubicBezTo>
                  <a:pt x="3337704" y="65845"/>
                  <a:pt x="3335807" y="68523"/>
                  <a:pt x="3334399" y="71529"/>
                </a:cubicBezTo>
                <a:cubicBezTo>
                  <a:pt x="3332990" y="74533"/>
                  <a:pt x="3332177" y="77675"/>
                  <a:pt x="3331960" y="80954"/>
                </a:cubicBezTo>
                <a:lnTo>
                  <a:pt x="3383812" y="80954"/>
                </a:lnTo>
                <a:moveTo>
                  <a:pt x="3395027" y="84471"/>
                </a:moveTo>
                <a:cubicBezTo>
                  <a:pt x="3395027" y="85231"/>
                  <a:pt x="3395027" y="86046"/>
                  <a:pt x="3395027" y="86916"/>
                </a:cubicBezTo>
                <a:cubicBezTo>
                  <a:pt x="3395027" y="87784"/>
                  <a:pt x="3394972" y="88707"/>
                  <a:pt x="3394863" y="89684"/>
                </a:cubicBezTo>
                <a:lnTo>
                  <a:pt x="3331797" y="89684"/>
                </a:lnTo>
                <a:cubicBezTo>
                  <a:pt x="3331906" y="93475"/>
                  <a:pt x="3332664" y="97050"/>
                  <a:pt x="3334071" y="100408"/>
                </a:cubicBezTo>
                <a:cubicBezTo>
                  <a:pt x="3335480" y="103765"/>
                  <a:pt x="3337430" y="106689"/>
                  <a:pt x="3339922" y="109181"/>
                </a:cubicBezTo>
                <a:cubicBezTo>
                  <a:pt x="3342415" y="111671"/>
                  <a:pt x="3345341" y="113648"/>
                  <a:pt x="3348699" y="115111"/>
                </a:cubicBezTo>
                <a:cubicBezTo>
                  <a:pt x="3352059" y="116573"/>
                  <a:pt x="3355690" y="117304"/>
                  <a:pt x="3359592" y="117304"/>
                </a:cubicBezTo>
                <a:cubicBezTo>
                  <a:pt x="3365335" y="117304"/>
                  <a:pt x="3370292" y="115977"/>
                  <a:pt x="3374464" y="113323"/>
                </a:cubicBezTo>
                <a:cubicBezTo>
                  <a:pt x="3378635" y="110667"/>
                  <a:pt x="3381805" y="107606"/>
                  <a:pt x="3383973" y="104139"/>
                </a:cubicBezTo>
                <a:lnTo>
                  <a:pt x="3392262" y="110639"/>
                </a:lnTo>
                <a:cubicBezTo>
                  <a:pt x="3387711" y="116374"/>
                  <a:pt x="3382700" y="120479"/>
                  <a:pt x="3377227" y="122956"/>
                </a:cubicBezTo>
                <a:cubicBezTo>
                  <a:pt x="3371755" y="125431"/>
                  <a:pt x="3365877" y="126669"/>
                  <a:pt x="3359592" y="126669"/>
                </a:cubicBezTo>
                <a:cubicBezTo>
                  <a:pt x="3353957" y="126669"/>
                  <a:pt x="3348728" y="125666"/>
                  <a:pt x="3343905" y="123660"/>
                </a:cubicBezTo>
                <a:cubicBezTo>
                  <a:pt x="3339084" y="121655"/>
                  <a:pt x="3334939" y="118864"/>
                  <a:pt x="3331472" y="115287"/>
                </a:cubicBezTo>
                <a:cubicBezTo>
                  <a:pt x="3328005" y="111709"/>
                  <a:pt x="3325268" y="107481"/>
                  <a:pt x="3323262" y="102603"/>
                </a:cubicBezTo>
                <a:cubicBezTo>
                  <a:pt x="3321258" y="97726"/>
                  <a:pt x="3320256" y="92414"/>
                  <a:pt x="3320256" y="86668"/>
                </a:cubicBezTo>
                <a:cubicBezTo>
                  <a:pt x="3320256" y="80922"/>
                  <a:pt x="3321231" y="75611"/>
                  <a:pt x="3323181" y="70733"/>
                </a:cubicBezTo>
                <a:cubicBezTo>
                  <a:pt x="3325132" y="65855"/>
                  <a:pt x="3327841" y="61628"/>
                  <a:pt x="3331308" y="58052"/>
                </a:cubicBezTo>
                <a:cubicBezTo>
                  <a:pt x="3334777" y="54473"/>
                  <a:pt x="3338841" y="51682"/>
                  <a:pt x="3343501" y="49676"/>
                </a:cubicBezTo>
                <a:cubicBezTo>
                  <a:pt x="3348160" y="47670"/>
                  <a:pt x="3353199" y="46667"/>
                  <a:pt x="3358618" y="46667"/>
                </a:cubicBezTo>
                <a:cubicBezTo>
                  <a:pt x="3364577" y="46667"/>
                  <a:pt x="3369832" y="47673"/>
                  <a:pt x="3374382" y="49683"/>
                </a:cubicBezTo>
                <a:cubicBezTo>
                  <a:pt x="3378934" y="51692"/>
                  <a:pt x="3382727" y="54408"/>
                  <a:pt x="3385761" y="57831"/>
                </a:cubicBezTo>
                <a:cubicBezTo>
                  <a:pt x="3388795" y="61252"/>
                  <a:pt x="3391098" y="65243"/>
                  <a:pt x="3392668" y="69805"/>
                </a:cubicBezTo>
                <a:cubicBezTo>
                  <a:pt x="3394241" y="74367"/>
                  <a:pt x="3395027" y="79256"/>
                  <a:pt x="3395027" y="84471"/>
                </a:cubicBezTo>
                <a:close/>
                <a:moveTo>
                  <a:pt x="3473535" y="65954"/>
                </a:moveTo>
                <a:cubicBezTo>
                  <a:pt x="3471693" y="63027"/>
                  <a:pt x="3469011" y="60615"/>
                  <a:pt x="3465490" y="58719"/>
                </a:cubicBezTo>
                <a:cubicBezTo>
                  <a:pt x="3461968" y="56822"/>
                  <a:pt x="3458148" y="55874"/>
                  <a:pt x="3454031" y="55874"/>
                </a:cubicBezTo>
                <a:cubicBezTo>
                  <a:pt x="3449588" y="55874"/>
                  <a:pt x="3445579" y="56662"/>
                  <a:pt x="3442002" y="58238"/>
                </a:cubicBezTo>
                <a:cubicBezTo>
                  <a:pt x="3438426" y="59812"/>
                  <a:pt x="3435364" y="61984"/>
                  <a:pt x="3432818" y="64756"/>
                </a:cubicBezTo>
                <a:cubicBezTo>
                  <a:pt x="3430272" y="67525"/>
                  <a:pt x="3428321" y="70784"/>
                  <a:pt x="3426967" y="74533"/>
                </a:cubicBezTo>
                <a:cubicBezTo>
                  <a:pt x="3425613" y="78279"/>
                  <a:pt x="3424936" y="82325"/>
                  <a:pt x="3424936" y="86671"/>
                </a:cubicBezTo>
                <a:cubicBezTo>
                  <a:pt x="3424936" y="91016"/>
                  <a:pt x="3425613" y="95036"/>
                  <a:pt x="3426967" y="98729"/>
                </a:cubicBezTo>
                <a:cubicBezTo>
                  <a:pt x="3428321" y="102422"/>
                  <a:pt x="3430244" y="105653"/>
                  <a:pt x="3432736" y="108424"/>
                </a:cubicBezTo>
                <a:cubicBezTo>
                  <a:pt x="3435229" y="111194"/>
                  <a:pt x="3438264" y="113367"/>
                  <a:pt x="3441838" y="114942"/>
                </a:cubicBezTo>
                <a:cubicBezTo>
                  <a:pt x="3445415" y="116517"/>
                  <a:pt x="3449425" y="117304"/>
                  <a:pt x="3453867" y="117304"/>
                </a:cubicBezTo>
                <a:cubicBezTo>
                  <a:pt x="3458743" y="117304"/>
                  <a:pt x="3462861" y="116383"/>
                  <a:pt x="3466219" y="114541"/>
                </a:cubicBezTo>
                <a:cubicBezTo>
                  <a:pt x="3469579" y="112699"/>
                  <a:pt x="3472342" y="110315"/>
                  <a:pt x="3474510" y="107390"/>
                </a:cubicBezTo>
                <a:lnTo>
                  <a:pt x="3482799" y="113566"/>
                </a:lnTo>
                <a:cubicBezTo>
                  <a:pt x="3479548" y="117564"/>
                  <a:pt x="3475566" y="120748"/>
                  <a:pt x="3470852" y="123117"/>
                </a:cubicBezTo>
                <a:cubicBezTo>
                  <a:pt x="3466139" y="125485"/>
                  <a:pt x="3460478" y="126669"/>
                  <a:pt x="3453867" y="126669"/>
                </a:cubicBezTo>
                <a:cubicBezTo>
                  <a:pt x="3447690" y="126669"/>
                  <a:pt x="3442109" y="125666"/>
                  <a:pt x="3437124" y="123660"/>
                </a:cubicBezTo>
                <a:cubicBezTo>
                  <a:pt x="3432140" y="121655"/>
                  <a:pt x="3427887" y="118864"/>
                  <a:pt x="3424365" y="115287"/>
                </a:cubicBezTo>
                <a:cubicBezTo>
                  <a:pt x="3420845" y="111709"/>
                  <a:pt x="3418109" y="107481"/>
                  <a:pt x="3416158" y="102603"/>
                </a:cubicBezTo>
                <a:cubicBezTo>
                  <a:pt x="3414207" y="97726"/>
                  <a:pt x="3413232" y="92414"/>
                  <a:pt x="3413232" y="86668"/>
                </a:cubicBezTo>
                <a:cubicBezTo>
                  <a:pt x="3413232" y="80922"/>
                  <a:pt x="3414207" y="75611"/>
                  <a:pt x="3416158" y="70733"/>
                </a:cubicBezTo>
                <a:cubicBezTo>
                  <a:pt x="3418109" y="65855"/>
                  <a:pt x="3420845" y="61628"/>
                  <a:pt x="3424365" y="58052"/>
                </a:cubicBezTo>
                <a:cubicBezTo>
                  <a:pt x="3427887" y="54473"/>
                  <a:pt x="3432140" y="51682"/>
                  <a:pt x="3437124" y="49676"/>
                </a:cubicBezTo>
                <a:cubicBezTo>
                  <a:pt x="3442109" y="47670"/>
                  <a:pt x="3447690" y="46667"/>
                  <a:pt x="3453867" y="46667"/>
                </a:cubicBezTo>
                <a:cubicBezTo>
                  <a:pt x="3458960" y="46667"/>
                  <a:pt x="3464134" y="47771"/>
                  <a:pt x="3469388" y="49979"/>
                </a:cubicBezTo>
                <a:cubicBezTo>
                  <a:pt x="3474645" y="52186"/>
                  <a:pt x="3478898" y="55452"/>
                  <a:pt x="3482149" y="59775"/>
                </a:cubicBezTo>
                <a:lnTo>
                  <a:pt x="3473535" y="65954"/>
                </a:lnTo>
                <a:close/>
                <a:moveTo>
                  <a:pt x="3534324" y="57938"/>
                </a:moveTo>
                <a:lnTo>
                  <a:pt x="3512871" y="57938"/>
                </a:lnTo>
                <a:lnTo>
                  <a:pt x="3512871" y="102358"/>
                </a:lnTo>
                <a:cubicBezTo>
                  <a:pt x="3512871" y="105179"/>
                  <a:pt x="3513141" y="107511"/>
                  <a:pt x="3513682" y="109355"/>
                </a:cubicBezTo>
                <a:cubicBezTo>
                  <a:pt x="3514224" y="111198"/>
                  <a:pt x="3515009" y="112636"/>
                  <a:pt x="3516038" y="113668"/>
                </a:cubicBezTo>
                <a:cubicBezTo>
                  <a:pt x="3517068" y="114698"/>
                  <a:pt x="3518287" y="115403"/>
                  <a:pt x="3519696" y="115783"/>
                </a:cubicBezTo>
                <a:cubicBezTo>
                  <a:pt x="3521105" y="116162"/>
                  <a:pt x="3522622" y="116351"/>
                  <a:pt x="3524247" y="116351"/>
                </a:cubicBezTo>
                <a:cubicBezTo>
                  <a:pt x="3525765" y="116351"/>
                  <a:pt x="3527363" y="116130"/>
                  <a:pt x="3529041" y="115689"/>
                </a:cubicBezTo>
                <a:cubicBezTo>
                  <a:pt x="3530721" y="115246"/>
                  <a:pt x="3532320" y="114637"/>
                  <a:pt x="3533838" y="113861"/>
                </a:cubicBezTo>
                <a:lnTo>
                  <a:pt x="3534324" y="123442"/>
                </a:lnTo>
                <a:cubicBezTo>
                  <a:pt x="3532375" y="124201"/>
                  <a:pt x="3530344" y="124770"/>
                  <a:pt x="3528230" y="125148"/>
                </a:cubicBezTo>
                <a:cubicBezTo>
                  <a:pt x="3526117" y="125527"/>
                  <a:pt x="3523814" y="125716"/>
                  <a:pt x="3521321" y="125716"/>
                </a:cubicBezTo>
                <a:cubicBezTo>
                  <a:pt x="3519262" y="125716"/>
                  <a:pt x="3517095" y="125445"/>
                  <a:pt x="3514820" y="124903"/>
                </a:cubicBezTo>
                <a:cubicBezTo>
                  <a:pt x="3512545" y="124362"/>
                  <a:pt x="3510432" y="123334"/>
                  <a:pt x="3508481" y="121818"/>
                </a:cubicBezTo>
                <a:cubicBezTo>
                  <a:pt x="3506531" y="120300"/>
                  <a:pt x="3504933" y="118240"/>
                  <a:pt x="3503686" y="115639"/>
                </a:cubicBezTo>
                <a:cubicBezTo>
                  <a:pt x="3502440" y="113038"/>
                  <a:pt x="3501816" y="109625"/>
                  <a:pt x="3501816" y="105399"/>
                </a:cubicBezTo>
                <a:lnTo>
                  <a:pt x="3501816" y="57938"/>
                </a:lnTo>
                <a:lnTo>
                  <a:pt x="3486050" y="57938"/>
                </a:lnTo>
                <a:lnTo>
                  <a:pt x="3486050" y="48731"/>
                </a:lnTo>
                <a:lnTo>
                  <a:pt x="3501816" y="48731"/>
                </a:lnTo>
                <a:lnTo>
                  <a:pt x="3501816" y="27275"/>
                </a:lnTo>
                <a:lnTo>
                  <a:pt x="3512871" y="27275"/>
                </a:lnTo>
                <a:lnTo>
                  <a:pt x="3512871" y="48731"/>
                </a:lnTo>
                <a:lnTo>
                  <a:pt x="3534324" y="48731"/>
                </a:lnTo>
                <a:lnTo>
                  <a:pt x="3534324" y="57938"/>
                </a:lnTo>
                <a:close/>
                <a:moveTo>
                  <a:pt x="3624373" y="57938"/>
                </a:moveTo>
                <a:lnTo>
                  <a:pt x="3606493" y="57938"/>
                </a:lnTo>
                <a:lnTo>
                  <a:pt x="3606493" y="124764"/>
                </a:lnTo>
                <a:lnTo>
                  <a:pt x="3595441" y="124764"/>
                </a:lnTo>
                <a:lnTo>
                  <a:pt x="3595441" y="57938"/>
                </a:lnTo>
                <a:lnTo>
                  <a:pt x="3579511" y="57938"/>
                </a:lnTo>
                <a:lnTo>
                  <a:pt x="3579511" y="48731"/>
                </a:lnTo>
                <a:lnTo>
                  <a:pt x="3595441" y="48731"/>
                </a:lnTo>
                <a:lnTo>
                  <a:pt x="3595441" y="27939"/>
                </a:lnTo>
                <a:cubicBezTo>
                  <a:pt x="3595441" y="19275"/>
                  <a:pt x="3597554" y="12453"/>
                  <a:pt x="3601781" y="7473"/>
                </a:cubicBezTo>
                <a:cubicBezTo>
                  <a:pt x="3606007" y="2491"/>
                  <a:pt x="3612508" y="0"/>
                  <a:pt x="3621285" y="0"/>
                </a:cubicBezTo>
                <a:cubicBezTo>
                  <a:pt x="3622694" y="0"/>
                  <a:pt x="3624211" y="81"/>
                  <a:pt x="3625836" y="243"/>
                </a:cubicBezTo>
                <a:cubicBezTo>
                  <a:pt x="3627461" y="403"/>
                  <a:pt x="3628978" y="699"/>
                  <a:pt x="3630387" y="1128"/>
                </a:cubicBezTo>
                <a:lnTo>
                  <a:pt x="3628438" y="10819"/>
                </a:lnTo>
                <a:cubicBezTo>
                  <a:pt x="3627246" y="10495"/>
                  <a:pt x="3626053" y="10224"/>
                  <a:pt x="3624861" y="10008"/>
                </a:cubicBezTo>
                <a:cubicBezTo>
                  <a:pt x="3623669" y="9791"/>
                  <a:pt x="3622315" y="9683"/>
                  <a:pt x="3620799" y="9683"/>
                </a:cubicBezTo>
                <a:cubicBezTo>
                  <a:pt x="3617872" y="9683"/>
                  <a:pt x="3615461" y="10171"/>
                  <a:pt x="3613564" y="11148"/>
                </a:cubicBezTo>
                <a:cubicBezTo>
                  <a:pt x="3611667" y="12124"/>
                  <a:pt x="3610204" y="13507"/>
                  <a:pt x="3609174" y="15298"/>
                </a:cubicBezTo>
                <a:cubicBezTo>
                  <a:pt x="3608146" y="17087"/>
                  <a:pt x="3607441" y="19174"/>
                  <a:pt x="3607061" y="21560"/>
                </a:cubicBezTo>
                <a:cubicBezTo>
                  <a:pt x="3606682" y="23946"/>
                  <a:pt x="3606493" y="26495"/>
                  <a:pt x="3606493" y="29207"/>
                </a:cubicBezTo>
                <a:lnTo>
                  <a:pt x="3606493" y="48731"/>
                </a:lnTo>
                <a:lnTo>
                  <a:pt x="3624373" y="48731"/>
                </a:lnTo>
                <a:lnTo>
                  <a:pt x="3624373" y="57938"/>
                </a:lnTo>
                <a:close/>
                <a:moveTo>
                  <a:pt x="3715721" y="86668"/>
                </a:moveTo>
                <a:cubicBezTo>
                  <a:pt x="3715721" y="92414"/>
                  <a:pt x="3714718" y="97726"/>
                  <a:pt x="3712713" y="102603"/>
                </a:cubicBezTo>
                <a:cubicBezTo>
                  <a:pt x="3710709" y="107481"/>
                  <a:pt x="3707919" y="111709"/>
                  <a:pt x="3704342" y="115287"/>
                </a:cubicBezTo>
                <a:cubicBezTo>
                  <a:pt x="3700767" y="118864"/>
                  <a:pt x="3696487" y="121655"/>
                  <a:pt x="3691502" y="123660"/>
                </a:cubicBezTo>
                <a:cubicBezTo>
                  <a:pt x="3686519" y="125666"/>
                  <a:pt x="3681046" y="126669"/>
                  <a:pt x="3675086" y="126669"/>
                </a:cubicBezTo>
                <a:cubicBezTo>
                  <a:pt x="3669234" y="126669"/>
                  <a:pt x="3663816" y="125666"/>
                  <a:pt x="3658830" y="123660"/>
                </a:cubicBezTo>
                <a:cubicBezTo>
                  <a:pt x="3653847" y="121655"/>
                  <a:pt x="3649567" y="118864"/>
                  <a:pt x="3645990" y="115287"/>
                </a:cubicBezTo>
                <a:cubicBezTo>
                  <a:pt x="3642416" y="111709"/>
                  <a:pt x="3639625" y="107481"/>
                  <a:pt x="3637620" y="102603"/>
                </a:cubicBezTo>
                <a:cubicBezTo>
                  <a:pt x="3635616" y="97726"/>
                  <a:pt x="3634614" y="92414"/>
                  <a:pt x="3634614" y="86668"/>
                </a:cubicBezTo>
                <a:cubicBezTo>
                  <a:pt x="3634614" y="80922"/>
                  <a:pt x="3635616" y="75611"/>
                  <a:pt x="3637620" y="70733"/>
                </a:cubicBezTo>
                <a:cubicBezTo>
                  <a:pt x="3639625" y="65855"/>
                  <a:pt x="3642416" y="61628"/>
                  <a:pt x="3645990" y="58052"/>
                </a:cubicBezTo>
                <a:cubicBezTo>
                  <a:pt x="3649567" y="54473"/>
                  <a:pt x="3653847" y="51682"/>
                  <a:pt x="3658830" y="49676"/>
                </a:cubicBezTo>
                <a:cubicBezTo>
                  <a:pt x="3663816" y="47670"/>
                  <a:pt x="3669234" y="46667"/>
                  <a:pt x="3675086" y="46667"/>
                </a:cubicBezTo>
                <a:cubicBezTo>
                  <a:pt x="3681046" y="46667"/>
                  <a:pt x="3686519" y="47670"/>
                  <a:pt x="3691502" y="49676"/>
                </a:cubicBezTo>
                <a:cubicBezTo>
                  <a:pt x="3696487" y="51682"/>
                  <a:pt x="3700767" y="54473"/>
                  <a:pt x="3704342" y="58052"/>
                </a:cubicBezTo>
                <a:cubicBezTo>
                  <a:pt x="3707919" y="61628"/>
                  <a:pt x="3710709" y="65855"/>
                  <a:pt x="3712713" y="70733"/>
                </a:cubicBezTo>
                <a:cubicBezTo>
                  <a:pt x="3714718" y="75611"/>
                  <a:pt x="3715721" y="80922"/>
                  <a:pt x="3715721" y="86668"/>
                </a:cubicBezTo>
                <a:moveTo>
                  <a:pt x="3704020" y="86671"/>
                </a:moveTo>
                <a:cubicBezTo>
                  <a:pt x="3704020" y="82434"/>
                  <a:pt x="3703343" y="78443"/>
                  <a:pt x="3701988" y="74696"/>
                </a:cubicBezTo>
                <a:cubicBezTo>
                  <a:pt x="3700634" y="70948"/>
                  <a:pt x="3698710" y="67689"/>
                  <a:pt x="3696217" y="64919"/>
                </a:cubicBezTo>
                <a:cubicBezTo>
                  <a:pt x="3693725" y="62148"/>
                  <a:pt x="3690691" y="59948"/>
                  <a:pt x="3687115" y="58319"/>
                </a:cubicBezTo>
                <a:cubicBezTo>
                  <a:pt x="3683540" y="56689"/>
                  <a:pt x="3679531" y="55874"/>
                  <a:pt x="3675088" y="55874"/>
                </a:cubicBezTo>
                <a:cubicBezTo>
                  <a:pt x="3670645" y="55874"/>
                  <a:pt x="3666663" y="56689"/>
                  <a:pt x="3663141" y="58319"/>
                </a:cubicBezTo>
                <a:cubicBezTo>
                  <a:pt x="3659619" y="59948"/>
                  <a:pt x="3656611" y="62148"/>
                  <a:pt x="3654118" y="64919"/>
                </a:cubicBezTo>
                <a:cubicBezTo>
                  <a:pt x="3651626" y="67689"/>
                  <a:pt x="3649703" y="70948"/>
                  <a:pt x="3648349" y="74696"/>
                </a:cubicBezTo>
                <a:cubicBezTo>
                  <a:pt x="3646995" y="78443"/>
                  <a:pt x="3646318" y="82434"/>
                  <a:pt x="3646318" y="86671"/>
                </a:cubicBezTo>
                <a:cubicBezTo>
                  <a:pt x="3646318" y="90907"/>
                  <a:pt x="3646995" y="94899"/>
                  <a:pt x="3648349" y="98648"/>
                </a:cubicBezTo>
                <a:cubicBezTo>
                  <a:pt x="3649703" y="102394"/>
                  <a:pt x="3651626" y="105653"/>
                  <a:pt x="3654118" y="108424"/>
                </a:cubicBezTo>
                <a:cubicBezTo>
                  <a:pt x="3656611" y="111194"/>
                  <a:pt x="3659619" y="113367"/>
                  <a:pt x="3663141" y="114942"/>
                </a:cubicBezTo>
                <a:cubicBezTo>
                  <a:pt x="3666663" y="116517"/>
                  <a:pt x="3670645" y="117304"/>
                  <a:pt x="3675088" y="117304"/>
                </a:cubicBezTo>
                <a:cubicBezTo>
                  <a:pt x="3679531" y="117304"/>
                  <a:pt x="3683540" y="116517"/>
                  <a:pt x="3687115" y="114942"/>
                </a:cubicBezTo>
                <a:cubicBezTo>
                  <a:pt x="3690691" y="113367"/>
                  <a:pt x="3693725" y="111194"/>
                  <a:pt x="3696217" y="108424"/>
                </a:cubicBezTo>
                <a:cubicBezTo>
                  <a:pt x="3698710" y="105653"/>
                  <a:pt x="3700634" y="102394"/>
                  <a:pt x="3701988" y="98648"/>
                </a:cubicBezTo>
                <a:cubicBezTo>
                  <a:pt x="3703343" y="94899"/>
                  <a:pt x="3704020" y="90907"/>
                  <a:pt x="3704020" y="86671"/>
                </a:cubicBezTo>
                <a:close/>
                <a:moveTo>
                  <a:pt x="3739454" y="65378"/>
                </a:moveTo>
                <a:cubicBezTo>
                  <a:pt x="3739454" y="63316"/>
                  <a:pt x="3739399" y="60660"/>
                  <a:pt x="3739290" y="57409"/>
                </a:cubicBezTo>
                <a:cubicBezTo>
                  <a:pt x="3739183" y="54159"/>
                  <a:pt x="3739021" y="51233"/>
                  <a:pt x="3738804" y="48632"/>
                </a:cubicBezTo>
                <a:lnTo>
                  <a:pt x="3749370" y="48632"/>
                </a:lnTo>
                <a:cubicBezTo>
                  <a:pt x="3749586" y="50690"/>
                  <a:pt x="3749748" y="52966"/>
                  <a:pt x="3749856" y="55460"/>
                </a:cubicBezTo>
                <a:cubicBezTo>
                  <a:pt x="3749965" y="57952"/>
                  <a:pt x="3750019" y="60010"/>
                  <a:pt x="3750019" y="61635"/>
                </a:cubicBezTo>
                <a:lnTo>
                  <a:pt x="3750344" y="61635"/>
                </a:lnTo>
                <a:cubicBezTo>
                  <a:pt x="3752512" y="57188"/>
                  <a:pt x="3755763" y="53581"/>
                  <a:pt x="3760096" y="50817"/>
                </a:cubicBezTo>
                <a:cubicBezTo>
                  <a:pt x="3764432" y="48051"/>
                  <a:pt x="3769309" y="46667"/>
                  <a:pt x="3774727" y="46667"/>
                </a:cubicBezTo>
                <a:cubicBezTo>
                  <a:pt x="3776136" y="46667"/>
                  <a:pt x="3777409" y="46731"/>
                  <a:pt x="3778547" y="46858"/>
                </a:cubicBezTo>
                <a:cubicBezTo>
                  <a:pt x="3779684" y="46986"/>
                  <a:pt x="3780849" y="47240"/>
                  <a:pt x="3782041" y="47620"/>
                </a:cubicBezTo>
                <a:lnTo>
                  <a:pt x="3780578" y="57962"/>
                </a:lnTo>
                <a:cubicBezTo>
                  <a:pt x="3779928" y="57746"/>
                  <a:pt x="3778844" y="57529"/>
                  <a:pt x="3777326" y="57312"/>
                </a:cubicBezTo>
                <a:cubicBezTo>
                  <a:pt x="3775810" y="57094"/>
                  <a:pt x="3774293" y="56985"/>
                  <a:pt x="3772775" y="56985"/>
                </a:cubicBezTo>
                <a:cubicBezTo>
                  <a:pt x="3769850" y="56985"/>
                  <a:pt x="3767033" y="57527"/>
                  <a:pt x="3764323" y="58612"/>
                </a:cubicBezTo>
                <a:cubicBezTo>
                  <a:pt x="3761614" y="59695"/>
                  <a:pt x="3759257" y="61402"/>
                  <a:pt x="3757252" y="63731"/>
                </a:cubicBezTo>
                <a:cubicBezTo>
                  <a:pt x="3755248" y="66061"/>
                  <a:pt x="3753622" y="69041"/>
                  <a:pt x="3752376" y="72672"/>
                </a:cubicBezTo>
                <a:cubicBezTo>
                  <a:pt x="3751131" y="76302"/>
                  <a:pt x="3750508" y="80663"/>
                  <a:pt x="3750508" y="85755"/>
                </a:cubicBezTo>
                <a:lnTo>
                  <a:pt x="3750508" y="124764"/>
                </a:lnTo>
                <a:lnTo>
                  <a:pt x="3739454" y="124764"/>
                </a:lnTo>
                <a:lnTo>
                  <a:pt x="3739454" y="65378"/>
                </a:lnTo>
                <a:close/>
                <a:moveTo>
                  <a:pt x="3872901" y="57938"/>
                </a:moveTo>
                <a:lnTo>
                  <a:pt x="3851447" y="57938"/>
                </a:lnTo>
                <a:lnTo>
                  <a:pt x="3851447" y="102358"/>
                </a:lnTo>
                <a:cubicBezTo>
                  <a:pt x="3851447" y="105179"/>
                  <a:pt x="3851718" y="107511"/>
                  <a:pt x="3852258" y="109355"/>
                </a:cubicBezTo>
                <a:cubicBezTo>
                  <a:pt x="3852801" y="111198"/>
                  <a:pt x="3853586" y="112636"/>
                  <a:pt x="3854614" y="113668"/>
                </a:cubicBezTo>
                <a:cubicBezTo>
                  <a:pt x="3855644" y="114698"/>
                  <a:pt x="3856864" y="115403"/>
                  <a:pt x="3858273" y="115783"/>
                </a:cubicBezTo>
                <a:cubicBezTo>
                  <a:pt x="3859681" y="116162"/>
                  <a:pt x="3861198" y="116351"/>
                  <a:pt x="3862824" y="116351"/>
                </a:cubicBezTo>
                <a:cubicBezTo>
                  <a:pt x="3864342" y="116351"/>
                  <a:pt x="3865940" y="116130"/>
                  <a:pt x="3867618" y="115689"/>
                </a:cubicBezTo>
                <a:cubicBezTo>
                  <a:pt x="3869298" y="115246"/>
                  <a:pt x="3870897" y="114637"/>
                  <a:pt x="3872415" y="113861"/>
                </a:cubicBezTo>
                <a:lnTo>
                  <a:pt x="3872901" y="123442"/>
                </a:lnTo>
                <a:cubicBezTo>
                  <a:pt x="3870951" y="124201"/>
                  <a:pt x="3868920" y="124770"/>
                  <a:pt x="3866807" y="125148"/>
                </a:cubicBezTo>
                <a:cubicBezTo>
                  <a:pt x="3864694" y="125527"/>
                  <a:pt x="3862391" y="125716"/>
                  <a:pt x="3859897" y="125716"/>
                </a:cubicBezTo>
                <a:cubicBezTo>
                  <a:pt x="3857839" y="125716"/>
                  <a:pt x="3855672" y="125445"/>
                  <a:pt x="3853397" y="124903"/>
                </a:cubicBezTo>
                <a:cubicBezTo>
                  <a:pt x="3851121" y="124362"/>
                  <a:pt x="3849008" y="123334"/>
                  <a:pt x="3847057" y="121818"/>
                </a:cubicBezTo>
                <a:cubicBezTo>
                  <a:pt x="3845108" y="120300"/>
                  <a:pt x="3843510" y="118240"/>
                  <a:pt x="3842263" y="115639"/>
                </a:cubicBezTo>
                <a:cubicBezTo>
                  <a:pt x="3841016" y="113038"/>
                  <a:pt x="3840393" y="109625"/>
                  <a:pt x="3840393" y="105399"/>
                </a:cubicBezTo>
                <a:lnTo>
                  <a:pt x="3840393" y="57938"/>
                </a:lnTo>
                <a:lnTo>
                  <a:pt x="3824626" y="57938"/>
                </a:lnTo>
                <a:lnTo>
                  <a:pt x="3824626" y="48731"/>
                </a:lnTo>
                <a:lnTo>
                  <a:pt x="3840393" y="48731"/>
                </a:lnTo>
                <a:lnTo>
                  <a:pt x="3840393" y="27275"/>
                </a:lnTo>
                <a:lnTo>
                  <a:pt x="3851447" y="27275"/>
                </a:lnTo>
                <a:lnTo>
                  <a:pt x="3851447" y="48731"/>
                </a:lnTo>
                <a:lnTo>
                  <a:pt x="3872901" y="48731"/>
                </a:lnTo>
                <a:lnTo>
                  <a:pt x="3872901" y="57938"/>
                </a:lnTo>
                <a:close/>
                <a:moveTo>
                  <a:pt x="3901834" y="61147"/>
                </a:moveTo>
                <a:cubicBezTo>
                  <a:pt x="3903893" y="56701"/>
                  <a:pt x="3907305" y="53176"/>
                  <a:pt x="3912072" y="50574"/>
                </a:cubicBezTo>
                <a:cubicBezTo>
                  <a:pt x="3916841" y="47970"/>
                  <a:pt x="3921934" y="46667"/>
                  <a:pt x="3927353" y="46667"/>
                </a:cubicBezTo>
                <a:cubicBezTo>
                  <a:pt x="3936996" y="46667"/>
                  <a:pt x="3944228" y="49542"/>
                  <a:pt x="3949050" y="55291"/>
                </a:cubicBezTo>
                <a:cubicBezTo>
                  <a:pt x="3953873" y="61040"/>
                  <a:pt x="3956284" y="68633"/>
                  <a:pt x="3956284" y="78069"/>
                </a:cubicBezTo>
                <a:lnTo>
                  <a:pt x="3956284" y="124764"/>
                </a:lnTo>
                <a:lnTo>
                  <a:pt x="3945233" y="124764"/>
                </a:lnTo>
                <a:lnTo>
                  <a:pt x="3945233" y="82583"/>
                </a:lnTo>
                <a:cubicBezTo>
                  <a:pt x="3945233" y="78565"/>
                  <a:pt x="3944908" y="74929"/>
                  <a:pt x="3944258" y="71673"/>
                </a:cubicBezTo>
                <a:cubicBezTo>
                  <a:pt x="3943608" y="68416"/>
                  <a:pt x="3942497" y="65620"/>
                  <a:pt x="3940925" y="63285"/>
                </a:cubicBezTo>
                <a:cubicBezTo>
                  <a:pt x="3939354" y="60950"/>
                  <a:pt x="3937241" y="59131"/>
                  <a:pt x="3934585" y="57828"/>
                </a:cubicBezTo>
                <a:cubicBezTo>
                  <a:pt x="3931931" y="56525"/>
                  <a:pt x="3928600" y="55874"/>
                  <a:pt x="3924590" y="55874"/>
                </a:cubicBezTo>
                <a:cubicBezTo>
                  <a:pt x="3921665" y="55874"/>
                  <a:pt x="3918820" y="56472"/>
                  <a:pt x="3916056" y="57667"/>
                </a:cubicBezTo>
                <a:cubicBezTo>
                  <a:pt x="3913293" y="58861"/>
                  <a:pt x="3910827" y="60680"/>
                  <a:pt x="3908660" y="63124"/>
                </a:cubicBezTo>
                <a:cubicBezTo>
                  <a:pt x="3906494" y="65566"/>
                  <a:pt x="3904760" y="68659"/>
                  <a:pt x="3903459" y="72405"/>
                </a:cubicBezTo>
                <a:cubicBezTo>
                  <a:pt x="3902159" y="76150"/>
                  <a:pt x="3901509" y="80574"/>
                  <a:pt x="3901509" y="85679"/>
                </a:cubicBezTo>
                <a:lnTo>
                  <a:pt x="3901509" y="124764"/>
                </a:lnTo>
                <a:lnTo>
                  <a:pt x="3890455" y="124764"/>
                </a:lnTo>
                <a:lnTo>
                  <a:pt x="3890455" y="1806"/>
                </a:lnTo>
                <a:lnTo>
                  <a:pt x="3901509" y="1806"/>
                </a:lnTo>
                <a:lnTo>
                  <a:pt x="3901509" y="61147"/>
                </a:lnTo>
                <a:lnTo>
                  <a:pt x="3901834" y="61147"/>
                </a:lnTo>
                <a:close/>
                <a:moveTo>
                  <a:pt x="4060474" y="86668"/>
                </a:moveTo>
                <a:cubicBezTo>
                  <a:pt x="4060474" y="92414"/>
                  <a:pt x="4059471" y="97726"/>
                  <a:pt x="4057465" y="102603"/>
                </a:cubicBezTo>
                <a:cubicBezTo>
                  <a:pt x="4055461" y="107481"/>
                  <a:pt x="4052671" y="111709"/>
                  <a:pt x="4049095" y="115287"/>
                </a:cubicBezTo>
                <a:cubicBezTo>
                  <a:pt x="4045520" y="118864"/>
                  <a:pt x="4041240" y="121655"/>
                  <a:pt x="4036255" y="123660"/>
                </a:cubicBezTo>
                <a:cubicBezTo>
                  <a:pt x="4031271" y="125666"/>
                  <a:pt x="4025799" y="126669"/>
                  <a:pt x="4019838" y="126669"/>
                </a:cubicBezTo>
                <a:cubicBezTo>
                  <a:pt x="4013987" y="126669"/>
                  <a:pt x="4008568" y="125666"/>
                  <a:pt x="4003583" y="123660"/>
                </a:cubicBezTo>
                <a:cubicBezTo>
                  <a:pt x="3998599" y="121655"/>
                  <a:pt x="3994319" y="118864"/>
                  <a:pt x="3990743" y="115287"/>
                </a:cubicBezTo>
                <a:cubicBezTo>
                  <a:pt x="3987168" y="111709"/>
                  <a:pt x="3984378" y="107481"/>
                  <a:pt x="3982372" y="102603"/>
                </a:cubicBezTo>
                <a:cubicBezTo>
                  <a:pt x="3980368" y="97726"/>
                  <a:pt x="3979366" y="92414"/>
                  <a:pt x="3979366" y="86668"/>
                </a:cubicBezTo>
                <a:cubicBezTo>
                  <a:pt x="3979366" y="80922"/>
                  <a:pt x="3980368" y="75611"/>
                  <a:pt x="3982372" y="70733"/>
                </a:cubicBezTo>
                <a:cubicBezTo>
                  <a:pt x="3984378" y="65855"/>
                  <a:pt x="3987168" y="61628"/>
                  <a:pt x="3990743" y="58052"/>
                </a:cubicBezTo>
                <a:cubicBezTo>
                  <a:pt x="3994319" y="54473"/>
                  <a:pt x="3998599" y="51682"/>
                  <a:pt x="4003583" y="49676"/>
                </a:cubicBezTo>
                <a:cubicBezTo>
                  <a:pt x="4008568" y="47670"/>
                  <a:pt x="4013987" y="46667"/>
                  <a:pt x="4019838" y="46667"/>
                </a:cubicBezTo>
                <a:cubicBezTo>
                  <a:pt x="4025799" y="46667"/>
                  <a:pt x="4031271" y="47670"/>
                  <a:pt x="4036255" y="49676"/>
                </a:cubicBezTo>
                <a:cubicBezTo>
                  <a:pt x="4041240" y="51682"/>
                  <a:pt x="4045520" y="54473"/>
                  <a:pt x="4049095" y="58052"/>
                </a:cubicBezTo>
                <a:cubicBezTo>
                  <a:pt x="4052671" y="61628"/>
                  <a:pt x="4055461" y="65855"/>
                  <a:pt x="4057465" y="70733"/>
                </a:cubicBezTo>
                <a:cubicBezTo>
                  <a:pt x="4059471" y="75611"/>
                  <a:pt x="4060474" y="80922"/>
                  <a:pt x="4060474" y="86668"/>
                </a:cubicBezTo>
                <a:moveTo>
                  <a:pt x="4048772" y="86671"/>
                </a:moveTo>
                <a:cubicBezTo>
                  <a:pt x="4048772" y="82434"/>
                  <a:pt x="4048095" y="78443"/>
                  <a:pt x="4046741" y="74696"/>
                </a:cubicBezTo>
                <a:cubicBezTo>
                  <a:pt x="4045387" y="70948"/>
                  <a:pt x="4043463" y="67689"/>
                  <a:pt x="4040969" y="64919"/>
                </a:cubicBezTo>
                <a:cubicBezTo>
                  <a:pt x="4038478" y="62148"/>
                  <a:pt x="4035444" y="59948"/>
                  <a:pt x="4031867" y="58319"/>
                </a:cubicBezTo>
                <a:cubicBezTo>
                  <a:pt x="4028292" y="56689"/>
                  <a:pt x="4024284" y="55874"/>
                  <a:pt x="4019841" y="55874"/>
                </a:cubicBezTo>
                <a:cubicBezTo>
                  <a:pt x="4015398" y="55874"/>
                  <a:pt x="4011415" y="56689"/>
                  <a:pt x="4007894" y="58319"/>
                </a:cubicBezTo>
                <a:cubicBezTo>
                  <a:pt x="4004372" y="59948"/>
                  <a:pt x="4001364" y="62148"/>
                  <a:pt x="3998871" y="64919"/>
                </a:cubicBezTo>
                <a:cubicBezTo>
                  <a:pt x="3996379" y="67689"/>
                  <a:pt x="3994456" y="70948"/>
                  <a:pt x="3993102" y="74696"/>
                </a:cubicBezTo>
                <a:cubicBezTo>
                  <a:pt x="3991747" y="78443"/>
                  <a:pt x="3991070" y="82434"/>
                  <a:pt x="3991070" y="86671"/>
                </a:cubicBezTo>
                <a:cubicBezTo>
                  <a:pt x="3991070" y="90907"/>
                  <a:pt x="3991747" y="94899"/>
                  <a:pt x="3993102" y="98648"/>
                </a:cubicBezTo>
                <a:cubicBezTo>
                  <a:pt x="3994456" y="102394"/>
                  <a:pt x="3996379" y="105653"/>
                  <a:pt x="3998871" y="108424"/>
                </a:cubicBezTo>
                <a:cubicBezTo>
                  <a:pt x="4001364" y="111194"/>
                  <a:pt x="4004372" y="113367"/>
                  <a:pt x="4007894" y="114942"/>
                </a:cubicBezTo>
                <a:cubicBezTo>
                  <a:pt x="4011415" y="116517"/>
                  <a:pt x="4015398" y="117304"/>
                  <a:pt x="4019841" y="117304"/>
                </a:cubicBezTo>
                <a:cubicBezTo>
                  <a:pt x="4024284" y="117304"/>
                  <a:pt x="4028292" y="116517"/>
                  <a:pt x="4031867" y="114942"/>
                </a:cubicBezTo>
                <a:cubicBezTo>
                  <a:pt x="4035444" y="113367"/>
                  <a:pt x="4038478" y="111194"/>
                  <a:pt x="4040969" y="108424"/>
                </a:cubicBezTo>
                <a:cubicBezTo>
                  <a:pt x="4043463" y="105653"/>
                  <a:pt x="4045387" y="102394"/>
                  <a:pt x="4046741" y="98648"/>
                </a:cubicBezTo>
                <a:cubicBezTo>
                  <a:pt x="4048095" y="94899"/>
                  <a:pt x="4048772" y="90907"/>
                  <a:pt x="4048772" y="86671"/>
                </a:cubicBezTo>
                <a:close/>
                <a:moveTo>
                  <a:pt x="4124680" y="66603"/>
                </a:moveTo>
                <a:cubicBezTo>
                  <a:pt x="4123055" y="63460"/>
                  <a:pt x="4120590" y="60886"/>
                  <a:pt x="4117284" y="58882"/>
                </a:cubicBezTo>
                <a:cubicBezTo>
                  <a:pt x="4113979" y="56877"/>
                  <a:pt x="4110213" y="55874"/>
                  <a:pt x="4105987" y="55874"/>
                </a:cubicBezTo>
                <a:cubicBezTo>
                  <a:pt x="4104038" y="55874"/>
                  <a:pt x="4102087" y="56091"/>
                  <a:pt x="4100136" y="56526"/>
                </a:cubicBezTo>
                <a:cubicBezTo>
                  <a:pt x="4098185" y="56959"/>
                  <a:pt x="4096451" y="57665"/>
                  <a:pt x="4094933" y="58642"/>
                </a:cubicBezTo>
                <a:cubicBezTo>
                  <a:pt x="4093417" y="59617"/>
                  <a:pt x="4092198" y="60865"/>
                  <a:pt x="4091277" y="62385"/>
                </a:cubicBezTo>
                <a:cubicBezTo>
                  <a:pt x="4090356" y="63902"/>
                  <a:pt x="4089896" y="65692"/>
                  <a:pt x="4089896" y="67754"/>
                </a:cubicBezTo>
                <a:cubicBezTo>
                  <a:pt x="4089896" y="71336"/>
                  <a:pt x="4091358" y="74075"/>
                  <a:pt x="4094283" y="75974"/>
                </a:cubicBezTo>
                <a:cubicBezTo>
                  <a:pt x="4097210" y="77872"/>
                  <a:pt x="4101815" y="79472"/>
                  <a:pt x="4108100" y="80775"/>
                </a:cubicBezTo>
                <a:cubicBezTo>
                  <a:pt x="4117095" y="82619"/>
                  <a:pt x="4123732" y="85304"/>
                  <a:pt x="4128011" y="88831"/>
                </a:cubicBezTo>
                <a:cubicBezTo>
                  <a:pt x="4132292" y="92356"/>
                  <a:pt x="4134433" y="97102"/>
                  <a:pt x="4134433" y="103070"/>
                </a:cubicBezTo>
                <a:cubicBezTo>
                  <a:pt x="4134433" y="107410"/>
                  <a:pt x="4133593" y="111073"/>
                  <a:pt x="4131913" y="114057"/>
                </a:cubicBezTo>
                <a:cubicBezTo>
                  <a:pt x="4130233" y="117040"/>
                  <a:pt x="4128038" y="119481"/>
                  <a:pt x="4125328" y="121381"/>
                </a:cubicBezTo>
                <a:cubicBezTo>
                  <a:pt x="4122619" y="123279"/>
                  <a:pt x="4119559" y="124635"/>
                  <a:pt x="4116146" y="125449"/>
                </a:cubicBezTo>
                <a:cubicBezTo>
                  <a:pt x="4112733" y="126262"/>
                  <a:pt x="4109293" y="126669"/>
                  <a:pt x="4105826" y="126669"/>
                </a:cubicBezTo>
                <a:cubicBezTo>
                  <a:pt x="4100082" y="126669"/>
                  <a:pt x="4094500" y="125485"/>
                  <a:pt x="4089082" y="123117"/>
                </a:cubicBezTo>
                <a:cubicBezTo>
                  <a:pt x="4083665" y="120748"/>
                  <a:pt x="4079222" y="117023"/>
                  <a:pt x="4075753" y="111941"/>
                </a:cubicBezTo>
                <a:lnTo>
                  <a:pt x="4084531" y="105438"/>
                </a:lnTo>
                <a:cubicBezTo>
                  <a:pt x="4086482" y="108798"/>
                  <a:pt x="4089353" y="111616"/>
                  <a:pt x="4093145" y="113891"/>
                </a:cubicBezTo>
                <a:cubicBezTo>
                  <a:pt x="4096938" y="116166"/>
                  <a:pt x="4101110" y="117304"/>
                  <a:pt x="4105662" y="117304"/>
                </a:cubicBezTo>
                <a:cubicBezTo>
                  <a:pt x="4108046" y="117304"/>
                  <a:pt x="4110322" y="117087"/>
                  <a:pt x="4112488" y="116654"/>
                </a:cubicBezTo>
                <a:cubicBezTo>
                  <a:pt x="4114655" y="116219"/>
                  <a:pt x="4116552" y="115459"/>
                  <a:pt x="4118177" y="114374"/>
                </a:cubicBezTo>
                <a:cubicBezTo>
                  <a:pt x="4119803" y="113290"/>
                  <a:pt x="4121103" y="111907"/>
                  <a:pt x="4122079" y="110225"/>
                </a:cubicBezTo>
                <a:cubicBezTo>
                  <a:pt x="4123054" y="108542"/>
                  <a:pt x="4123542" y="106453"/>
                  <a:pt x="4123542" y="103958"/>
                </a:cubicBezTo>
                <a:cubicBezTo>
                  <a:pt x="4123542" y="99943"/>
                  <a:pt x="4121618" y="96932"/>
                  <a:pt x="4117771" y="94925"/>
                </a:cubicBezTo>
                <a:cubicBezTo>
                  <a:pt x="4113925" y="92917"/>
                  <a:pt x="4108371" y="91046"/>
                  <a:pt x="4101111" y="89310"/>
                </a:cubicBezTo>
                <a:cubicBezTo>
                  <a:pt x="4098836" y="88767"/>
                  <a:pt x="4096424" y="88089"/>
                  <a:pt x="4093876" y="87276"/>
                </a:cubicBezTo>
                <a:cubicBezTo>
                  <a:pt x="4091330" y="86462"/>
                  <a:pt x="4088973" y="85269"/>
                  <a:pt x="4086805" y="83697"/>
                </a:cubicBezTo>
                <a:cubicBezTo>
                  <a:pt x="4084639" y="82123"/>
                  <a:pt x="4082852" y="80142"/>
                  <a:pt x="4081443" y="77754"/>
                </a:cubicBezTo>
                <a:cubicBezTo>
                  <a:pt x="4080034" y="75367"/>
                  <a:pt x="4079330" y="72383"/>
                  <a:pt x="4079330" y="68803"/>
                </a:cubicBezTo>
                <a:cubicBezTo>
                  <a:pt x="4079330" y="64896"/>
                  <a:pt x="4080088" y="61559"/>
                  <a:pt x="4081604" y="58793"/>
                </a:cubicBezTo>
                <a:cubicBezTo>
                  <a:pt x="4083122" y="56025"/>
                  <a:pt x="4085154" y="53747"/>
                  <a:pt x="4087701" y="51958"/>
                </a:cubicBezTo>
                <a:cubicBezTo>
                  <a:pt x="4090247" y="50167"/>
                  <a:pt x="4093145" y="48838"/>
                  <a:pt x="4096396" y="47970"/>
                </a:cubicBezTo>
                <a:cubicBezTo>
                  <a:pt x="4099649" y="47102"/>
                  <a:pt x="4103008" y="46667"/>
                  <a:pt x="4106476" y="46667"/>
                </a:cubicBezTo>
                <a:cubicBezTo>
                  <a:pt x="4111785" y="46667"/>
                  <a:pt x="4116931" y="47852"/>
                  <a:pt x="4121915" y="50222"/>
                </a:cubicBezTo>
                <a:cubicBezTo>
                  <a:pt x="4126900" y="52589"/>
                  <a:pt x="4130639" y="55937"/>
                  <a:pt x="4133133" y="60264"/>
                </a:cubicBezTo>
                <a:lnTo>
                  <a:pt x="4124680" y="66603"/>
                </a:lnTo>
                <a:close/>
                <a:moveTo>
                  <a:pt x="4214403" y="80954"/>
                </a:moveTo>
                <a:cubicBezTo>
                  <a:pt x="4214077" y="73741"/>
                  <a:pt x="4211774" y="67758"/>
                  <a:pt x="4207493" y="63005"/>
                </a:cubicBezTo>
                <a:cubicBezTo>
                  <a:pt x="4203214" y="58251"/>
                  <a:pt x="4197119" y="55874"/>
                  <a:pt x="4189209" y="55874"/>
                </a:cubicBezTo>
                <a:cubicBezTo>
                  <a:pt x="4185525" y="55874"/>
                  <a:pt x="4182111" y="56557"/>
                  <a:pt x="4178968" y="57923"/>
                </a:cubicBezTo>
                <a:cubicBezTo>
                  <a:pt x="4175827" y="59288"/>
                  <a:pt x="4173064" y="61146"/>
                  <a:pt x="4170679" y="63496"/>
                </a:cubicBezTo>
                <a:cubicBezTo>
                  <a:pt x="4168295" y="65845"/>
                  <a:pt x="4166399" y="68523"/>
                  <a:pt x="4164990" y="71529"/>
                </a:cubicBezTo>
                <a:cubicBezTo>
                  <a:pt x="4163581" y="74533"/>
                  <a:pt x="4162768" y="77675"/>
                  <a:pt x="4162552" y="80954"/>
                </a:cubicBezTo>
                <a:lnTo>
                  <a:pt x="4214403" y="80954"/>
                </a:lnTo>
                <a:moveTo>
                  <a:pt x="4225618" y="84471"/>
                </a:moveTo>
                <a:cubicBezTo>
                  <a:pt x="4225618" y="85231"/>
                  <a:pt x="4225618" y="86046"/>
                  <a:pt x="4225618" y="86916"/>
                </a:cubicBezTo>
                <a:cubicBezTo>
                  <a:pt x="4225618" y="87784"/>
                  <a:pt x="4225564" y="88707"/>
                  <a:pt x="4225455" y="89684"/>
                </a:cubicBezTo>
                <a:lnTo>
                  <a:pt x="4162388" y="89684"/>
                </a:lnTo>
                <a:cubicBezTo>
                  <a:pt x="4162497" y="93475"/>
                  <a:pt x="4163255" y="97050"/>
                  <a:pt x="4164662" y="100408"/>
                </a:cubicBezTo>
                <a:cubicBezTo>
                  <a:pt x="4166071" y="103765"/>
                  <a:pt x="4168021" y="106689"/>
                  <a:pt x="4170513" y="109181"/>
                </a:cubicBezTo>
                <a:cubicBezTo>
                  <a:pt x="4173007" y="111671"/>
                  <a:pt x="4175932" y="113648"/>
                  <a:pt x="4179291" y="115111"/>
                </a:cubicBezTo>
                <a:cubicBezTo>
                  <a:pt x="4182650" y="116573"/>
                  <a:pt x="4186281" y="117304"/>
                  <a:pt x="4190184" y="117304"/>
                </a:cubicBezTo>
                <a:cubicBezTo>
                  <a:pt x="4195926" y="117304"/>
                  <a:pt x="4200883" y="115977"/>
                  <a:pt x="4205055" y="113323"/>
                </a:cubicBezTo>
                <a:cubicBezTo>
                  <a:pt x="4209227" y="110667"/>
                  <a:pt x="4212396" y="107606"/>
                  <a:pt x="4214564" y="104139"/>
                </a:cubicBezTo>
                <a:lnTo>
                  <a:pt x="4222853" y="110639"/>
                </a:lnTo>
                <a:cubicBezTo>
                  <a:pt x="4218303" y="116374"/>
                  <a:pt x="4213291" y="120479"/>
                  <a:pt x="4207818" y="122956"/>
                </a:cubicBezTo>
                <a:cubicBezTo>
                  <a:pt x="4202347" y="125431"/>
                  <a:pt x="4196468" y="126669"/>
                  <a:pt x="4190184" y="126669"/>
                </a:cubicBezTo>
                <a:cubicBezTo>
                  <a:pt x="4184549" y="126669"/>
                  <a:pt x="4179320" y="125666"/>
                  <a:pt x="4174496" y="123660"/>
                </a:cubicBezTo>
                <a:cubicBezTo>
                  <a:pt x="4169675" y="121655"/>
                  <a:pt x="4165530" y="118864"/>
                  <a:pt x="4162063" y="115287"/>
                </a:cubicBezTo>
                <a:cubicBezTo>
                  <a:pt x="4158596" y="111709"/>
                  <a:pt x="4155859" y="107481"/>
                  <a:pt x="4153854" y="102603"/>
                </a:cubicBezTo>
                <a:cubicBezTo>
                  <a:pt x="4151850" y="97726"/>
                  <a:pt x="4150848" y="92414"/>
                  <a:pt x="4150848" y="86668"/>
                </a:cubicBezTo>
                <a:cubicBezTo>
                  <a:pt x="4150848" y="80922"/>
                  <a:pt x="4151822" y="75611"/>
                  <a:pt x="4153772" y="70733"/>
                </a:cubicBezTo>
                <a:cubicBezTo>
                  <a:pt x="4155723" y="65855"/>
                  <a:pt x="4158432" y="61628"/>
                  <a:pt x="4161899" y="58052"/>
                </a:cubicBezTo>
                <a:cubicBezTo>
                  <a:pt x="4165368" y="54473"/>
                  <a:pt x="4169433" y="51682"/>
                  <a:pt x="4174092" y="49676"/>
                </a:cubicBezTo>
                <a:cubicBezTo>
                  <a:pt x="4178752" y="47670"/>
                  <a:pt x="4183791" y="46667"/>
                  <a:pt x="4189209" y="46667"/>
                </a:cubicBezTo>
                <a:cubicBezTo>
                  <a:pt x="4195168" y="46667"/>
                  <a:pt x="4200423" y="47673"/>
                  <a:pt x="4204973" y="49683"/>
                </a:cubicBezTo>
                <a:cubicBezTo>
                  <a:pt x="4209525" y="51692"/>
                  <a:pt x="4213318" y="54408"/>
                  <a:pt x="4216352" y="57831"/>
                </a:cubicBezTo>
                <a:cubicBezTo>
                  <a:pt x="4219386" y="61252"/>
                  <a:pt x="4221689" y="65243"/>
                  <a:pt x="4223260" y="69805"/>
                </a:cubicBezTo>
                <a:cubicBezTo>
                  <a:pt x="4224832" y="74367"/>
                  <a:pt x="4225618" y="79256"/>
                  <a:pt x="4225618" y="84471"/>
                </a:cubicBezTo>
                <a:close/>
                <a:moveTo>
                  <a:pt x="4291448" y="48731"/>
                </a:moveTo>
                <a:lnTo>
                  <a:pt x="4309816" y="110468"/>
                </a:lnTo>
                <a:lnTo>
                  <a:pt x="4310141" y="110468"/>
                </a:lnTo>
                <a:lnTo>
                  <a:pt x="4330620" y="48731"/>
                </a:lnTo>
                <a:lnTo>
                  <a:pt x="4341350" y="48731"/>
                </a:lnTo>
                <a:lnTo>
                  <a:pt x="4362153" y="110468"/>
                </a:lnTo>
                <a:lnTo>
                  <a:pt x="4362478" y="110468"/>
                </a:lnTo>
                <a:lnTo>
                  <a:pt x="4380683" y="48731"/>
                </a:lnTo>
                <a:lnTo>
                  <a:pt x="4392387" y="48731"/>
                </a:lnTo>
                <a:lnTo>
                  <a:pt x="4368332" y="124764"/>
                </a:lnTo>
                <a:lnTo>
                  <a:pt x="4356303" y="124764"/>
                </a:lnTo>
                <a:lnTo>
                  <a:pt x="4335985" y="63191"/>
                </a:lnTo>
                <a:lnTo>
                  <a:pt x="4335660" y="63191"/>
                </a:lnTo>
                <a:lnTo>
                  <a:pt x="4315667" y="124764"/>
                </a:lnTo>
                <a:lnTo>
                  <a:pt x="4303638" y="124764"/>
                </a:lnTo>
                <a:lnTo>
                  <a:pt x="4279583" y="48731"/>
                </a:lnTo>
                <a:lnTo>
                  <a:pt x="4291448" y="48731"/>
                </a:lnTo>
                <a:close/>
                <a:moveTo>
                  <a:pt x="4422946" y="61147"/>
                </a:moveTo>
                <a:cubicBezTo>
                  <a:pt x="4425004" y="56701"/>
                  <a:pt x="4428417" y="53176"/>
                  <a:pt x="4433184" y="50574"/>
                </a:cubicBezTo>
                <a:cubicBezTo>
                  <a:pt x="4437953" y="47970"/>
                  <a:pt x="4443046" y="46667"/>
                  <a:pt x="4448465" y="46667"/>
                </a:cubicBezTo>
                <a:cubicBezTo>
                  <a:pt x="4458108" y="46667"/>
                  <a:pt x="4465340" y="49542"/>
                  <a:pt x="4470161" y="55291"/>
                </a:cubicBezTo>
                <a:cubicBezTo>
                  <a:pt x="4474985" y="61040"/>
                  <a:pt x="4477396" y="68633"/>
                  <a:pt x="4477396" y="78069"/>
                </a:cubicBezTo>
                <a:lnTo>
                  <a:pt x="4477396" y="124764"/>
                </a:lnTo>
                <a:lnTo>
                  <a:pt x="4466344" y="124764"/>
                </a:lnTo>
                <a:lnTo>
                  <a:pt x="4466344" y="82583"/>
                </a:lnTo>
                <a:cubicBezTo>
                  <a:pt x="4466344" y="78565"/>
                  <a:pt x="4466019" y="74929"/>
                  <a:pt x="4465370" y="71673"/>
                </a:cubicBezTo>
                <a:cubicBezTo>
                  <a:pt x="4464720" y="68416"/>
                  <a:pt x="4463609" y="65620"/>
                  <a:pt x="4462036" y="63285"/>
                </a:cubicBezTo>
                <a:cubicBezTo>
                  <a:pt x="4460465" y="60950"/>
                  <a:pt x="4458352" y="59131"/>
                  <a:pt x="4455697" y="57828"/>
                </a:cubicBezTo>
                <a:cubicBezTo>
                  <a:pt x="4453043" y="56525"/>
                  <a:pt x="4449711" y="55874"/>
                  <a:pt x="4445702" y="55874"/>
                </a:cubicBezTo>
                <a:cubicBezTo>
                  <a:pt x="4442777" y="55874"/>
                  <a:pt x="4439932" y="56472"/>
                  <a:pt x="4437167" y="57667"/>
                </a:cubicBezTo>
                <a:cubicBezTo>
                  <a:pt x="4434404" y="58861"/>
                  <a:pt x="4431939" y="60680"/>
                  <a:pt x="4429771" y="63124"/>
                </a:cubicBezTo>
                <a:cubicBezTo>
                  <a:pt x="4427605" y="65566"/>
                  <a:pt x="4425872" y="68659"/>
                  <a:pt x="4424570" y="72405"/>
                </a:cubicBezTo>
                <a:cubicBezTo>
                  <a:pt x="4423271" y="76150"/>
                  <a:pt x="4422621" y="80574"/>
                  <a:pt x="4422621" y="85679"/>
                </a:cubicBezTo>
                <a:lnTo>
                  <a:pt x="4422621" y="124764"/>
                </a:lnTo>
                <a:lnTo>
                  <a:pt x="4411567" y="124764"/>
                </a:lnTo>
                <a:lnTo>
                  <a:pt x="4411567" y="1806"/>
                </a:lnTo>
                <a:lnTo>
                  <a:pt x="4422621" y="1806"/>
                </a:lnTo>
                <a:lnTo>
                  <a:pt x="4422621" y="61147"/>
                </a:lnTo>
                <a:lnTo>
                  <a:pt x="4422946" y="61147"/>
                </a:lnTo>
                <a:close/>
                <a:moveTo>
                  <a:pt x="4581585" y="86668"/>
                </a:moveTo>
                <a:cubicBezTo>
                  <a:pt x="4581585" y="92414"/>
                  <a:pt x="4580582" y="97726"/>
                  <a:pt x="4578576" y="102603"/>
                </a:cubicBezTo>
                <a:cubicBezTo>
                  <a:pt x="4576572" y="107481"/>
                  <a:pt x="4573782" y="111709"/>
                  <a:pt x="4570205" y="115287"/>
                </a:cubicBezTo>
                <a:cubicBezTo>
                  <a:pt x="4566631" y="118864"/>
                  <a:pt x="4562351" y="121655"/>
                  <a:pt x="4557365" y="123660"/>
                </a:cubicBezTo>
                <a:cubicBezTo>
                  <a:pt x="4552382" y="125666"/>
                  <a:pt x="4546910" y="126669"/>
                  <a:pt x="4540949" y="126669"/>
                </a:cubicBezTo>
                <a:cubicBezTo>
                  <a:pt x="4535097" y="126669"/>
                  <a:pt x="4529679" y="125666"/>
                  <a:pt x="4524694" y="123660"/>
                </a:cubicBezTo>
                <a:cubicBezTo>
                  <a:pt x="4519710" y="121655"/>
                  <a:pt x="4515430" y="118864"/>
                  <a:pt x="4511854" y="115287"/>
                </a:cubicBezTo>
                <a:cubicBezTo>
                  <a:pt x="4508279" y="111709"/>
                  <a:pt x="4505489" y="107481"/>
                  <a:pt x="4503483" y="102603"/>
                </a:cubicBezTo>
                <a:cubicBezTo>
                  <a:pt x="4501479" y="97726"/>
                  <a:pt x="4500477" y="92414"/>
                  <a:pt x="4500477" y="86668"/>
                </a:cubicBezTo>
                <a:cubicBezTo>
                  <a:pt x="4500477" y="80922"/>
                  <a:pt x="4501479" y="75611"/>
                  <a:pt x="4503483" y="70733"/>
                </a:cubicBezTo>
                <a:cubicBezTo>
                  <a:pt x="4505489" y="65855"/>
                  <a:pt x="4508279" y="61628"/>
                  <a:pt x="4511854" y="58052"/>
                </a:cubicBezTo>
                <a:cubicBezTo>
                  <a:pt x="4515430" y="54473"/>
                  <a:pt x="4519710" y="51682"/>
                  <a:pt x="4524694" y="49676"/>
                </a:cubicBezTo>
                <a:cubicBezTo>
                  <a:pt x="4529679" y="47670"/>
                  <a:pt x="4535097" y="46667"/>
                  <a:pt x="4540949" y="46667"/>
                </a:cubicBezTo>
                <a:cubicBezTo>
                  <a:pt x="4546910" y="46667"/>
                  <a:pt x="4552382" y="47670"/>
                  <a:pt x="4557365" y="49676"/>
                </a:cubicBezTo>
                <a:cubicBezTo>
                  <a:pt x="4562351" y="51682"/>
                  <a:pt x="4566631" y="54473"/>
                  <a:pt x="4570205" y="58052"/>
                </a:cubicBezTo>
                <a:cubicBezTo>
                  <a:pt x="4573782" y="61628"/>
                  <a:pt x="4576572" y="65855"/>
                  <a:pt x="4578576" y="70733"/>
                </a:cubicBezTo>
                <a:cubicBezTo>
                  <a:pt x="4580582" y="75611"/>
                  <a:pt x="4581585" y="80922"/>
                  <a:pt x="4581585" y="86668"/>
                </a:cubicBezTo>
                <a:moveTo>
                  <a:pt x="4569883" y="86671"/>
                </a:moveTo>
                <a:cubicBezTo>
                  <a:pt x="4569883" y="82434"/>
                  <a:pt x="4569206" y="78443"/>
                  <a:pt x="4567852" y="74696"/>
                </a:cubicBezTo>
                <a:cubicBezTo>
                  <a:pt x="4566498" y="70948"/>
                  <a:pt x="4564574" y="67689"/>
                  <a:pt x="4562080" y="64919"/>
                </a:cubicBezTo>
                <a:cubicBezTo>
                  <a:pt x="4559589" y="62148"/>
                  <a:pt x="4556554" y="59948"/>
                  <a:pt x="4552978" y="58319"/>
                </a:cubicBezTo>
                <a:cubicBezTo>
                  <a:pt x="4549403" y="56689"/>
                  <a:pt x="4545394" y="55874"/>
                  <a:pt x="4540951" y="55874"/>
                </a:cubicBezTo>
                <a:cubicBezTo>
                  <a:pt x="4536509" y="55874"/>
                  <a:pt x="4532526" y="56689"/>
                  <a:pt x="4529004" y="58319"/>
                </a:cubicBezTo>
                <a:cubicBezTo>
                  <a:pt x="4525482" y="59948"/>
                  <a:pt x="4522475" y="62148"/>
                  <a:pt x="4519981" y="64919"/>
                </a:cubicBezTo>
                <a:cubicBezTo>
                  <a:pt x="4517490" y="67689"/>
                  <a:pt x="4515567" y="70948"/>
                  <a:pt x="4514212" y="74696"/>
                </a:cubicBezTo>
                <a:cubicBezTo>
                  <a:pt x="4512858" y="78443"/>
                  <a:pt x="4512181" y="82434"/>
                  <a:pt x="4512181" y="86671"/>
                </a:cubicBezTo>
                <a:cubicBezTo>
                  <a:pt x="4512181" y="90907"/>
                  <a:pt x="4512858" y="94899"/>
                  <a:pt x="4514212" y="98648"/>
                </a:cubicBezTo>
                <a:cubicBezTo>
                  <a:pt x="4515567" y="102394"/>
                  <a:pt x="4517490" y="105653"/>
                  <a:pt x="4519981" y="108424"/>
                </a:cubicBezTo>
                <a:cubicBezTo>
                  <a:pt x="4522475" y="111194"/>
                  <a:pt x="4525482" y="113367"/>
                  <a:pt x="4529004" y="114942"/>
                </a:cubicBezTo>
                <a:cubicBezTo>
                  <a:pt x="4532526" y="116517"/>
                  <a:pt x="4536509" y="117304"/>
                  <a:pt x="4540951" y="117304"/>
                </a:cubicBezTo>
                <a:cubicBezTo>
                  <a:pt x="4545394" y="117304"/>
                  <a:pt x="4549403" y="116517"/>
                  <a:pt x="4552978" y="114942"/>
                </a:cubicBezTo>
                <a:cubicBezTo>
                  <a:pt x="4556554" y="113367"/>
                  <a:pt x="4559589" y="111194"/>
                  <a:pt x="4562080" y="108424"/>
                </a:cubicBezTo>
                <a:cubicBezTo>
                  <a:pt x="4564574" y="105653"/>
                  <a:pt x="4566498" y="102394"/>
                  <a:pt x="4567852" y="98648"/>
                </a:cubicBezTo>
                <a:cubicBezTo>
                  <a:pt x="4569206" y="94899"/>
                  <a:pt x="4569883" y="90907"/>
                  <a:pt x="4569883" y="866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3" name="Text wanttomakeastatementwhilekeepingtheirdevicesafe.">
            <a:extLst xmlns:a="http://schemas.openxmlformats.org/drawingml/2006/main">
              <a:ext uri="{FF2B5EF4-FFF2-40B4-BE49-F238E27FC236}">
                <a16:creationId xmlns:a16="http://schemas.microsoft.com/office/drawing/2014/main" id="{DEC5386D-BB66-47E8-892E-AD521170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548" y="2990052"/>
            <a:ext cx="4248699" cy="163812"/>
          </a:xfrm>
          <a:custGeom xmlns:a="http://schemas.openxmlformats.org/drawingml/2006/main">
            <a:pathLst>
              <a:path w="4248699" h="163812">
                <a:moveTo>
                  <a:pt x="11865" y="48731"/>
                </a:moveTo>
                <a:lnTo>
                  <a:pt x="30234" y="110468"/>
                </a:lnTo>
                <a:lnTo>
                  <a:pt x="30559" y="110468"/>
                </a:lnTo>
                <a:lnTo>
                  <a:pt x="51038" y="48731"/>
                </a:lnTo>
                <a:lnTo>
                  <a:pt x="61767" y="48731"/>
                </a:lnTo>
                <a:lnTo>
                  <a:pt x="82571" y="110468"/>
                </a:lnTo>
                <a:lnTo>
                  <a:pt x="82896" y="110468"/>
                </a:lnTo>
                <a:lnTo>
                  <a:pt x="101100" y="48731"/>
                </a:lnTo>
                <a:lnTo>
                  <a:pt x="112805" y="48731"/>
                </a:lnTo>
                <a:lnTo>
                  <a:pt x="88749" y="124764"/>
                </a:lnTo>
                <a:lnTo>
                  <a:pt x="76720" y="124764"/>
                </a:lnTo>
                <a:lnTo>
                  <a:pt x="56402" y="63191"/>
                </a:lnTo>
                <a:lnTo>
                  <a:pt x="56077" y="63191"/>
                </a:lnTo>
                <a:lnTo>
                  <a:pt x="36084" y="124764"/>
                </a:lnTo>
                <a:lnTo>
                  <a:pt x="24055" y="124764"/>
                </a:lnTo>
                <a:lnTo>
                  <a:pt x="0" y="48731"/>
                </a:lnTo>
                <a:lnTo>
                  <a:pt x="11865" y="48731"/>
                </a:lnTo>
                <a:close/>
                <a:moveTo>
                  <a:pt x="179609" y="75646"/>
                </a:moveTo>
                <a:cubicBezTo>
                  <a:pt x="179609" y="69001"/>
                  <a:pt x="177875" y="64045"/>
                  <a:pt x="174408" y="60777"/>
                </a:cubicBezTo>
                <a:cubicBezTo>
                  <a:pt x="170940" y="57508"/>
                  <a:pt x="165901" y="55874"/>
                  <a:pt x="159291" y="55874"/>
                </a:cubicBezTo>
                <a:cubicBezTo>
                  <a:pt x="154740" y="55874"/>
                  <a:pt x="150514" y="56687"/>
                  <a:pt x="146612" y="58312"/>
                </a:cubicBezTo>
                <a:cubicBezTo>
                  <a:pt x="142711" y="59937"/>
                  <a:pt x="139407" y="62105"/>
                  <a:pt x="136699" y="64815"/>
                </a:cubicBezTo>
                <a:lnTo>
                  <a:pt x="130520" y="57501"/>
                </a:lnTo>
                <a:cubicBezTo>
                  <a:pt x="133664" y="54371"/>
                  <a:pt x="137809" y="51783"/>
                  <a:pt x="142956" y="49738"/>
                </a:cubicBezTo>
                <a:cubicBezTo>
                  <a:pt x="148103" y="47691"/>
                  <a:pt x="153928" y="46667"/>
                  <a:pt x="160429" y="46667"/>
                </a:cubicBezTo>
                <a:cubicBezTo>
                  <a:pt x="164548" y="46667"/>
                  <a:pt x="168395" y="47237"/>
                  <a:pt x="171970" y="48376"/>
                </a:cubicBezTo>
                <a:cubicBezTo>
                  <a:pt x="175546" y="49516"/>
                  <a:pt x="178688" y="51224"/>
                  <a:pt x="181397" y="53503"/>
                </a:cubicBezTo>
                <a:cubicBezTo>
                  <a:pt x="184107" y="55780"/>
                  <a:pt x="186220" y="58653"/>
                  <a:pt x="187736" y="62124"/>
                </a:cubicBezTo>
                <a:cubicBezTo>
                  <a:pt x="189254" y="65595"/>
                  <a:pt x="190013" y="69662"/>
                  <a:pt x="190013" y="74327"/>
                </a:cubicBezTo>
                <a:lnTo>
                  <a:pt x="190013" y="107680"/>
                </a:lnTo>
                <a:cubicBezTo>
                  <a:pt x="190013" y="110609"/>
                  <a:pt x="190121" y="113646"/>
                  <a:pt x="190338" y="116793"/>
                </a:cubicBezTo>
                <a:cubicBezTo>
                  <a:pt x="190555" y="119938"/>
                  <a:pt x="190879" y="122595"/>
                  <a:pt x="191313" y="124764"/>
                </a:cubicBezTo>
                <a:lnTo>
                  <a:pt x="181399" y="124764"/>
                </a:lnTo>
                <a:cubicBezTo>
                  <a:pt x="181074" y="122914"/>
                  <a:pt x="180802" y="120901"/>
                  <a:pt x="180586" y="118725"/>
                </a:cubicBezTo>
                <a:cubicBezTo>
                  <a:pt x="180369" y="116549"/>
                  <a:pt x="180261" y="114427"/>
                  <a:pt x="180261" y="112361"/>
                </a:cubicBezTo>
                <a:lnTo>
                  <a:pt x="179933" y="112361"/>
                </a:lnTo>
                <a:cubicBezTo>
                  <a:pt x="176466" y="117455"/>
                  <a:pt x="172538" y="121113"/>
                  <a:pt x="168148" y="123335"/>
                </a:cubicBezTo>
                <a:cubicBezTo>
                  <a:pt x="163759" y="125558"/>
                  <a:pt x="158477" y="126669"/>
                  <a:pt x="152302" y="126669"/>
                </a:cubicBezTo>
                <a:cubicBezTo>
                  <a:pt x="149375" y="126669"/>
                  <a:pt x="146367" y="126263"/>
                  <a:pt x="143279" y="125451"/>
                </a:cubicBezTo>
                <a:cubicBezTo>
                  <a:pt x="140192" y="124639"/>
                  <a:pt x="137375" y="123313"/>
                  <a:pt x="134829" y="121473"/>
                </a:cubicBezTo>
                <a:cubicBezTo>
                  <a:pt x="132282" y="119631"/>
                  <a:pt x="130169" y="117248"/>
                  <a:pt x="128489" y="114325"/>
                </a:cubicBezTo>
                <a:cubicBezTo>
                  <a:pt x="126809" y="111400"/>
                  <a:pt x="125969" y="107825"/>
                  <a:pt x="125969" y="103600"/>
                </a:cubicBezTo>
                <a:cubicBezTo>
                  <a:pt x="125969" y="97752"/>
                  <a:pt x="127459" y="93122"/>
                  <a:pt x="130439" y="89711"/>
                </a:cubicBezTo>
                <a:cubicBezTo>
                  <a:pt x="133418" y="86300"/>
                  <a:pt x="137401" y="83756"/>
                  <a:pt x="142386" y="82077"/>
                </a:cubicBezTo>
                <a:cubicBezTo>
                  <a:pt x="147371" y="80397"/>
                  <a:pt x="153087" y="79314"/>
                  <a:pt x="159534" y="78828"/>
                </a:cubicBezTo>
                <a:cubicBezTo>
                  <a:pt x="165982" y="78340"/>
                  <a:pt x="172674" y="78097"/>
                  <a:pt x="179609" y="78097"/>
                </a:cubicBezTo>
                <a:lnTo>
                  <a:pt x="179609" y="75646"/>
                </a:lnTo>
                <a:moveTo>
                  <a:pt x="176357" y="86827"/>
                </a:moveTo>
                <a:cubicBezTo>
                  <a:pt x="171807" y="86827"/>
                  <a:pt x="167228" y="87016"/>
                  <a:pt x="162622" y="87395"/>
                </a:cubicBezTo>
                <a:cubicBezTo>
                  <a:pt x="158017" y="87772"/>
                  <a:pt x="153845" y="88528"/>
                  <a:pt x="150107" y="89664"/>
                </a:cubicBezTo>
                <a:cubicBezTo>
                  <a:pt x="146370" y="90799"/>
                  <a:pt x="143309" y="92446"/>
                  <a:pt x="140925" y="94607"/>
                </a:cubicBezTo>
                <a:cubicBezTo>
                  <a:pt x="138541" y="96768"/>
                  <a:pt x="137348" y="99631"/>
                  <a:pt x="137348" y="103196"/>
                </a:cubicBezTo>
                <a:cubicBezTo>
                  <a:pt x="137348" y="105898"/>
                  <a:pt x="137863" y="108167"/>
                  <a:pt x="138891" y="110004"/>
                </a:cubicBezTo>
                <a:cubicBezTo>
                  <a:pt x="139921" y="111841"/>
                  <a:pt x="141303" y="113327"/>
                  <a:pt x="143036" y="114461"/>
                </a:cubicBezTo>
                <a:cubicBezTo>
                  <a:pt x="144770" y="115596"/>
                  <a:pt x="146694" y="116406"/>
                  <a:pt x="148807" y="116892"/>
                </a:cubicBezTo>
                <a:cubicBezTo>
                  <a:pt x="150920" y="117378"/>
                  <a:pt x="153060" y="117621"/>
                  <a:pt x="155228" y="117621"/>
                </a:cubicBezTo>
                <a:cubicBezTo>
                  <a:pt x="159129" y="117621"/>
                  <a:pt x="162596" y="116946"/>
                  <a:pt x="165630" y="115595"/>
                </a:cubicBezTo>
                <a:cubicBezTo>
                  <a:pt x="168664" y="114244"/>
                  <a:pt x="171211" y="112407"/>
                  <a:pt x="173269" y="110084"/>
                </a:cubicBezTo>
                <a:cubicBezTo>
                  <a:pt x="175328" y="107761"/>
                  <a:pt x="176899" y="105087"/>
                  <a:pt x="177982" y="102063"/>
                </a:cubicBezTo>
                <a:cubicBezTo>
                  <a:pt x="179066" y="99037"/>
                  <a:pt x="179609" y="95849"/>
                  <a:pt x="179609" y="92499"/>
                </a:cubicBezTo>
                <a:lnTo>
                  <a:pt x="179609" y="86827"/>
                </a:lnTo>
                <a:lnTo>
                  <a:pt x="176357" y="86827"/>
                </a:lnTo>
                <a:close/>
                <a:moveTo>
                  <a:pt x="228372" y="48632"/>
                </a:moveTo>
                <a:cubicBezTo>
                  <a:pt x="228589" y="50690"/>
                  <a:pt x="228751" y="52966"/>
                  <a:pt x="228858" y="55460"/>
                </a:cubicBezTo>
                <a:cubicBezTo>
                  <a:pt x="228967" y="57952"/>
                  <a:pt x="229022" y="60010"/>
                  <a:pt x="229022" y="61635"/>
                </a:cubicBezTo>
                <a:lnTo>
                  <a:pt x="229347" y="61635"/>
                </a:lnTo>
                <a:cubicBezTo>
                  <a:pt x="231515" y="57188"/>
                  <a:pt x="235036" y="53581"/>
                  <a:pt x="239912" y="50817"/>
                </a:cubicBezTo>
                <a:cubicBezTo>
                  <a:pt x="244789" y="48051"/>
                  <a:pt x="249936" y="46667"/>
                  <a:pt x="255354" y="46667"/>
                </a:cubicBezTo>
                <a:cubicBezTo>
                  <a:pt x="264997" y="46667"/>
                  <a:pt x="272230" y="49542"/>
                  <a:pt x="277051" y="55291"/>
                </a:cubicBezTo>
                <a:cubicBezTo>
                  <a:pt x="281874" y="61040"/>
                  <a:pt x="284286" y="68633"/>
                  <a:pt x="284286" y="78069"/>
                </a:cubicBezTo>
                <a:lnTo>
                  <a:pt x="284286" y="124764"/>
                </a:lnTo>
                <a:lnTo>
                  <a:pt x="273234" y="124764"/>
                </a:lnTo>
                <a:lnTo>
                  <a:pt x="273234" y="82583"/>
                </a:lnTo>
                <a:cubicBezTo>
                  <a:pt x="273234" y="78565"/>
                  <a:pt x="272909" y="74929"/>
                  <a:pt x="272259" y="71673"/>
                </a:cubicBezTo>
                <a:cubicBezTo>
                  <a:pt x="271609" y="68416"/>
                  <a:pt x="270498" y="65620"/>
                  <a:pt x="268926" y="63285"/>
                </a:cubicBezTo>
                <a:cubicBezTo>
                  <a:pt x="267355" y="60950"/>
                  <a:pt x="265242" y="59131"/>
                  <a:pt x="262586" y="57828"/>
                </a:cubicBezTo>
                <a:cubicBezTo>
                  <a:pt x="259933" y="56525"/>
                  <a:pt x="256601" y="55874"/>
                  <a:pt x="252591" y="55874"/>
                </a:cubicBezTo>
                <a:cubicBezTo>
                  <a:pt x="249666" y="55874"/>
                  <a:pt x="246821" y="56472"/>
                  <a:pt x="244057" y="57667"/>
                </a:cubicBezTo>
                <a:cubicBezTo>
                  <a:pt x="241294" y="58861"/>
                  <a:pt x="238829" y="60680"/>
                  <a:pt x="236661" y="63124"/>
                </a:cubicBezTo>
                <a:cubicBezTo>
                  <a:pt x="234495" y="65566"/>
                  <a:pt x="232761" y="68659"/>
                  <a:pt x="231460" y="72405"/>
                </a:cubicBezTo>
                <a:cubicBezTo>
                  <a:pt x="230160" y="76150"/>
                  <a:pt x="229511" y="80574"/>
                  <a:pt x="229511" y="85679"/>
                </a:cubicBezTo>
                <a:lnTo>
                  <a:pt x="229511" y="124764"/>
                </a:lnTo>
                <a:lnTo>
                  <a:pt x="218456" y="124764"/>
                </a:lnTo>
                <a:lnTo>
                  <a:pt x="218456" y="65378"/>
                </a:lnTo>
                <a:cubicBezTo>
                  <a:pt x="218456" y="63316"/>
                  <a:pt x="218402" y="60660"/>
                  <a:pt x="218293" y="57409"/>
                </a:cubicBezTo>
                <a:cubicBezTo>
                  <a:pt x="218185" y="54159"/>
                  <a:pt x="218023" y="51233"/>
                  <a:pt x="217806" y="48632"/>
                </a:cubicBezTo>
                <a:lnTo>
                  <a:pt x="228372" y="48632"/>
                </a:lnTo>
                <a:close/>
                <a:moveTo>
                  <a:pt x="347190" y="57938"/>
                </a:moveTo>
                <a:lnTo>
                  <a:pt x="325736" y="57938"/>
                </a:lnTo>
                <a:lnTo>
                  <a:pt x="325736" y="102358"/>
                </a:lnTo>
                <a:cubicBezTo>
                  <a:pt x="325736" y="105179"/>
                  <a:pt x="326006" y="107511"/>
                  <a:pt x="326547" y="109355"/>
                </a:cubicBezTo>
                <a:cubicBezTo>
                  <a:pt x="327089" y="111198"/>
                  <a:pt x="327875" y="112636"/>
                  <a:pt x="328903" y="113668"/>
                </a:cubicBezTo>
                <a:cubicBezTo>
                  <a:pt x="329933" y="114698"/>
                  <a:pt x="331153" y="115403"/>
                  <a:pt x="332561" y="115783"/>
                </a:cubicBezTo>
                <a:cubicBezTo>
                  <a:pt x="333970" y="116162"/>
                  <a:pt x="335487" y="116351"/>
                  <a:pt x="337113" y="116351"/>
                </a:cubicBezTo>
                <a:cubicBezTo>
                  <a:pt x="338631" y="116351"/>
                  <a:pt x="340229" y="116130"/>
                  <a:pt x="341907" y="115689"/>
                </a:cubicBezTo>
                <a:cubicBezTo>
                  <a:pt x="343587" y="115246"/>
                  <a:pt x="345186" y="114637"/>
                  <a:pt x="346704" y="113861"/>
                </a:cubicBezTo>
                <a:lnTo>
                  <a:pt x="347190" y="123442"/>
                </a:lnTo>
                <a:cubicBezTo>
                  <a:pt x="345240" y="124201"/>
                  <a:pt x="343209" y="124770"/>
                  <a:pt x="341096" y="125148"/>
                </a:cubicBezTo>
                <a:cubicBezTo>
                  <a:pt x="338983" y="125527"/>
                  <a:pt x="336679" y="125716"/>
                  <a:pt x="334186" y="125716"/>
                </a:cubicBezTo>
                <a:cubicBezTo>
                  <a:pt x="332127" y="125716"/>
                  <a:pt x="329961" y="125445"/>
                  <a:pt x="327685" y="124903"/>
                </a:cubicBezTo>
                <a:cubicBezTo>
                  <a:pt x="325410" y="124362"/>
                  <a:pt x="323297" y="123334"/>
                  <a:pt x="321346" y="121818"/>
                </a:cubicBezTo>
                <a:cubicBezTo>
                  <a:pt x="319397" y="120300"/>
                  <a:pt x="317798" y="118240"/>
                  <a:pt x="316552" y="115639"/>
                </a:cubicBezTo>
                <a:cubicBezTo>
                  <a:pt x="315305" y="113038"/>
                  <a:pt x="314682" y="109625"/>
                  <a:pt x="314682" y="105399"/>
                </a:cubicBezTo>
                <a:lnTo>
                  <a:pt x="314682" y="57938"/>
                </a:lnTo>
                <a:lnTo>
                  <a:pt x="298915" y="57938"/>
                </a:lnTo>
                <a:lnTo>
                  <a:pt x="298915" y="48731"/>
                </a:lnTo>
                <a:lnTo>
                  <a:pt x="314682" y="48731"/>
                </a:lnTo>
                <a:lnTo>
                  <a:pt x="314682" y="27275"/>
                </a:lnTo>
                <a:lnTo>
                  <a:pt x="325736" y="27275"/>
                </a:lnTo>
                <a:lnTo>
                  <a:pt x="325736" y="48731"/>
                </a:lnTo>
                <a:lnTo>
                  <a:pt x="347190" y="48731"/>
                </a:lnTo>
                <a:lnTo>
                  <a:pt x="347190" y="57938"/>
                </a:lnTo>
                <a:close/>
                <a:moveTo>
                  <a:pt x="439351" y="57938"/>
                </a:moveTo>
                <a:lnTo>
                  <a:pt x="417897" y="57938"/>
                </a:lnTo>
                <a:lnTo>
                  <a:pt x="417897" y="102358"/>
                </a:lnTo>
                <a:cubicBezTo>
                  <a:pt x="417897" y="105179"/>
                  <a:pt x="418168" y="107511"/>
                  <a:pt x="418709" y="109355"/>
                </a:cubicBezTo>
                <a:cubicBezTo>
                  <a:pt x="419251" y="111198"/>
                  <a:pt x="420036" y="112636"/>
                  <a:pt x="421065" y="113668"/>
                </a:cubicBezTo>
                <a:cubicBezTo>
                  <a:pt x="422095" y="114698"/>
                  <a:pt x="423314" y="115403"/>
                  <a:pt x="424723" y="115783"/>
                </a:cubicBezTo>
                <a:cubicBezTo>
                  <a:pt x="426132" y="116162"/>
                  <a:pt x="427649" y="116351"/>
                  <a:pt x="429274" y="116351"/>
                </a:cubicBezTo>
                <a:cubicBezTo>
                  <a:pt x="430792" y="116351"/>
                  <a:pt x="432390" y="116130"/>
                  <a:pt x="434068" y="115689"/>
                </a:cubicBezTo>
                <a:cubicBezTo>
                  <a:pt x="435748" y="115246"/>
                  <a:pt x="437347" y="114637"/>
                  <a:pt x="438865" y="113861"/>
                </a:cubicBezTo>
                <a:lnTo>
                  <a:pt x="439351" y="123442"/>
                </a:lnTo>
                <a:cubicBezTo>
                  <a:pt x="437402" y="124201"/>
                  <a:pt x="435371" y="124770"/>
                  <a:pt x="433257" y="125148"/>
                </a:cubicBezTo>
                <a:cubicBezTo>
                  <a:pt x="431144" y="125527"/>
                  <a:pt x="428841" y="125716"/>
                  <a:pt x="426348" y="125716"/>
                </a:cubicBezTo>
                <a:cubicBezTo>
                  <a:pt x="424289" y="125716"/>
                  <a:pt x="422122" y="125445"/>
                  <a:pt x="419847" y="124903"/>
                </a:cubicBezTo>
                <a:cubicBezTo>
                  <a:pt x="417572" y="124362"/>
                  <a:pt x="415459" y="123334"/>
                  <a:pt x="413508" y="121818"/>
                </a:cubicBezTo>
                <a:cubicBezTo>
                  <a:pt x="411558" y="120300"/>
                  <a:pt x="409960" y="118240"/>
                  <a:pt x="408713" y="115639"/>
                </a:cubicBezTo>
                <a:cubicBezTo>
                  <a:pt x="407467" y="113038"/>
                  <a:pt x="406843" y="109625"/>
                  <a:pt x="406843" y="105399"/>
                </a:cubicBezTo>
                <a:lnTo>
                  <a:pt x="406843" y="57938"/>
                </a:lnTo>
                <a:lnTo>
                  <a:pt x="391077" y="57938"/>
                </a:lnTo>
                <a:lnTo>
                  <a:pt x="391077" y="48731"/>
                </a:lnTo>
                <a:lnTo>
                  <a:pt x="406843" y="48731"/>
                </a:lnTo>
                <a:lnTo>
                  <a:pt x="406843" y="27275"/>
                </a:lnTo>
                <a:lnTo>
                  <a:pt x="417897" y="27275"/>
                </a:lnTo>
                <a:lnTo>
                  <a:pt x="417897" y="48731"/>
                </a:lnTo>
                <a:lnTo>
                  <a:pt x="439351" y="48731"/>
                </a:lnTo>
                <a:lnTo>
                  <a:pt x="439351" y="57938"/>
                </a:lnTo>
                <a:close/>
                <a:moveTo>
                  <a:pt x="532163" y="86668"/>
                </a:moveTo>
                <a:cubicBezTo>
                  <a:pt x="532163" y="92414"/>
                  <a:pt x="531160" y="97726"/>
                  <a:pt x="529154" y="102603"/>
                </a:cubicBezTo>
                <a:cubicBezTo>
                  <a:pt x="527150" y="107481"/>
                  <a:pt x="524360" y="111709"/>
                  <a:pt x="520784" y="115287"/>
                </a:cubicBezTo>
                <a:cubicBezTo>
                  <a:pt x="517209" y="118864"/>
                  <a:pt x="512929" y="121655"/>
                  <a:pt x="507944" y="123660"/>
                </a:cubicBezTo>
                <a:cubicBezTo>
                  <a:pt x="502960" y="125666"/>
                  <a:pt x="497488" y="126669"/>
                  <a:pt x="491527" y="126669"/>
                </a:cubicBezTo>
                <a:cubicBezTo>
                  <a:pt x="485676" y="126669"/>
                  <a:pt x="480257" y="125666"/>
                  <a:pt x="475272" y="123660"/>
                </a:cubicBezTo>
                <a:cubicBezTo>
                  <a:pt x="470288" y="121655"/>
                  <a:pt x="466008" y="118864"/>
                  <a:pt x="462432" y="115287"/>
                </a:cubicBezTo>
                <a:cubicBezTo>
                  <a:pt x="458857" y="111709"/>
                  <a:pt x="456067" y="107481"/>
                  <a:pt x="454061" y="102603"/>
                </a:cubicBezTo>
                <a:cubicBezTo>
                  <a:pt x="452057" y="97726"/>
                  <a:pt x="451055" y="92414"/>
                  <a:pt x="451055" y="86668"/>
                </a:cubicBezTo>
                <a:cubicBezTo>
                  <a:pt x="451055" y="80922"/>
                  <a:pt x="452057" y="75611"/>
                  <a:pt x="454061" y="70733"/>
                </a:cubicBezTo>
                <a:cubicBezTo>
                  <a:pt x="456067" y="65855"/>
                  <a:pt x="458857" y="61628"/>
                  <a:pt x="462432" y="58052"/>
                </a:cubicBezTo>
                <a:cubicBezTo>
                  <a:pt x="466008" y="54473"/>
                  <a:pt x="470288" y="51682"/>
                  <a:pt x="475272" y="49676"/>
                </a:cubicBezTo>
                <a:cubicBezTo>
                  <a:pt x="480257" y="47670"/>
                  <a:pt x="485676" y="46667"/>
                  <a:pt x="491527" y="46667"/>
                </a:cubicBezTo>
                <a:cubicBezTo>
                  <a:pt x="497488" y="46667"/>
                  <a:pt x="502960" y="47670"/>
                  <a:pt x="507944" y="49676"/>
                </a:cubicBezTo>
                <a:cubicBezTo>
                  <a:pt x="512929" y="51682"/>
                  <a:pt x="517209" y="54473"/>
                  <a:pt x="520784" y="58052"/>
                </a:cubicBezTo>
                <a:cubicBezTo>
                  <a:pt x="524360" y="61628"/>
                  <a:pt x="527150" y="65855"/>
                  <a:pt x="529154" y="70733"/>
                </a:cubicBezTo>
                <a:cubicBezTo>
                  <a:pt x="531160" y="75611"/>
                  <a:pt x="532163" y="80922"/>
                  <a:pt x="532163" y="86668"/>
                </a:cubicBezTo>
                <a:moveTo>
                  <a:pt x="520461" y="86671"/>
                </a:moveTo>
                <a:cubicBezTo>
                  <a:pt x="520461" y="82434"/>
                  <a:pt x="519784" y="78443"/>
                  <a:pt x="518430" y="74696"/>
                </a:cubicBezTo>
                <a:cubicBezTo>
                  <a:pt x="517076" y="70948"/>
                  <a:pt x="515152" y="67689"/>
                  <a:pt x="512659" y="64919"/>
                </a:cubicBezTo>
                <a:cubicBezTo>
                  <a:pt x="510167" y="62148"/>
                  <a:pt x="507133" y="59948"/>
                  <a:pt x="503556" y="58319"/>
                </a:cubicBezTo>
                <a:cubicBezTo>
                  <a:pt x="499981" y="56689"/>
                  <a:pt x="495973" y="55874"/>
                  <a:pt x="491530" y="55874"/>
                </a:cubicBezTo>
                <a:cubicBezTo>
                  <a:pt x="487087" y="55874"/>
                  <a:pt x="483104" y="56689"/>
                  <a:pt x="479583" y="58319"/>
                </a:cubicBezTo>
                <a:cubicBezTo>
                  <a:pt x="476061" y="59948"/>
                  <a:pt x="473053" y="62148"/>
                  <a:pt x="470560" y="64919"/>
                </a:cubicBezTo>
                <a:cubicBezTo>
                  <a:pt x="468068" y="67689"/>
                  <a:pt x="466145" y="70948"/>
                  <a:pt x="464791" y="74696"/>
                </a:cubicBezTo>
                <a:cubicBezTo>
                  <a:pt x="463436" y="78443"/>
                  <a:pt x="462759" y="82434"/>
                  <a:pt x="462759" y="86671"/>
                </a:cubicBezTo>
                <a:cubicBezTo>
                  <a:pt x="462759" y="90907"/>
                  <a:pt x="463436" y="94899"/>
                  <a:pt x="464791" y="98648"/>
                </a:cubicBezTo>
                <a:cubicBezTo>
                  <a:pt x="466145" y="102394"/>
                  <a:pt x="468068" y="105653"/>
                  <a:pt x="470560" y="108424"/>
                </a:cubicBezTo>
                <a:cubicBezTo>
                  <a:pt x="473053" y="111194"/>
                  <a:pt x="476061" y="113367"/>
                  <a:pt x="479583" y="114942"/>
                </a:cubicBezTo>
                <a:cubicBezTo>
                  <a:pt x="483104" y="116517"/>
                  <a:pt x="487087" y="117304"/>
                  <a:pt x="491530" y="117304"/>
                </a:cubicBezTo>
                <a:cubicBezTo>
                  <a:pt x="495973" y="117304"/>
                  <a:pt x="499981" y="116517"/>
                  <a:pt x="503556" y="114942"/>
                </a:cubicBezTo>
                <a:cubicBezTo>
                  <a:pt x="507133" y="113367"/>
                  <a:pt x="510167" y="111194"/>
                  <a:pt x="512659" y="108424"/>
                </a:cubicBezTo>
                <a:cubicBezTo>
                  <a:pt x="515152" y="105653"/>
                  <a:pt x="517076" y="102394"/>
                  <a:pt x="518430" y="98648"/>
                </a:cubicBezTo>
                <a:cubicBezTo>
                  <a:pt x="519784" y="94899"/>
                  <a:pt x="520461" y="90907"/>
                  <a:pt x="520461" y="86671"/>
                </a:cubicBezTo>
                <a:close/>
                <a:moveTo>
                  <a:pt x="607421" y="61635"/>
                </a:moveTo>
                <a:cubicBezTo>
                  <a:pt x="609588" y="57189"/>
                  <a:pt x="612920" y="53583"/>
                  <a:pt x="617416" y="50817"/>
                </a:cubicBezTo>
                <a:cubicBezTo>
                  <a:pt x="621913" y="48051"/>
                  <a:pt x="626926" y="46667"/>
                  <a:pt x="632453" y="46667"/>
                </a:cubicBezTo>
                <a:cubicBezTo>
                  <a:pt x="634512" y="46667"/>
                  <a:pt x="636651" y="46885"/>
                  <a:pt x="638872" y="47320"/>
                </a:cubicBezTo>
                <a:cubicBezTo>
                  <a:pt x="641094" y="47753"/>
                  <a:pt x="643262" y="48593"/>
                  <a:pt x="645375" y="49840"/>
                </a:cubicBezTo>
                <a:cubicBezTo>
                  <a:pt x="647488" y="51086"/>
                  <a:pt x="649439" y="52741"/>
                  <a:pt x="651226" y="54803"/>
                </a:cubicBezTo>
                <a:cubicBezTo>
                  <a:pt x="653015" y="56863"/>
                  <a:pt x="654559" y="59520"/>
                  <a:pt x="655859" y="62774"/>
                </a:cubicBezTo>
                <a:cubicBezTo>
                  <a:pt x="658460" y="57567"/>
                  <a:pt x="662008" y="53581"/>
                  <a:pt x="666504" y="50817"/>
                </a:cubicBezTo>
                <a:cubicBezTo>
                  <a:pt x="671001" y="48051"/>
                  <a:pt x="676339" y="46667"/>
                  <a:pt x="682516" y="46667"/>
                </a:cubicBezTo>
                <a:cubicBezTo>
                  <a:pt x="692159" y="46667"/>
                  <a:pt x="699391" y="49542"/>
                  <a:pt x="704213" y="55291"/>
                </a:cubicBezTo>
                <a:cubicBezTo>
                  <a:pt x="709036" y="61040"/>
                  <a:pt x="711448" y="68633"/>
                  <a:pt x="711448" y="78069"/>
                </a:cubicBezTo>
                <a:lnTo>
                  <a:pt x="711448" y="124764"/>
                </a:lnTo>
                <a:lnTo>
                  <a:pt x="700396" y="124764"/>
                </a:lnTo>
                <a:lnTo>
                  <a:pt x="700396" y="82583"/>
                </a:lnTo>
                <a:cubicBezTo>
                  <a:pt x="700396" y="74549"/>
                  <a:pt x="698906" y="68089"/>
                  <a:pt x="695927" y="63203"/>
                </a:cubicBezTo>
                <a:cubicBezTo>
                  <a:pt x="692947" y="58317"/>
                  <a:pt x="687881" y="55874"/>
                  <a:pt x="680728" y="55874"/>
                </a:cubicBezTo>
                <a:cubicBezTo>
                  <a:pt x="676718" y="55874"/>
                  <a:pt x="673332" y="56688"/>
                  <a:pt x="670569" y="58317"/>
                </a:cubicBezTo>
                <a:cubicBezTo>
                  <a:pt x="667806" y="59946"/>
                  <a:pt x="665585" y="62090"/>
                  <a:pt x="663905" y="64751"/>
                </a:cubicBezTo>
                <a:cubicBezTo>
                  <a:pt x="662225" y="67409"/>
                  <a:pt x="661005" y="70422"/>
                  <a:pt x="660246" y="73788"/>
                </a:cubicBezTo>
                <a:cubicBezTo>
                  <a:pt x="659489" y="77155"/>
                  <a:pt x="659111" y="80630"/>
                  <a:pt x="659111" y="84213"/>
                </a:cubicBezTo>
                <a:lnTo>
                  <a:pt x="659111" y="124764"/>
                </a:lnTo>
                <a:lnTo>
                  <a:pt x="648056" y="124764"/>
                </a:lnTo>
                <a:lnTo>
                  <a:pt x="648056" y="80304"/>
                </a:lnTo>
                <a:cubicBezTo>
                  <a:pt x="648056" y="76612"/>
                  <a:pt x="647785" y="73246"/>
                  <a:pt x="647243" y="70207"/>
                </a:cubicBezTo>
                <a:cubicBezTo>
                  <a:pt x="646702" y="67166"/>
                  <a:pt x="645754" y="64588"/>
                  <a:pt x="644398" y="62471"/>
                </a:cubicBezTo>
                <a:cubicBezTo>
                  <a:pt x="643044" y="60353"/>
                  <a:pt x="641175" y="58725"/>
                  <a:pt x="638790" y="57585"/>
                </a:cubicBezTo>
                <a:cubicBezTo>
                  <a:pt x="636408" y="56444"/>
                  <a:pt x="633374" y="55874"/>
                  <a:pt x="629690" y="55874"/>
                </a:cubicBezTo>
                <a:cubicBezTo>
                  <a:pt x="627089" y="55874"/>
                  <a:pt x="624461" y="56472"/>
                  <a:pt x="621806" y="57667"/>
                </a:cubicBezTo>
                <a:cubicBezTo>
                  <a:pt x="619152" y="58861"/>
                  <a:pt x="616769" y="60680"/>
                  <a:pt x="614655" y="63124"/>
                </a:cubicBezTo>
                <a:cubicBezTo>
                  <a:pt x="612542" y="65566"/>
                  <a:pt x="610835" y="68659"/>
                  <a:pt x="609534" y="72405"/>
                </a:cubicBezTo>
                <a:cubicBezTo>
                  <a:pt x="608234" y="76150"/>
                  <a:pt x="607584" y="80574"/>
                  <a:pt x="607584" y="85679"/>
                </a:cubicBezTo>
                <a:lnTo>
                  <a:pt x="607584" y="124764"/>
                </a:lnTo>
                <a:lnTo>
                  <a:pt x="596530" y="124764"/>
                </a:lnTo>
                <a:lnTo>
                  <a:pt x="596530" y="65378"/>
                </a:lnTo>
                <a:cubicBezTo>
                  <a:pt x="596530" y="63318"/>
                  <a:pt x="596476" y="60661"/>
                  <a:pt x="596366" y="57407"/>
                </a:cubicBezTo>
                <a:cubicBezTo>
                  <a:pt x="596259" y="54153"/>
                  <a:pt x="596097" y="51224"/>
                  <a:pt x="595880" y="48619"/>
                </a:cubicBezTo>
                <a:lnTo>
                  <a:pt x="606446" y="48619"/>
                </a:lnTo>
                <a:cubicBezTo>
                  <a:pt x="606663" y="50681"/>
                  <a:pt x="606825" y="52960"/>
                  <a:pt x="606932" y="55455"/>
                </a:cubicBezTo>
                <a:cubicBezTo>
                  <a:pt x="607041" y="57948"/>
                  <a:pt x="607096" y="60008"/>
                  <a:pt x="607096" y="61635"/>
                </a:cubicBezTo>
                <a:lnTo>
                  <a:pt x="607421" y="61635"/>
                </a:lnTo>
                <a:close/>
                <a:moveTo>
                  <a:pt x="788005" y="75646"/>
                </a:moveTo>
                <a:cubicBezTo>
                  <a:pt x="788005" y="69001"/>
                  <a:pt x="786272" y="64045"/>
                  <a:pt x="782804" y="60777"/>
                </a:cubicBezTo>
                <a:cubicBezTo>
                  <a:pt x="779337" y="57508"/>
                  <a:pt x="774298" y="55874"/>
                  <a:pt x="767687" y="55874"/>
                </a:cubicBezTo>
                <a:cubicBezTo>
                  <a:pt x="763137" y="55874"/>
                  <a:pt x="758911" y="56687"/>
                  <a:pt x="755009" y="58312"/>
                </a:cubicBezTo>
                <a:cubicBezTo>
                  <a:pt x="751108" y="59937"/>
                  <a:pt x="747804" y="62105"/>
                  <a:pt x="745095" y="64815"/>
                </a:cubicBezTo>
                <a:lnTo>
                  <a:pt x="738917" y="57501"/>
                </a:lnTo>
                <a:cubicBezTo>
                  <a:pt x="742060" y="54371"/>
                  <a:pt x="746206" y="51783"/>
                  <a:pt x="751353" y="49738"/>
                </a:cubicBezTo>
                <a:cubicBezTo>
                  <a:pt x="756500" y="47691"/>
                  <a:pt x="762324" y="46667"/>
                  <a:pt x="768826" y="46667"/>
                </a:cubicBezTo>
                <a:cubicBezTo>
                  <a:pt x="772945" y="46667"/>
                  <a:pt x="776791" y="47237"/>
                  <a:pt x="780366" y="48376"/>
                </a:cubicBezTo>
                <a:cubicBezTo>
                  <a:pt x="783943" y="49516"/>
                  <a:pt x="787085" y="51224"/>
                  <a:pt x="789793" y="53503"/>
                </a:cubicBezTo>
                <a:cubicBezTo>
                  <a:pt x="792503" y="55780"/>
                  <a:pt x="794617" y="58653"/>
                  <a:pt x="796133" y="62124"/>
                </a:cubicBezTo>
                <a:cubicBezTo>
                  <a:pt x="797651" y="65595"/>
                  <a:pt x="798410" y="69662"/>
                  <a:pt x="798410" y="74327"/>
                </a:cubicBezTo>
                <a:lnTo>
                  <a:pt x="798410" y="107680"/>
                </a:lnTo>
                <a:cubicBezTo>
                  <a:pt x="798410" y="110609"/>
                  <a:pt x="798518" y="113646"/>
                  <a:pt x="798735" y="116793"/>
                </a:cubicBezTo>
                <a:cubicBezTo>
                  <a:pt x="798951" y="119938"/>
                  <a:pt x="799276" y="122595"/>
                  <a:pt x="799709" y="124764"/>
                </a:cubicBezTo>
                <a:lnTo>
                  <a:pt x="789796" y="124764"/>
                </a:lnTo>
                <a:cubicBezTo>
                  <a:pt x="789470" y="122914"/>
                  <a:pt x="789199" y="120901"/>
                  <a:pt x="788982" y="118725"/>
                </a:cubicBezTo>
                <a:cubicBezTo>
                  <a:pt x="788766" y="116549"/>
                  <a:pt x="788657" y="114427"/>
                  <a:pt x="788657" y="112361"/>
                </a:cubicBezTo>
                <a:lnTo>
                  <a:pt x="788330" y="112361"/>
                </a:lnTo>
                <a:cubicBezTo>
                  <a:pt x="784863" y="117455"/>
                  <a:pt x="780934" y="121113"/>
                  <a:pt x="776544" y="123335"/>
                </a:cubicBezTo>
                <a:cubicBezTo>
                  <a:pt x="772156" y="125558"/>
                  <a:pt x="766874" y="126669"/>
                  <a:pt x="760698" y="126669"/>
                </a:cubicBezTo>
                <a:cubicBezTo>
                  <a:pt x="757772" y="126669"/>
                  <a:pt x="754764" y="126263"/>
                  <a:pt x="751675" y="125451"/>
                </a:cubicBezTo>
                <a:cubicBezTo>
                  <a:pt x="748588" y="124639"/>
                  <a:pt x="745771" y="123313"/>
                  <a:pt x="743225" y="121473"/>
                </a:cubicBezTo>
                <a:cubicBezTo>
                  <a:pt x="740679" y="119631"/>
                  <a:pt x="738566" y="117248"/>
                  <a:pt x="736886" y="114325"/>
                </a:cubicBezTo>
                <a:cubicBezTo>
                  <a:pt x="735206" y="111400"/>
                  <a:pt x="734366" y="107825"/>
                  <a:pt x="734366" y="103600"/>
                </a:cubicBezTo>
                <a:cubicBezTo>
                  <a:pt x="734366" y="97752"/>
                  <a:pt x="735856" y="93122"/>
                  <a:pt x="738835" y="89711"/>
                </a:cubicBezTo>
                <a:cubicBezTo>
                  <a:pt x="741815" y="86300"/>
                  <a:pt x="745797" y="83756"/>
                  <a:pt x="750782" y="82077"/>
                </a:cubicBezTo>
                <a:cubicBezTo>
                  <a:pt x="755768" y="80397"/>
                  <a:pt x="761484" y="79314"/>
                  <a:pt x="767930" y="78828"/>
                </a:cubicBezTo>
                <a:cubicBezTo>
                  <a:pt x="774379" y="78340"/>
                  <a:pt x="781071" y="78097"/>
                  <a:pt x="788005" y="78097"/>
                </a:cubicBezTo>
                <a:lnTo>
                  <a:pt x="788005" y="75646"/>
                </a:lnTo>
                <a:moveTo>
                  <a:pt x="784754" y="86827"/>
                </a:moveTo>
                <a:cubicBezTo>
                  <a:pt x="780203" y="86827"/>
                  <a:pt x="775625" y="87016"/>
                  <a:pt x="771018" y="87395"/>
                </a:cubicBezTo>
                <a:cubicBezTo>
                  <a:pt x="766413" y="87772"/>
                  <a:pt x="762242" y="88528"/>
                  <a:pt x="758503" y="89664"/>
                </a:cubicBezTo>
                <a:cubicBezTo>
                  <a:pt x="754766" y="90799"/>
                  <a:pt x="751706" y="92446"/>
                  <a:pt x="749321" y="94607"/>
                </a:cubicBezTo>
                <a:cubicBezTo>
                  <a:pt x="746937" y="96768"/>
                  <a:pt x="745745" y="99631"/>
                  <a:pt x="745745" y="103196"/>
                </a:cubicBezTo>
                <a:cubicBezTo>
                  <a:pt x="745745" y="105898"/>
                  <a:pt x="746259" y="108167"/>
                  <a:pt x="747288" y="110004"/>
                </a:cubicBezTo>
                <a:cubicBezTo>
                  <a:pt x="748318" y="111841"/>
                  <a:pt x="749699" y="113327"/>
                  <a:pt x="751432" y="114461"/>
                </a:cubicBezTo>
                <a:cubicBezTo>
                  <a:pt x="753167" y="115596"/>
                  <a:pt x="755090" y="116406"/>
                  <a:pt x="757204" y="116892"/>
                </a:cubicBezTo>
                <a:cubicBezTo>
                  <a:pt x="759317" y="117378"/>
                  <a:pt x="761457" y="117621"/>
                  <a:pt x="763625" y="117621"/>
                </a:cubicBezTo>
                <a:cubicBezTo>
                  <a:pt x="767525" y="117621"/>
                  <a:pt x="770993" y="116946"/>
                  <a:pt x="774027" y="115595"/>
                </a:cubicBezTo>
                <a:cubicBezTo>
                  <a:pt x="777061" y="114244"/>
                  <a:pt x="779607" y="112407"/>
                  <a:pt x="781666" y="110084"/>
                </a:cubicBezTo>
                <a:cubicBezTo>
                  <a:pt x="783724" y="107761"/>
                  <a:pt x="785295" y="105087"/>
                  <a:pt x="786378" y="102063"/>
                </a:cubicBezTo>
                <a:cubicBezTo>
                  <a:pt x="787463" y="99037"/>
                  <a:pt x="788005" y="95849"/>
                  <a:pt x="788005" y="92499"/>
                </a:cubicBezTo>
                <a:lnTo>
                  <a:pt x="788005" y="86827"/>
                </a:lnTo>
                <a:lnTo>
                  <a:pt x="784754" y="86827"/>
                </a:lnTo>
                <a:close/>
                <a:moveTo>
                  <a:pt x="838232" y="83017"/>
                </a:moveTo>
                <a:lnTo>
                  <a:pt x="838718" y="83017"/>
                </a:lnTo>
                <a:lnTo>
                  <a:pt x="873828" y="48721"/>
                </a:lnTo>
                <a:lnTo>
                  <a:pt x="889759" y="48721"/>
                </a:lnTo>
                <a:lnTo>
                  <a:pt x="851397" y="83503"/>
                </a:lnTo>
                <a:lnTo>
                  <a:pt x="893660" y="124764"/>
                </a:lnTo>
                <a:lnTo>
                  <a:pt x="877405" y="124764"/>
                </a:lnTo>
                <a:lnTo>
                  <a:pt x="838718" y="84763"/>
                </a:lnTo>
                <a:lnTo>
                  <a:pt x="838232" y="84763"/>
                </a:lnTo>
                <a:lnTo>
                  <a:pt x="838232" y="124764"/>
                </a:lnTo>
                <a:lnTo>
                  <a:pt x="827178" y="124764"/>
                </a:lnTo>
                <a:lnTo>
                  <a:pt x="827178" y="1910"/>
                </a:lnTo>
                <a:lnTo>
                  <a:pt x="838232" y="1910"/>
                </a:lnTo>
                <a:lnTo>
                  <a:pt x="838232" y="83017"/>
                </a:lnTo>
                <a:close/>
                <a:moveTo>
                  <a:pt x="964854" y="80954"/>
                </a:moveTo>
                <a:cubicBezTo>
                  <a:pt x="964528" y="73741"/>
                  <a:pt x="962225" y="67758"/>
                  <a:pt x="957944" y="63005"/>
                </a:cubicBezTo>
                <a:cubicBezTo>
                  <a:pt x="953665" y="58251"/>
                  <a:pt x="947570" y="55874"/>
                  <a:pt x="939660" y="55874"/>
                </a:cubicBezTo>
                <a:cubicBezTo>
                  <a:pt x="935976" y="55874"/>
                  <a:pt x="932562" y="56557"/>
                  <a:pt x="929419" y="57923"/>
                </a:cubicBezTo>
                <a:cubicBezTo>
                  <a:pt x="926277" y="59288"/>
                  <a:pt x="923514" y="61146"/>
                  <a:pt x="921130" y="63496"/>
                </a:cubicBezTo>
                <a:cubicBezTo>
                  <a:pt x="918746" y="65845"/>
                  <a:pt x="916849" y="68523"/>
                  <a:pt x="915441" y="71529"/>
                </a:cubicBezTo>
                <a:cubicBezTo>
                  <a:pt x="914032" y="74533"/>
                  <a:pt x="913219" y="77675"/>
                  <a:pt x="913002" y="80954"/>
                </a:cubicBezTo>
                <a:lnTo>
                  <a:pt x="964854" y="80954"/>
                </a:lnTo>
                <a:moveTo>
                  <a:pt x="976069" y="84471"/>
                </a:moveTo>
                <a:cubicBezTo>
                  <a:pt x="976069" y="85231"/>
                  <a:pt x="976069" y="86046"/>
                  <a:pt x="976069" y="86916"/>
                </a:cubicBezTo>
                <a:cubicBezTo>
                  <a:pt x="976069" y="87784"/>
                  <a:pt x="976014" y="88707"/>
                  <a:pt x="975905" y="89684"/>
                </a:cubicBezTo>
                <a:lnTo>
                  <a:pt x="912839" y="89684"/>
                </a:lnTo>
                <a:cubicBezTo>
                  <a:pt x="912948" y="93475"/>
                  <a:pt x="913706" y="97050"/>
                  <a:pt x="915113" y="100408"/>
                </a:cubicBezTo>
                <a:cubicBezTo>
                  <a:pt x="916522" y="103765"/>
                  <a:pt x="918472" y="106689"/>
                  <a:pt x="920964" y="109181"/>
                </a:cubicBezTo>
                <a:cubicBezTo>
                  <a:pt x="923457" y="111671"/>
                  <a:pt x="926383" y="113648"/>
                  <a:pt x="929741" y="115111"/>
                </a:cubicBezTo>
                <a:cubicBezTo>
                  <a:pt x="933101" y="116573"/>
                  <a:pt x="936732" y="117304"/>
                  <a:pt x="940634" y="117304"/>
                </a:cubicBezTo>
                <a:cubicBezTo>
                  <a:pt x="946377" y="117304"/>
                  <a:pt x="951334" y="115977"/>
                  <a:pt x="955506" y="113323"/>
                </a:cubicBezTo>
                <a:cubicBezTo>
                  <a:pt x="959677" y="110667"/>
                  <a:pt x="962847" y="107606"/>
                  <a:pt x="965015" y="104139"/>
                </a:cubicBezTo>
                <a:lnTo>
                  <a:pt x="973304" y="110639"/>
                </a:lnTo>
                <a:cubicBezTo>
                  <a:pt x="968753" y="116374"/>
                  <a:pt x="963742" y="120479"/>
                  <a:pt x="958269" y="122956"/>
                </a:cubicBezTo>
                <a:cubicBezTo>
                  <a:pt x="952797" y="125431"/>
                  <a:pt x="946919" y="126669"/>
                  <a:pt x="940634" y="126669"/>
                </a:cubicBezTo>
                <a:cubicBezTo>
                  <a:pt x="934999" y="126669"/>
                  <a:pt x="929770" y="125666"/>
                  <a:pt x="924947" y="123660"/>
                </a:cubicBezTo>
                <a:cubicBezTo>
                  <a:pt x="920126" y="121655"/>
                  <a:pt x="915981" y="118864"/>
                  <a:pt x="912514" y="115287"/>
                </a:cubicBezTo>
                <a:cubicBezTo>
                  <a:pt x="909047" y="111709"/>
                  <a:pt x="906310" y="107481"/>
                  <a:pt x="904304" y="102603"/>
                </a:cubicBezTo>
                <a:cubicBezTo>
                  <a:pt x="902300" y="97726"/>
                  <a:pt x="901298" y="92414"/>
                  <a:pt x="901298" y="86668"/>
                </a:cubicBezTo>
                <a:cubicBezTo>
                  <a:pt x="901298" y="80922"/>
                  <a:pt x="902273" y="75611"/>
                  <a:pt x="904223" y="70733"/>
                </a:cubicBezTo>
                <a:cubicBezTo>
                  <a:pt x="906174" y="65855"/>
                  <a:pt x="908883" y="61628"/>
                  <a:pt x="912350" y="58052"/>
                </a:cubicBezTo>
                <a:cubicBezTo>
                  <a:pt x="915819" y="54473"/>
                  <a:pt x="919883" y="51682"/>
                  <a:pt x="924543" y="49676"/>
                </a:cubicBezTo>
                <a:cubicBezTo>
                  <a:pt x="929202" y="47670"/>
                  <a:pt x="934241" y="46667"/>
                  <a:pt x="939660" y="46667"/>
                </a:cubicBezTo>
                <a:cubicBezTo>
                  <a:pt x="945619" y="46667"/>
                  <a:pt x="950873" y="47673"/>
                  <a:pt x="955424" y="49683"/>
                </a:cubicBezTo>
                <a:cubicBezTo>
                  <a:pt x="959976" y="51692"/>
                  <a:pt x="963769" y="54408"/>
                  <a:pt x="966803" y="57831"/>
                </a:cubicBezTo>
                <a:cubicBezTo>
                  <a:pt x="969837" y="61252"/>
                  <a:pt x="972140" y="65243"/>
                  <a:pt x="973710" y="69805"/>
                </a:cubicBezTo>
                <a:cubicBezTo>
                  <a:pt x="975283" y="74367"/>
                  <a:pt x="976069" y="79256"/>
                  <a:pt x="976069" y="84471"/>
                </a:cubicBezTo>
                <a:close/>
                <a:moveTo>
                  <a:pt x="1088383" y="75646"/>
                </a:moveTo>
                <a:cubicBezTo>
                  <a:pt x="1088383" y="69001"/>
                  <a:pt x="1086649" y="64045"/>
                  <a:pt x="1083182" y="60777"/>
                </a:cubicBezTo>
                <a:cubicBezTo>
                  <a:pt x="1079715" y="57508"/>
                  <a:pt x="1074676" y="55874"/>
                  <a:pt x="1068065" y="55874"/>
                </a:cubicBezTo>
                <a:cubicBezTo>
                  <a:pt x="1063515" y="55874"/>
                  <a:pt x="1059289" y="56687"/>
                  <a:pt x="1055386" y="58312"/>
                </a:cubicBezTo>
                <a:cubicBezTo>
                  <a:pt x="1051486" y="59937"/>
                  <a:pt x="1048181" y="62105"/>
                  <a:pt x="1045473" y="64815"/>
                </a:cubicBezTo>
                <a:lnTo>
                  <a:pt x="1039295" y="57501"/>
                </a:lnTo>
                <a:cubicBezTo>
                  <a:pt x="1042438" y="54371"/>
                  <a:pt x="1046583" y="51783"/>
                  <a:pt x="1051731" y="49738"/>
                </a:cubicBezTo>
                <a:cubicBezTo>
                  <a:pt x="1056878" y="47691"/>
                  <a:pt x="1062702" y="46667"/>
                  <a:pt x="1069204" y="46667"/>
                </a:cubicBezTo>
                <a:cubicBezTo>
                  <a:pt x="1073322" y="46667"/>
                  <a:pt x="1077169" y="47237"/>
                  <a:pt x="1080744" y="48376"/>
                </a:cubicBezTo>
                <a:cubicBezTo>
                  <a:pt x="1084320" y="49516"/>
                  <a:pt x="1087463" y="51224"/>
                  <a:pt x="1090171" y="53503"/>
                </a:cubicBezTo>
                <a:cubicBezTo>
                  <a:pt x="1092881" y="55780"/>
                  <a:pt x="1094994" y="58653"/>
                  <a:pt x="1096511" y="62124"/>
                </a:cubicBezTo>
                <a:cubicBezTo>
                  <a:pt x="1098029" y="65595"/>
                  <a:pt x="1098787" y="69662"/>
                  <a:pt x="1098787" y="74327"/>
                </a:cubicBezTo>
                <a:lnTo>
                  <a:pt x="1098787" y="107680"/>
                </a:lnTo>
                <a:cubicBezTo>
                  <a:pt x="1098787" y="110609"/>
                  <a:pt x="1098896" y="113646"/>
                  <a:pt x="1099112" y="116793"/>
                </a:cubicBezTo>
                <a:cubicBezTo>
                  <a:pt x="1099329" y="119938"/>
                  <a:pt x="1099654" y="122595"/>
                  <a:pt x="1100087" y="124764"/>
                </a:cubicBezTo>
                <a:lnTo>
                  <a:pt x="1090174" y="124764"/>
                </a:lnTo>
                <a:cubicBezTo>
                  <a:pt x="1089848" y="122914"/>
                  <a:pt x="1089577" y="120901"/>
                  <a:pt x="1089360" y="118725"/>
                </a:cubicBezTo>
                <a:cubicBezTo>
                  <a:pt x="1089144" y="116549"/>
                  <a:pt x="1089035" y="114427"/>
                  <a:pt x="1089035" y="112361"/>
                </a:cubicBezTo>
                <a:lnTo>
                  <a:pt x="1088708" y="112361"/>
                </a:lnTo>
                <a:cubicBezTo>
                  <a:pt x="1085241" y="117455"/>
                  <a:pt x="1081312" y="121113"/>
                  <a:pt x="1076922" y="123335"/>
                </a:cubicBezTo>
                <a:cubicBezTo>
                  <a:pt x="1072534" y="125558"/>
                  <a:pt x="1067252" y="126669"/>
                  <a:pt x="1061076" y="126669"/>
                </a:cubicBezTo>
                <a:cubicBezTo>
                  <a:pt x="1058149" y="126669"/>
                  <a:pt x="1055142" y="126263"/>
                  <a:pt x="1052053" y="125451"/>
                </a:cubicBezTo>
                <a:cubicBezTo>
                  <a:pt x="1048966" y="124639"/>
                  <a:pt x="1046149" y="123313"/>
                  <a:pt x="1043603" y="121473"/>
                </a:cubicBezTo>
                <a:cubicBezTo>
                  <a:pt x="1041057" y="119631"/>
                  <a:pt x="1038944" y="117248"/>
                  <a:pt x="1037264" y="114325"/>
                </a:cubicBezTo>
                <a:cubicBezTo>
                  <a:pt x="1035584" y="111400"/>
                  <a:pt x="1034744" y="107825"/>
                  <a:pt x="1034744" y="103600"/>
                </a:cubicBezTo>
                <a:cubicBezTo>
                  <a:pt x="1034744" y="97752"/>
                  <a:pt x="1036233" y="93122"/>
                  <a:pt x="1039213" y="89711"/>
                </a:cubicBezTo>
                <a:cubicBezTo>
                  <a:pt x="1042193" y="86300"/>
                  <a:pt x="1046175" y="83756"/>
                  <a:pt x="1051160" y="82077"/>
                </a:cubicBezTo>
                <a:cubicBezTo>
                  <a:pt x="1056145" y="80397"/>
                  <a:pt x="1061861" y="79314"/>
                  <a:pt x="1068308" y="78828"/>
                </a:cubicBezTo>
                <a:cubicBezTo>
                  <a:pt x="1074757" y="78340"/>
                  <a:pt x="1081448" y="78097"/>
                  <a:pt x="1088383" y="78097"/>
                </a:cubicBezTo>
                <a:lnTo>
                  <a:pt x="1088383" y="75646"/>
                </a:lnTo>
                <a:moveTo>
                  <a:pt x="1085131" y="86827"/>
                </a:moveTo>
                <a:cubicBezTo>
                  <a:pt x="1080581" y="86827"/>
                  <a:pt x="1076003" y="87016"/>
                  <a:pt x="1071396" y="87395"/>
                </a:cubicBezTo>
                <a:cubicBezTo>
                  <a:pt x="1066791" y="87772"/>
                  <a:pt x="1062620" y="88528"/>
                  <a:pt x="1058881" y="89664"/>
                </a:cubicBezTo>
                <a:cubicBezTo>
                  <a:pt x="1055144" y="90799"/>
                  <a:pt x="1052084" y="92446"/>
                  <a:pt x="1049699" y="94607"/>
                </a:cubicBezTo>
                <a:cubicBezTo>
                  <a:pt x="1047315" y="96768"/>
                  <a:pt x="1046123" y="99631"/>
                  <a:pt x="1046123" y="103196"/>
                </a:cubicBezTo>
                <a:cubicBezTo>
                  <a:pt x="1046123" y="105898"/>
                  <a:pt x="1046637" y="108167"/>
                  <a:pt x="1047666" y="110004"/>
                </a:cubicBezTo>
                <a:cubicBezTo>
                  <a:pt x="1048696" y="111841"/>
                  <a:pt x="1050077" y="113327"/>
                  <a:pt x="1051810" y="114461"/>
                </a:cubicBezTo>
                <a:cubicBezTo>
                  <a:pt x="1053544" y="115596"/>
                  <a:pt x="1055468" y="116406"/>
                  <a:pt x="1057581" y="116892"/>
                </a:cubicBezTo>
                <a:cubicBezTo>
                  <a:pt x="1059695" y="117378"/>
                  <a:pt x="1061835" y="117621"/>
                  <a:pt x="1064003" y="117621"/>
                </a:cubicBezTo>
                <a:cubicBezTo>
                  <a:pt x="1067903" y="117621"/>
                  <a:pt x="1071370" y="116946"/>
                  <a:pt x="1074405" y="115595"/>
                </a:cubicBezTo>
                <a:cubicBezTo>
                  <a:pt x="1077439" y="114244"/>
                  <a:pt x="1079985" y="112407"/>
                  <a:pt x="1082044" y="110084"/>
                </a:cubicBezTo>
                <a:cubicBezTo>
                  <a:pt x="1084102" y="107761"/>
                  <a:pt x="1085673" y="105087"/>
                  <a:pt x="1086756" y="102063"/>
                </a:cubicBezTo>
                <a:cubicBezTo>
                  <a:pt x="1087841" y="99037"/>
                  <a:pt x="1088383" y="95849"/>
                  <a:pt x="1088383" y="92499"/>
                </a:cubicBezTo>
                <a:lnTo>
                  <a:pt x="1088383" y="86827"/>
                </a:lnTo>
                <a:lnTo>
                  <a:pt x="1085131" y="86827"/>
                </a:lnTo>
                <a:close/>
                <a:moveTo>
                  <a:pt x="1208341" y="66603"/>
                </a:moveTo>
                <a:cubicBezTo>
                  <a:pt x="1206715" y="63460"/>
                  <a:pt x="1204250" y="60886"/>
                  <a:pt x="1200945" y="58882"/>
                </a:cubicBezTo>
                <a:cubicBezTo>
                  <a:pt x="1197640" y="56877"/>
                  <a:pt x="1193874" y="55874"/>
                  <a:pt x="1189647" y="55874"/>
                </a:cubicBezTo>
                <a:cubicBezTo>
                  <a:pt x="1187698" y="55874"/>
                  <a:pt x="1185748" y="56091"/>
                  <a:pt x="1183797" y="56526"/>
                </a:cubicBezTo>
                <a:cubicBezTo>
                  <a:pt x="1181846" y="56959"/>
                  <a:pt x="1180111" y="57665"/>
                  <a:pt x="1178593" y="58642"/>
                </a:cubicBezTo>
                <a:cubicBezTo>
                  <a:pt x="1177077" y="59617"/>
                  <a:pt x="1175858" y="60865"/>
                  <a:pt x="1174937" y="62385"/>
                </a:cubicBezTo>
                <a:cubicBezTo>
                  <a:pt x="1174016" y="63902"/>
                  <a:pt x="1173556" y="65692"/>
                  <a:pt x="1173556" y="67754"/>
                </a:cubicBezTo>
                <a:cubicBezTo>
                  <a:pt x="1173556" y="71336"/>
                  <a:pt x="1175018" y="74075"/>
                  <a:pt x="1177943" y="75974"/>
                </a:cubicBezTo>
                <a:cubicBezTo>
                  <a:pt x="1180870" y="77872"/>
                  <a:pt x="1185476" y="79472"/>
                  <a:pt x="1191761" y="80775"/>
                </a:cubicBezTo>
                <a:cubicBezTo>
                  <a:pt x="1200755" y="82619"/>
                  <a:pt x="1207392" y="85304"/>
                  <a:pt x="1211672" y="88831"/>
                </a:cubicBezTo>
                <a:cubicBezTo>
                  <a:pt x="1215952" y="92356"/>
                  <a:pt x="1218093" y="97102"/>
                  <a:pt x="1218093" y="103070"/>
                </a:cubicBezTo>
                <a:cubicBezTo>
                  <a:pt x="1218093" y="107410"/>
                  <a:pt x="1217253" y="111073"/>
                  <a:pt x="1215573" y="114057"/>
                </a:cubicBezTo>
                <a:cubicBezTo>
                  <a:pt x="1213893" y="117040"/>
                  <a:pt x="1211698" y="119481"/>
                  <a:pt x="1208988" y="121381"/>
                </a:cubicBezTo>
                <a:cubicBezTo>
                  <a:pt x="1206280" y="123279"/>
                  <a:pt x="1203219" y="124635"/>
                  <a:pt x="1199806" y="125449"/>
                </a:cubicBezTo>
                <a:cubicBezTo>
                  <a:pt x="1196394" y="126262"/>
                  <a:pt x="1192954" y="126669"/>
                  <a:pt x="1189486" y="126669"/>
                </a:cubicBezTo>
                <a:cubicBezTo>
                  <a:pt x="1183742" y="126669"/>
                  <a:pt x="1178161" y="125485"/>
                  <a:pt x="1172742" y="123117"/>
                </a:cubicBezTo>
                <a:cubicBezTo>
                  <a:pt x="1167326" y="120748"/>
                  <a:pt x="1162883" y="117023"/>
                  <a:pt x="1159414" y="111941"/>
                </a:cubicBezTo>
                <a:lnTo>
                  <a:pt x="1168191" y="105438"/>
                </a:lnTo>
                <a:cubicBezTo>
                  <a:pt x="1170142" y="108798"/>
                  <a:pt x="1173014" y="111616"/>
                  <a:pt x="1176805" y="113891"/>
                </a:cubicBezTo>
                <a:cubicBezTo>
                  <a:pt x="1180598" y="116166"/>
                  <a:pt x="1184771" y="117304"/>
                  <a:pt x="1189323" y="117304"/>
                </a:cubicBezTo>
                <a:cubicBezTo>
                  <a:pt x="1191707" y="117304"/>
                  <a:pt x="1193982" y="117087"/>
                  <a:pt x="1196148" y="116654"/>
                </a:cubicBezTo>
                <a:cubicBezTo>
                  <a:pt x="1198316" y="116219"/>
                  <a:pt x="1200212" y="115459"/>
                  <a:pt x="1201838" y="114374"/>
                </a:cubicBezTo>
                <a:cubicBezTo>
                  <a:pt x="1203463" y="113290"/>
                  <a:pt x="1204763" y="111907"/>
                  <a:pt x="1205739" y="110225"/>
                </a:cubicBezTo>
                <a:cubicBezTo>
                  <a:pt x="1206715" y="108542"/>
                  <a:pt x="1207202" y="106453"/>
                  <a:pt x="1207202" y="103958"/>
                </a:cubicBezTo>
                <a:cubicBezTo>
                  <a:pt x="1207202" y="99943"/>
                  <a:pt x="1205279" y="96932"/>
                  <a:pt x="1201431" y="94925"/>
                </a:cubicBezTo>
                <a:cubicBezTo>
                  <a:pt x="1197585" y="92917"/>
                  <a:pt x="1192032" y="91046"/>
                  <a:pt x="1184771" y="89310"/>
                </a:cubicBezTo>
                <a:cubicBezTo>
                  <a:pt x="1182496" y="88767"/>
                  <a:pt x="1180085" y="88089"/>
                  <a:pt x="1177537" y="87276"/>
                </a:cubicBezTo>
                <a:cubicBezTo>
                  <a:pt x="1174990" y="86462"/>
                  <a:pt x="1172633" y="85269"/>
                  <a:pt x="1170466" y="83697"/>
                </a:cubicBezTo>
                <a:cubicBezTo>
                  <a:pt x="1168300" y="82123"/>
                  <a:pt x="1166512" y="80142"/>
                  <a:pt x="1165103" y="77754"/>
                </a:cubicBezTo>
                <a:cubicBezTo>
                  <a:pt x="1163695" y="75367"/>
                  <a:pt x="1162990" y="72383"/>
                  <a:pt x="1162990" y="68803"/>
                </a:cubicBezTo>
                <a:cubicBezTo>
                  <a:pt x="1162990" y="64896"/>
                  <a:pt x="1163748" y="61559"/>
                  <a:pt x="1165265" y="58793"/>
                </a:cubicBezTo>
                <a:cubicBezTo>
                  <a:pt x="1166782" y="56025"/>
                  <a:pt x="1168815" y="53747"/>
                  <a:pt x="1171361" y="51958"/>
                </a:cubicBezTo>
                <a:cubicBezTo>
                  <a:pt x="1173907" y="50167"/>
                  <a:pt x="1176806" y="48838"/>
                  <a:pt x="1180057" y="47970"/>
                </a:cubicBezTo>
                <a:cubicBezTo>
                  <a:pt x="1183309" y="47102"/>
                  <a:pt x="1186669" y="46667"/>
                  <a:pt x="1190136" y="46667"/>
                </a:cubicBezTo>
                <a:cubicBezTo>
                  <a:pt x="1195445" y="46667"/>
                  <a:pt x="1200592" y="47852"/>
                  <a:pt x="1205575" y="50222"/>
                </a:cubicBezTo>
                <a:cubicBezTo>
                  <a:pt x="1210561" y="52589"/>
                  <a:pt x="1214300" y="55937"/>
                  <a:pt x="1216793" y="60264"/>
                </a:cubicBezTo>
                <a:lnTo>
                  <a:pt x="1208341" y="66603"/>
                </a:lnTo>
                <a:close/>
                <a:moveTo>
                  <a:pt x="1274332" y="57938"/>
                </a:moveTo>
                <a:lnTo>
                  <a:pt x="1252878" y="57938"/>
                </a:lnTo>
                <a:lnTo>
                  <a:pt x="1252878" y="102358"/>
                </a:lnTo>
                <a:cubicBezTo>
                  <a:pt x="1252878" y="105179"/>
                  <a:pt x="1253148" y="107511"/>
                  <a:pt x="1253689" y="109355"/>
                </a:cubicBezTo>
                <a:cubicBezTo>
                  <a:pt x="1254231" y="111198"/>
                  <a:pt x="1255017" y="112636"/>
                  <a:pt x="1256045" y="113668"/>
                </a:cubicBezTo>
                <a:cubicBezTo>
                  <a:pt x="1257075" y="114698"/>
                  <a:pt x="1258295" y="115403"/>
                  <a:pt x="1259703" y="115783"/>
                </a:cubicBezTo>
                <a:cubicBezTo>
                  <a:pt x="1261112" y="116162"/>
                  <a:pt x="1262629" y="116351"/>
                  <a:pt x="1264255" y="116351"/>
                </a:cubicBezTo>
                <a:cubicBezTo>
                  <a:pt x="1265772" y="116351"/>
                  <a:pt x="1267370" y="116130"/>
                  <a:pt x="1269049" y="115689"/>
                </a:cubicBezTo>
                <a:cubicBezTo>
                  <a:pt x="1270729" y="115246"/>
                  <a:pt x="1272328" y="114637"/>
                  <a:pt x="1273845" y="113861"/>
                </a:cubicBezTo>
                <a:lnTo>
                  <a:pt x="1274332" y="123442"/>
                </a:lnTo>
                <a:cubicBezTo>
                  <a:pt x="1272382" y="124201"/>
                  <a:pt x="1270351" y="124770"/>
                  <a:pt x="1268238" y="125148"/>
                </a:cubicBezTo>
                <a:cubicBezTo>
                  <a:pt x="1266125" y="125527"/>
                  <a:pt x="1263821" y="125716"/>
                  <a:pt x="1261328" y="125716"/>
                </a:cubicBezTo>
                <a:cubicBezTo>
                  <a:pt x="1259269" y="125716"/>
                  <a:pt x="1257102" y="125445"/>
                  <a:pt x="1254827" y="124903"/>
                </a:cubicBezTo>
                <a:cubicBezTo>
                  <a:pt x="1252552" y="124362"/>
                  <a:pt x="1250439" y="123334"/>
                  <a:pt x="1248488" y="121818"/>
                </a:cubicBezTo>
                <a:cubicBezTo>
                  <a:pt x="1246538" y="120300"/>
                  <a:pt x="1244940" y="118240"/>
                  <a:pt x="1243694" y="115639"/>
                </a:cubicBezTo>
                <a:cubicBezTo>
                  <a:pt x="1242447" y="113038"/>
                  <a:pt x="1241824" y="109625"/>
                  <a:pt x="1241824" y="105399"/>
                </a:cubicBezTo>
                <a:lnTo>
                  <a:pt x="1241824" y="57938"/>
                </a:lnTo>
                <a:lnTo>
                  <a:pt x="1226057" y="57938"/>
                </a:lnTo>
                <a:lnTo>
                  <a:pt x="1226057" y="48731"/>
                </a:lnTo>
                <a:lnTo>
                  <a:pt x="1241824" y="48731"/>
                </a:lnTo>
                <a:lnTo>
                  <a:pt x="1241824" y="27275"/>
                </a:lnTo>
                <a:lnTo>
                  <a:pt x="1252878" y="27275"/>
                </a:lnTo>
                <a:lnTo>
                  <a:pt x="1252878" y="48731"/>
                </a:lnTo>
                <a:lnTo>
                  <a:pt x="1274332" y="48731"/>
                </a:lnTo>
                <a:lnTo>
                  <a:pt x="1274332" y="57938"/>
                </a:lnTo>
                <a:close/>
                <a:moveTo>
                  <a:pt x="1339512" y="75646"/>
                </a:moveTo>
                <a:cubicBezTo>
                  <a:pt x="1339512" y="69001"/>
                  <a:pt x="1337778" y="64045"/>
                  <a:pt x="1334311" y="60777"/>
                </a:cubicBezTo>
                <a:cubicBezTo>
                  <a:pt x="1330843" y="57508"/>
                  <a:pt x="1325804" y="55874"/>
                  <a:pt x="1319194" y="55874"/>
                </a:cubicBezTo>
                <a:cubicBezTo>
                  <a:pt x="1314643" y="55874"/>
                  <a:pt x="1310417" y="56687"/>
                  <a:pt x="1306515" y="58312"/>
                </a:cubicBezTo>
                <a:cubicBezTo>
                  <a:pt x="1302614" y="59937"/>
                  <a:pt x="1299310" y="62105"/>
                  <a:pt x="1296602" y="64815"/>
                </a:cubicBezTo>
                <a:lnTo>
                  <a:pt x="1290423" y="57501"/>
                </a:lnTo>
                <a:cubicBezTo>
                  <a:pt x="1293567" y="54371"/>
                  <a:pt x="1297712" y="51783"/>
                  <a:pt x="1302859" y="49738"/>
                </a:cubicBezTo>
                <a:cubicBezTo>
                  <a:pt x="1308006" y="47691"/>
                  <a:pt x="1313831" y="46667"/>
                  <a:pt x="1320332" y="46667"/>
                </a:cubicBezTo>
                <a:cubicBezTo>
                  <a:pt x="1324451" y="46667"/>
                  <a:pt x="1328298" y="47237"/>
                  <a:pt x="1331873" y="48376"/>
                </a:cubicBezTo>
                <a:cubicBezTo>
                  <a:pt x="1335449" y="49516"/>
                  <a:pt x="1338591" y="51224"/>
                  <a:pt x="1341300" y="53503"/>
                </a:cubicBezTo>
                <a:cubicBezTo>
                  <a:pt x="1344010" y="55780"/>
                  <a:pt x="1346123" y="58653"/>
                  <a:pt x="1347639" y="62124"/>
                </a:cubicBezTo>
                <a:cubicBezTo>
                  <a:pt x="1349157" y="65595"/>
                  <a:pt x="1349916" y="69662"/>
                  <a:pt x="1349916" y="74327"/>
                </a:cubicBezTo>
                <a:lnTo>
                  <a:pt x="1349916" y="107680"/>
                </a:lnTo>
                <a:cubicBezTo>
                  <a:pt x="1349916" y="110609"/>
                  <a:pt x="1350024" y="113646"/>
                  <a:pt x="1350241" y="116793"/>
                </a:cubicBezTo>
                <a:cubicBezTo>
                  <a:pt x="1350457" y="119938"/>
                  <a:pt x="1350782" y="122595"/>
                  <a:pt x="1351216" y="124764"/>
                </a:cubicBezTo>
                <a:lnTo>
                  <a:pt x="1341302" y="124764"/>
                </a:lnTo>
                <a:cubicBezTo>
                  <a:pt x="1340977" y="122914"/>
                  <a:pt x="1340705" y="120901"/>
                  <a:pt x="1340489" y="118725"/>
                </a:cubicBezTo>
                <a:cubicBezTo>
                  <a:pt x="1340272" y="116549"/>
                  <a:pt x="1340164" y="114427"/>
                  <a:pt x="1340164" y="112361"/>
                </a:cubicBezTo>
                <a:lnTo>
                  <a:pt x="1339836" y="112361"/>
                </a:lnTo>
                <a:cubicBezTo>
                  <a:pt x="1336369" y="117455"/>
                  <a:pt x="1332440" y="121113"/>
                  <a:pt x="1328051" y="123335"/>
                </a:cubicBezTo>
                <a:cubicBezTo>
                  <a:pt x="1323662" y="125558"/>
                  <a:pt x="1318380" y="126669"/>
                  <a:pt x="1312205" y="126669"/>
                </a:cubicBezTo>
                <a:cubicBezTo>
                  <a:pt x="1309278" y="126669"/>
                  <a:pt x="1306270" y="126263"/>
                  <a:pt x="1303182" y="125451"/>
                </a:cubicBezTo>
                <a:cubicBezTo>
                  <a:pt x="1300095" y="124639"/>
                  <a:pt x="1297278" y="123313"/>
                  <a:pt x="1294732" y="121473"/>
                </a:cubicBezTo>
                <a:cubicBezTo>
                  <a:pt x="1292185" y="119631"/>
                  <a:pt x="1290072" y="117248"/>
                  <a:pt x="1288392" y="114325"/>
                </a:cubicBezTo>
                <a:cubicBezTo>
                  <a:pt x="1286712" y="111400"/>
                  <a:pt x="1285872" y="107825"/>
                  <a:pt x="1285872" y="103600"/>
                </a:cubicBezTo>
                <a:cubicBezTo>
                  <a:pt x="1285872" y="97752"/>
                  <a:pt x="1287362" y="93122"/>
                  <a:pt x="1290342" y="89711"/>
                </a:cubicBezTo>
                <a:cubicBezTo>
                  <a:pt x="1293321" y="86300"/>
                  <a:pt x="1297303" y="83756"/>
                  <a:pt x="1302289" y="82077"/>
                </a:cubicBezTo>
                <a:cubicBezTo>
                  <a:pt x="1307274" y="80397"/>
                  <a:pt x="1312990" y="79314"/>
                  <a:pt x="1319437" y="78828"/>
                </a:cubicBezTo>
                <a:cubicBezTo>
                  <a:pt x="1325885" y="78340"/>
                  <a:pt x="1332577" y="78097"/>
                  <a:pt x="1339512" y="78097"/>
                </a:cubicBezTo>
                <a:lnTo>
                  <a:pt x="1339512" y="75646"/>
                </a:lnTo>
                <a:moveTo>
                  <a:pt x="1336260" y="86827"/>
                </a:moveTo>
                <a:cubicBezTo>
                  <a:pt x="1331710" y="86827"/>
                  <a:pt x="1327131" y="87016"/>
                  <a:pt x="1322525" y="87395"/>
                </a:cubicBezTo>
                <a:cubicBezTo>
                  <a:pt x="1317920" y="87772"/>
                  <a:pt x="1313748" y="88528"/>
                  <a:pt x="1310010" y="89664"/>
                </a:cubicBezTo>
                <a:cubicBezTo>
                  <a:pt x="1306273" y="90799"/>
                  <a:pt x="1303212" y="92446"/>
                  <a:pt x="1300828" y="94607"/>
                </a:cubicBezTo>
                <a:cubicBezTo>
                  <a:pt x="1298444" y="96768"/>
                  <a:pt x="1297251" y="99631"/>
                  <a:pt x="1297251" y="103196"/>
                </a:cubicBezTo>
                <a:cubicBezTo>
                  <a:pt x="1297251" y="105898"/>
                  <a:pt x="1297766" y="108167"/>
                  <a:pt x="1298794" y="110004"/>
                </a:cubicBezTo>
                <a:cubicBezTo>
                  <a:pt x="1299824" y="111841"/>
                  <a:pt x="1301206" y="113327"/>
                  <a:pt x="1302938" y="114461"/>
                </a:cubicBezTo>
                <a:cubicBezTo>
                  <a:pt x="1304673" y="115596"/>
                  <a:pt x="1306597" y="116406"/>
                  <a:pt x="1308710" y="116892"/>
                </a:cubicBezTo>
                <a:cubicBezTo>
                  <a:pt x="1310823" y="117378"/>
                  <a:pt x="1312963" y="117621"/>
                  <a:pt x="1315131" y="117621"/>
                </a:cubicBezTo>
                <a:cubicBezTo>
                  <a:pt x="1319032" y="117621"/>
                  <a:pt x="1322499" y="116946"/>
                  <a:pt x="1325533" y="115595"/>
                </a:cubicBezTo>
                <a:cubicBezTo>
                  <a:pt x="1328567" y="114244"/>
                  <a:pt x="1331114" y="112407"/>
                  <a:pt x="1333172" y="110084"/>
                </a:cubicBezTo>
                <a:cubicBezTo>
                  <a:pt x="1335231" y="107761"/>
                  <a:pt x="1336802" y="105087"/>
                  <a:pt x="1337885" y="102063"/>
                </a:cubicBezTo>
                <a:cubicBezTo>
                  <a:pt x="1338969" y="99037"/>
                  <a:pt x="1339512" y="95849"/>
                  <a:pt x="1339512" y="92499"/>
                </a:cubicBezTo>
                <a:lnTo>
                  <a:pt x="1339512" y="86827"/>
                </a:lnTo>
                <a:lnTo>
                  <a:pt x="1336260" y="86827"/>
                </a:lnTo>
                <a:close/>
                <a:moveTo>
                  <a:pt x="1411030" y="57938"/>
                </a:moveTo>
                <a:lnTo>
                  <a:pt x="1389577" y="57938"/>
                </a:lnTo>
                <a:lnTo>
                  <a:pt x="1389577" y="102358"/>
                </a:lnTo>
                <a:cubicBezTo>
                  <a:pt x="1389577" y="105179"/>
                  <a:pt x="1389847" y="107511"/>
                  <a:pt x="1390388" y="109355"/>
                </a:cubicBezTo>
                <a:cubicBezTo>
                  <a:pt x="1390930" y="111198"/>
                  <a:pt x="1391715" y="112636"/>
                  <a:pt x="1392744" y="113668"/>
                </a:cubicBezTo>
                <a:cubicBezTo>
                  <a:pt x="1393774" y="114698"/>
                  <a:pt x="1394993" y="115403"/>
                  <a:pt x="1396402" y="115783"/>
                </a:cubicBezTo>
                <a:cubicBezTo>
                  <a:pt x="1397811" y="116162"/>
                  <a:pt x="1399328" y="116351"/>
                  <a:pt x="1400953" y="116351"/>
                </a:cubicBezTo>
                <a:cubicBezTo>
                  <a:pt x="1402471" y="116351"/>
                  <a:pt x="1404069" y="116130"/>
                  <a:pt x="1405748" y="115689"/>
                </a:cubicBezTo>
                <a:cubicBezTo>
                  <a:pt x="1407427" y="115246"/>
                  <a:pt x="1409026" y="114637"/>
                  <a:pt x="1410544" y="113861"/>
                </a:cubicBezTo>
                <a:lnTo>
                  <a:pt x="1411030" y="123442"/>
                </a:lnTo>
                <a:cubicBezTo>
                  <a:pt x="1409081" y="124201"/>
                  <a:pt x="1407050" y="124770"/>
                  <a:pt x="1404937" y="125148"/>
                </a:cubicBezTo>
                <a:cubicBezTo>
                  <a:pt x="1402823" y="125527"/>
                  <a:pt x="1400520" y="125716"/>
                  <a:pt x="1398027" y="125716"/>
                </a:cubicBezTo>
                <a:cubicBezTo>
                  <a:pt x="1395968" y="125716"/>
                  <a:pt x="1393801" y="125445"/>
                  <a:pt x="1391526" y="124903"/>
                </a:cubicBezTo>
                <a:cubicBezTo>
                  <a:pt x="1389251" y="124362"/>
                  <a:pt x="1387138" y="123334"/>
                  <a:pt x="1385187" y="121818"/>
                </a:cubicBezTo>
                <a:cubicBezTo>
                  <a:pt x="1383237" y="120300"/>
                  <a:pt x="1381639" y="118240"/>
                  <a:pt x="1380392" y="115639"/>
                </a:cubicBezTo>
                <a:cubicBezTo>
                  <a:pt x="1379146" y="113038"/>
                  <a:pt x="1378522" y="109625"/>
                  <a:pt x="1378522" y="105399"/>
                </a:cubicBezTo>
                <a:lnTo>
                  <a:pt x="1378522" y="57938"/>
                </a:lnTo>
                <a:lnTo>
                  <a:pt x="1362756" y="57938"/>
                </a:lnTo>
                <a:lnTo>
                  <a:pt x="1362756" y="48731"/>
                </a:lnTo>
                <a:lnTo>
                  <a:pt x="1378522" y="48731"/>
                </a:lnTo>
                <a:lnTo>
                  <a:pt x="1378522" y="27275"/>
                </a:lnTo>
                <a:lnTo>
                  <a:pt x="1389577" y="27275"/>
                </a:lnTo>
                <a:lnTo>
                  <a:pt x="1389577" y="48731"/>
                </a:lnTo>
                <a:lnTo>
                  <a:pt x="1411030" y="48731"/>
                </a:lnTo>
                <a:lnTo>
                  <a:pt x="1411030" y="57938"/>
                </a:lnTo>
                <a:close/>
                <a:moveTo>
                  <a:pt x="1486290" y="80954"/>
                </a:moveTo>
                <a:cubicBezTo>
                  <a:pt x="1485964" y="73741"/>
                  <a:pt x="1483661" y="67758"/>
                  <a:pt x="1479380" y="63005"/>
                </a:cubicBezTo>
                <a:cubicBezTo>
                  <a:pt x="1475101" y="58251"/>
                  <a:pt x="1469006" y="55874"/>
                  <a:pt x="1461096" y="55874"/>
                </a:cubicBezTo>
                <a:cubicBezTo>
                  <a:pt x="1457412" y="55874"/>
                  <a:pt x="1453998" y="56557"/>
                  <a:pt x="1450855" y="57923"/>
                </a:cubicBezTo>
                <a:cubicBezTo>
                  <a:pt x="1447714" y="59288"/>
                  <a:pt x="1444951" y="61146"/>
                  <a:pt x="1442566" y="63496"/>
                </a:cubicBezTo>
                <a:cubicBezTo>
                  <a:pt x="1440182" y="65845"/>
                  <a:pt x="1438286" y="68523"/>
                  <a:pt x="1436877" y="71529"/>
                </a:cubicBezTo>
                <a:cubicBezTo>
                  <a:pt x="1435468" y="74533"/>
                  <a:pt x="1434655" y="77675"/>
                  <a:pt x="1434439" y="80954"/>
                </a:cubicBezTo>
                <a:lnTo>
                  <a:pt x="1486290" y="80954"/>
                </a:lnTo>
                <a:moveTo>
                  <a:pt x="1497505" y="84471"/>
                </a:moveTo>
                <a:cubicBezTo>
                  <a:pt x="1497505" y="85231"/>
                  <a:pt x="1497505" y="86046"/>
                  <a:pt x="1497505" y="86916"/>
                </a:cubicBezTo>
                <a:cubicBezTo>
                  <a:pt x="1497505" y="87784"/>
                  <a:pt x="1497451" y="88707"/>
                  <a:pt x="1497342" y="89684"/>
                </a:cubicBezTo>
                <a:lnTo>
                  <a:pt x="1434275" y="89684"/>
                </a:lnTo>
                <a:cubicBezTo>
                  <a:pt x="1434384" y="93475"/>
                  <a:pt x="1435142" y="97050"/>
                  <a:pt x="1436549" y="100408"/>
                </a:cubicBezTo>
                <a:cubicBezTo>
                  <a:pt x="1437958" y="103765"/>
                  <a:pt x="1439908" y="106689"/>
                  <a:pt x="1442400" y="109181"/>
                </a:cubicBezTo>
                <a:cubicBezTo>
                  <a:pt x="1444894" y="111671"/>
                  <a:pt x="1447819" y="113648"/>
                  <a:pt x="1451178" y="115111"/>
                </a:cubicBezTo>
                <a:cubicBezTo>
                  <a:pt x="1454538" y="116573"/>
                  <a:pt x="1458169" y="117304"/>
                  <a:pt x="1462071" y="117304"/>
                </a:cubicBezTo>
                <a:cubicBezTo>
                  <a:pt x="1467813" y="117304"/>
                  <a:pt x="1472770" y="115977"/>
                  <a:pt x="1476942" y="113323"/>
                </a:cubicBezTo>
                <a:cubicBezTo>
                  <a:pt x="1481114" y="110667"/>
                  <a:pt x="1484283" y="107606"/>
                  <a:pt x="1486451" y="104139"/>
                </a:cubicBezTo>
                <a:lnTo>
                  <a:pt x="1494740" y="110639"/>
                </a:lnTo>
                <a:cubicBezTo>
                  <a:pt x="1490190" y="116374"/>
                  <a:pt x="1485178" y="120479"/>
                  <a:pt x="1479705" y="122956"/>
                </a:cubicBezTo>
                <a:cubicBezTo>
                  <a:pt x="1474234" y="125431"/>
                  <a:pt x="1468356" y="126669"/>
                  <a:pt x="1462071" y="126669"/>
                </a:cubicBezTo>
                <a:cubicBezTo>
                  <a:pt x="1456436" y="126669"/>
                  <a:pt x="1451207" y="125666"/>
                  <a:pt x="1446383" y="123660"/>
                </a:cubicBezTo>
                <a:cubicBezTo>
                  <a:pt x="1441562" y="121655"/>
                  <a:pt x="1437418" y="118864"/>
                  <a:pt x="1433950" y="115287"/>
                </a:cubicBezTo>
                <a:cubicBezTo>
                  <a:pt x="1430483" y="111709"/>
                  <a:pt x="1427746" y="107481"/>
                  <a:pt x="1425741" y="102603"/>
                </a:cubicBezTo>
                <a:cubicBezTo>
                  <a:pt x="1423737" y="97726"/>
                  <a:pt x="1422735" y="92414"/>
                  <a:pt x="1422735" y="86668"/>
                </a:cubicBezTo>
                <a:cubicBezTo>
                  <a:pt x="1422735" y="80922"/>
                  <a:pt x="1423709" y="75611"/>
                  <a:pt x="1425659" y="70733"/>
                </a:cubicBezTo>
                <a:cubicBezTo>
                  <a:pt x="1427610" y="65855"/>
                  <a:pt x="1430319" y="61628"/>
                  <a:pt x="1433786" y="58052"/>
                </a:cubicBezTo>
                <a:cubicBezTo>
                  <a:pt x="1437255" y="54473"/>
                  <a:pt x="1441320" y="51682"/>
                  <a:pt x="1445979" y="49676"/>
                </a:cubicBezTo>
                <a:cubicBezTo>
                  <a:pt x="1450639" y="47670"/>
                  <a:pt x="1455678" y="46667"/>
                  <a:pt x="1461096" y="46667"/>
                </a:cubicBezTo>
                <a:cubicBezTo>
                  <a:pt x="1467055" y="46667"/>
                  <a:pt x="1472310" y="47673"/>
                  <a:pt x="1476860" y="49683"/>
                </a:cubicBezTo>
                <a:cubicBezTo>
                  <a:pt x="1481412" y="51692"/>
                  <a:pt x="1485205" y="54408"/>
                  <a:pt x="1488239" y="57831"/>
                </a:cubicBezTo>
                <a:cubicBezTo>
                  <a:pt x="1491273" y="61252"/>
                  <a:pt x="1493576" y="65243"/>
                  <a:pt x="1495147" y="69805"/>
                </a:cubicBezTo>
                <a:cubicBezTo>
                  <a:pt x="1496719" y="74367"/>
                  <a:pt x="1497505" y="79256"/>
                  <a:pt x="1497505" y="84471"/>
                </a:cubicBezTo>
                <a:close/>
                <a:moveTo>
                  <a:pt x="1532125" y="61635"/>
                </a:moveTo>
                <a:cubicBezTo>
                  <a:pt x="1534293" y="57189"/>
                  <a:pt x="1537625" y="53583"/>
                  <a:pt x="1542121" y="50817"/>
                </a:cubicBezTo>
                <a:cubicBezTo>
                  <a:pt x="1546618" y="48051"/>
                  <a:pt x="1551630" y="46667"/>
                  <a:pt x="1557158" y="46667"/>
                </a:cubicBezTo>
                <a:cubicBezTo>
                  <a:pt x="1559217" y="46667"/>
                  <a:pt x="1561356" y="46885"/>
                  <a:pt x="1563577" y="47320"/>
                </a:cubicBezTo>
                <a:cubicBezTo>
                  <a:pt x="1565799" y="47753"/>
                  <a:pt x="1567967" y="48593"/>
                  <a:pt x="1570080" y="49840"/>
                </a:cubicBezTo>
                <a:cubicBezTo>
                  <a:pt x="1572193" y="51086"/>
                  <a:pt x="1574143" y="52741"/>
                  <a:pt x="1575931" y="54803"/>
                </a:cubicBezTo>
                <a:cubicBezTo>
                  <a:pt x="1577720" y="56863"/>
                  <a:pt x="1579264" y="59520"/>
                  <a:pt x="1580564" y="62774"/>
                </a:cubicBezTo>
                <a:cubicBezTo>
                  <a:pt x="1583165" y="57567"/>
                  <a:pt x="1586713" y="53581"/>
                  <a:pt x="1591209" y="50817"/>
                </a:cubicBezTo>
                <a:cubicBezTo>
                  <a:pt x="1595706" y="48051"/>
                  <a:pt x="1601044" y="46667"/>
                  <a:pt x="1607221" y="46667"/>
                </a:cubicBezTo>
                <a:cubicBezTo>
                  <a:pt x="1616864" y="46667"/>
                  <a:pt x="1624096" y="49542"/>
                  <a:pt x="1628918" y="55291"/>
                </a:cubicBezTo>
                <a:cubicBezTo>
                  <a:pt x="1633741" y="61040"/>
                  <a:pt x="1636152" y="68633"/>
                  <a:pt x="1636152" y="78069"/>
                </a:cubicBezTo>
                <a:lnTo>
                  <a:pt x="1636152" y="124764"/>
                </a:lnTo>
                <a:lnTo>
                  <a:pt x="1625101" y="124764"/>
                </a:lnTo>
                <a:lnTo>
                  <a:pt x="1625101" y="82583"/>
                </a:lnTo>
                <a:cubicBezTo>
                  <a:pt x="1625101" y="74549"/>
                  <a:pt x="1623611" y="68089"/>
                  <a:pt x="1620631" y="63203"/>
                </a:cubicBezTo>
                <a:cubicBezTo>
                  <a:pt x="1617652" y="58317"/>
                  <a:pt x="1612586" y="55874"/>
                  <a:pt x="1605433" y="55874"/>
                </a:cubicBezTo>
                <a:cubicBezTo>
                  <a:pt x="1601423" y="55874"/>
                  <a:pt x="1598037" y="56688"/>
                  <a:pt x="1595274" y="58317"/>
                </a:cubicBezTo>
                <a:cubicBezTo>
                  <a:pt x="1592511" y="59946"/>
                  <a:pt x="1590289" y="62090"/>
                  <a:pt x="1588609" y="64751"/>
                </a:cubicBezTo>
                <a:cubicBezTo>
                  <a:pt x="1586930" y="67409"/>
                  <a:pt x="1585710" y="70422"/>
                  <a:pt x="1584951" y="73788"/>
                </a:cubicBezTo>
                <a:cubicBezTo>
                  <a:pt x="1584194" y="77155"/>
                  <a:pt x="1583815" y="80630"/>
                  <a:pt x="1583815" y="84213"/>
                </a:cubicBezTo>
                <a:lnTo>
                  <a:pt x="1583815" y="124764"/>
                </a:lnTo>
                <a:lnTo>
                  <a:pt x="1572761" y="124764"/>
                </a:lnTo>
                <a:lnTo>
                  <a:pt x="1572761" y="80304"/>
                </a:lnTo>
                <a:cubicBezTo>
                  <a:pt x="1572761" y="76612"/>
                  <a:pt x="1572490" y="73246"/>
                  <a:pt x="1571947" y="70207"/>
                </a:cubicBezTo>
                <a:cubicBezTo>
                  <a:pt x="1571407" y="67166"/>
                  <a:pt x="1570459" y="64588"/>
                  <a:pt x="1569103" y="62471"/>
                </a:cubicBezTo>
                <a:cubicBezTo>
                  <a:pt x="1567748" y="60353"/>
                  <a:pt x="1565879" y="58725"/>
                  <a:pt x="1563495" y="57585"/>
                </a:cubicBezTo>
                <a:cubicBezTo>
                  <a:pt x="1561112" y="56444"/>
                  <a:pt x="1558079" y="55874"/>
                  <a:pt x="1554395" y="55874"/>
                </a:cubicBezTo>
                <a:cubicBezTo>
                  <a:pt x="1551794" y="55874"/>
                  <a:pt x="1549166" y="56472"/>
                  <a:pt x="1546511" y="57667"/>
                </a:cubicBezTo>
                <a:cubicBezTo>
                  <a:pt x="1543857" y="58861"/>
                  <a:pt x="1541473" y="60680"/>
                  <a:pt x="1539360" y="63124"/>
                </a:cubicBezTo>
                <a:cubicBezTo>
                  <a:pt x="1537247" y="65566"/>
                  <a:pt x="1535540" y="68659"/>
                  <a:pt x="1534238" y="72405"/>
                </a:cubicBezTo>
                <a:cubicBezTo>
                  <a:pt x="1532939" y="76150"/>
                  <a:pt x="1532289" y="80574"/>
                  <a:pt x="1532289" y="85679"/>
                </a:cubicBezTo>
                <a:lnTo>
                  <a:pt x="1532289" y="124764"/>
                </a:lnTo>
                <a:lnTo>
                  <a:pt x="1521235" y="124764"/>
                </a:lnTo>
                <a:lnTo>
                  <a:pt x="1521235" y="65378"/>
                </a:lnTo>
                <a:cubicBezTo>
                  <a:pt x="1521235" y="63318"/>
                  <a:pt x="1521180" y="60661"/>
                  <a:pt x="1521071" y="57407"/>
                </a:cubicBezTo>
                <a:cubicBezTo>
                  <a:pt x="1520964" y="54153"/>
                  <a:pt x="1520802" y="51224"/>
                  <a:pt x="1520585" y="48619"/>
                </a:cubicBezTo>
                <a:lnTo>
                  <a:pt x="1531151" y="48619"/>
                </a:lnTo>
                <a:cubicBezTo>
                  <a:pt x="1531367" y="50681"/>
                  <a:pt x="1531529" y="52960"/>
                  <a:pt x="1531637" y="55455"/>
                </a:cubicBezTo>
                <a:cubicBezTo>
                  <a:pt x="1531746" y="57948"/>
                  <a:pt x="1531800" y="60008"/>
                  <a:pt x="1531800" y="61635"/>
                </a:cubicBezTo>
                <a:lnTo>
                  <a:pt x="1532125" y="61635"/>
                </a:lnTo>
                <a:close/>
                <a:moveTo>
                  <a:pt x="1722789" y="80954"/>
                </a:moveTo>
                <a:cubicBezTo>
                  <a:pt x="1722463" y="73741"/>
                  <a:pt x="1720160" y="67758"/>
                  <a:pt x="1715879" y="63005"/>
                </a:cubicBezTo>
                <a:cubicBezTo>
                  <a:pt x="1711600" y="58251"/>
                  <a:pt x="1705505" y="55874"/>
                  <a:pt x="1697595" y="55874"/>
                </a:cubicBezTo>
                <a:cubicBezTo>
                  <a:pt x="1693911" y="55874"/>
                  <a:pt x="1690497" y="56557"/>
                  <a:pt x="1687354" y="57923"/>
                </a:cubicBezTo>
                <a:cubicBezTo>
                  <a:pt x="1684212" y="59288"/>
                  <a:pt x="1681449" y="61146"/>
                  <a:pt x="1679065" y="63496"/>
                </a:cubicBezTo>
                <a:cubicBezTo>
                  <a:pt x="1676681" y="65845"/>
                  <a:pt x="1674784" y="68523"/>
                  <a:pt x="1673376" y="71529"/>
                </a:cubicBezTo>
                <a:cubicBezTo>
                  <a:pt x="1671967" y="74533"/>
                  <a:pt x="1671154" y="77675"/>
                  <a:pt x="1670937" y="80954"/>
                </a:cubicBezTo>
                <a:lnTo>
                  <a:pt x="1722789" y="80954"/>
                </a:lnTo>
                <a:moveTo>
                  <a:pt x="1734004" y="84471"/>
                </a:moveTo>
                <a:cubicBezTo>
                  <a:pt x="1734004" y="85231"/>
                  <a:pt x="1734004" y="86046"/>
                  <a:pt x="1734004" y="86916"/>
                </a:cubicBezTo>
                <a:cubicBezTo>
                  <a:pt x="1734004" y="87784"/>
                  <a:pt x="1733949" y="88707"/>
                  <a:pt x="1733840" y="89684"/>
                </a:cubicBezTo>
                <a:lnTo>
                  <a:pt x="1670774" y="89684"/>
                </a:lnTo>
                <a:cubicBezTo>
                  <a:pt x="1670883" y="93475"/>
                  <a:pt x="1671641" y="97050"/>
                  <a:pt x="1673048" y="100408"/>
                </a:cubicBezTo>
                <a:cubicBezTo>
                  <a:pt x="1674457" y="103765"/>
                  <a:pt x="1676407" y="106689"/>
                  <a:pt x="1678899" y="109181"/>
                </a:cubicBezTo>
                <a:cubicBezTo>
                  <a:pt x="1681392" y="111671"/>
                  <a:pt x="1684318" y="113648"/>
                  <a:pt x="1687676" y="115111"/>
                </a:cubicBezTo>
                <a:cubicBezTo>
                  <a:pt x="1691036" y="116573"/>
                  <a:pt x="1694667" y="117304"/>
                  <a:pt x="1698569" y="117304"/>
                </a:cubicBezTo>
                <a:cubicBezTo>
                  <a:pt x="1704312" y="117304"/>
                  <a:pt x="1709269" y="115977"/>
                  <a:pt x="1713441" y="113323"/>
                </a:cubicBezTo>
                <a:cubicBezTo>
                  <a:pt x="1717612" y="110667"/>
                  <a:pt x="1720782" y="107606"/>
                  <a:pt x="1722950" y="104139"/>
                </a:cubicBezTo>
                <a:lnTo>
                  <a:pt x="1731239" y="110639"/>
                </a:lnTo>
                <a:cubicBezTo>
                  <a:pt x="1726688" y="116374"/>
                  <a:pt x="1721677" y="120479"/>
                  <a:pt x="1716204" y="122956"/>
                </a:cubicBezTo>
                <a:cubicBezTo>
                  <a:pt x="1710732" y="125431"/>
                  <a:pt x="1704854" y="126669"/>
                  <a:pt x="1698569" y="126669"/>
                </a:cubicBezTo>
                <a:cubicBezTo>
                  <a:pt x="1692934" y="126669"/>
                  <a:pt x="1687705" y="125666"/>
                  <a:pt x="1682882" y="123660"/>
                </a:cubicBezTo>
                <a:cubicBezTo>
                  <a:pt x="1678061" y="121655"/>
                  <a:pt x="1673916" y="118864"/>
                  <a:pt x="1670449" y="115287"/>
                </a:cubicBezTo>
                <a:cubicBezTo>
                  <a:pt x="1666982" y="111709"/>
                  <a:pt x="1664245" y="107481"/>
                  <a:pt x="1662239" y="102603"/>
                </a:cubicBezTo>
                <a:cubicBezTo>
                  <a:pt x="1660235" y="97726"/>
                  <a:pt x="1659233" y="92414"/>
                  <a:pt x="1659233" y="86668"/>
                </a:cubicBezTo>
                <a:cubicBezTo>
                  <a:pt x="1659233" y="80922"/>
                  <a:pt x="1660208" y="75611"/>
                  <a:pt x="1662158" y="70733"/>
                </a:cubicBezTo>
                <a:cubicBezTo>
                  <a:pt x="1664109" y="65855"/>
                  <a:pt x="1666818" y="61628"/>
                  <a:pt x="1670285" y="58052"/>
                </a:cubicBezTo>
                <a:cubicBezTo>
                  <a:pt x="1673754" y="54473"/>
                  <a:pt x="1677818" y="51682"/>
                  <a:pt x="1682478" y="49676"/>
                </a:cubicBezTo>
                <a:cubicBezTo>
                  <a:pt x="1687137" y="47670"/>
                  <a:pt x="1692176" y="46667"/>
                  <a:pt x="1697595" y="46667"/>
                </a:cubicBezTo>
                <a:cubicBezTo>
                  <a:pt x="1703554" y="46667"/>
                  <a:pt x="1708809" y="47673"/>
                  <a:pt x="1713359" y="49683"/>
                </a:cubicBezTo>
                <a:cubicBezTo>
                  <a:pt x="1717911" y="51692"/>
                  <a:pt x="1721704" y="54408"/>
                  <a:pt x="1724738" y="57831"/>
                </a:cubicBezTo>
                <a:cubicBezTo>
                  <a:pt x="1727772" y="61252"/>
                  <a:pt x="1730075" y="65243"/>
                  <a:pt x="1731645" y="69805"/>
                </a:cubicBezTo>
                <a:cubicBezTo>
                  <a:pt x="1733218" y="74367"/>
                  <a:pt x="1734004" y="79256"/>
                  <a:pt x="1734004" y="84471"/>
                </a:cubicBezTo>
                <a:close/>
                <a:moveTo>
                  <a:pt x="1767650" y="48632"/>
                </a:moveTo>
                <a:cubicBezTo>
                  <a:pt x="1767866" y="50690"/>
                  <a:pt x="1768028" y="52966"/>
                  <a:pt x="1768136" y="55460"/>
                </a:cubicBezTo>
                <a:cubicBezTo>
                  <a:pt x="1768245" y="57952"/>
                  <a:pt x="1768299" y="60010"/>
                  <a:pt x="1768299" y="61635"/>
                </a:cubicBezTo>
                <a:lnTo>
                  <a:pt x="1768624" y="61635"/>
                </a:lnTo>
                <a:cubicBezTo>
                  <a:pt x="1770792" y="57188"/>
                  <a:pt x="1774314" y="53581"/>
                  <a:pt x="1779190" y="50817"/>
                </a:cubicBezTo>
                <a:cubicBezTo>
                  <a:pt x="1784066" y="48051"/>
                  <a:pt x="1789213" y="46667"/>
                  <a:pt x="1794632" y="46667"/>
                </a:cubicBezTo>
                <a:cubicBezTo>
                  <a:pt x="1804275" y="46667"/>
                  <a:pt x="1811507" y="49542"/>
                  <a:pt x="1816329" y="55291"/>
                </a:cubicBezTo>
                <a:cubicBezTo>
                  <a:pt x="1821152" y="61040"/>
                  <a:pt x="1823563" y="68633"/>
                  <a:pt x="1823563" y="78069"/>
                </a:cubicBezTo>
                <a:lnTo>
                  <a:pt x="1823563" y="124764"/>
                </a:lnTo>
                <a:lnTo>
                  <a:pt x="1812512" y="124764"/>
                </a:lnTo>
                <a:lnTo>
                  <a:pt x="1812512" y="82583"/>
                </a:lnTo>
                <a:cubicBezTo>
                  <a:pt x="1812512" y="78565"/>
                  <a:pt x="1812187" y="74929"/>
                  <a:pt x="1811537" y="71673"/>
                </a:cubicBezTo>
                <a:cubicBezTo>
                  <a:pt x="1810887" y="68416"/>
                  <a:pt x="1809776" y="65620"/>
                  <a:pt x="1808203" y="63285"/>
                </a:cubicBezTo>
                <a:cubicBezTo>
                  <a:pt x="1806633" y="60950"/>
                  <a:pt x="1804519" y="59131"/>
                  <a:pt x="1801864" y="57828"/>
                </a:cubicBezTo>
                <a:cubicBezTo>
                  <a:pt x="1799210" y="56525"/>
                  <a:pt x="1795878" y="55874"/>
                  <a:pt x="1791869" y="55874"/>
                </a:cubicBezTo>
                <a:cubicBezTo>
                  <a:pt x="1788944" y="55874"/>
                  <a:pt x="1786099" y="56472"/>
                  <a:pt x="1783334" y="57667"/>
                </a:cubicBezTo>
                <a:cubicBezTo>
                  <a:pt x="1780571" y="58861"/>
                  <a:pt x="1778106" y="60680"/>
                  <a:pt x="1775938" y="63124"/>
                </a:cubicBezTo>
                <a:cubicBezTo>
                  <a:pt x="1773772" y="65566"/>
                  <a:pt x="1772039" y="68659"/>
                  <a:pt x="1770737" y="72405"/>
                </a:cubicBezTo>
                <a:cubicBezTo>
                  <a:pt x="1769438" y="76150"/>
                  <a:pt x="1768788" y="80574"/>
                  <a:pt x="1768788" y="85679"/>
                </a:cubicBezTo>
                <a:lnTo>
                  <a:pt x="1768788" y="124764"/>
                </a:lnTo>
                <a:lnTo>
                  <a:pt x="1757734" y="124764"/>
                </a:lnTo>
                <a:lnTo>
                  <a:pt x="1757734" y="65378"/>
                </a:lnTo>
                <a:cubicBezTo>
                  <a:pt x="1757734" y="63316"/>
                  <a:pt x="1757679" y="60660"/>
                  <a:pt x="1757570" y="57409"/>
                </a:cubicBezTo>
                <a:cubicBezTo>
                  <a:pt x="1757463" y="54159"/>
                  <a:pt x="1757301" y="51233"/>
                  <a:pt x="1757084" y="48632"/>
                </a:cubicBezTo>
                <a:lnTo>
                  <a:pt x="1767650" y="48632"/>
                </a:lnTo>
                <a:close/>
                <a:moveTo>
                  <a:pt x="1886468" y="57938"/>
                </a:moveTo>
                <a:lnTo>
                  <a:pt x="1865014" y="57938"/>
                </a:lnTo>
                <a:lnTo>
                  <a:pt x="1865014" y="102358"/>
                </a:lnTo>
                <a:cubicBezTo>
                  <a:pt x="1865014" y="105179"/>
                  <a:pt x="1865284" y="107511"/>
                  <a:pt x="1865825" y="109355"/>
                </a:cubicBezTo>
                <a:cubicBezTo>
                  <a:pt x="1866367" y="111198"/>
                  <a:pt x="1867153" y="112636"/>
                  <a:pt x="1868181" y="113668"/>
                </a:cubicBezTo>
                <a:cubicBezTo>
                  <a:pt x="1869211" y="114698"/>
                  <a:pt x="1870431" y="115403"/>
                  <a:pt x="1871839" y="115783"/>
                </a:cubicBezTo>
                <a:cubicBezTo>
                  <a:pt x="1873248" y="116162"/>
                  <a:pt x="1874765" y="116351"/>
                  <a:pt x="1876390" y="116351"/>
                </a:cubicBezTo>
                <a:cubicBezTo>
                  <a:pt x="1877908" y="116351"/>
                  <a:pt x="1879506" y="116130"/>
                  <a:pt x="1881185" y="115689"/>
                </a:cubicBezTo>
                <a:cubicBezTo>
                  <a:pt x="1882865" y="115246"/>
                  <a:pt x="1884464" y="114637"/>
                  <a:pt x="1885981" y="113861"/>
                </a:cubicBezTo>
                <a:lnTo>
                  <a:pt x="1886468" y="123442"/>
                </a:lnTo>
                <a:cubicBezTo>
                  <a:pt x="1884518" y="124201"/>
                  <a:pt x="1882487" y="124770"/>
                  <a:pt x="1880374" y="125148"/>
                </a:cubicBezTo>
                <a:cubicBezTo>
                  <a:pt x="1878261" y="125527"/>
                  <a:pt x="1875957" y="125716"/>
                  <a:pt x="1873464" y="125716"/>
                </a:cubicBezTo>
                <a:cubicBezTo>
                  <a:pt x="1871405" y="125716"/>
                  <a:pt x="1869238" y="125445"/>
                  <a:pt x="1866963" y="124903"/>
                </a:cubicBezTo>
                <a:cubicBezTo>
                  <a:pt x="1864688" y="124362"/>
                  <a:pt x="1862575" y="123334"/>
                  <a:pt x="1860624" y="121818"/>
                </a:cubicBezTo>
                <a:cubicBezTo>
                  <a:pt x="1858674" y="120300"/>
                  <a:pt x="1857076" y="118240"/>
                  <a:pt x="1855830" y="115639"/>
                </a:cubicBezTo>
                <a:cubicBezTo>
                  <a:pt x="1854583" y="113038"/>
                  <a:pt x="1853960" y="109625"/>
                  <a:pt x="1853960" y="105399"/>
                </a:cubicBezTo>
                <a:lnTo>
                  <a:pt x="1853960" y="57938"/>
                </a:lnTo>
                <a:lnTo>
                  <a:pt x="1838193" y="57938"/>
                </a:lnTo>
                <a:lnTo>
                  <a:pt x="1838193" y="48731"/>
                </a:lnTo>
                <a:lnTo>
                  <a:pt x="1853960" y="48731"/>
                </a:lnTo>
                <a:lnTo>
                  <a:pt x="1853960" y="27275"/>
                </a:lnTo>
                <a:lnTo>
                  <a:pt x="1865014" y="27275"/>
                </a:lnTo>
                <a:lnTo>
                  <a:pt x="1865014" y="48731"/>
                </a:lnTo>
                <a:lnTo>
                  <a:pt x="1886468" y="48731"/>
                </a:lnTo>
                <a:lnTo>
                  <a:pt x="1886468" y="57938"/>
                </a:lnTo>
                <a:close/>
                <a:moveTo>
                  <a:pt x="1945796" y="48731"/>
                </a:moveTo>
                <a:lnTo>
                  <a:pt x="1964165" y="110468"/>
                </a:lnTo>
                <a:lnTo>
                  <a:pt x="1964489" y="110468"/>
                </a:lnTo>
                <a:lnTo>
                  <a:pt x="1984968" y="48731"/>
                </a:lnTo>
                <a:lnTo>
                  <a:pt x="1995698" y="48731"/>
                </a:lnTo>
                <a:lnTo>
                  <a:pt x="2016502" y="110468"/>
                </a:lnTo>
                <a:lnTo>
                  <a:pt x="2016827" y="110468"/>
                </a:lnTo>
                <a:lnTo>
                  <a:pt x="2035031" y="48731"/>
                </a:lnTo>
                <a:lnTo>
                  <a:pt x="2046735" y="48731"/>
                </a:lnTo>
                <a:lnTo>
                  <a:pt x="2022680" y="124764"/>
                </a:lnTo>
                <a:lnTo>
                  <a:pt x="2010651" y="124764"/>
                </a:lnTo>
                <a:lnTo>
                  <a:pt x="1990333" y="63191"/>
                </a:lnTo>
                <a:lnTo>
                  <a:pt x="1990008" y="63191"/>
                </a:lnTo>
                <a:lnTo>
                  <a:pt x="1970015" y="124764"/>
                </a:lnTo>
                <a:lnTo>
                  <a:pt x="1957986" y="124764"/>
                </a:lnTo>
                <a:lnTo>
                  <a:pt x="1933931" y="48731"/>
                </a:lnTo>
                <a:lnTo>
                  <a:pt x="1945796" y="48731"/>
                </a:lnTo>
                <a:close/>
                <a:moveTo>
                  <a:pt x="2077294" y="61147"/>
                </a:moveTo>
                <a:cubicBezTo>
                  <a:pt x="2079353" y="56701"/>
                  <a:pt x="2082765" y="53176"/>
                  <a:pt x="2087532" y="50574"/>
                </a:cubicBezTo>
                <a:cubicBezTo>
                  <a:pt x="2092301" y="47970"/>
                  <a:pt x="2097394" y="46667"/>
                  <a:pt x="2102813" y="46667"/>
                </a:cubicBezTo>
                <a:cubicBezTo>
                  <a:pt x="2112456" y="46667"/>
                  <a:pt x="2119688" y="49542"/>
                  <a:pt x="2124510" y="55291"/>
                </a:cubicBezTo>
                <a:cubicBezTo>
                  <a:pt x="2129333" y="61040"/>
                  <a:pt x="2131744" y="68633"/>
                  <a:pt x="2131744" y="78069"/>
                </a:cubicBezTo>
                <a:lnTo>
                  <a:pt x="2131744" y="124764"/>
                </a:lnTo>
                <a:lnTo>
                  <a:pt x="2120693" y="124764"/>
                </a:lnTo>
                <a:lnTo>
                  <a:pt x="2120693" y="82583"/>
                </a:lnTo>
                <a:cubicBezTo>
                  <a:pt x="2120693" y="78565"/>
                  <a:pt x="2120368" y="74929"/>
                  <a:pt x="2119718" y="71673"/>
                </a:cubicBezTo>
                <a:cubicBezTo>
                  <a:pt x="2119068" y="68416"/>
                  <a:pt x="2117957" y="65620"/>
                  <a:pt x="2116385" y="63285"/>
                </a:cubicBezTo>
                <a:cubicBezTo>
                  <a:pt x="2114814" y="60950"/>
                  <a:pt x="2112701" y="59131"/>
                  <a:pt x="2110045" y="57828"/>
                </a:cubicBezTo>
                <a:cubicBezTo>
                  <a:pt x="2107391" y="56525"/>
                  <a:pt x="2104060" y="55874"/>
                  <a:pt x="2100050" y="55874"/>
                </a:cubicBezTo>
                <a:cubicBezTo>
                  <a:pt x="2097125" y="55874"/>
                  <a:pt x="2094280" y="56472"/>
                  <a:pt x="2091516" y="57667"/>
                </a:cubicBezTo>
                <a:cubicBezTo>
                  <a:pt x="2088753" y="58861"/>
                  <a:pt x="2086287" y="60680"/>
                  <a:pt x="2084120" y="63124"/>
                </a:cubicBezTo>
                <a:cubicBezTo>
                  <a:pt x="2081954" y="65566"/>
                  <a:pt x="2080220" y="68659"/>
                  <a:pt x="2078919" y="72405"/>
                </a:cubicBezTo>
                <a:cubicBezTo>
                  <a:pt x="2077619" y="76150"/>
                  <a:pt x="2076969" y="80574"/>
                  <a:pt x="2076969" y="85679"/>
                </a:cubicBezTo>
                <a:lnTo>
                  <a:pt x="2076969" y="124764"/>
                </a:lnTo>
                <a:lnTo>
                  <a:pt x="2065915" y="124764"/>
                </a:lnTo>
                <a:lnTo>
                  <a:pt x="2065915" y="1806"/>
                </a:lnTo>
                <a:lnTo>
                  <a:pt x="2076969" y="1806"/>
                </a:lnTo>
                <a:lnTo>
                  <a:pt x="2076969" y="61147"/>
                </a:lnTo>
                <a:lnTo>
                  <a:pt x="2077294" y="61147"/>
                </a:lnTo>
                <a:close/>
                <a:moveTo>
                  <a:pt x="2171567" y="124764"/>
                </a:moveTo>
                <a:lnTo>
                  <a:pt x="2160516" y="124764"/>
                </a:lnTo>
                <a:lnTo>
                  <a:pt x="2160516" y="48694"/>
                </a:lnTo>
                <a:lnTo>
                  <a:pt x="2171567" y="48694"/>
                </a:lnTo>
                <a:lnTo>
                  <a:pt x="2171567" y="124764"/>
                </a:lnTo>
                <a:moveTo>
                  <a:pt x="2173844" y="19365"/>
                </a:moveTo>
                <a:cubicBezTo>
                  <a:pt x="2173844" y="21634"/>
                  <a:pt x="2173031" y="23497"/>
                  <a:pt x="2171406" y="24956"/>
                </a:cubicBezTo>
                <a:cubicBezTo>
                  <a:pt x="2169781" y="26414"/>
                  <a:pt x="2167992" y="27143"/>
                  <a:pt x="2166041" y="27143"/>
                </a:cubicBezTo>
                <a:cubicBezTo>
                  <a:pt x="2164090" y="27143"/>
                  <a:pt x="2162302" y="26414"/>
                  <a:pt x="2160677" y="24956"/>
                </a:cubicBezTo>
                <a:cubicBezTo>
                  <a:pt x="2159051" y="23497"/>
                  <a:pt x="2158239" y="21634"/>
                  <a:pt x="2158239" y="19365"/>
                </a:cubicBezTo>
                <a:cubicBezTo>
                  <a:pt x="2158239" y="17097"/>
                  <a:pt x="2159051" y="15233"/>
                  <a:pt x="2160677" y="13775"/>
                </a:cubicBezTo>
                <a:cubicBezTo>
                  <a:pt x="2162302" y="12317"/>
                  <a:pt x="2164090" y="11587"/>
                  <a:pt x="2166041" y="11587"/>
                </a:cubicBezTo>
                <a:cubicBezTo>
                  <a:pt x="2167992" y="11587"/>
                  <a:pt x="2169781" y="12317"/>
                  <a:pt x="2171406" y="13775"/>
                </a:cubicBezTo>
                <a:cubicBezTo>
                  <a:pt x="2173031" y="15233"/>
                  <a:pt x="2173844" y="17097"/>
                  <a:pt x="2173844" y="19365"/>
                </a:cubicBezTo>
                <a:close/>
                <a:moveTo>
                  <a:pt x="2212366" y="124764"/>
                </a:moveTo>
                <a:lnTo>
                  <a:pt x="2201312" y="124764"/>
                </a:lnTo>
                <a:lnTo>
                  <a:pt x="2201312" y="1882"/>
                </a:lnTo>
                <a:lnTo>
                  <a:pt x="2212366" y="1882"/>
                </a:lnTo>
                <a:lnTo>
                  <a:pt x="2212366" y="124764"/>
                </a:lnTo>
                <a:close/>
                <a:moveTo>
                  <a:pt x="2299977" y="80954"/>
                </a:moveTo>
                <a:cubicBezTo>
                  <a:pt x="2299651" y="73741"/>
                  <a:pt x="2297348" y="67758"/>
                  <a:pt x="2293067" y="63005"/>
                </a:cubicBezTo>
                <a:cubicBezTo>
                  <a:pt x="2288788" y="58251"/>
                  <a:pt x="2282693" y="55874"/>
                  <a:pt x="2274783" y="55874"/>
                </a:cubicBezTo>
                <a:cubicBezTo>
                  <a:pt x="2271099" y="55874"/>
                  <a:pt x="2267686" y="56557"/>
                  <a:pt x="2264542" y="57923"/>
                </a:cubicBezTo>
                <a:cubicBezTo>
                  <a:pt x="2261401" y="59288"/>
                  <a:pt x="2258638" y="61146"/>
                  <a:pt x="2256254" y="63496"/>
                </a:cubicBezTo>
                <a:cubicBezTo>
                  <a:pt x="2253869" y="65845"/>
                  <a:pt x="2251973" y="68523"/>
                  <a:pt x="2250564" y="71529"/>
                </a:cubicBezTo>
                <a:cubicBezTo>
                  <a:pt x="2249155" y="74533"/>
                  <a:pt x="2248343" y="77675"/>
                  <a:pt x="2248126" y="80954"/>
                </a:cubicBezTo>
                <a:lnTo>
                  <a:pt x="2299977" y="80954"/>
                </a:lnTo>
                <a:moveTo>
                  <a:pt x="2311192" y="84471"/>
                </a:moveTo>
                <a:cubicBezTo>
                  <a:pt x="2311192" y="85231"/>
                  <a:pt x="2311192" y="86046"/>
                  <a:pt x="2311192" y="86916"/>
                </a:cubicBezTo>
                <a:cubicBezTo>
                  <a:pt x="2311192" y="87784"/>
                  <a:pt x="2311138" y="88707"/>
                  <a:pt x="2311029" y="89684"/>
                </a:cubicBezTo>
                <a:lnTo>
                  <a:pt x="2247962" y="89684"/>
                </a:lnTo>
                <a:cubicBezTo>
                  <a:pt x="2248071" y="93475"/>
                  <a:pt x="2248829" y="97050"/>
                  <a:pt x="2250237" y="100408"/>
                </a:cubicBezTo>
                <a:cubicBezTo>
                  <a:pt x="2251645" y="103765"/>
                  <a:pt x="2253596" y="106689"/>
                  <a:pt x="2256087" y="109181"/>
                </a:cubicBezTo>
                <a:cubicBezTo>
                  <a:pt x="2258581" y="111671"/>
                  <a:pt x="2261507" y="113648"/>
                  <a:pt x="2264865" y="115111"/>
                </a:cubicBezTo>
                <a:cubicBezTo>
                  <a:pt x="2268225" y="116573"/>
                  <a:pt x="2271856" y="117304"/>
                  <a:pt x="2275758" y="117304"/>
                </a:cubicBezTo>
                <a:cubicBezTo>
                  <a:pt x="2281500" y="117304"/>
                  <a:pt x="2286457" y="115977"/>
                  <a:pt x="2290629" y="113323"/>
                </a:cubicBezTo>
                <a:cubicBezTo>
                  <a:pt x="2294801" y="110667"/>
                  <a:pt x="2297971" y="107606"/>
                  <a:pt x="2300138" y="104139"/>
                </a:cubicBezTo>
                <a:lnTo>
                  <a:pt x="2308427" y="110639"/>
                </a:lnTo>
                <a:cubicBezTo>
                  <a:pt x="2303877" y="116374"/>
                  <a:pt x="2298865" y="120479"/>
                  <a:pt x="2293392" y="122956"/>
                </a:cubicBezTo>
                <a:cubicBezTo>
                  <a:pt x="2287921" y="125431"/>
                  <a:pt x="2282043" y="126669"/>
                  <a:pt x="2275758" y="126669"/>
                </a:cubicBezTo>
                <a:cubicBezTo>
                  <a:pt x="2270123" y="126669"/>
                  <a:pt x="2264894" y="125666"/>
                  <a:pt x="2260071" y="123660"/>
                </a:cubicBezTo>
                <a:cubicBezTo>
                  <a:pt x="2255249" y="121655"/>
                  <a:pt x="2251105" y="118864"/>
                  <a:pt x="2247637" y="115287"/>
                </a:cubicBezTo>
                <a:cubicBezTo>
                  <a:pt x="2244170" y="111709"/>
                  <a:pt x="2241434" y="107481"/>
                  <a:pt x="2239428" y="102603"/>
                </a:cubicBezTo>
                <a:cubicBezTo>
                  <a:pt x="2237424" y="97726"/>
                  <a:pt x="2236422" y="92414"/>
                  <a:pt x="2236422" y="86668"/>
                </a:cubicBezTo>
                <a:cubicBezTo>
                  <a:pt x="2236422" y="80922"/>
                  <a:pt x="2237397" y="75611"/>
                  <a:pt x="2239346" y="70733"/>
                </a:cubicBezTo>
                <a:cubicBezTo>
                  <a:pt x="2241297" y="65855"/>
                  <a:pt x="2244006" y="61628"/>
                  <a:pt x="2247474" y="58052"/>
                </a:cubicBezTo>
                <a:cubicBezTo>
                  <a:pt x="2250943" y="54473"/>
                  <a:pt x="2255007" y="51682"/>
                  <a:pt x="2259666" y="49676"/>
                </a:cubicBezTo>
                <a:cubicBezTo>
                  <a:pt x="2264326" y="47670"/>
                  <a:pt x="2269365" y="46667"/>
                  <a:pt x="2274783" y="46667"/>
                </a:cubicBezTo>
                <a:cubicBezTo>
                  <a:pt x="2280742" y="46667"/>
                  <a:pt x="2285997" y="47673"/>
                  <a:pt x="2290547" y="49683"/>
                </a:cubicBezTo>
                <a:cubicBezTo>
                  <a:pt x="2295099" y="51692"/>
                  <a:pt x="2298892" y="54408"/>
                  <a:pt x="2301926" y="57831"/>
                </a:cubicBezTo>
                <a:cubicBezTo>
                  <a:pt x="2304961" y="61252"/>
                  <a:pt x="2307263" y="65243"/>
                  <a:pt x="2308834" y="69805"/>
                </a:cubicBezTo>
                <a:cubicBezTo>
                  <a:pt x="2310406" y="74367"/>
                  <a:pt x="2311192" y="79256"/>
                  <a:pt x="2311192" y="84471"/>
                </a:cubicBezTo>
                <a:close/>
                <a:moveTo>
                  <a:pt x="2386937" y="83017"/>
                </a:moveTo>
                <a:lnTo>
                  <a:pt x="2387423" y="83017"/>
                </a:lnTo>
                <a:lnTo>
                  <a:pt x="2422533" y="48721"/>
                </a:lnTo>
                <a:lnTo>
                  <a:pt x="2438463" y="48721"/>
                </a:lnTo>
                <a:lnTo>
                  <a:pt x="2400102" y="83503"/>
                </a:lnTo>
                <a:lnTo>
                  <a:pt x="2442365" y="124764"/>
                </a:lnTo>
                <a:lnTo>
                  <a:pt x="2426110" y="124764"/>
                </a:lnTo>
                <a:lnTo>
                  <a:pt x="2387423" y="84763"/>
                </a:lnTo>
                <a:lnTo>
                  <a:pt x="2386937" y="84763"/>
                </a:lnTo>
                <a:lnTo>
                  <a:pt x="2386937" y="124764"/>
                </a:lnTo>
                <a:lnTo>
                  <a:pt x="2375883" y="124764"/>
                </a:lnTo>
                <a:lnTo>
                  <a:pt x="2375883" y="1910"/>
                </a:lnTo>
                <a:lnTo>
                  <a:pt x="2386937" y="1910"/>
                </a:lnTo>
                <a:lnTo>
                  <a:pt x="2386937" y="83017"/>
                </a:lnTo>
                <a:close/>
                <a:moveTo>
                  <a:pt x="2513559" y="80954"/>
                </a:moveTo>
                <a:cubicBezTo>
                  <a:pt x="2513233" y="73741"/>
                  <a:pt x="2510930" y="67758"/>
                  <a:pt x="2506649" y="63005"/>
                </a:cubicBezTo>
                <a:cubicBezTo>
                  <a:pt x="2502370" y="58251"/>
                  <a:pt x="2496275" y="55874"/>
                  <a:pt x="2488365" y="55874"/>
                </a:cubicBezTo>
                <a:cubicBezTo>
                  <a:pt x="2484681" y="55874"/>
                  <a:pt x="2481267" y="56557"/>
                  <a:pt x="2478124" y="57923"/>
                </a:cubicBezTo>
                <a:cubicBezTo>
                  <a:pt x="2474983" y="59288"/>
                  <a:pt x="2472220" y="61146"/>
                  <a:pt x="2469835" y="63496"/>
                </a:cubicBezTo>
                <a:cubicBezTo>
                  <a:pt x="2467451" y="65845"/>
                  <a:pt x="2465555" y="68523"/>
                  <a:pt x="2464146" y="71529"/>
                </a:cubicBezTo>
                <a:cubicBezTo>
                  <a:pt x="2462737" y="74533"/>
                  <a:pt x="2461924" y="77675"/>
                  <a:pt x="2461708" y="80954"/>
                </a:cubicBezTo>
                <a:lnTo>
                  <a:pt x="2513559" y="80954"/>
                </a:lnTo>
                <a:moveTo>
                  <a:pt x="2524774" y="84471"/>
                </a:moveTo>
                <a:cubicBezTo>
                  <a:pt x="2524774" y="85231"/>
                  <a:pt x="2524774" y="86046"/>
                  <a:pt x="2524774" y="86916"/>
                </a:cubicBezTo>
                <a:cubicBezTo>
                  <a:pt x="2524774" y="87784"/>
                  <a:pt x="2524720" y="88707"/>
                  <a:pt x="2524611" y="89684"/>
                </a:cubicBezTo>
                <a:lnTo>
                  <a:pt x="2461544" y="89684"/>
                </a:lnTo>
                <a:cubicBezTo>
                  <a:pt x="2461653" y="93475"/>
                  <a:pt x="2462411" y="97050"/>
                  <a:pt x="2463818" y="100408"/>
                </a:cubicBezTo>
                <a:cubicBezTo>
                  <a:pt x="2465227" y="103765"/>
                  <a:pt x="2467177" y="106689"/>
                  <a:pt x="2469669" y="109181"/>
                </a:cubicBezTo>
                <a:cubicBezTo>
                  <a:pt x="2472163" y="111671"/>
                  <a:pt x="2475088" y="113648"/>
                  <a:pt x="2478447" y="115111"/>
                </a:cubicBezTo>
                <a:cubicBezTo>
                  <a:pt x="2481806" y="116573"/>
                  <a:pt x="2485437" y="117304"/>
                  <a:pt x="2489340" y="117304"/>
                </a:cubicBezTo>
                <a:cubicBezTo>
                  <a:pt x="2495082" y="117304"/>
                  <a:pt x="2500039" y="115977"/>
                  <a:pt x="2504211" y="113323"/>
                </a:cubicBezTo>
                <a:cubicBezTo>
                  <a:pt x="2508383" y="110667"/>
                  <a:pt x="2511552" y="107606"/>
                  <a:pt x="2513720" y="104139"/>
                </a:cubicBezTo>
                <a:lnTo>
                  <a:pt x="2522009" y="110639"/>
                </a:lnTo>
                <a:cubicBezTo>
                  <a:pt x="2517459" y="116374"/>
                  <a:pt x="2512447" y="120479"/>
                  <a:pt x="2506974" y="122956"/>
                </a:cubicBezTo>
                <a:cubicBezTo>
                  <a:pt x="2501503" y="125431"/>
                  <a:pt x="2495625" y="126669"/>
                  <a:pt x="2489340" y="126669"/>
                </a:cubicBezTo>
                <a:cubicBezTo>
                  <a:pt x="2483705" y="126669"/>
                  <a:pt x="2478476" y="125666"/>
                  <a:pt x="2473652" y="123660"/>
                </a:cubicBezTo>
                <a:cubicBezTo>
                  <a:pt x="2468831" y="121655"/>
                  <a:pt x="2464686" y="118864"/>
                  <a:pt x="2461219" y="115287"/>
                </a:cubicBezTo>
                <a:cubicBezTo>
                  <a:pt x="2457752" y="111709"/>
                  <a:pt x="2455015" y="107481"/>
                  <a:pt x="2453010" y="102603"/>
                </a:cubicBezTo>
                <a:cubicBezTo>
                  <a:pt x="2451006" y="97726"/>
                  <a:pt x="2450004" y="92414"/>
                  <a:pt x="2450004" y="86668"/>
                </a:cubicBezTo>
                <a:cubicBezTo>
                  <a:pt x="2450004" y="80922"/>
                  <a:pt x="2450978" y="75611"/>
                  <a:pt x="2452928" y="70733"/>
                </a:cubicBezTo>
                <a:cubicBezTo>
                  <a:pt x="2454879" y="65855"/>
                  <a:pt x="2457588" y="61628"/>
                  <a:pt x="2461055" y="58052"/>
                </a:cubicBezTo>
                <a:cubicBezTo>
                  <a:pt x="2464524" y="54473"/>
                  <a:pt x="2468589" y="51682"/>
                  <a:pt x="2473248" y="49676"/>
                </a:cubicBezTo>
                <a:cubicBezTo>
                  <a:pt x="2477908" y="47670"/>
                  <a:pt x="2482947" y="46667"/>
                  <a:pt x="2488365" y="46667"/>
                </a:cubicBezTo>
                <a:cubicBezTo>
                  <a:pt x="2494324" y="46667"/>
                  <a:pt x="2499579" y="47673"/>
                  <a:pt x="2504129" y="49683"/>
                </a:cubicBezTo>
                <a:cubicBezTo>
                  <a:pt x="2508681" y="51692"/>
                  <a:pt x="2512474" y="54408"/>
                  <a:pt x="2515508" y="57831"/>
                </a:cubicBezTo>
                <a:cubicBezTo>
                  <a:pt x="2518542" y="61252"/>
                  <a:pt x="2520845" y="65243"/>
                  <a:pt x="2522416" y="69805"/>
                </a:cubicBezTo>
                <a:cubicBezTo>
                  <a:pt x="2523988" y="74367"/>
                  <a:pt x="2524774" y="79256"/>
                  <a:pt x="2524774" y="84471"/>
                </a:cubicBezTo>
                <a:close/>
                <a:moveTo>
                  <a:pt x="2606532" y="80954"/>
                </a:moveTo>
                <a:cubicBezTo>
                  <a:pt x="2606206" y="73741"/>
                  <a:pt x="2603903" y="67758"/>
                  <a:pt x="2599622" y="63005"/>
                </a:cubicBezTo>
                <a:cubicBezTo>
                  <a:pt x="2595343" y="58251"/>
                  <a:pt x="2589248" y="55874"/>
                  <a:pt x="2581338" y="55874"/>
                </a:cubicBezTo>
                <a:cubicBezTo>
                  <a:pt x="2577654" y="55874"/>
                  <a:pt x="2574241" y="56557"/>
                  <a:pt x="2571098" y="57923"/>
                </a:cubicBezTo>
                <a:cubicBezTo>
                  <a:pt x="2567956" y="59288"/>
                  <a:pt x="2565193" y="61146"/>
                  <a:pt x="2562809" y="63496"/>
                </a:cubicBezTo>
                <a:cubicBezTo>
                  <a:pt x="2560424" y="65845"/>
                  <a:pt x="2558528" y="68523"/>
                  <a:pt x="2557119" y="71529"/>
                </a:cubicBezTo>
                <a:cubicBezTo>
                  <a:pt x="2555710" y="74533"/>
                  <a:pt x="2554898" y="77675"/>
                  <a:pt x="2554681" y="80954"/>
                </a:cubicBezTo>
                <a:lnTo>
                  <a:pt x="2606532" y="80954"/>
                </a:lnTo>
                <a:moveTo>
                  <a:pt x="2617748" y="84471"/>
                </a:moveTo>
                <a:cubicBezTo>
                  <a:pt x="2617748" y="85231"/>
                  <a:pt x="2617748" y="86046"/>
                  <a:pt x="2617748" y="86916"/>
                </a:cubicBezTo>
                <a:cubicBezTo>
                  <a:pt x="2617748" y="87784"/>
                  <a:pt x="2617693" y="88707"/>
                  <a:pt x="2617584" y="89684"/>
                </a:cubicBezTo>
                <a:lnTo>
                  <a:pt x="2554517" y="89684"/>
                </a:lnTo>
                <a:cubicBezTo>
                  <a:pt x="2554627" y="93475"/>
                  <a:pt x="2555385" y="97050"/>
                  <a:pt x="2556792" y="100408"/>
                </a:cubicBezTo>
                <a:cubicBezTo>
                  <a:pt x="2558200" y="103765"/>
                  <a:pt x="2560151" y="106689"/>
                  <a:pt x="2562643" y="109181"/>
                </a:cubicBezTo>
                <a:cubicBezTo>
                  <a:pt x="2565136" y="111671"/>
                  <a:pt x="2568062" y="113648"/>
                  <a:pt x="2571420" y="115111"/>
                </a:cubicBezTo>
                <a:cubicBezTo>
                  <a:pt x="2574780" y="116573"/>
                  <a:pt x="2578411" y="117304"/>
                  <a:pt x="2582313" y="117304"/>
                </a:cubicBezTo>
                <a:cubicBezTo>
                  <a:pt x="2588056" y="117304"/>
                  <a:pt x="2593013" y="115977"/>
                  <a:pt x="2597184" y="113323"/>
                </a:cubicBezTo>
                <a:cubicBezTo>
                  <a:pt x="2601356" y="110667"/>
                  <a:pt x="2604526" y="107606"/>
                  <a:pt x="2606693" y="104139"/>
                </a:cubicBezTo>
                <a:lnTo>
                  <a:pt x="2614982" y="110639"/>
                </a:lnTo>
                <a:cubicBezTo>
                  <a:pt x="2610432" y="116374"/>
                  <a:pt x="2605420" y="120479"/>
                  <a:pt x="2599947" y="122956"/>
                </a:cubicBezTo>
                <a:cubicBezTo>
                  <a:pt x="2594476" y="125431"/>
                  <a:pt x="2588598" y="126669"/>
                  <a:pt x="2582313" y="126669"/>
                </a:cubicBezTo>
                <a:cubicBezTo>
                  <a:pt x="2576678" y="126669"/>
                  <a:pt x="2571449" y="125666"/>
                  <a:pt x="2566626" y="123660"/>
                </a:cubicBezTo>
                <a:cubicBezTo>
                  <a:pt x="2561804" y="121655"/>
                  <a:pt x="2557660" y="118864"/>
                  <a:pt x="2554192" y="115287"/>
                </a:cubicBezTo>
                <a:cubicBezTo>
                  <a:pt x="2550725" y="111709"/>
                  <a:pt x="2547989" y="107481"/>
                  <a:pt x="2545983" y="102603"/>
                </a:cubicBezTo>
                <a:cubicBezTo>
                  <a:pt x="2543979" y="97726"/>
                  <a:pt x="2542977" y="92414"/>
                  <a:pt x="2542977" y="86668"/>
                </a:cubicBezTo>
                <a:cubicBezTo>
                  <a:pt x="2542977" y="80922"/>
                  <a:pt x="2543952" y="75611"/>
                  <a:pt x="2545901" y="70733"/>
                </a:cubicBezTo>
                <a:cubicBezTo>
                  <a:pt x="2547852" y="65855"/>
                  <a:pt x="2550561" y="61628"/>
                  <a:pt x="2554029" y="58052"/>
                </a:cubicBezTo>
                <a:cubicBezTo>
                  <a:pt x="2557498" y="54473"/>
                  <a:pt x="2561562" y="51682"/>
                  <a:pt x="2566221" y="49676"/>
                </a:cubicBezTo>
                <a:cubicBezTo>
                  <a:pt x="2570881" y="47670"/>
                  <a:pt x="2575920" y="46667"/>
                  <a:pt x="2581338" y="46667"/>
                </a:cubicBezTo>
                <a:cubicBezTo>
                  <a:pt x="2587297" y="46667"/>
                  <a:pt x="2592552" y="47673"/>
                  <a:pt x="2597102" y="49683"/>
                </a:cubicBezTo>
                <a:cubicBezTo>
                  <a:pt x="2601654" y="51692"/>
                  <a:pt x="2605448" y="54408"/>
                  <a:pt x="2608482" y="57831"/>
                </a:cubicBezTo>
                <a:cubicBezTo>
                  <a:pt x="2611516" y="61252"/>
                  <a:pt x="2613818" y="65243"/>
                  <a:pt x="2615389" y="69805"/>
                </a:cubicBezTo>
                <a:cubicBezTo>
                  <a:pt x="2616961" y="74367"/>
                  <a:pt x="2617748" y="79256"/>
                  <a:pt x="2617748" y="84471"/>
                </a:cubicBezTo>
                <a:close/>
                <a:moveTo>
                  <a:pt x="2652532" y="163723"/>
                </a:moveTo>
                <a:lnTo>
                  <a:pt x="2641478" y="163723"/>
                </a:lnTo>
                <a:lnTo>
                  <a:pt x="2641478" y="48622"/>
                </a:lnTo>
                <a:lnTo>
                  <a:pt x="2652532" y="48622"/>
                </a:lnTo>
                <a:lnTo>
                  <a:pt x="2652532" y="61789"/>
                </a:lnTo>
                <a:lnTo>
                  <a:pt x="2653018" y="61789"/>
                </a:lnTo>
                <a:cubicBezTo>
                  <a:pt x="2656162" y="56802"/>
                  <a:pt x="2660361" y="53036"/>
                  <a:pt x="2665615" y="50489"/>
                </a:cubicBezTo>
                <a:cubicBezTo>
                  <a:pt x="2670872" y="47941"/>
                  <a:pt x="2676208" y="46667"/>
                  <a:pt x="2681625" y="46667"/>
                </a:cubicBezTo>
                <a:cubicBezTo>
                  <a:pt x="2687586" y="46667"/>
                  <a:pt x="2692977" y="47698"/>
                  <a:pt x="2697798" y="49758"/>
                </a:cubicBezTo>
                <a:cubicBezTo>
                  <a:pt x="2702620" y="51816"/>
                  <a:pt x="2706737" y="54635"/>
                  <a:pt x="2710150" y="58213"/>
                </a:cubicBezTo>
                <a:cubicBezTo>
                  <a:pt x="2713564" y="61789"/>
                  <a:pt x="2716220" y="66017"/>
                  <a:pt x="2718116" y="70897"/>
                </a:cubicBezTo>
                <a:cubicBezTo>
                  <a:pt x="2720013" y="75774"/>
                  <a:pt x="2720961" y="81031"/>
                  <a:pt x="2720961" y="86668"/>
                </a:cubicBezTo>
                <a:cubicBezTo>
                  <a:pt x="2720961" y="92305"/>
                  <a:pt x="2720013" y="97563"/>
                  <a:pt x="2718116" y="102442"/>
                </a:cubicBezTo>
                <a:cubicBezTo>
                  <a:pt x="2716220" y="107320"/>
                  <a:pt x="2713564" y="111548"/>
                  <a:pt x="2710150" y="115126"/>
                </a:cubicBezTo>
                <a:cubicBezTo>
                  <a:pt x="2706737" y="118702"/>
                  <a:pt x="2702620" y="121521"/>
                  <a:pt x="2697798" y="123581"/>
                </a:cubicBezTo>
                <a:cubicBezTo>
                  <a:pt x="2692977" y="125640"/>
                  <a:pt x="2687586" y="126669"/>
                  <a:pt x="2681625" y="126669"/>
                </a:cubicBezTo>
                <a:cubicBezTo>
                  <a:pt x="2676208" y="126669"/>
                  <a:pt x="2670872" y="125396"/>
                  <a:pt x="2665615" y="122849"/>
                </a:cubicBezTo>
                <a:cubicBezTo>
                  <a:pt x="2660361" y="120301"/>
                  <a:pt x="2656162" y="116642"/>
                  <a:pt x="2653018" y="111872"/>
                </a:cubicBezTo>
                <a:lnTo>
                  <a:pt x="2652532" y="111872"/>
                </a:lnTo>
                <a:lnTo>
                  <a:pt x="2652532" y="163723"/>
                </a:lnTo>
                <a:moveTo>
                  <a:pt x="2709259" y="86671"/>
                </a:moveTo>
                <a:cubicBezTo>
                  <a:pt x="2709259" y="82434"/>
                  <a:pt x="2708609" y="78443"/>
                  <a:pt x="2707307" y="74696"/>
                </a:cubicBezTo>
                <a:cubicBezTo>
                  <a:pt x="2706008" y="70948"/>
                  <a:pt x="2704139" y="67689"/>
                  <a:pt x="2701700" y="64919"/>
                </a:cubicBezTo>
                <a:cubicBezTo>
                  <a:pt x="2699263" y="62148"/>
                  <a:pt x="2696256" y="59948"/>
                  <a:pt x="2692679" y="58319"/>
                </a:cubicBezTo>
                <a:cubicBezTo>
                  <a:pt x="2689103" y="56689"/>
                  <a:pt x="2685039" y="55874"/>
                  <a:pt x="2680489" y="55874"/>
                </a:cubicBezTo>
                <a:cubicBezTo>
                  <a:pt x="2676263" y="55874"/>
                  <a:pt x="2672361" y="56662"/>
                  <a:pt x="2668785" y="58238"/>
                </a:cubicBezTo>
                <a:cubicBezTo>
                  <a:pt x="2665210" y="59812"/>
                  <a:pt x="2662122" y="61984"/>
                  <a:pt x="2659521" y="64756"/>
                </a:cubicBezTo>
                <a:cubicBezTo>
                  <a:pt x="2656921" y="67525"/>
                  <a:pt x="2654888" y="70784"/>
                  <a:pt x="2653425" y="74533"/>
                </a:cubicBezTo>
                <a:cubicBezTo>
                  <a:pt x="2651962" y="78279"/>
                  <a:pt x="2651230" y="82325"/>
                  <a:pt x="2651230" y="86671"/>
                </a:cubicBezTo>
                <a:cubicBezTo>
                  <a:pt x="2651230" y="91016"/>
                  <a:pt x="2651962" y="95063"/>
                  <a:pt x="2653425" y="98811"/>
                </a:cubicBezTo>
                <a:cubicBezTo>
                  <a:pt x="2654888" y="102558"/>
                  <a:pt x="2656921" y="105790"/>
                  <a:pt x="2659521" y="108506"/>
                </a:cubicBezTo>
                <a:cubicBezTo>
                  <a:pt x="2662122" y="111221"/>
                  <a:pt x="2665210" y="113367"/>
                  <a:pt x="2668785" y="114942"/>
                </a:cubicBezTo>
                <a:cubicBezTo>
                  <a:pt x="2672361" y="116517"/>
                  <a:pt x="2676263" y="117304"/>
                  <a:pt x="2680489" y="117304"/>
                </a:cubicBezTo>
                <a:cubicBezTo>
                  <a:pt x="2685039" y="117304"/>
                  <a:pt x="2689103" y="116517"/>
                  <a:pt x="2692679" y="114942"/>
                </a:cubicBezTo>
                <a:cubicBezTo>
                  <a:pt x="2696256" y="113367"/>
                  <a:pt x="2699263" y="111194"/>
                  <a:pt x="2701700" y="108424"/>
                </a:cubicBezTo>
                <a:cubicBezTo>
                  <a:pt x="2704139" y="105653"/>
                  <a:pt x="2706008" y="102394"/>
                  <a:pt x="2707307" y="98648"/>
                </a:cubicBezTo>
                <a:cubicBezTo>
                  <a:pt x="2708609" y="94899"/>
                  <a:pt x="2709259" y="90907"/>
                  <a:pt x="2709259" y="86671"/>
                </a:cubicBezTo>
                <a:close/>
                <a:moveTo>
                  <a:pt x="2755907" y="124764"/>
                </a:moveTo>
                <a:lnTo>
                  <a:pt x="2744856" y="124764"/>
                </a:lnTo>
                <a:lnTo>
                  <a:pt x="2744856" y="48694"/>
                </a:lnTo>
                <a:lnTo>
                  <a:pt x="2755907" y="48694"/>
                </a:lnTo>
                <a:lnTo>
                  <a:pt x="2755907" y="124764"/>
                </a:lnTo>
                <a:moveTo>
                  <a:pt x="2758184" y="19365"/>
                </a:moveTo>
                <a:cubicBezTo>
                  <a:pt x="2758184" y="21634"/>
                  <a:pt x="2757372" y="23497"/>
                  <a:pt x="2755746" y="24956"/>
                </a:cubicBezTo>
                <a:cubicBezTo>
                  <a:pt x="2754121" y="26414"/>
                  <a:pt x="2752333" y="27143"/>
                  <a:pt x="2750382" y="27143"/>
                </a:cubicBezTo>
                <a:cubicBezTo>
                  <a:pt x="2748430" y="27143"/>
                  <a:pt x="2746642" y="26414"/>
                  <a:pt x="2745017" y="24956"/>
                </a:cubicBezTo>
                <a:cubicBezTo>
                  <a:pt x="2743392" y="23497"/>
                  <a:pt x="2742579" y="21634"/>
                  <a:pt x="2742579" y="19365"/>
                </a:cubicBezTo>
                <a:cubicBezTo>
                  <a:pt x="2742579" y="17097"/>
                  <a:pt x="2743392" y="15233"/>
                  <a:pt x="2745017" y="13775"/>
                </a:cubicBezTo>
                <a:cubicBezTo>
                  <a:pt x="2746642" y="12317"/>
                  <a:pt x="2748430" y="11587"/>
                  <a:pt x="2750382" y="11587"/>
                </a:cubicBezTo>
                <a:cubicBezTo>
                  <a:pt x="2752333" y="11587"/>
                  <a:pt x="2754121" y="12317"/>
                  <a:pt x="2755746" y="13775"/>
                </a:cubicBezTo>
                <a:cubicBezTo>
                  <a:pt x="2757372" y="15233"/>
                  <a:pt x="2758184" y="17097"/>
                  <a:pt x="2758184" y="19365"/>
                </a:cubicBezTo>
                <a:close/>
                <a:moveTo>
                  <a:pt x="2795244" y="48632"/>
                </a:moveTo>
                <a:cubicBezTo>
                  <a:pt x="2795460" y="50690"/>
                  <a:pt x="2795622" y="52966"/>
                  <a:pt x="2795730" y="55460"/>
                </a:cubicBezTo>
                <a:cubicBezTo>
                  <a:pt x="2795839" y="57952"/>
                  <a:pt x="2795894" y="60010"/>
                  <a:pt x="2795894" y="61635"/>
                </a:cubicBezTo>
                <a:lnTo>
                  <a:pt x="2796218" y="61635"/>
                </a:lnTo>
                <a:cubicBezTo>
                  <a:pt x="2798386" y="57188"/>
                  <a:pt x="2801908" y="53581"/>
                  <a:pt x="2806784" y="50817"/>
                </a:cubicBezTo>
                <a:cubicBezTo>
                  <a:pt x="2811660" y="48051"/>
                  <a:pt x="2816807" y="46667"/>
                  <a:pt x="2822226" y="46667"/>
                </a:cubicBezTo>
                <a:cubicBezTo>
                  <a:pt x="2831869" y="46667"/>
                  <a:pt x="2839101" y="49542"/>
                  <a:pt x="2843923" y="55291"/>
                </a:cubicBezTo>
                <a:cubicBezTo>
                  <a:pt x="2848746" y="61040"/>
                  <a:pt x="2851157" y="68633"/>
                  <a:pt x="2851157" y="78069"/>
                </a:cubicBezTo>
                <a:lnTo>
                  <a:pt x="2851157" y="124764"/>
                </a:lnTo>
                <a:lnTo>
                  <a:pt x="2840106" y="124764"/>
                </a:lnTo>
                <a:lnTo>
                  <a:pt x="2840106" y="82583"/>
                </a:lnTo>
                <a:cubicBezTo>
                  <a:pt x="2840106" y="78565"/>
                  <a:pt x="2839781" y="74929"/>
                  <a:pt x="2839131" y="71673"/>
                </a:cubicBezTo>
                <a:cubicBezTo>
                  <a:pt x="2838481" y="68416"/>
                  <a:pt x="2837370" y="65620"/>
                  <a:pt x="2835798" y="63285"/>
                </a:cubicBezTo>
                <a:cubicBezTo>
                  <a:pt x="2834227" y="60950"/>
                  <a:pt x="2832114" y="59131"/>
                  <a:pt x="2829458" y="57828"/>
                </a:cubicBezTo>
                <a:cubicBezTo>
                  <a:pt x="2826804" y="56525"/>
                  <a:pt x="2823473" y="55874"/>
                  <a:pt x="2819463" y="55874"/>
                </a:cubicBezTo>
                <a:cubicBezTo>
                  <a:pt x="2816538" y="55874"/>
                  <a:pt x="2813693" y="56472"/>
                  <a:pt x="2810929" y="57667"/>
                </a:cubicBezTo>
                <a:cubicBezTo>
                  <a:pt x="2808166" y="58861"/>
                  <a:pt x="2805700" y="60680"/>
                  <a:pt x="2803533" y="63124"/>
                </a:cubicBezTo>
                <a:cubicBezTo>
                  <a:pt x="2801367" y="65566"/>
                  <a:pt x="2799633" y="68659"/>
                  <a:pt x="2798332" y="72405"/>
                </a:cubicBezTo>
                <a:cubicBezTo>
                  <a:pt x="2797032" y="76150"/>
                  <a:pt x="2796382" y="80574"/>
                  <a:pt x="2796382" y="85679"/>
                </a:cubicBezTo>
                <a:lnTo>
                  <a:pt x="2796382" y="124764"/>
                </a:lnTo>
                <a:lnTo>
                  <a:pt x="2785328" y="124764"/>
                </a:lnTo>
                <a:lnTo>
                  <a:pt x="2785328" y="65378"/>
                </a:lnTo>
                <a:cubicBezTo>
                  <a:pt x="2785328" y="63316"/>
                  <a:pt x="2785273" y="60660"/>
                  <a:pt x="2785164" y="57409"/>
                </a:cubicBezTo>
                <a:cubicBezTo>
                  <a:pt x="2785057" y="54159"/>
                  <a:pt x="2784895" y="51233"/>
                  <a:pt x="2784678" y="48632"/>
                </a:cubicBezTo>
                <a:lnTo>
                  <a:pt x="2795244" y="48632"/>
                </a:lnTo>
                <a:close/>
                <a:moveTo>
                  <a:pt x="2883830" y="140151"/>
                </a:moveTo>
                <a:cubicBezTo>
                  <a:pt x="2886864" y="144053"/>
                  <a:pt x="2891008" y="147359"/>
                  <a:pt x="2896263" y="150067"/>
                </a:cubicBezTo>
                <a:cubicBezTo>
                  <a:pt x="2901519" y="152775"/>
                  <a:pt x="2907073" y="154130"/>
                  <a:pt x="2912925" y="154130"/>
                </a:cubicBezTo>
                <a:cubicBezTo>
                  <a:pt x="2918342" y="154130"/>
                  <a:pt x="2922947" y="153342"/>
                  <a:pt x="2926740" y="151766"/>
                </a:cubicBezTo>
                <a:cubicBezTo>
                  <a:pt x="2930533" y="150190"/>
                  <a:pt x="2933594" y="148043"/>
                  <a:pt x="2935924" y="145325"/>
                </a:cubicBezTo>
                <a:cubicBezTo>
                  <a:pt x="2938254" y="142608"/>
                  <a:pt x="2939960" y="139429"/>
                  <a:pt x="2941043" y="135786"/>
                </a:cubicBezTo>
                <a:cubicBezTo>
                  <a:pt x="2942128" y="132145"/>
                  <a:pt x="2942670" y="128259"/>
                  <a:pt x="2942670" y="124129"/>
                </a:cubicBezTo>
                <a:lnTo>
                  <a:pt x="2942670" y="109796"/>
                </a:lnTo>
                <a:lnTo>
                  <a:pt x="2942345" y="109796"/>
                </a:lnTo>
                <a:cubicBezTo>
                  <a:pt x="2939418" y="114568"/>
                  <a:pt x="2935273" y="118256"/>
                  <a:pt x="2929909" y="120860"/>
                </a:cubicBezTo>
                <a:cubicBezTo>
                  <a:pt x="2924545" y="123463"/>
                  <a:pt x="2919101" y="124764"/>
                  <a:pt x="2913575" y="124764"/>
                </a:cubicBezTo>
                <a:cubicBezTo>
                  <a:pt x="2907614" y="124764"/>
                  <a:pt x="2902223" y="123788"/>
                  <a:pt x="2897401" y="121835"/>
                </a:cubicBezTo>
                <a:cubicBezTo>
                  <a:pt x="2892580" y="119882"/>
                  <a:pt x="2888462" y="117198"/>
                  <a:pt x="2885047" y="113782"/>
                </a:cubicBezTo>
                <a:cubicBezTo>
                  <a:pt x="2881635" y="110366"/>
                  <a:pt x="2878980" y="106272"/>
                  <a:pt x="2877083" y="101500"/>
                </a:cubicBezTo>
                <a:cubicBezTo>
                  <a:pt x="2875187" y="96726"/>
                  <a:pt x="2874239" y="91573"/>
                  <a:pt x="2874239" y="86041"/>
                </a:cubicBezTo>
                <a:cubicBezTo>
                  <a:pt x="2874239" y="80617"/>
                  <a:pt x="2875187" y="75520"/>
                  <a:pt x="2877083" y="70748"/>
                </a:cubicBezTo>
                <a:cubicBezTo>
                  <a:pt x="2878980" y="65974"/>
                  <a:pt x="2881635" y="61798"/>
                  <a:pt x="2885047" y="58220"/>
                </a:cubicBezTo>
                <a:cubicBezTo>
                  <a:pt x="2888462" y="54640"/>
                  <a:pt x="2892580" y="51820"/>
                  <a:pt x="2897401" y="49760"/>
                </a:cubicBezTo>
                <a:cubicBezTo>
                  <a:pt x="2902223" y="47698"/>
                  <a:pt x="2907614" y="46667"/>
                  <a:pt x="2913575" y="46667"/>
                </a:cubicBezTo>
                <a:cubicBezTo>
                  <a:pt x="2919101" y="46667"/>
                  <a:pt x="2924518" y="47970"/>
                  <a:pt x="2929827" y="50574"/>
                </a:cubicBezTo>
                <a:cubicBezTo>
                  <a:pt x="2935138" y="53176"/>
                  <a:pt x="2939311" y="56918"/>
                  <a:pt x="2942345" y="61799"/>
                </a:cubicBezTo>
                <a:lnTo>
                  <a:pt x="2942670" y="61799"/>
                </a:lnTo>
                <a:lnTo>
                  <a:pt x="2942670" y="48632"/>
                </a:lnTo>
                <a:lnTo>
                  <a:pt x="2953722" y="48632"/>
                </a:lnTo>
                <a:lnTo>
                  <a:pt x="2953722" y="124129"/>
                </a:lnTo>
                <a:cubicBezTo>
                  <a:pt x="2953722" y="128250"/>
                  <a:pt x="2953153" y="132640"/>
                  <a:pt x="2952015" y="137301"/>
                </a:cubicBezTo>
                <a:cubicBezTo>
                  <a:pt x="2950878" y="141964"/>
                  <a:pt x="2948765" y="146247"/>
                  <a:pt x="2945676" y="150149"/>
                </a:cubicBezTo>
                <a:cubicBezTo>
                  <a:pt x="2942587" y="154053"/>
                  <a:pt x="2938388" y="157306"/>
                  <a:pt x="2933079" y="159909"/>
                </a:cubicBezTo>
                <a:cubicBezTo>
                  <a:pt x="2927770" y="162511"/>
                  <a:pt x="2920889" y="163812"/>
                  <a:pt x="2912436" y="163812"/>
                </a:cubicBezTo>
                <a:cubicBezTo>
                  <a:pt x="2905393" y="163812"/>
                  <a:pt x="2898674" y="162467"/>
                  <a:pt x="2892280" y="159777"/>
                </a:cubicBezTo>
                <a:cubicBezTo>
                  <a:pt x="2885887" y="157089"/>
                  <a:pt x="2880415" y="153364"/>
                  <a:pt x="2875863" y="148604"/>
                </a:cubicBezTo>
                <a:lnTo>
                  <a:pt x="2883830" y="140151"/>
                </a:lnTo>
                <a:moveTo>
                  <a:pt x="2885943" y="85718"/>
                </a:moveTo>
                <a:cubicBezTo>
                  <a:pt x="2885943" y="89741"/>
                  <a:pt x="2886593" y="93547"/>
                  <a:pt x="2887892" y="97135"/>
                </a:cubicBezTo>
                <a:cubicBezTo>
                  <a:pt x="2889192" y="100721"/>
                  <a:pt x="2891061" y="103873"/>
                  <a:pt x="2893500" y="106592"/>
                </a:cubicBezTo>
                <a:cubicBezTo>
                  <a:pt x="2895939" y="109310"/>
                  <a:pt x="2898946" y="111458"/>
                  <a:pt x="2902520" y="113035"/>
                </a:cubicBezTo>
                <a:cubicBezTo>
                  <a:pt x="2906097" y="114611"/>
                  <a:pt x="2910160" y="115399"/>
                  <a:pt x="2914711" y="115399"/>
                </a:cubicBezTo>
                <a:cubicBezTo>
                  <a:pt x="2918937" y="115399"/>
                  <a:pt x="2922838" y="114692"/>
                  <a:pt x="2926415" y="113278"/>
                </a:cubicBezTo>
                <a:cubicBezTo>
                  <a:pt x="2929991" y="111865"/>
                  <a:pt x="2933079" y="109853"/>
                  <a:pt x="2935678" y="107244"/>
                </a:cubicBezTo>
                <a:cubicBezTo>
                  <a:pt x="2938279" y="104635"/>
                  <a:pt x="2940311" y="101510"/>
                  <a:pt x="2941775" y="97869"/>
                </a:cubicBezTo>
                <a:cubicBezTo>
                  <a:pt x="2943238" y="94226"/>
                  <a:pt x="2943970" y="90176"/>
                  <a:pt x="2943970" y="85718"/>
                </a:cubicBezTo>
                <a:cubicBezTo>
                  <a:pt x="2943970" y="81695"/>
                  <a:pt x="2943238" y="77890"/>
                  <a:pt x="2941775" y="74302"/>
                </a:cubicBezTo>
                <a:cubicBezTo>
                  <a:pt x="2940311" y="70714"/>
                  <a:pt x="2938279" y="67562"/>
                  <a:pt x="2935678" y="64845"/>
                </a:cubicBezTo>
                <a:cubicBezTo>
                  <a:pt x="2933079" y="62127"/>
                  <a:pt x="2929991" y="59952"/>
                  <a:pt x="2926415" y="58322"/>
                </a:cubicBezTo>
                <a:cubicBezTo>
                  <a:pt x="2922838" y="56690"/>
                  <a:pt x="2918937" y="55874"/>
                  <a:pt x="2914711" y="55874"/>
                </a:cubicBezTo>
                <a:cubicBezTo>
                  <a:pt x="2910160" y="55874"/>
                  <a:pt x="2906097" y="56690"/>
                  <a:pt x="2902520" y="58322"/>
                </a:cubicBezTo>
                <a:cubicBezTo>
                  <a:pt x="2898946" y="59952"/>
                  <a:pt x="2895939" y="62127"/>
                  <a:pt x="2893500" y="64845"/>
                </a:cubicBezTo>
                <a:cubicBezTo>
                  <a:pt x="2891061" y="67562"/>
                  <a:pt x="2889192" y="70714"/>
                  <a:pt x="2887892" y="74302"/>
                </a:cubicBezTo>
                <a:cubicBezTo>
                  <a:pt x="2886593" y="77890"/>
                  <a:pt x="2885943" y="81695"/>
                  <a:pt x="2885943" y="85718"/>
                </a:cubicBezTo>
                <a:close/>
                <a:moveTo>
                  <a:pt x="3057423" y="57938"/>
                </a:moveTo>
                <a:lnTo>
                  <a:pt x="3035969" y="57938"/>
                </a:lnTo>
                <a:lnTo>
                  <a:pt x="3035969" y="102358"/>
                </a:lnTo>
                <a:cubicBezTo>
                  <a:pt x="3035969" y="105179"/>
                  <a:pt x="3036240" y="107511"/>
                  <a:pt x="3036780" y="109355"/>
                </a:cubicBezTo>
                <a:cubicBezTo>
                  <a:pt x="3037323" y="111198"/>
                  <a:pt x="3038108" y="112636"/>
                  <a:pt x="3039136" y="113668"/>
                </a:cubicBezTo>
                <a:cubicBezTo>
                  <a:pt x="3040167" y="114698"/>
                  <a:pt x="3041386" y="115403"/>
                  <a:pt x="3042795" y="115783"/>
                </a:cubicBezTo>
                <a:cubicBezTo>
                  <a:pt x="3044204" y="116162"/>
                  <a:pt x="3045721" y="116351"/>
                  <a:pt x="3047346" y="116351"/>
                </a:cubicBezTo>
                <a:cubicBezTo>
                  <a:pt x="3048864" y="116351"/>
                  <a:pt x="3050462" y="116130"/>
                  <a:pt x="3052140" y="115689"/>
                </a:cubicBezTo>
                <a:cubicBezTo>
                  <a:pt x="3053820" y="115246"/>
                  <a:pt x="3055419" y="114637"/>
                  <a:pt x="3056937" y="113861"/>
                </a:cubicBezTo>
                <a:lnTo>
                  <a:pt x="3057423" y="123442"/>
                </a:lnTo>
                <a:cubicBezTo>
                  <a:pt x="3055474" y="124201"/>
                  <a:pt x="3053442" y="124770"/>
                  <a:pt x="3051329" y="125148"/>
                </a:cubicBezTo>
                <a:cubicBezTo>
                  <a:pt x="3049216" y="125527"/>
                  <a:pt x="3046913" y="125716"/>
                  <a:pt x="3044419" y="125716"/>
                </a:cubicBezTo>
                <a:cubicBezTo>
                  <a:pt x="3042361" y="125716"/>
                  <a:pt x="3040194" y="125445"/>
                  <a:pt x="3037919" y="124903"/>
                </a:cubicBezTo>
                <a:cubicBezTo>
                  <a:pt x="3035644" y="124362"/>
                  <a:pt x="3033530" y="123334"/>
                  <a:pt x="3031579" y="121818"/>
                </a:cubicBezTo>
                <a:cubicBezTo>
                  <a:pt x="3029630" y="120300"/>
                  <a:pt x="3028032" y="118240"/>
                  <a:pt x="3026785" y="115639"/>
                </a:cubicBezTo>
                <a:cubicBezTo>
                  <a:pt x="3025538" y="113038"/>
                  <a:pt x="3024915" y="109625"/>
                  <a:pt x="3024915" y="105399"/>
                </a:cubicBezTo>
                <a:lnTo>
                  <a:pt x="3024915" y="57938"/>
                </a:lnTo>
                <a:lnTo>
                  <a:pt x="3009148" y="57938"/>
                </a:lnTo>
                <a:lnTo>
                  <a:pt x="3009148" y="48731"/>
                </a:lnTo>
                <a:lnTo>
                  <a:pt x="3024915" y="48731"/>
                </a:lnTo>
                <a:lnTo>
                  <a:pt x="3024915" y="27275"/>
                </a:lnTo>
                <a:lnTo>
                  <a:pt x="3035969" y="27275"/>
                </a:lnTo>
                <a:lnTo>
                  <a:pt x="3035969" y="48731"/>
                </a:lnTo>
                <a:lnTo>
                  <a:pt x="3057423" y="48731"/>
                </a:lnTo>
                <a:lnTo>
                  <a:pt x="3057423" y="57938"/>
                </a:lnTo>
                <a:close/>
                <a:moveTo>
                  <a:pt x="3086357" y="61147"/>
                </a:moveTo>
                <a:cubicBezTo>
                  <a:pt x="3088416" y="56701"/>
                  <a:pt x="3091829" y="53176"/>
                  <a:pt x="3096596" y="50574"/>
                </a:cubicBezTo>
                <a:cubicBezTo>
                  <a:pt x="3101364" y="47970"/>
                  <a:pt x="3106458" y="46667"/>
                  <a:pt x="3111876" y="46667"/>
                </a:cubicBezTo>
                <a:cubicBezTo>
                  <a:pt x="3121519" y="46667"/>
                  <a:pt x="3128751" y="49542"/>
                  <a:pt x="3133573" y="55291"/>
                </a:cubicBezTo>
                <a:cubicBezTo>
                  <a:pt x="3138396" y="61040"/>
                  <a:pt x="3140808" y="68633"/>
                  <a:pt x="3140808" y="78069"/>
                </a:cubicBezTo>
                <a:lnTo>
                  <a:pt x="3140808" y="124764"/>
                </a:lnTo>
                <a:lnTo>
                  <a:pt x="3129756" y="124764"/>
                </a:lnTo>
                <a:lnTo>
                  <a:pt x="3129756" y="82583"/>
                </a:lnTo>
                <a:cubicBezTo>
                  <a:pt x="3129756" y="78565"/>
                  <a:pt x="3129431" y="74929"/>
                  <a:pt x="3128781" y="71673"/>
                </a:cubicBezTo>
                <a:cubicBezTo>
                  <a:pt x="3128131" y="68416"/>
                  <a:pt x="3127020" y="65620"/>
                  <a:pt x="3125448" y="63285"/>
                </a:cubicBezTo>
                <a:cubicBezTo>
                  <a:pt x="3123877" y="60950"/>
                  <a:pt x="3121764" y="59131"/>
                  <a:pt x="3119108" y="57828"/>
                </a:cubicBezTo>
                <a:cubicBezTo>
                  <a:pt x="3116455" y="56525"/>
                  <a:pt x="3113123" y="55874"/>
                  <a:pt x="3109113" y="55874"/>
                </a:cubicBezTo>
                <a:cubicBezTo>
                  <a:pt x="3106188" y="55874"/>
                  <a:pt x="3103343" y="56472"/>
                  <a:pt x="3100579" y="57667"/>
                </a:cubicBezTo>
                <a:cubicBezTo>
                  <a:pt x="3097816" y="58861"/>
                  <a:pt x="3095351" y="60680"/>
                  <a:pt x="3093183" y="63124"/>
                </a:cubicBezTo>
                <a:cubicBezTo>
                  <a:pt x="3091017" y="65566"/>
                  <a:pt x="3089283" y="68659"/>
                  <a:pt x="3087982" y="72405"/>
                </a:cubicBezTo>
                <a:cubicBezTo>
                  <a:pt x="3086682" y="76150"/>
                  <a:pt x="3086032" y="80574"/>
                  <a:pt x="3086032" y="85679"/>
                </a:cubicBezTo>
                <a:lnTo>
                  <a:pt x="3086032" y="124764"/>
                </a:lnTo>
                <a:lnTo>
                  <a:pt x="3074978" y="124764"/>
                </a:lnTo>
                <a:lnTo>
                  <a:pt x="3074978" y="1806"/>
                </a:lnTo>
                <a:lnTo>
                  <a:pt x="3086032" y="1806"/>
                </a:lnTo>
                <a:lnTo>
                  <a:pt x="3086032" y="61147"/>
                </a:lnTo>
                <a:lnTo>
                  <a:pt x="3086357" y="61147"/>
                </a:lnTo>
                <a:close/>
                <a:moveTo>
                  <a:pt x="3227445" y="80954"/>
                </a:moveTo>
                <a:cubicBezTo>
                  <a:pt x="3227119" y="73741"/>
                  <a:pt x="3224816" y="67758"/>
                  <a:pt x="3220535" y="63005"/>
                </a:cubicBezTo>
                <a:cubicBezTo>
                  <a:pt x="3216256" y="58251"/>
                  <a:pt x="3210161" y="55874"/>
                  <a:pt x="3202251" y="55874"/>
                </a:cubicBezTo>
                <a:cubicBezTo>
                  <a:pt x="3198567" y="55874"/>
                  <a:pt x="3195153" y="56557"/>
                  <a:pt x="3192010" y="57923"/>
                </a:cubicBezTo>
                <a:cubicBezTo>
                  <a:pt x="3188868" y="59288"/>
                  <a:pt x="3186105" y="61146"/>
                  <a:pt x="3183721" y="63496"/>
                </a:cubicBezTo>
                <a:cubicBezTo>
                  <a:pt x="3181337" y="65845"/>
                  <a:pt x="3179440" y="68523"/>
                  <a:pt x="3178032" y="71529"/>
                </a:cubicBezTo>
                <a:cubicBezTo>
                  <a:pt x="3176623" y="74533"/>
                  <a:pt x="3175810" y="77675"/>
                  <a:pt x="3175594" y="80954"/>
                </a:cubicBezTo>
                <a:lnTo>
                  <a:pt x="3227445" y="80954"/>
                </a:lnTo>
                <a:moveTo>
                  <a:pt x="3238660" y="84471"/>
                </a:moveTo>
                <a:cubicBezTo>
                  <a:pt x="3238660" y="85231"/>
                  <a:pt x="3238660" y="86046"/>
                  <a:pt x="3238660" y="86916"/>
                </a:cubicBezTo>
                <a:cubicBezTo>
                  <a:pt x="3238660" y="87784"/>
                  <a:pt x="3238606" y="88707"/>
                  <a:pt x="3238496" y="89684"/>
                </a:cubicBezTo>
                <a:lnTo>
                  <a:pt x="3175430" y="89684"/>
                </a:lnTo>
                <a:cubicBezTo>
                  <a:pt x="3175539" y="93475"/>
                  <a:pt x="3176297" y="97050"/>
                  <a:pt x="3177704" y="100408"/>
                </a:cubicBezTo>
                <a:cubicBezTo>
                  <a:pt x="3179113" y="103765"/>
                  <a:pt x="3181063" y="106689"/>
                  <a:pt x="3183555" y="109181"/>
                </a:cubicBezTo>
                <a:cubicBezTo>
                  <a:pt x="3186048" y="111671"/>
                  <a:pt x="3188974" y="113648"/>
                  <a:pt x="3192332" y="115111"/>
                </a:cubicBezTo>
                <a:cubicBezTo>
                  <a:pt x="3195692" y="116573"/>
                  <a:pt x="3199323" y="117304"/>
                  <a:pt x="3203225" y="117304"/>
                </a:cubicBezTo>
                <a:cubicBezTo>
                  <a:pt x="3208968" y="117304"/>
                  <a:pt x="3213925" y="115977"/>
                  <a:pt x="3218097" y="113323"/>
                </a:cubicBezTo>
                <a:cubicBezTo>
                  <a:pt x="3222268" y="110667"/>
                  <a:pt x="3225438" y="107606"/>
                  <a:pt x="3227606" y="104139"/>
                </a:cubicBezTo>
                <a:lnTo>
                  <a:pt x="3235895" y="110639"/>
                </a:lnTo>
                <a:cubicBezTo>
                  <a:pt x="3231344" y="116374"/>
                  <a:pt x="3226333" y="120479"/>
                  <a:pt x="3220860" y="122956"/>
                </a:cubicBezTo>
                <a:cubicBezTo>
                  <a:pt x="3215388" y="125431"/>
                  <a:pt x="3209510" y="126669"/>
                  <a:pt x="3203225" y="126669"/>
                </a:cubicBezTo>
                <a:cubicBezTo>
                  <a:pt x="3197590" y="126669"/>
                  <a:pt x="3192361" y="125666"/>
                  <a:pt x="3187538" y="123660"/>
                </a:cubicBezTo>
                <a:cubicBezTo>
                  <a:pt x="3182717" y="121655"/>
                  <a:pt x="3178572" y="118864"/>
                  <a:pt x="3175105" y="115287"/>
                </a:cubicBezTo>
                <a:cubicBezTo>
                  <a:pt x="3171638" y="111709"/>
                  <a:pt x="3168901" y="107481"/>
                  <a:pt x="3166895" y="102603"/>
                </a:cubicBezTo>
                <a:cubicBezTo>
                  <a:pt x="3164891" y="97726"/>
                  <a:pt x="3163889" y="92414"/>
                  <a:pt x="3163889" y="86668"/>
                </a:cubicBezTo>
                <a:cubicBezTo>
                  <a:pt x="3163889" y="80922"/>
                  <a:pt x="3164864" y="75611"/>
                  <a:pt x="3166814" y="70733"/>
                </a:cubicBezTo>
                <a:cubicBezTo>
                  <a:pt x="3168765" y="65855"/>
                  <a:pt x="3171474" y="61628"/>
                  <a:pt x="3174941" y="58052"/>
                </a:cubicBezTo>
                <a:cubicBezTo>
                  <a:pt x="3178410" y="54473"/>
                  <a:pt x="3182474" y="51682"/>
                  <a:pt x="3187134" y="49676"/>
                </a:cubicBezTo>
                <a:cubicBezTo>
                  <a:pt x="3191793" y="47670"/>
                  <a:pt x="3196832" y="46667"/>
                  <a:pt x="3202251" y="46667"/>
                </a:cubicBezTo>
                <a:cubicBezTo>
                  <a:pt x="3208210" y="46667"/>
                  <a:pt x="3213465" y="47673"/>
                  <a:pt x="3218015" y="49683"/>
                </a:cubicBezTo>
                <a:cubicBezTo>
                  <a:pt x="3222567" y="51692"/>
                  <a:pt x="3226360" y="54408"/>
                  <a:pt x="3229394" y="57831"/>
                </a:cubicBezTo>
                <a:cubicBezTo>
                  <a:pt x="3232428" y="61252"/>
                  <a:pt x="3234731" y="65243"/>
                  <a:pt x="3236301" y="69805"/>
                </a:cubicBezTo>
                <a:cubicBezTo>
                  <a:pt x="3237874" y="74367"/>
                  <a:pt x="3238660" y="79256"/>
                  <a:pt x="3238660" y="84471"/>
                </a:cubicBezTo>
                <a:close/>
                <a:moveTo>
                  <a:pt x="3273605" y="124764"/>
                </a:moveTo>
                <a:lnTo>
                  <a:pt x="3262553" y="124764"/>
                </a:lnTo>
                <a:lnTo>
                  <a:pt x="3262553" y="48694"/>
                </a:lnTo>
                <a:lnTo>
                  <a:pt x="3273605" y="48694"/>
                </a:lnTo>
                <a:lnTo>
                  <a:pt x="3273605" y="124764"/>
                </a:lnTo>
                <a:moveTo>
                  <a:pt x="3275882" y="19365"/>
                </a:moveTo>
                <a:cubicBezTo>
                  <a:pt x="3275882" y="21634"/>
                  <a:pt x="3275069" y="23497"/>
                  <a:pt x="3273444" y="24956"/>
                </a:cubicBezTo>
                <a:cubicBezTo>
                  <a:pt x="3271818" y="26414"/>
                  <a:pt x="3270030" y="27143"/>
                  <a:pt x="3268079" y="27143"/>
                </a:cubicBezTo>
                <a:cubicBezTo>
                  <a:pt x="3266128" y="27143"/>
                  <a:pt x="3264340" y="26414"/>
                  <a:pt x="3262714" y="24956"/>
                </a:cubicBezTo>
                <a:cubicBezTo>
                  <a:pt x="3261089" y="23497"/>
                  <a:pt x="3260276" y="21634"/>
                  <a:pt x="3260276" y="19365"/>
                </a:cubicBezTo>
                <a:cubicBezTo>
                  <a:pt x="3260276" y="17097"/>
                  <a:pt x="3261089" y="15233"/>
                  <a:pt x="3262714" y="13775"/>
                </a:cubicBezTo>
                <a:cubicBezTo>
                  <a:pt x="3264340" y="12317"/>
                  <a:pt x="3266128" y="11587"/>
                  <a:pt x="3268079" y="11587"/>
                </a:cubicBezTo>
                <a:cubicBezTo>
                  <a:pt x="3270030" y="11587"/>
                  <a:pt x="3271818" y="12317"/>
                  <a:pt x="3273444" y="13775"/>
                </a:cubicBezTo>
                <a:cubicBezTo>
                  <a:pt x="3275069" y="15233"/>
                  <a:pt x="3275882" y="17097"/>
                  <a:pt x="3275882" y="19365"/>
                </a:cubicBezTo>
                <a:close/>
                <a:moveTo>
                  <a:pt x="3303025" y="65378"/>
                </a:moveTo>
                <a:cubicBezTo>
                  <a:pt x="3303025" y="63316"/>
                  <a:pt x="3302970" y="60660"/>
                  <a:pt x="3302861" y="57409"/>
                </a:cubicBezTo>
                <a:cubicBezTo>
                  <a:pt x="3302753" y="54159"/>
                  <a:pt x="3302591" y="51233"/>
                  <a:pt x="3302375" y="48632"/>
                </a:cubicBezTo>
                <a:lnTo>
                  <a:pt x="3312940" y="48632"/>
                </a:lnTo>
                <a:cubicBezTo>
                  <a:pt x="3313157" y="50690"/>
                  <a:pt x="3313319" y="52966"/>
                  <a:pt x="3313427" y="55460"/>
                </a:cubicBezTo>
                <a:cubicBezTo>
                  <a:pt x="3313536" y="57952"/>
                  <a:pt x="3313590" y="60010"/>
                  <a:pt x="3313590" y="61635"/>
                </a:cubicBezTo>
                <a:lnTo>
                  <a:pt x="3313915" y="61635"/>
                </a:lnTo>
                <a:cubicBezTo>
                  <a:pt x="3316083" y="57188"/>
                  <a:pt x="3319334" y="53581"/>
                  <a:pt x="3323667" y="50817"/>
                </a:cubicBezTo>
                <a:cubicBezTo>
                  <a:pt x="3328003" y="48051"/>
                  <a:pt x="3332880" y="46667"/>
                  <a:pt x="3338298" y="46667"/>
                </a:cubicBezTo>
                <a:cubicBezTo>
                  <a:pt x="3339707" y="46667"/>
                  <a:pt x="3340980" y="46731"/>
                  <a:pt x="3342118" y="46858"/>
                </a:cubicBezTo>
                <a:cubicBezTo>
                  <a:pt x="3343255" y="46986"/>
                  <a:pt x="3344420" y="47240"/>
                  <a:pt x="3345612" y="47620"/>
                </a:cubicBezTo>
                <a:lnTo>
                  <a:pt x="3344149" y="57962"/>
                </a:lnTo>
                <a:cubicBezTo>
                  <a:pt x="3343499" y="57746"/>
                  <a:pt x="3342415" y="57529"/>
                  <a:pt x="3340897" y="57312"/>
                </a:cubicBezTo>
                <a:cubicBezTo>
                  <a:pt x="3339381" y="57094"/>
                  <a:pt x="3337864" y="56985"/>
                  <a:pt x="3336346" y="56985"/>
                </a:cubicBezTo>
                <a:cubicBezTo>
                  <a:pt x="3333421" y="56985"/>
                  <a:pt x="3330604" y="57527"/>
                  <a:pt x="3327894" y="58612"/>
                </a:cubicBezTo>
                <a:cubicBezTo>
                  <a:pt x="3325185" y="59695"/>
                  <a:pt x="3322828" y="61402"/>
                  <a:pt x="3320823" y="63731"/>
                </a:cubicBezTo>
                <a:cubicBezTo>
                  <a:pt x="3318819" y="66061"/>
                  <a:pt x="3317193" y="69041"/>
                  <a:pt x="3315946" y="72672"/>
                </a:cubicBezTo>
                <a:cubicBezTo>
                  <a:pt x="3314701" y="76302"/>
                  <a:pt x="3314079" y="80663"/>
                  <a:pt x="3314079" y="85755"/>
                </a:cubicBezTo>
                <a:lnTo>
                  <a:pt x="3314079" y="124764"/>
                </a:lnTo>
                <a:lnTo>
                  <a:pt x="3303025" y="124764"/>
                </a:lnTo>
                <a:lnTo>
                  <a:pt x="3303025" y="65378"/>
                </a:lnTo>
                <a:close/>
                <a:moveTo>
                  <a:pt x="3464757" y="111924"/>
                </a:moveTo>
                <a:cubicBezTo>
                  <a:pt x="3461506" y="116800"/>
                  <a:pt x="3457280" y="120477"/>
                  <a:pt x="3452078" y="122954"/>
                </a:cubicBezTo>
                <a:cubicBezTo>
                  <a:pt x="3446877" y="125430"/>
                  <a:pt x="3441513" y="126669"/>
                  <a:pt x="3435987" y="126669"/>
                </a:cubicBezTo>
                <a:cubicBezTo>
                  <a:pt x="3430026" y="126669"/>
                  <a:pt x="3424635" y="125640"/>
                  <a:pt x="3419813" y="123581"/>
                </a:cubicBezTo>
                <a:cubicBezTo>
                  <a:pt x="3414992" y="121521"/>
                  <a:pt x="3410874" y="118702"/>
                  <a:pt x="3407460" y="115126"/>
                </a:cubicBezTo>
                <a:cubicBezTo>
                  <a:pt x="3404047" y="111548"/>
                  <a:pt x="3401392" y="107320"/>
                  <a:pt x="3399496" y="102442"/>
                </a:cubicBezTo>
                <a:cubicBezTo>
                  <a:pt x="3397599" y="97563"/>
                  <a:pt x="3396651" y="92305"/>
                  <a:pt x="3396651" y="86668"/>
                </a:cubicBezTo>
                <a:cubicBezTo>
                  <a:pt x="3396651" y="81031"/>
                  <a:pt x="3397599" y="75774"/>
                  <a:pt x="3399496" y="70897"/>
                </a:cubicBezTo>
                <a:cubicBezTo>
                  <a:pt x="3401392" y="66017"/>
                  <a:pt x="3404047" y="61789"/>
                  <a:pt x="3407460" y="58213"/>
                </a:cubicBezTo>
                <a:cubicBezTo>
                  <a:pt x="3410874" y="54635"/>
                  <a:pt x="3414992" y="51816"/>
                  <a:pt x="3419813" y="49758"/>
                </a:cubicBezTo>
                <a:cubicBezTo>
                  <a:pt x="3424635" y="47698"/>
                  <a:pt x="3430026" y="46667"/>
                  <a:pt x="3435987" y="46667"/>
                </a:cubicBezTo>
                <a:cubicBezTo>
                  <a:pt x="3441513" y="46667"/>
                  <a:pt x="3446877" y="47941"/>
                  <a:pt x="3452078" y="50489"/>
                </a:cubicBezTo>
                <a:cubicBezTo>
                  <a:pt x="3457280" y="53036"/>
                  <a:pt x="3461506" y="56802"/>
                  <a:pt x="3464757" y="61789"/>
                </a:cubicBezTo>
                <a:lnTo>
                  <a:pt x="3465082" y="61789"/>
                </a:lnTo>
                <a:lnTo>
                  <a:pt x="3465082" y="1811"/>
                </a:lnTo>
                <a:lnTo>
                  <a:pt x="3476134" y="1811"/>
                </a:lnTo>
                <a:lnTo>
                  <a:pt x="3476134" y="124764"/>
                </a:lnTo>
                <a:lnTo>
                  <a:pt x="3465082" y="124764"/>
                </a:lnTo>
                <a:lnTo>
                  <a:pt x="3465082" y="111924"/>
                </a:lnTo>
                <a:lnTo>
                  <a:pt x="3464757" y="111924"/>
                </a:lnTo>
                <a:moveTo>
                  <a:pt x="3408355" y="86671"/>
                </a:moveTo>
                <a:cubicBezTo>
                  <a:pt x="3408355" y="90907"/>
                  <a:pt x="3409005" y="94899"/>
                  <a:pt x="3410304" y="98648"/>
                </a:cubicBezTo>
                <a:cubicBezTo>
                  <a:pt x="3411604" y="102394"/>
                  <a:pt x="3413473" y="105653"/>
                  <a:pt x="3415912" y="108424"/>
                </a:cubicBezTo>
                <a:cubicBezTo>
                  <a:pt x="3418351" y="111194"/>
                  <a:pt x="3421358" y="113367"/>
                  <a:pt x="3424933" y="114942"/>
                </a:cubicBezTo>
                <a:cubicBezTo>
                  <a:pt x="3428509" y="116517"/>
                  <a:pt x="3432572" y="117304"/>
                  <a:pt x="3437123" y="117304"/>
                </a:cubicBezTo>
                <a:cubicBezTo>
                  <a:pt x="3441349" y="117304"/>
                  <a:pt x="3445250" y="116517"/>
                  <a:pt x="3448827" y="114942"/>
                </a:cubicBezTo>
                <a:cubicBezTo>
                  <a:pt x="3452403" y="113367"/>
                  <a:pt x="3455491" y="111221"/>
                  <a:pt x="3458090" y="108506"/>
                </a:cubicBezTo>
                <a:cubicBezTo>
                  <a:pt x="3460691" y="105790"/>
                  <a:pt x="3462723" y="102558"/>
                  <a:pt x="3464187" y="98811"/>
                </a:cubicBezTo>
                <a:cubicBezTo>
                  <a:pt x="3465650" y="95063"/>
                  <a:pt x="3466382" y="91016"/>
                  <a:pt x="3466382" y="86671"/>
                </a:cubicBezTo>
                <a:cubicBezTo>
                  <a:pt x="3466382" y="82325"/>
                  <a:pt x="3465650" y="78279"/>
                  <a:pt x="3464187" y="74533"/>
                </a:cubicBezTo>
                <a:cubicBezTo>
                  <a:pt x="3462723" y="70784"/>
                  <a:pt x="3460691" y="67525"/>
                  <a:pt x="3458090" y="64756"/>
                </a:cubicBezTo>
                <a:cubicBezTo>
                  <a:pt x="3455491" y="61984"/>
                  <a:pt x="3452403" y="59812"/>
                  <a:pt x="3448827" y="58238"/>
                </a:cubicBezTo>
                <a:cubicBezTo>
                  <a:pt x="3445250" y="56662"/>
                  <a:pt x="3441349" y="55874"/>
                  <a:pt x="3437123" y="55874"/>
                </a:cubicBezTo>
                <a:cubicBezTo>
                  <a:pt x="3432572" y="55874"/>
                  <a:pt x="3428509" y="56689"/>
                  <a:pt x="3424933" y="58319"/>
                </a:cubicBezTo>
                <a:cubicBezTo>
                  <a:pt x="3421358" y="59948"/>
                  <a:pt x="3418351" y="62148"/>
                  <a:pt x="3415912" y="64919"/>
                </a:cubicBezTo>
                <a:cubicBezTo>
                  <a:pt x="3413473" y="67689"/>
                  <a:pt x="3411604" y="70948"/>
                  <a:pt x="3410304" y="74696"/>
                </a:cubicBezTo>
                <a:cubicBezTo>
                  <a:pt x="3409005" y="78443"/>
                  <a:pt x="3408355" y="82434"/>
                  <a:pt x="3408355" y="86671"/>
                </a:cubicBezTo>
                <a:close/>
                <a:moveTo>
                  <a:pt x="3563745" y="80954"/>
                </a:moveTo>
                <a:cubicBezTo>
                  <a:pt x="3563419" y="73741"/>
                  <a:pt x="3561116" y="67758"/>
                  <a:pt x="3556835" y="63005"/>
                </a:cubicBezTo>
                <a:cubicBezTo>
                  <a:pt x="3552556" y="58251"/>
                  <a:pt x="3546461" y="55874"/>
                  <a:pt x="3538551" y="55874"/>
                </a:cubicBezTo>
                <a:cubicBezTo>
                  <a:pt x="3534867" y="55874"/>
                  <a:pt x="3531454" y="56557"/>
                  <a:pt x="3528310" y="57923"/>
                </a:cubicBezTo>
                <a:cubicBezTo>
                  <a:pt x="3525169" y="59288"/>
                  <a:pt x="3522406" y="61146"/>
                  <a:pt x="3520021" y="63496"/>
                </a:cubicBezTo>
                <a:cubicBezTo>
                  <a:pt x="3517637" y="65845"/>
                  <a:pt x="3515741" y="68523"/>
                  <a:pt x="3514332" y="71529"/>
                </a:cubicBezTo>
                <a:cubicBezTo>
                  <a:pt x="3512923" y="74533"/>
                  <a:pt x="3512110" y="77675"/>
                  <a:pt x="3511894" y="80954"/>
                </a:cubicBezTo>
                <a:lnTo>
                  <a:pt x="3563745" y="80954"/>
                </a:lnTo>
                <a:moveTo>
                  <a:pt x="3574960" y="84471"/>
                </a:moveTo>
                <a:cubicBezTo>
                  <a:pt x="3574960" y="85231"/>
                  <a:pt x="3574960" y="86046"/>
                  <a:pt x="3574960" y="86916"/>
                </a:cubicBezTo>
                <a:cubicBezTo>
                  <a:pt x="3574960" y="87784"/>
                  <a:pt x="3574906" y="88707"/>
                  <a:pt x="3574797" y="89684"/>
                </a:cubicBezTo>
                <a:lnTo>
                  <a:pt x="3511730" y="89684"/>
                </a:lnTo>
                <a:cubicBezTo>
                  <a:pt x="3511839" y="93475"/>
                  <a:pt x="3512597" y="97050"/>
                  <a:pt x="3514005" y="100408"/>
                </a:cubicBezTo>
                <a:cubicBezTo>
                  <a:pt x="3515413" y="103765"/>
                  <a:pt x="3517364" y="106689"/>
                  <a:pt x="3519855" y="109181"/>
                </a:cubicBezTo>
                <a:cubicBezTo>
                  <a:pt x="3522349" y="111671"/>
                  <a:pt x="3525275" y="113648"/>
                  <a:pt x="3528633" y="115111"/>
                </a:cubicBezTo>
                <a:cubicBezTo>
                  <a:pt x="3531993" y="116573"/>
                  <a:pt x="3535624" y="117304"/>
                  <a:pt x="3539526" y="117304"/>
                </a:cubicBezTo>
                <a:cubicBezTo>
                  <a:pt x="3545268" y="117304"/>
                  <a:pt x="3550225" y="115977"/>
                  <a:pt x="3554397" y="113323"/>
                </a:cubicBezTo>
                <a:cubicBezTo>
                  <a:pt x="3558569" y="110667"/>
                  <a:pt x="3561738" y="107606"/>
                  <a:pt x="3563906" y="104139"/>
                </a:cubicBezTo>
                <a:lnTo>
                  <a:pt x="3572195" y="110639"/>
                </a:lnTo>
                <a:cubicBezTo>
                  <a:pt x="3567645" y="116374"/>
                  <a:pt x="3562633" y="120479"/>
                  <a:pt x="3557160" y="122956"/>
                </a:cubicBezTo>
                <a:cubicBezTo>
                  <a:pt x="3551689" y="125431"/>
                  <a:pt x="3545811" y="126669"/>
                  <a:pt x="3539526" y="126669"/>
                </a:cubicBezTo>
                <a:cubicBezTo>
                  <a:pt x="3533891" y="126669"/>
                  <a:pt x="3528662" y="125666"/>
                  <a:pt x="3523839" y="123660"/>
                </a:cubicBezTo>
                <a:cubicBezTo>
                  <a:pt x="3519017" y="121655"/>
                  <a:pt x="3514873" y="118864"/>
                  <a:pt x="3511405" y="115287"/>
                </a:cubicBezTo>
                <a:cubicBezTo>
                  <a:pt x="3507938" y="111709"/>
                  <a:pt x="3505201" y="107481"/>
                  <a:pt x="3503196" y="102603"/>
                </a:cubicBezTo>
                <a:cubicBezTo>
                  <a:pt x="3501192" y="97726"/>
                  <a:pt x="3500190" y="92414"/>
                  <a:pt x="3500190" y="86668"/>
                </a:cubicBezTo>
                <a:cubicBezTo>
                  <a:pt x="3500190" y="80922"/>
                  <a:pt x="3501165" y="75611"/>
                  <a:pt x="3503114" y="70733"/>
                </a:cubicBezTo>
                <a:cubicBezTo>
                  <a:pt x="3505065" y="65855"/>
                  <a:pt x="3507774" y="61628"/>
                  <a:pt x="3511242" y="58052"/>
                </a:cubicBezTo>
                <a:cubicBezTo>
                  <a:pt x="3514711" y="54473"/>
                  <a:pt x="3518775" y="51682"/>
                  <a:pt x="3523434" y="49676"/>
                </a:cubicBezTo>
                <a:cubicBezTo>
                  <a:pt x="3528094" y="47670"/>
                  <a:pt x="3533133" y="46667"/>
                  <a:pt x="3538551" y="46667"/>
                </a:cubicBezTo>
                <a:cubicBezTo>
                  <a:pt x="3544510" y="46667"/>
                  <a:pt x="3549765" y="47673"/>
                  <a:pt x="3554315" y="49683"/>
                </a:cubicBezTo>
                <a:cubicBezTo>
                  <a:pt x="3558867" y="51692"/>
                  <a:pt x="3562660" y="54408"/>
                  <a:pt x="3565694" y="57831"/>
                </a:cubicBezTo>
                <a:cubicBezTo>
                  <a:pt x="3568729" y="61252"/>
                  <a:pt x="3571031" y="65243"/>
                  <a:pt x="3572602" y="69805"/>
                </a:cubicBezTo>
                <a:cubicBezTo>
                  <a:pt x="3574174" y="74367"/>
                  <a:pt x="3574960" y="79256"/>
                  <a:pt x="3574960" y="84471"/>
                </a:cubicBezTo>
                <a:close/>
                <a:moveTo>
                  <a:pt x="3629898" y="124764"/>
                </a:moveTo>
                <a:lnTo>
                  <a:pt x="3617708" y="124764"/>
                </a:lnTo>
                <a:lnTo>
                  <a:pt x="3586663" y="48694"/>
                </a:lnTo>
                <a:lnTo>
                  <a:pt x="3599015" y="48694"/>
                </a:lnTo>
                <a:lnTo>
                  <a:pt x="3623723" y="113060"/>
                </a:lnTo>
                <a:lnTo>
                  <a:pt x="3624047" y="113060"/>
                </a:lnTo>
                <a:lnTo>
                  <a:pt x="3648916" y="48694"/>
                </a:lnTo>
                <a:lnTo>
                  <a:pt x="3660782" y="48694"/>
                </a:lnTo>
                <a:lnTo>
                  <a:pt x="3629898" y="124764"/>
                </a:lnTo>
                <a:close/>
                <a:moveTo>
                  <a:pt x="3689226" y="124764"/>
                </a:moveTo>
                <a:lnTo>
                  <a:pt x="3678174" y="124764"/>
                </a:lnTo>
                <a:lnTo>
                  <a:pt x="3678174" y="48694"/>
                </a:lnTo>
                <a:lnTo>
                  <a:pt x="3689226" y="48694"/>
                </a:lnTo>
                <a:lnTo>
                  <a:pt x="3689226" y="124764"/>
                </a:lnTo>
                <a:moveTo>
                  <a:pt x="3691503" y="19365"/>
                </a:moveTo>
                <a:cubicBezTo>
                  <a:pt x="3691503" y="21634"/>
                  <a:pt x="3690690" y="23497"/>
                  <a:pt x="3689065" y="24956"/>
                </a:cubicBezTo>
                <a:cubicBezTo>
                  <a:pt x="3687440" y="26414"/>
                  <a:pt x="3685651" y="27143"/>
                  <a:pt x="3683700" y="27143"/>
                </a:cubicBezTo>
                <a:cubicBezTo>
                  <a:pt x="3681749" y="27143"/>
                  <a:pt x="3679961" y="26414"/>
                  <a:pt x="3678336" y="24956"/>
                </a:cubicBezTo>
                <a:cubicBezTo>
                  <a:pt x="3676710" y="23497"/>
                  <a:pt x="3675898" y="21634"/>
                  <a:pt x="3675898" y="19365"/>
                </a:cubicBezTo>
                <a:cubicBezTo>
                  <a:pt x="3675898" y="17097"/>
                  <a:pt x="3676710" y="15233"/>
                  <a:pt x="3678336" y="13775"/>
                </a:cubicBezTo>
                <a:cubicBezTo>
                  <a:pt x="3679961" y="12317"/>
                  <a:pt x="3681749" y="11587"/>
                  <a:pt x="3683700" y="11587"/>
                </a:cubicBezTo>
                <a:cubicBezTo>
                  <a:pt x="3685651" y="11587"/>
                  <a:pt x="3687440" y="12317"/>
                  <a:pt x="3689065" y="13775"/>
                </a:cubicBezTo>
                <a:cubicBezTo>
                  <a:pt x="3690690" y="15233"/>
                  <a:pt x="3691503" y="17097"/>
                  <a:pt x="3691503" y="19365"/>
                </a:cubicBezTo>
                <a:close/>
                <a:moveTo>
                  <a:pt x="3773424" y="65954"/>
                </a:moveTo>
                <a:cubicBezTo>
                  <a:pt x="3771582" y="63027"/>
                  <a:pt x="3768900" y="60615"/>
                  <a:pt x="3765378" y="58719"/>
                </a:cubicBezTo>
                <a:cubicBezTo>
                  <a:pt x="3761856" y="56822"/>
                  <a:pt x="3758037" y="55874"/>
                  <a:pt x="3753919" y="55874"/>
                </a:cubicBezTo>
                <a:cubicBezTo>
                  <a:pt x="3749477" y="55874"/>
                  <a:pt x="3745467" y="56662"/>
                  <a:pt x="3741890" y="58238"/>
                </a:cubicBezTo>
                <a:cubicBezTo>
                  <a:pt x="3738314" y="59812"/>
                  <a:pt x="3735253" y="61984"/>
                  <a:pt x="3732706" y="64756"/>
                </a:cubicBezTo>
                <a:cubicBezTo>
                  <a:pt x="3730160" y="67525"/>
                  <a:pt x="3728210" y="70784"/>
                  <a:pt x="3726855" y="74533"/>
                </a:cubicBezTo>
                <a:cubicBezTo>
                  <a:pt x="3725501" y="78279"/>
                  <a:pt x="3724824" y="82325"/>
                  <a:pt x="3724824" y="86671"/>
                </a:cubicBezTo>
                <a:cubicBezTo>
                  <a:pt x="3724824" y="91016"/>
                  <a:pt x="3725501" y="95036"/>
                  <a:pt x="3726855" y="98729"/>
                </a:cubicBezTo>
                <a:cubicBezTo>
                  <a:pt x="3728210" y="102422"/>
                  <a:pt x="3730133" y="105653"/>
                  <a:pt x="3732624" y="108424"/>
                </a:cubicBezTo>
                <a:cubicBezTo>
                  <a:pt x="3735118" y="111194"/>
                  <a:pt x="3738152" y="113367"/>
                  <a:pt x="3741727" y="114942"/>
                </a:cubicBezTo>
                <a:cubicBezTo>
                  <a:pt x="3745303" y="116517"/>
                  <a:pt x="3749313" y="117304"/>
                  <a:pt x="3753756" y="117304"/>
                </a:cubicBezTo>
                <a:cubicBezTo>
                  <a:pt x="3758632" y="117304"/>
                  <a:pt x="3762749" y="116383"/>
                  <a:pt x="3766107" y="114541"/>
                </a:cubicBezTo>
                <a:cubicBezTo>
                  <a:pt x="3769467" y="112699"/>
                  <a:pt x="3772231" y="110315"/>
                  <a:pt x="3774398" y="107390"/>
                </a:cubicBezTo>
                <a:lnTo>
                  <a:pt x="3782687" y="113566"/>
                </a:lnTo>
                <a:cubicBezTo>
                  <a:pt x="3779437" y="117564"/>
                  <a:pt x="3775454" y="120748"/>
                  <a:pt x="3770740" y="123117"/>
                </a:cubicBezTo>
                <a:cubicBezTo>
                  <a:pt x="3766028" y="125485"/>
                  <a:pt x="3760366" y="126669"/>
                  <a:pt x="3753756" y="126669"/>
                </a:cubicBezTo>
                <a:cubicBezTo>
                  <a:pt x="3747578" y="126669"/>
                  <a:pt x="3741997" y="125666"/>
                  <a:pt x="3737012" y="123660"/>
                </a:cubicBezTo>
                <a:cubicBezTo>
                  <a:pt x="3732028" y="121655"/>
                  <a:pt x="3727776" y="118864"/>
                  <a:pt x="3724254" y="115287"/>
                </a:cubicBezTo>
                <a:cubicBezTo>
                  <a:pt x="3720734" y="111709"/>
                  <a:pt x="3717998" y="107481"/>
                  <a:pt x="3716047" y="102603"/>
                </a:cubicBezTo>
                <a:cubicBezTo>
                  <a:pt x="3714096" y="97726"/>
                  <a:pt x="3713120" y="92414"/>
                  <a:pt x="3713120" y="86668"/>
                </a:cubicBezTo>
                <a:cubicBezTo>
                  <a:pt x="3713120" y="80922"/>
                  <a:pt x="3714096" y="75611"/>
                  <a:pt x="3716047" y="70733"/>
                </a:cubicBezTo>
                <a:cubicBezTo>
                  <a:pt x="3717998" y="65855"/>
                  <a:pt x="3720734" y="61628"/>
                  <a:pt x="3724254" y="58052"/>
                </a:cubicBezTo>
                <a:cubicBezTo>
                  <a:pt x="3727776" y="54473"/>
                  <a:pt x="3732028" y="51682"/>
                  <a:pt x="3737012" y="49676"/>
                </a:cubicBezTo>
                <a:cubicBezTo>
                  <a:pt x="3741997" y="47670"/>
                  <a:pt x="3747578" y="46667"/>
                  <a:pt x="3753756" y="46667"/>
                </a:cubicBezTo>
                <a:cubicBezTo>
                  <a:pt x="3758848" y="46667"/>
                  <a:pt x="3764022" y="47771"/>
                  <a:pt x="3769277" y="49979"/>
                </a:cubicBezTo>
                <a:cubicBezTo>
                  <a:pt x="3774533" y="52186"/>
                  <a:pt x="3778787" y="55452"/>
                  <a:pt x="3782037" y="59775"/>
                </a:cubicBezTo>
                <a:lnTo>
                  <a:pt x="3773424" y="65954"/>
                </a:lnTo>
                <a:close/>
                <a:moveTo>
                  <a:pt x="3857947" y="80954"/>
                </a:moveTo>
                <a:cubicBezTo>
                  <a:pt x="3857622" y="73741"/>
                  <a:pt x="3855318" y="67758"/>
                  <a:pt x="3851038" y="63005"/>
                </a:cubicBezTo>
                <a:cubicBezTo>
                  <a:pt x="3846758" y="58251"/>
                  <a:pt x="3840664" y="55874"/>
                  <a:pt x="3832754" y="55874"/>
                </a:cubicBezTo>
                <a:cubicBezTo>
                  <a:pt x="3829070" y="55874"/>
                  <a:pt x="3825656" y="56557"/>
                  <a:pt x="3822513" y="57923"/>
                </a:cubicBezTo>
                <a:cubicBezTo>
                  <a:pt x="3819371" y="59288"/>
                  <a:pt x="3816608" y="61146"/>
                  <a:pt x="3814224" y="63496"/>
                </a:cubicBezTo>
                <a:cubicBezTo>
                  <a:pt x="3811840" y="65845"/>
                  <a:pt x="3809943" y="68523"/>
                  <a:pt x="3808534" y="71529"/>
                </a:cubicBezTo>
                <a:cubicBezTo>
                  <a:pt x="3807126" y="74533"/>
                  <a:pt x="3806313" y="77675"/>
                  <a:pt x="3806096" y="80954"/>
                </a:cubicBezTo>
                <a:lnTo>
                  <a:pt x="3857947" y="80954"/>
                </a:lnTo>
                <a:moveTo>
                  <a:pt x="3869163" y="84471"/>
                </a:moveTo>
                <a:cubicBezTo>
                  <a:pt x="3869163" y="85231"/>
                  <a:pt x="3869163" y="86046"/>
                  <a:pt x="3869163" y="86916"/>
                </a:cubicBezTo>
                <a:cubicBezTo>
                  <a:pt x="3869163" y="87784"/>
                  <a:pt x="3869108" y="88707"/>
                  <a:pt x="3868999" y="89684"/>
                </a:cubicBezTo>
                <a:lnTo>
                  <a:pt x="3805933" y="89684"/>
                </a:lnTo>
                <a:cubicBezTo>
                  <a:pt x="3806042" y="93475"/>
                  <a:pt x="3806800" y="97050"/>
                  <a:pt x="3808207" y="100408"/>
                </a:cubicBezTo>
                <a:cubicBezTo>
                  <a:pt x="3809616" y="103765"/>
                  <a:pt x="3811566" y="106689"/>
                  <a:pt x="3814058" y="109181"/>
                </a:cubicBezTo>
                <a:cubicBezTo>
                  <a:pt x="3816551" y="111671"/>
                  <a:pt x="3819477" y="113648"/>
                  <a:pt x="3822835" y="115111"/>
                </a:cubicBezTo>
                <a:cubicBezTo>
                  <a:pt x="3826195" y="116573"/>
                  <a:pt x="3829826" y="117304"/>
                  <a:pt x="3833728" y="117304"/>
                </a:cubicBezTo>
                <a:cubicBezTo>
                  <a:pt x="3839471" y="117304"/>
                  <a:pt x="3844428" y="115977"/>
                  <a:pt x="3848600" y="113323"/>
                </a:cubicBezTo>
                <a:cubicBezTo>
                  <a:pt x="3852771" y="110667"/>
                  <a:pt x="3855941" y="107606"/>
                  <a:pt x="3858109" y="104139"/>
                </a:cubicBezTo>
                <a:lnTo>
                  <a:pt x="3866397" y="110639"/>
                </a:lnTo>
                <a:cubicBezTo>
                  <a:pt x="3861847" y="116374"/>
                  <a:pt x="3856835" y="120479"/>
                  <a:pt x="3851363" y="122956"/>
                </a:cubicBezTo>
                <a:cubicBezTo>
                  <a:pt x="3845891" y="125431"/>
                  <a:pt x="3840013" y="126669"/>
                  <a:pt x="3833728" y="126669"/>
                </a:cubicBezTo>
                <a:cubicBezTo>
                  <a:pt x="3828093" y="126669"/>
                  <a:pt x="3822864" y="125666"/>
                  <a:pt x="3818041" y="123660"/>
                </a:cubicBezTo>
                <a:cubicBezTo>
                  <a:pt x="3813219" y="121655"/>
                  <a:pt x="3809075" y="118864"/>
                  <a:pt x="3805608" y="115287"/>
                </a:cubicBezTo>
                <a:cubicBezTo>
                  <a:pt x="3802140" y="111709"/>
                  <a:pt x="3799404" y="107481"/>
                  <a:pt x="3797398" y="102603"/>
                </a:cubicBezTo>
                <a:cubicBezTo>
                  <a:pt x="3795394" y="97726"/>
                  <a:pt x="3794392" y="92414"/>
                  <a:pt x="3794392" y="86668"/>
                </a:cubicBezTo>
                <a:cubicBezTo>
                  <a:pt x="3794392" y="80922"/>
                  <a:pt x="3795367" y="75611"/>
                  <a:pt x="3797316" y="70733"/>
                </a:cubicBezTo>
                <a:cubicBezTo>
                  <a:pt x="3799268" y="65855"/>
                  <a:pt x="3801977" y="61628"/>
                  <a:pt x="3805444" y="58052"/>
                </a:cubicBezTo>
                <a:cubicBezTo>
                  <a:pt x="3808913" y="54473"/>
                  <a:pt x="3812977" y="51682"/>
                  <a:pt x="3817637" y="49676"/>
                </a:cubicBezTo>
                <a:cubicBezTo>
                  <a:pt x="3822296" y="47670"/>
                  <a:pt x="3827335" y="46667"/>
                  <a:pt x="3832754" y="46667"/>
                </a:cubicBezTo>
                <a:cubicBezTo>
                  <a:pt x="3838713" y="46667"/>
                  <a:pt x="3843967" y="47673"/>
                  <a:pt x="3848518" y="49683"/>
                </a:cubicBezTo>
                <a:cubicBezTo>
                  <a:pt x="3853070" y="51692"/>
                  <a:pt x="3856863" y="54408"/>
                  <a:pt x="3859897" y="57831"/>
                </a:cubicBezTo>
                <a:cubicBezTo>
                  <a:pt x="3862931" y="61252"/>
                  <a:pt x="3865233" y="65243"/>
                  <a:pt x="3866804" y="69805"/>
                </a:cubicBezTo>
                <a:cubicBezTo>
                  <a:pt x="3868377" y="74367"/>
                  <a:pt x="3869163" y="79256"/>
                  <a:pt x="3869163" y="84471"/>
                </a:cubicBezTo>
                <a:close/>
                <a:moveTo>
                  <a:pt x="3974002" y="66603"/>
                </a:moveTo>
                <a:cubicBezTo>
                  <a:pt x="3972376" y="63460"/>
                  <a:pt x="3969911" y="60886"/>
                  <a:pt x="3966606" y="58882"/>
                </a:cubicBezTo>
                <a:cubicBezTo>
                  <a:pt x="3963300" y="56877"/>
                  <a:pt x="3959535" y="55874"/>
                  <a:pt x="3955308" y="55874"/>
                </a:cubicBezTo>
                <a:cubicBezTo>
                  <a:pt x="3953359" y="55874"/>
                  <a:pt x="3951409" y="56091"/>
                  <a:pt x="3949457" y="56526"/>
                </a:cubicBezTo>
                <a:cubicBezTo>
                  <a:pt x="3947506" y="56959"/>
                  <a:pt x="3945772" y="57665"/>
                  <a:pt x="3944254" y="58642"/>
                </a:cubicBezTo>
                <a:cubicBezTo>
                  <a:pt x="3942738" y="59617"/>
                  <a:pt x="3941519" y="60865"/>
                  <a:pt x="3940598" y="62385"/>
                </a:cubicBezTo>
                <a:cubicBezTo>
                  <a:pt x="3939677" y="63902"/>
                  <a:pt x="3939217" y="65692"/>
                  <a:pt x="3939217" y="67754"/>
                </a:cubicBezTo>
                <a:cubicBezTo>
                  <a:pt x="3939217" y="71336"/>
                  <a:pt x="3940679" y="74075"/>
                  <a:pt x="3943604" y="75974"/>
                </a:cubicBezTo>
                <a:cubicBezTo>
                  <a:pt x="3946531" y="77872"/>
                  <a:pt x="3951137" y="79472"/>
                  <a:pt x="3957421" y="80775"/>
                </a:cubicBezTo>
                <a:cubicBezTo>
                  <a:pt x="3966416" y="82619"/>
                  <a:pt x="3973053" y="85304"/>
                  <a:pt x="3977332" y="88831"/>
                </a:cubicBezTo>
                <a:cubicBezTo>
                  <a:pt x="3981613" y="92356"/>
                  <a:pt x="3983754" y="97102"/>
                  <a:pt x="3983754" y="103070"/>
                </a:cubicBezTo>
                <a:cubicBezTo>
                  <a:pt x="3983754" y="107410"/>
                  <a:pt x="3982914" y="111073"/>
                  <a:pt x="3981234" y="114057"/>
                </a:cubicBezTo>
                <a:cubicBezTo>
                  <a:pt x="3979554" y="117040"/>
                  <a:pt x="3977359" y="119481"/>
                  <a:pt x="3974649" y="121381"/>
                </a:cubicBezTo>
                <a:cubicBezTo>
                  <a:pt x="3971941" y="123279"/>
                  <a:pt x="3968880" y="124635"/>
                  <a:pt x="3965467" y="125449"/>
                </a:cubicBezTo>
                <a:cubicBezTo>
                  <a:pt x="3962054" y="126262"/>
                  <a:pt x="3958614" y="126669"/>
                  <a:pt x="3955147" y="126669"/>
                </a:cubicBezTo>
                <a:cubicBezTo>
                  <a:pt x="3949403" y="126669"/>
                  <a:pt x="3943822" y="125485"/>
                  <a:pt x="3938403" y="123117"/>
                </a:cubicBezTo>
                <a:cubicBezTo>
                  <a:pt x="3932986" y="120748"/>
                  <a:pt x="3928544" y="117023"/>
                  <a:pt x="3925075" y="111941"/>
                </a:cubicBezTo>
                <a:lnTo>
                  <a:pt x="3933852" y="105438"/>
                </a:lnTo>
                <a:cubicBezTo>
                  <a:pt x="3935803" y="108798"/>
                  <a:pt x="3938674" y="111616"/>
                  <a:pt x="3942466" y="113891"/>
                </a:cubicBezTo>
                <a:cubicBezTo>
                  <a:pt x="3946259" y="116166"/>
                  <a:pt x="3950431" y="117304"/>
                  <a:pt x="3954983" y="117304"/>
                </a:cubicBezTo>
                <a:cubicBezTo>
                  <a:pt x="3957368" y="117304"/>
                  <a:pt x="3959643" y="117087"/>
                  <a:pt x="3961809" y="116654"/>
                </a:cubicBezTo>
                <a:cubicBezTo>
                  <a:pt x="3963977" y="116219"/>
                  <a:pt x="3965873" y="115459"/>
                  <a:pt x="3967498" y="114374"/>
                </a:cubicBezTo>
                <a:cubicBezTo>
                  <a:pt x="3969124" y="113290"/>
                  <a:pt x="3970424" y="111907"/>
                  <a:pt x="3971400" y="110225"/>
                </a:cubicBezTo>
                <a:cubicBezTo>
                  <a:pt x="3972375" y="108542"/>
                  <a:pt x="3972863" y="106453"/>
                  <a:pt x="3972863" y="103958"/>
                </a:cubicBezTo>
                <a:cubicBezTo>
                  <a:pt x="3972863" y="99943"/>
                  <a:pt x="3970939" y="96932"/>
                  <a:pt x="3967092" y="94925"/>
                </a:cubicBezTo>
                <a:cubicBezTo>
                  <a:pt x="3963246" y="92917"/>
                  <a:pt x="3957693" y="91046"/>
                  <a:pt x="3950432" y="89310"/>
                </a:cubicBezTo>
                <a:cubicBezTo>
                  <a:pt x="3948157" y="88767"/>
                  <a:pt x="3945745" y="88089"/>
                  <a:pt x="3943197" y="87276"/>
                </a:cubicBezTo>
                <a:cubicBezTo>
                  <a:pt x="3940651" y="86462"/>
                  <a:pt x="3938294" y="85269"/>
                  <a:pt x="3936126" y="83697"/>
                </a:cubicBezTo>
                <a:cubicBezTo>
                  <a:pt x="3933960" y="82123"/>
                  <a:pt x="3932173" y="80142"/>
                  <a:pt x="3930764" y="77754"/>
                </a:cubicBezTo>
                <a:cubicBezTo>
                  <a:pt x="3929355" y="75367"/>
                  <a:pt x="3928651" y="72383"/>
                  <a:pt x="3928651" y="68803"/>
                </a:cubicBezTo>
                <a:cubicBezTo>
                  <a:pt x="3928651" y="64896"/>
                  <a:pt x="3929409" y="61559"/>
                  <a:pt x="3930925" y="58793"/>
                </a:cubicBezTo>
                <a:cubicBezTo>
                  <a:pt x="3932443" y="56025"/>
                  <a:pt x="3934475" y="53747"/>
                  <a:pt x="3937022" y="51958"/>
                </a:cubicBezTo>
                <a:cubicBezTo>
                  <a:pt x="3939568" y="50167"/>
                  <a:pt x="3942467" y="48838"/>
                  <a:pt x="3945717" y="47970"/>
                </a:cubicBezTo>
                <a:cubicBezTo>
                  <a:pt x="3948970" y="47102"/>
                  <a:pt x="3952330" y="46667"/>
                  <a:pt x="3955797" y="46667"/>
                </a:cubicBezTo>
                <a:cubicBezTo>
                  <a:pt x="3961106" y="46667"/>
                  <a:pt x="3966253" y="47852"/>
                  <a:pt x="3971236" y="50222"/>
                </a:cubicBezTo>
                <a:cubicBezTo>
                  <a:pt x="3976221" y="52589"/>
                  <a:pt x="3979961" y="55937"/>
                  <a:pt x="3982454" y="60264"/>
                </a:cubicBezTo>
                <a:lnTo>
                  <a:pt x="3974002" y="66603"/>
                </a:lnTo>
                <a:close/>
                <a:moveTo>
                  <a:pt x="4053647" y="75646"/>
                </a:moveTo>
                <a:cubicBezTo>
                  <a:pt x="4053647" y="69001"/>
                  <a:pt x="4051913" y="64045"/>
                  <a:pt x="4048446" y="60777"/>
                </a:cubicBezTo>
                <a:cubicBezTo>
                  <a:pt x="4044978" y="57508"/>
                  <a:pt x="4039940" y="55874"/>
                  <a:pt x="4033329" y="55874"/>
                </a:cubicBezTo>
                <a:cubicBezTo>
                  <a:pt x="4028779" y="55874"/>
                  <a:pt x="4024552" y="56687"/>
                  <a:pt x="4020650" y="58312"/>
                </a:cubicBezTo>
                <a:cubicBezTo>
                  <a:pt x="4016750" y="59937"/>
                  <a:pt x="4013445" y="62105"/>
                  <a:pt x="4010737" y="64815"/>
                </a:cubicBezTo>
                <a:lnTo>
                  <a:pt x="4004559" y="57501"/>
                </a:lnTo>
                <a:cubicBezTo>
                  <a:pt x="4007702" y="54371"/>
                  <a:pt x="4011847" y="51783"/>
                  <a:pt x="4016994" y="49738"/>
                </a:cubicBezTo>
                <a:cubicBezTo>
                  <a:pt x="4022142" y="47691"/>
                  <a:pt x="4027966" y="46667"/>
                  <a:pt x="4034467" y="46667"/>
                </a:cubicBezTo>
                <a:cubicBezTo>
                  <a:pt x="4038586" y="46667"/>
                  <a:pt x="4042433" y="47237"/>
                  <a:pt x="4046008" y="48376"/>
                </a:cubicBezTo>
                <a:cubicBezTo>
                  <a:pt x="4049584" y="49516"/>
                  <a:pt x="4052727" y="51224"/>
                  <a:pt x="4055435" y="53503"/>
                </a:cubicBezTo>
                <a:cubicBezTo>
                  <a:pt x="4058145" y="55780"/>
                  <a:pt x="4060258" y="58653"/>
                  <a:pt x="4061774" y="62124"/>
                </a:cubicBezTo>
                <a:cubicBezTo>
                  <a:pt x="4063292" y="65595"/>
                  <a:pt x="4064051" y="69662"/>
                  <a:pt x="4064051" y="74327"/>
                </a:cubicBezTo>
                <a:lnTo>
                  <a:pt x="4064051" y="107680"/>
                </a:lnTo>
                <a:cubicBezTo>
                  <a:pt x="4064051" y="110609"/>
                  <a:pt x="4064160" y="113646"/>
                  <a:pt x="4064376" y="116793"/>
                </a:cubicBezTo>
                <a:cubicBezTo>
                  <a:pt x="4064593" y="119938"/>
                  <a:pt x="4064918" y="122595"/>
                  <a:pt x="4065351" y="124764"/>
                </a:cubicBezTo>
                <a:lnTo>
                  <a:pt x="4055437" y="124764"/>
                </a:lnTo>
                <a:cubicBezTo>
                  <a:pt x="4055112" y="122914"/>
                  <a:pt x="4054841" y="120901"/>
                  <a:pt x="4054624" y="118725"/>
                </a:cubicBezTo>
                <a:cubicBezTo>
                  <a:pt x="4054407" y="116549"/>
                  <a:pt x="4054299" y="114427"/>
                  <a:pt x="4054299" y="112361"/>
                </a:cubicBezTo>
                <a:lnTo>
                  <a:pt x="4053972" y="112361"/>
                </a:lnTo>
                <a:cubicBezTo>
                  <a:pt x="4050504" y="117455"/>
                  <a:pt x="4046576" y="121113"/>
                  <a:pt x="4042186" y="123335"/>
                </a:cubicBezTo>
                <a:cubicBezTo>
                  <a:pt x="4037797" y="125558"/>
                  <a:pt x="4032515" y="126669"/>
                  <a:pt x="4026340" y="126669"/>
                </a:cubicBezTo>
                <a:cubicBezTo>
                  <a:pt x="4023413" y="126669"/>
                  <a:pt x="4020405" y="126263"/>
                  <a:pt x="4017317" y="125451"/>
                </a:cubicBezTo>
                <a:cubicBezTo>
                  <a:pt x="4014230" y="124639"/>
                  <a:pt x="4011413" y="123313"/>
                  <a:pt x="4008867" y="121473"/>
                </a:cubicBezTo>
                <a:cubicBezTo>
                  <a:pt x="4006320" y="119631"/>
                  <a:pt x="4004207" y="117248"/>
                  <a:pt x="4002527" y="114325"/>
                </a:cubicBezTo>
                <a:cubicBezTo>
                  <a:pt x="4000847" y="111400"/>
                  <a:pt x="4000007" y="107825"/>
                  <a:pt x="4000007" y="103600"/>
                </a:cubicBezTo>
                <a:cubicBezTo>
                  <a:pt x="4000007" y="97752"/>
                  <a:pt x="4001497" y="93122"/>
                  <a:pt x="4004477" y="89711"/>
                </a:cubicBezTo>
                <a:cubicBezTo>
                  <a:pt x="4007456" y="86300"/>
                  <a:pt x="4011439" y="83756"/>
                  <a:pt x="4016424" y="82077"/>
                </a:cubicBezTo>
                <a:cubicBezTo>
                  <a:pt x="4021409" y="80397"/>
                  <a:pt x="4027125" y="79314"/>
                  <a:pt x="4033572" y="78828"/>
                </a:cubicBezTo>
                <a:cubicBezTo>
                  <a:pt x="4040021" y="78340"/>
                  <a:pt x="4046712" y="78097"/>
                  <a:pt x="4053647" y="78097"/>
                </a:cubicBezTo>
                <a:lnTo>
                  <a:pt x="4053647" y="75646"/>
                </a:lnTo>
                <a:moveTo>
                  <a:pt x="4050395" y="86827"/>
                </a:moveTo>
                <a:cubicBezTo>
                  <a:pt x="4045845" y="86827"/>
                  <a:pt x="4041266" y="87016"/>
                  <a:pt x="4036660" y="87395"/>
                </a:cubicBezTo>
                <a:cubicBezTo>
                  <a:pt x="4032055" y="87772"/>
                  <a:pt x="4027883" y="88528"/>
                  <a:pt x="4024145" y="89664"/>
                </a:cubicBezTo>
                <a:cubicBezTo>
                  <a:pt x="4020408" y="90799"/>
                  <a:pt x="4017347" y="92446"/>
                  <a:pt x="4014963" y="94607"/>
                </a:cubicBezTo>
                <a:cubicBezTo>
                  <a:pt x="4012579" y="96768"/>
                  <a:pt x="4011387" y="99631"/>
                  <a:pt x="4011387" y="103196"/>
                </a:cubicBezTo>
                <a:cubicBezTo>
                  <a:pt x="4011387" y="105898"/>
                  <a:pt x="4011901" y="108167"/>
                  <a:pt x="4012929" y="110004"/>
                </a:cubicBezTo>
                <a:cubicBezTo>
                  <a:pt x="4013959" y="111841"/>
                  <a:pt x="4015341" y="113327"/>
                  <a:pt x="4017074" y="114461"/>
                </a:cubicBezTo>
                <a:cubicBezTo>
                  <a:pt x="4018808" y="115596"/>
                  <a:pt x="4020732" y="116406"/>
                  <a:pt x="4022845" y="116892"/>
                </a:cubicBezTo>
                <a:cubicBezTo>
                  <a:pt x="4024958" y="117378"/>
                  <a:pt x="4027099" y="117621"/>
                  <a:pt x="4029266" y="117621"/>
                </a:cubicBezTo>
                <a:cubicBezTo>
                  <a:pt x="4033167" y="117621"/>
                  <a:pt x="4036634" y="116946"/>
                  <a:pt x="4039668" y="115595"/>
                </a:cubicBezTo>
                <a:cubicBezTo>
                  <a:pt x="4042702" y="114244"/>
                  <a:pt x="4045249" y="112407"/>
                  <a:pt x="4047307" y="110084"/>
                </a:cubicBezTo>
                <a:cubicBezTo>
                  <a:pt x="4049366" y="107761"/>
                  <a:pt x="4050937" y="105087"/>
                  <a:pt x="4052020" y="102063"/>
                </a:cubicBezTo>
                <a:cubicBezTo>
                  <a:pt x="4053104" y="99037"/>
                  <a:pt x="4053647" y="95849"/>
                  <a:pt x="4053647" y="92499"/>
                </a:cubicBezTo>
                <a:lnTo>
                  <a:pt x="4053647" y="86827"/>
                </a:lnTo>
                <a:lnTo>
                  <a:pt x="4050395" y="86827"/>
                </a:lnTo>
                <a:close/>
                <a:moveTo>
                  <a:pt x="4124678" y="57938"/>
                </a:moveTo>
                <a:lnTo>
                  <a:pt x="4106798" y="57938"/>
                </a:lnTo>
                <a:lnTo>
                  <a:pt x="4106798" y="124764"/>
                </a:lnTo>
                <a:lnTo>
                  <a:pt x="4095746" y="124764"/>
                </a:lnTo>
                <a:lnTo>
                  <a:pt x="4095746" y="57938"/>
                </a:lnTo>
                <a:lnTo>
                  <a:pt x="4079816" y="57938"/>
                </a:lnTo>
                <a:lnTo>
                  <a:pt x="4079816" y="48731"/>
                </a:lnTo>
                <a:lnTo>
                  <a:pt x="4095746" y="48731"/>
                </a:lnTo>
                <a:lnTo>
                  <a:pt x="4095746" y="27939"/>
                </a:lnTo>
                <a:cubicBezTo>
                  <a:pt x="4095746" y="19275"/>
                  <a:pt x="4097859" y="12453"/>
                  <a:pt x="4102086" y="7473"/>
                </a:cubicBezTo>
                <a:cubicBezTo>
                  <a:pt x="4106312" y="2491"/>
                  <a:pt x="4112813" y="0"/>
                  <a:pt x="4121590" y="0"/>
                </a:cubicBezTo>
                <a:cubicBezTo>
                  <a:pt x="4122999" y="0"/>
                  <a:pt x="4124516" y="81"/>
                  <a:pt x="4126141" y="243"/>
                </a:cubicBezTo>
                <a:cubicBezTo>
                  <a:pt x="4127767" y="403"/>
                  <a:pt x="4129284" y="699"/>
                  <a:pt x="4130692" y="1128"/>
                </a:cubicBezTo>
                <a:lnTo>
                  <a:pt x="4128743" y="10819"/>
                </a:lnTo>
                <a:cubicBezTo>
                  <a:pt x="4127551" y="10495"/>
                  <a:pt x="4126359" y="10224"/>
                  <a:pt x="4125166" y="10008"/>
                </a:cubicBezTo>
                <a:cubicBezTo>
                  <a:pt x="4123974" y="9791"/>
                  <a:pt x="4122620" y="9683"/>
                  <a:pt x="4121104" y="9683"/>
                </a:cubicBezTo>
                <a:cubicBezTo>
                  <a:pt x="4118177" y="9683"/>
                  <a:pt x="4115766" y="10171"/>
                  <a:pt x="4113869" y="11148"/>
                </a:cubicBezTo>
                <a:cubicBezTo>
                  <a:pt x="4111973" y="12124"/>
                  <a:pt x="4110509" y="13507"/>
                  <a:pt x="4109479" y="15298"/>
                </a:cubicBezTo>
                <a:cubicBezTo>
                  <a:pt x="4108451" y="17087"/>
                  <a:pt x="4107746" y="19174"/>
                  <a:pt x="4107366" y="21560"/>
                </a:cubicBezTo>
                <a:cubicBezTo>
                  <a:pt x="4106987" y="23946"/>
                  <a:pt x="4106798" y="26495"/>
                  <a:pt x="4106798" y="29207"/>
                </a:cubicBezTo>
                <a:lnTo>
                  <a:pt x="4106798" y="48731"/>
                </a:lnTo>
                <a:lnTo>
                  <a:pt x="4124678" y="48731"/>
                </a:lnTo>
                <a:lnTo>
                  <a:pt x="4124678" y="57938"/>
                </a:lnTo>
                <a:close/>
                <a:moveTo>
                  <a:pt x="4198474" y="80954"/>
                </a:moveTo>
                <a:cubicBezTo>
                  <a:pt x="4198148" y="73741"/>
                  <a:pt x="4195845" y="67758"/>
                  <a:pt x="4191564" y="63005"/>
                </a:cubicBezTo>
                <a:cubicBezTo>
                  <a:pt x="4187285" y="58251"/>
                  <a:pt x="4181190" y="55874"/>
                  <a:pt x="4173280" y="55874"/>
                </a:cubicBezTo>
                <a:cubicBezTo>
                  <a:pt x="4169596" y="55874"/>
                  <a:pt x="4166183" y="56557"/>
                  <a:pt x="4163039" y="57923"/>
                </a:cubicBezTo>
                <a:cubicBezTo>
                  <a:pt x="4159898" y="59288"/>
                  <a:pt x="4157135" y="61146"/>
                  <a:pt x="4154751" y="63496"/>
                </a:cubicBezTo>
                <a:cubicBezTo>
                  <a:pt x="4152366" y="65845"/>
                  <a:pt x="4150470" y="68523"/>
                  <a:pt x="4149061" y="71529"/>
                </a:cubicBezTo>
                <a:cubicBezTo>
                  <a:pt x="4147652" y="74533"/>
                  <a:pt x="4146840" y="77675"/>
                  <a:pt x="4146623" y="80954"/>
                </a:cubicBezTo>
                <a:lnTo>
                  <a:pt x="4198474" y="80954"/>
                </a:lnTo>
                <a:moveTo>
                  <a:pt x="4209689" y="84471"/>
                </a:moveTo>
                <a:cubicBezTo>
                  <a:pt x="4209689" y="85231"/>
                  <a:pt x="4209689" y="86046"/>
                  <a:pt x="4209689" y="86916"/>
                </a:cubicBezTo>
                <a:cubicBezTo>
                  <a:pt x="4209689" y="87784"/>
                  <a:pt x="4209635" y="88707"/>
                  <a:pt x="4209526" y="89684"/>
                </a:cubicBezTo>
                <a:lnTo>
                  <a:pt x="4146459" y="89684"/>
                </a:lnTo>
                <a:cubicBezTo>
                  <a:pt x="4146568" y="93475"/>
                  <a:pt x="4147326" y="97050"/>
                  <a:pt x="4148734" y="100408"/>
                </a:cubicBezTo>
                <a:cubicBezTo>
                  <a:pt x="4150142" y="103765"/>
                  <a:pt x="4152093" y="106689"/>
                  <a:pt x="4154584" y="109181"/>
                </a:cubicBezTo>
                <a:cubicBezTo>
                  <a:pt x="4157078" y="111671"/>
                  <a:pt x="4160004" y="113648"/>
                  <a:pt x="4163362" y="115111"/>
                </a:cubicBezTo>
                <a:cubicBezTo>
                  <a:pt x="4166722" y="116573"/>
                  <a:pt x="4170353" y="117304"/>
                  <a:pt x="4174255" y="117304"/>
                </a:cubicBezTo>
                <a:cubicBezTo>
                  <a:pt x="4179997" y="117304"/>
                  <a:pt x="4184954" y="115977"/>
                  <a:pt x="4189126" y="113323"/>
                </a:cubicBezTo>
                <a:cubicBezTo>
                  <a:pt x="4193298" y="110667"/>
                  <a:pt x="4196468" y="107606"/>
                  <a:pt x="4198635" y="104139"/>
                </a:cubicBezTo>
                <a:lnTo>
                  <a:pt x="4206924" y="110639"/>
                </a:lnTo>
                <a:cubicBezTo>
                  <a:pt x="4202374" y="116374"/>
                  <a:pt x="4197362" y="120479"/>
                  <a:pt x="4191889" y="122956"/>
                </a:cubicBezTo>
                <a:cubicBezTo>
                  <a:pt x="4186418" y="125431"/>
                  <a:pt x="4180540" y="126669"/>
                  <a:pt x="4174255" y="126669"/>
                </a:cubicBezTo>
                <a:cubicBezTo>
                  <a:pt x="4168620" y="126669"/>
                  <a:pt x="4163391" y="125666"/>
                  <a:pt x="4158568" y="123660"/>
                </a:cubicBezTo>
                <a:cubicBezTo>
                  <a:pt x="4153746" y="121655"/>
                  <a:pt x="4149602" y="118864"/>
                  <a:pt x="4146134" y="115287"/>
                </a:cubicBezTo>
                <a:cubicBezTo>
                  <a:pt x="4142667" y="111709"/>
                  <a:pt x="4139930" y="107481"/>
                  <a:pt x="4137925" y="102603"/>
                </a:cubicBezTo>
                <a:cubicBezTo>
                  <a:pt x="4135921" y="97726"/>
                  <a:pt x="4134919" y="92414"/>
                  <a:pt x="4134919" y="86668"/>
                </a:cubicBezTo>
                <a:cubicBezTo>
                  <a:pt x="4134919" y="80922"/>
                  <a:pt x="4135894" y="75611"/>
                  <a:pt x="4137843" y="70733"/>
                </a:cubicBezTo>
                <a:cubicBezTo>
                  <a:pt x="4139794" y="65855"/>
                  <a:pt x="4142503" y="61628"/>
                  <a:pt x="4145971" y="58052"/>
                </a:cubicBezTo>
                <a:cubicBezTo>
                  <a:pt x="4149440" y="54473"/>
                  <a:pt x="4153504" y="51682"/>
                  <a:pt x="4158163" y="49676"/>
                </a:cubicBezTo>
                <a:cubicBezTo>
                  <a:pt x="4162823" y="47670"/>
                  <a:pt x="4167862" y="46667"/>
                  <a:pt x="4173280" y="46667"/>
                </a:cubicBezTo>
                <a:cubicBezTo>
                  <a:pt x="4179239" y="46667"/>
                  <a:pt x="4184494" y="47673"/>
                  <a:pt x="4189044" y="49683"/>
                </a:cubicBezTo>
                <a:cubicBezTo>
                  <a:pt x="4193596" y="51692"/>
                  <a:pt x="4197389" y="54408"/>
                  <a:pt x="4200423" y="57831"/>
                </a:cubicBezTo>
                <a:cubicBezTo>
                  <a:pt x="4203458" y="61252"/>
                  <a:pt x="4205760" y="65243"/>
                  <a:pt x="4207331" y="69805"/>
                </a:cubicBezTo>
                <a:cubicBezTo>
                  <a:pt x="4208903" y="74367"/>
                  <a:pt x="4209689" y="79256"/>
                  <a:pt x="4209689" y="84471"/>
                </a:cubicBezTo>
                <a:close/>
                <a:moveTo>
                  <a:pt x="4248699" y="116907"/>
                </a:moveTo>
                <a:cubicBezTo>
                  <a:pt x="4248699" y="119190"/>
                  <a:pt x="4247886" y="121230"/>
                  <a:pt x="4246261" y="123025"/>
                </a:cubicBezTo>
                <a:cubicBezTo>
                  <a:pt x="4244635" y="124819"/>
                  <a:pt x="4242522" y="125716"/>
                  <a:pt x="4239921" y="125716"/>
                </a:cubicBezTo>
                <a:cubicBezTo>
                  <a:pt x="4237320" y="125716"/>
                  <a:pt x="4235207" y="124819"/>
                  <a:pt x="4233582" y="123025"/>
                </a:cubicBezTo>
                <a:cubicBezTo>
                  <a:pt x="4231956" y="121230"/>
                  <a:pt x="4231144" y="119190"/>
                  <a:pt x="4231144" y="116907"/>
                </a:cubicBezTo>
                <a:cubicBezTo>
                  <a:pt x="4231144" y="114623"/>
                  <a:pt x="4231956" y="112585"/>
                  <a:pt x="4233582" y="110791"/>
                </a:cubicBezTo>
                <a:cubicBezTo>
                  <a:pt x="4235207" y="108995"/>
                  <a:pt x="4237320" y="108097"/>
                  <a:pt x="4239921" y="108097"/>
                </a:cubicBezTo>
                <a:cubicBezTo>
                  <a:pt x="4242522" y="108097"/>
                  <a:pt x="4244635" y="108995"/>
                  <a:pt x="4246261" y="110791"/>
                </a:cubicBezTo>
                <a:cubicBezTo>
                  <a:pt x="4247886" y="112585"/>
                  <a:pt x="4248699" y="114623"/>
                  <a:pt x="4248699" y="1169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6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6237433227497a"/>
          <a:stretch xmlns:a="http://schemas.openxmlformats.org/drawingml/2006/main"/>
        </p:blipFill>
        <p:spPr>
          <a:xfrm xmlns:a="http://schemas.openxmlformats.org/drawingml/2006/main">
            <a:off x="6222913" y="2108219"/>
            <a:ext cx="334563" cy="334563"/>
          </a:xfrm>
          <a:prstGeom xmlns:a="http://schemas.openxmlformats.org/drawingml/2006/main" prst="rect">
            <a:avLst/>
          </a:prstGeom>
        </p:spPr>
      </p:pic>
      <p:sp>
        <p:nvSpPr>
          <p:cNvPr id="845" name="Text Overlappingte">
            <a:extLst xmlns:a="http://schemas.openxmlformats.org/drawingml/2006/main">
              <a:ext uri="{FF2B5EF4-FFF2-40B4-BE49-F238E27FC236}">
                <a16:creationId xmlns:a16="http://schemas.microsoft.com/office/drawing/2014/main" id="{DE7C8321-A07C-43E8-9A34-D723576B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9307" y="340711"/>
            <a:ext cx="1169817" cy="161930"/>
          </a:xfrm>
          <a:custGeom xmlns:a="http://schemas.openxmlformats.org/drawingml/2006/main">
            <a:pathLst>
              <a:path w="1169817" h="161930">
                <a:moveTo>
                  <a:pt x="68106" y="4943"/>
                </a:moveTo>
                <a:cubicBezTo>
                  <a:pt x="76775" y="4943"/>
                  <a:pt x="84550" y="6134"/>
                  <a:pt x="91430" y="8515"/>
                </a:cubicBezTo>
                <a:cubicBezTo>
                  <a:pt x="98312" y="10896"/>
                  <a:pt x="104136" y="14305"/>
                  <a:pt x="108903" y="18743"/>
                </a:cubicBezTo>
                <a:cubicBezTo>
                  <a:pt x="113672" y="23181"/>
                  <a:pt x="117329" y="28539"/>
                  <a:pt x="119876" y="34817"/>
                </a:cubicBezTo>
                <a:cubicBezTo>
                  <a:pt x="122422" y="41095"/>
                  <a:pt x="123695" y="48077"/>
                  <a:pt x="123695" y="55762"/>
                </a:cubicBezTo>
                <a:cubicBezTo>
                  <a:pt x="123695" y="65503"/>
                  <a:pt x="122042" y="74622"/>
                  <a:pt x="118737" y="83119"/>
                </a:cubicBezTo>
                <a:cubicBezTo>
                  <a:pt x="115432" y="91616"/>
                  <a:pt x="110799" y="99031"/>
                  <a:pt x="104838" y="105364"/>
                </a:cubicBezTo>
                <a:cubicBezTo>
                  <a:pt x="98879" y="111695"/>
                  <a:pt x="91754" y="116674"/>
                  <a:pt x="83464" y="120300"/>
                </a:cubicBezTo>
                <a:cubicBezTo>
                  <a:pt x="75175" y="123926"/>
                  <a:pt x="66046" y="125739"/>
                  <a:pt x="56077" y="125739"/>
                </a:cubicBezTo>
                <a:cubicBezTo>
                  <a:pt x="47301" y="125739"/>
                  <a:pt x="39444" y="124548"/>
                  <a:pt x="32508" y="122167"/>
                </a:cubicBezTo>
                <a:cubicBezTo>
                  <a:pt x="25573" y="119786"/>
                  <a:pt x="19694" y="116377"/>
                  <a:pt x="14871" y="111939"/>
                </a:cubicBezTo>
                <a:cubicBezTo>
                  <a:pt x="10050" y="107501"/>
                  <a:pt x="6366" y="102143"/>
                  <a:pt x="3820" y="95865"/>
                </a:cubicBezTo>
                <a:cubicBezTo>
                  <a:pt x="1273" y="89587"/>
                  <a:pt x="0" y="82605"/>
                  <a:pt x="0" y="74919"/>
                </a:cubicBezTo>
                <a:cubicBezTo>
                  <a:pt x="0" y="65179"/>
                  <a:pt x="1679" y="56060"/>
                  <a:pt x="5037" y="47563"/>
                </a:cubicBezTo>
                <a:cubicBezTo>
                  <a:pt x="8397" y="39066"/>
                  <a:pt x="13111" y="31652"/>
                  <a:pt x="19179" y="25320"/>
                </a:cubicBezTo>
                <a:cubicBezTo>
                  <a:pt x="25248" y="18988"/>
                  <a:pt x="32426" y="14008"/>
                  <a:pt x="40715" y="10382"/>
                </a:cubicBezTo>
                <a:cubicBezTo>
                  <a:pt x="49005" y="6756"/>
                  <a:pt x="58136" y="4943"/>
                  <a:pt x="68106" y="4943"/>
                </a:cubicBezTo>
                <a:moveTo>
                  <a:pt x="57541" y="101294"/>
                </a:moveTo>
                <a:cubicBezTo>
                  <a:pt x="63500" y="101294"/>
                  <a:pt x="68836" y="100079"/>
                  <a:pt x="73550" y="97650"/>
                </a:cubicBezTo>
                <a:cubicBezTo>
                  <a:pt x="78264" y="95222"/>
                  <a:pt x="82247" y="91983"/>
                  <a:pt x="85498" y="87936"/>
                </a:cubicBezTo>
                <a:cubicBezTo>
                  <a:pt x="88748" y="83886"/>
                  <a:pt x="91240" y="79244"/>
                  <a:pt x="92973" y="74009"/>
                </a:cubicBezTo>
                <a:cubicBezTo>
                  <a:pt x="94707" y="68773"/>
                  <a:pt x="95575" y="63401"/>
                  <a:pt x="95575" y="57895"/>
                </a:cubicBezTo>
                <a:cubicBezTo>
                  <a:pt x="95575" y="53901"/>
                  <a:pt x="94924" y="50149"/>
                  <a:pt x="93623" y="46640"/>
                </a:cubicBezTo>
                <a:cubicBezTo>
                  <a:pt x="92323" y="43132"/>
                  <a:pt x="90454" y="40082"/>
                  <a:pt x="88015" y="37491"/>
                </a:cubicBezTo>
                <a:cubicBezTo>
                  <a:pt x="85578" y="34900"/>
                  <a:pt x="82517" y="32849"/>
                  <a:pt x="78833" y="31337"/>
                </a:cubicBezTo>
                <a:cubicBezTo>
                  <a:pt x="75149" y="29826"/>
                  <a:pt x="70978" y="29070"/>
                  <a:pt x="66318" y="29070"/>
                </a:cubicBezTo>
                <a:cubicBezTo>
                  <a:pt x="60466" y="29070"/>
                  <a:pt x="55184" y="30312"/>
                  <a:pt x="50470" y="32796"/>
                </a:cubicBezTo>
                <a:cubicBezTo>
                  <a:pt x="45756" y="35278"/>
                  <a:pt x="41746" y="38543"/>
                  <a:pt x="38441" y="42592"/>
                </a:cubicBezTo>
                <a:cubicBezTo>
                  <a:pt x="35137" y="46640"/>
                  <a:pt x="32591" y="51255"/>
                  <a:pt x="30802" y="56437"/>
                </a:cubicBezTo>
                <a:cubicBezTo>
                  <a:pt x="29014" y="61619"/>
                  <a:pt x="28121" y="66963"/>
                  <a:pt x="28121" y="72469"/>
                </a:cubicBezTo>
                <a:cubicBezTo>
                  <a:pt x="28121" y="76464"/>
                  <a:pt x="28770" y="80216"/>
                  <a:pt x="30070" y="83724"/>
                </a:cubicBezTo>
                <a:cubicBezTo>
                  <a:pt x="31371" y="87233"/>
                  <a:pt x="33268" y="90283"/>
                  <a:pt x="35760" y="92874"/>
                </a:cubicBezTo>
                <a:cubicBezTo>
                  <a:pt x="38251" y="95465"/>
                  <a:pt x="41312" y="97516"/>
                  <a:pt x="44941" y="99027"/>
                </a:cubicBezTo>
                <a:cubicBezTo>
                  <a:pt x="48572" y="100538"/>
                  <a:pt x="52772" y="101294"/>
                  <a:pt x="57541" y="101294"/>
                </a:cubicBezTo>
                <a:close/>
                <a:moveTo>
                  <a:pt x="176033" y="122882"/>
                </a:moveTo>
                <a:lnTo>
                  <a:pt x="147752" y="122882"/>
                </a:lnTo>
                <a:lnTo>
                  <a:pt x="132796" y="41935"/>
                </a:lnTo>
                <a:lnTo>
                  <a:pt x="160267" y="41935"/>
                </a:lnTo>
                <a:lnTo>
                  <a:pt x="166931" y="95086"/>
                </a:lnTo>
                <a:lnTo>
                  <a:pt x="167420" y="95086"/>
                </a:lnTo>
                <a:lnTo>
                  <a:pt x="195538" y="41935"/>
                </a:lnTo>
                <a:lnTo>
                  <a:pt x="223822" y="41935"/>
                </a:lnTo>
                <a:lnTo>
                  <a:pt x="176033" y="122882"/>
                </a:lnTo>
                <a:close/>
                <a:moveTo>
                  <a:pt x="246089" y="89389"/>
                </a:moveTo>
                <a:cubicBezTo>
                  <a:pt x="245982" y="89820"/>
                  <a:pt x="245928" y="90307"/>
                  <a:pt x="245928" y="90847"/>
                </a:cubicBezTo>
                <a:cubicBezTo>
                  <a:pt x="245928" y="93114"/>
                  <a:pt x="246442" y="95139"/>
                  <a:pt x="247471" y="96921"/>
                </a:cubicBezTo>
                <a:cubicBezTo>
                  <a:pt x="248501" y="98702"/>
                  <a:pt x="249856" y="100213"/>
                  <a:pt x="251536" y="101455"/>
                </a:cubicBezTo>
                <a:cubicBezTo>
                  <a:pt x="253216" y="102697"/>
                  <a:pt x="255111" y="103642"/>
                  <a:pt x="257223" y="104290"/>
                </a:cubicBezTo>
                <a:cubicBezTo>
                  <a:pt x="259336" y="104938"/>
                  <a:pt x="261531" y="105262"/>
                  <a:pt x="263808" y="105262"/>
                </a:cubicBezTo>
                <a:cubicBezTo>
                  <a:pt x="267925" y="105262"/>
                  <a:pt x="271554" y="104504"/>
                  <a:pt x="274696" y="102988"/>
                </a:cubicBezTo>
                <a:cubicBezTo>
                  <a:pt x="277839" y="101470"/>
                  <a:pt x="280657" y="99411"/>
                  <a:pt x="283148" y="96810"/>
                </a:cubicBezTo>
                <a:lnTo>
                  <a:pt x="299565" y="109652"/>
                </a:lnTo>
                <a:cubicBezTo>
                  <a:pt x="294365" y="115181"/>
                  <a:pt x="288568" y="119165"/>
                  <a:pt x="282174" y="121604"/>
                </a:cubicBezTo>
                <a:cubicBezTo>
                  <a:pt x="275780" y="124043"/>
                  <a:pt x="268899" y="125263"/>
                  <a:pt x="261531" y="125263"/>
                </a:cubicBezTo>
                <a:cubicBezTo>
                  <a:pt x="255896" y="125263"/>
                  <a:pt x="250668" y="124478"/>
                  <a:pt x="245846" y="122909"/>
                </a:cubicBezTo>
                <a:cubicBezTo>
                  <a:pt x="241025" y="121340"/>
                  <a:pt x="236826" y="119013"/>
                  <a:pt x="233249" y="115930"/>
                </a:cubicBezTo>
                <a:cubicBezTo>
                  <a:pt x="229673" y="112844"/>
                  <a:pt x="226855" y="109029"/>
                  <a:pt x="224797" y="104483"/>
                </a:cubicBezTo>
                <a:cubicBezTo>
                  <a:pt x="222738" y="99938"/>
                  <a:pt x="221709" y="94743"/>
                  <a:pt x="221709" y="88898"/>
                </a:cubicBezTo>
                <a:cubicBezTo>
                  <a:pt x="221709" y="81971"/>
                  <a:pt x="222927" y="75506"/>
                  <a:pt x="225365" y="69500"/>
                </a:cubicBezTo>
                <a:cubicBezTo>
                  <a:pt x="227803" y="63493"/>
                  <a:pt x="231163" y="58271"/>
                  <a:pt x="235442" y="53833"/>
                </a:cubicBezTo>
                <a:cubicBezTo>
                  <a:pt x="239723" y="49395"/>
                  <a:pt x="244842" y="45904"/>
                  <a:pt x="250802" y="43361"/>
                </a:cubicBezTo>
                <a:cubicBezTo>
                  <a:pt x="256762" y="40818"/>
                  <a:pt x="263318" y="39547"/>
                  <a:pt x="270470" y="39547"/>
                </a:cubicBezTo>
                <a:cubicBezTo>
                  <a:pt x="275781" y="39547"/>
                  <a:pt x="280630" y="40305"/>
                  <a:pt x="285018" y="41821"/>
                </a:cubicBezTo>
                <a:cubicBezTo>
                  <a:pt x="289407" y="43336"/>
                  <a:pt x="293172" y="45527"/>
                  <a:pt x="296313" y="48396"/>
                </a:cubicBezTo>
                <a:cubicBezTo>
                  <a:pt x="299457" y="51263"/>
                  <a:pt x="301895" y="54807"/>
                  <a:pt x="303627" y="59029"/>
                </a:cubicBezTo>
                <a:cubicBezTo>
                  <a:pt x="305362" y="63250"/>
                  <a:pt x="306229" y="68120"/>
                  <a:pt x="306229" y="73640"/>
                </a:cubicBezTo>
                <a:cubicBezTo>
                  <a:pt x="306229" y="75589"/>
                  <a:pt x="306039" y="78052"/>
                  <a:pt x="305659" y="81028"/>
                </a:cubicBezTo>
                <a:cubicBezTo>
                  <a:pt x="305280" y="84004"/>
                  <a:pt x="304766" y="86791"/>
                  <a:pt x="304116" y="89389"/>
                </a:cubicBezTo>
                <a:lnTo>
                  <a:pt x="246089" y="89389"/>
                </a:lnTo>
                <a:moveTo>
                  <a:pt x="282987" y="73516"/>
                </a:moveTo>
                <a:cubicBezTo>
                  <a:pt x="283095" y="72975"/>
                  <a:pt x="283148" y="72435"/>
                  <a:pt x="283148" y="71896"/>
                </a:cubicBezTo>
                <a:cubicBezTo>
                  <a:pt x="283148" y="71355"/>
                  <a:pt x="283148" y="70816"/>
                  <a:pt x="283148" y="70277"/>
                </a:cubicBezTo>
                <a:cubicBezTo>
                  <a:pt x="283148" y="66712"/>
                  <a:pt x="281875" y="63741"/>
                  <a:pt x="279329" y="61365"/>
                </a:cubicBezTo>
                <a:cubicBezTo>
                  <a:pt x="276783" y="58989"/>
                  <a:pt x="273126" y="57801"/>
                  <a:pt x="268359" y="57801"/>
                </a:cubicBezTo>
                <a:cubicBezTo>
                  <a:pt x="265432" y="57801"/>
                  <a:pt x="262804" y="58314"/>
                  <a:pt x="260474" y="59341"/>
                </a:cubicBezTo>
                <a:cubicBezTo>
                  <a:pt x="258145" y="60366"/>
                  <a:pt x="256113" y="61635"/>
                  <a:pt x="254378" y="63148"/>
                </a:cubicBezTo>
                <a:cubicBezTo>
                  <a:pt x="252645" y="64660"/>
                  <a:pt x="251236" y="66334"/>
                  <a:pt x="250152" y="68171"/>
                </a:cubicBezTo>
                <a:cubicBezTo>
                  <a:pt x="249069" y="70006"/>
                  <a:pt x="248311" y="71788"/>
                  <a:pt x="247877" y="73516"/>
                </a:cubicBezTo>
                <a:lnTo>
                  <a:pt x="282987" y="73516"/>
                </a:lnTo>
                <a:close/>
                <a:moveTo>
                  <a:pt x="352717" y="53786"/>
                </a:moveTo>
                <a:cubicBezTo>
                  <a:pt x="355318" y="49670"/>
                  <a:pt x="358433" y="46313"/>
                  <a:pt x="362063" y="43714"/>
                </a:cubicBezTo>
                <a:cubicBezTo>
                  <a:pt x="365694" y="41114"/>
                  <a:pt x="370055" y="39815"/>
                  <a:pt x="375148" y="39815"/>
                </a:cubicBezTo>
                <a:cubicBezTo>
                  <a:pt x="376124" y="39815"/>
                  <a:pt x="377126" y="39869"/>
                  <a:pt x="378154" y="39978"/>
                </a:cubicBezTo>
                <a:cubicBezTo>
                  <a:pt x="379184" y="40086"/>
                  <a:pt x="380024" y="40248"/>
                  <a:pt x="380674" y="40464"/>
                </a:cubicBezTo>
                <a:lnTo>
                  <a:pt x="376448" y="63533"/>
                </a:lnTo>
                <a:cubicBezTo>
                  <a:pt x="375256" y="63209"/>
                  <a:pt x="374118" y="62993"/>
                  <a:pt x="373035" y="62886"/>
                </a:cubicBezTo>
                <a:cubicBezTo>
                  <a:pt x="371952" y="62776"/>
                  <a:pt x="370923" y="62722"/>
                  <a:pt x="369947" y="62722"/>
                </a:cubicBezTo>
                <a:cubicBezTo>
                  <a:pt x="366154" y="62722"/>
                  <a:pt x="362957" y="63372"/>
                  <a:pt x="360356" y="64674"/>
                </a:cubicBezTo>
                <a:cubicBezTo>
                  <a:pt x="357755" y="65973"/>
                  <a:pt x="355615" y="67572"/>
                  <a:pt x="353935" y="69470"/>
                </a:cubicBezTo>
                <a:cubicBezTo>
                  <a:pt x="352257" y="71367"/>
                  <a:pt x="351011" y="73399"/>
                  <a:pt x="350197" y="75567"/>
                </a:cubicBezTo>
                <a:cubicBezTo>
                  <a:pt x="349385" y="77734"/>
                  <a:pt x="348817" y="79631"/>
                  <a:pt x="348491" y="81256"/>
                </a:cubicBezTo>
                <a:lnTo>
                  <a:pt x="341177" y="122882"/>
                </a:lnTo>
                <a:lnTo>
                  <a:pt x="315169" y="122882"/>
                </a:lnTo>
                <a:lnTo>
                  <a:pt x="326710" y="58672"/>
                </a:lnTo>
                <a:cubicBezTo>
                  <a:pt x="327143" y="56613"/>
                  <a:pt x="327603" y="53958"/>
                  <a:pt x="328091" y="50708"/>
                </a:cubicBezTo>
                <a:cubicBezTo>
                  <a:pt x="328579" y="47455"/>
                  <a:pt x="328931" y="44529"/>
                  <a:pt x="329148" y="41928"/>
                </a:cubicBezTo>
                <a:lnTo>
                  <a:pt x="353856" y="41928"/>
                </a:lnTo>
                <a:cubicBezTo>
                  <a:pt x="353856" y="42468"/>
                  <a:pt x="353801" y="43254"/>
                  <a:pt x="353692" y="44284"/>
                </a:cubicBezTo>
                <a:cubicBezTo>
                  <a:pt x="353584" y="45312"/>
                  <a:pt x="353449" y="46395"/>
                  <a:pt x="353285" y="47533"/>
                </a:cubicBezTo>
                <a:cubicBezTo>
                  <a:pt x="353123" y="48669"/>
                  <a:pt x="352961" y="49806"/>
                  <a:pt x="352799" y="50943"/>
                </a:cubicBezTo>
                <a:cubicBezTo>
                  <a:pt x="352637" y="52081"/>
                  <a:pt x="352501" y="53028"/>
                  <a:pt x="352392" y="53786"/>
                </a:cubicBezTo>
                <a:lnTo>
                  <a:pt x="352717" y="53786"/>
                </a:lnTo>
                <a:close/>
                <a:moveTo>
                  <a:pt x="377097" y="122882"/>
                </a:moveTo>
                <a:lnTo>
                  <a:pt x="398715" y="0"/>
                </a:lnTo>
                <a:lnTo>
                  <a:pt x="425211" y="0"/>
                </a:lnTo>
                <a:lnTo>
                  <a:pt x="403430" y="122882"/>
                </a:lnTo>
                <a:lnTo>
                  <a:pt x="377097" y="122882"/>
                </a:lnTo>
                <a:close/>
                <a:moveTo>
                  <a:pt x="505183" y="65701"/>
                </a:moveTo>
                <a:cubicBezTo>
                  <a:pt x="505183" y="67217"/>
                  <a:pt x="505101" y="68841"/>
                  <a:pt x="504937" y="70574"/>
                </a:cubicBezTo>
                <a:cubicBezTo>
                  <a:pt x="504775" y="72307"/>
                  <a:pt x="504532" y="73985"/>
                  <a:pt x="504208" y="75609"/>
                </a:cubicBezTo>
                <a:lnTo>
                  <a:pt x="498680" y="107125"/>
                </a:lnTo>
                <a:cubicBezTo>
                  <a:pt x="498139" y="109941"/>
                  <a:pt x="497733" y="112811"/>
                  <a:pt x="497462" y="115736"/>
                </a:cubicBezTo>
                <a:cubicBezTo>
                  <a:pt x="497191" y="118659"/>
                  <a:pt x="497055" y="121041"/>
                  <a:pt x="497055" y="122882"/>
                </a:cubicBezTo>
                <a:lnTo>
                  <a:pt x="473975" y="122882"/>
                </a:lnTo>
                <a:cubicBezTo>
                  <a:pt x="473975" y="121678"/>
                  <a:pt x="474028" y="120282"/>
                  <a:pt x="474136" y="118695"/>
                </a:cubicBezTo>
                <a:cubicBezTo>
                  <a:pt x="474245" y="117108"/>
                  <a:pt x="474408" y="115602"/>
                  <a:pt x="474624" y="114179"/>
                </a:cubicBezTo>
                <a:lnTo>
                  <a:pt x="474300" y="114179"/>
                </a:lnTo>
                <a:cubicBezTo>
                  <a:pt x="468340" y="121250"/>
                  <a:pt x="460105" y="124786"/>
                  <a:pt x="449594" y="124786"/>
                </a:cubicBezTo>
                <a:cubicBezTo>
                  <a:pt x="446777" y="124786"/>
                  <a:pt x="443877" y="124435"/>
                  <a:pt x="440896" y="123732"/>
                </a:cubicBezTo>
                <a:cubicBezTo>
                  <a:pt x="437917" y="123030"/>
                  <a:pt x="435207" y="121841"/>
                  <a:pt x="432769" y="120166"/>
                </a:cubicBezTo>
                <a:cubicBezTo>
                  <a:pt x="430331" y="118491"/>
                  <a:pt x="428354" y="116275"/>
                  <a:pt x="426836" y="113519"/>
                </a:cubicBezTo>
                <a:cubicBezTo>
                  <a:pt x="425320" y="110761"/>
                  <a:pt x="424562" y="107383"/>
                  <a:pt x="424562" y="103385"/>
                </a:cubicBezTo>
                <a:cubicBezTo>
                  <a:pt x="424562" y="96898"/>
                  <a:pt x="426187" y="91601"/>
                  <a:pt x="429438" y="87494"/>
                </a:cubicBezTo>
                <a:cubicBezTo>
                  <a:pt x="432688" y="83387"/>
                  <a:pt x="436941" y="80198"/>
                  <a:pt x="442196" y="77928"/>
                </a:cubicBezTo>
                <a:cubicBezTo>
                  <a:pt x="447452" y="75658"/>
                  <a:pt x="453412" y="74090"/>
                  <a:pt x="460076" y="73225"/>
                </a:cubicBezTo>
                <a:cubicBezTo>
                  <a:pt x="466741" y="72361"/>
                  <a:pt x="473432" y="71928"/>
                  <a:pt x="480150" y="71928"/>
                </a:cubicBezTo>
                <a:cubicBezTo>
                  <a:pt x="480367" y="70951"/>
                  <a:pt x="480475" y="70191"/>
                  <a:pt x="480475" y="69649"/>
                </a:cubicBezTo>
                <a:cubicBezTo>
                  <a:pt x="480475" y="69107"/>
                  <a:pt x="480475" y="68619"/>
                  <a:pt x="480475" y="68186"/>
                </a:cubicBezTo>
                <a:cubicBezTo>
                  <a:pt x="480475" y="65039"/>
                  <a:pt x="479364" y="62733"/>
                  <a:pt x="477142" y="61268"/>
                </a:cubicBezTo>
                <a:cubicBezTo>
                  <a:pt x="474921" y="59803"/>
                  <a:pt x="471806" y="59071"/>
                  <a:pt x="467796" y="59071"/>
                </a:cubicBezTo>
                <a:cubicBezTo>
                  <a:pt x="464113" y="59071"/>
                  <a:pt x="460401" y="59775"/>
                  <a:pt x="456663" y="61184"/>
                </a:cubicBezTo>
                <a:cubicBezTo>
                  <a:pt x="452924" y="62593"/>
                  <a:pt x="449538" y="64436"/>
                  <a:pt x="446504" y="66712"/>
                </a:cubicBezTo>
                <a:lnTo>
                  <a:pt x="435777" y="51749"/>
                </a:lnTo>
                <a:cubicBezTo>
                  <a:pt x="440653" y="47844"/>
                  <a:pt x="446261" y="44834"/>
                  <a:pt x="452600" y="42719"/>
                </a:cubicBezTo>
                <a:cubicBezTo>
                  <a:pt x="458940" y="40604"/>
                  <a:pt x="465197" y="39547"/>
                  <a:pt x="471373" y="39547"/>
                </a:cubicBezTo>
                <a:cubicBezTo>
                  <a:pt x="476249" y="39547"/>
                  <a:pt x="480746" y="40061"/>
                  <a:pt x="484863" y="41089"/>
                </a:cubicBezTo>
                <a:cubicBezTo>
                  <a:pt x="488982" y="42118"/>
                  <a:pt x="492531" y="43715"/>
                  <a:pt x="495510" y="45881"/>
                </a:cubicBezTo>
                <a:cubicBezTo>
                  <a:pt x="498491" y="48047"/>
                  <a:pt x="500848" y="50755"/>
                  <a:pt x="502581" y="54004"/>
                </a:cubicBezTo>
                <a:cubicBezTo>
                  <a:pt x="504316" y="57253"/>
                  <a:pt x="505183" y="61152"/>
                  <a:pt x="505183" y="65701"/>
                </a:cubicBezTo>
                <a:moveTo>
                  <a:pt x="476413" y="87484"/>
                </a:moveTo>
                <a:cubicBezTo>
                  <a:pt x="473162" y="87484"/>
                  <a:pt x="469857" y="87619"/>
                  <a:pt x="466497" y="87888"/>
                </a:cubicBezTo>
                <a:cubicBezTo>
                  <a:pt x="463137" y="88156"/>
                  <a:pt x="460129" y="88721"/>
                  <a:pt x="457474" y="89582"/>
                </a:cubicBezTo>
                <a:cubicBezTo>
                  <a:pt x="454820" y="90442"/>
                  <a:pt x="452626" y="91625"/>
                  <a:pt x="450891" y="93132"/>
                </a:cubicBezTo>
                <a:cubicBezTo>
                  <a:pt x="449159" y="94636"/>
                  <a:pt x="448292" y="96625"/>
                  <a:pt x="448292" y="99099"/>
                </a:cubicBezTo>
                <a:cubicBezTo>
                  <a:pt x="448292" y="102325"/>
                  <a:pt x="449402" y="104502"/>
                  <a:pt x="451623" y="105632"/>
                </a:cubicBezTo>
                <a:cubicBezTo>
                  <a:pt x="453845" y="106761"/>
                  <a:pt x="456311" y="107326"/>
                  <a:pt x="459019" y="107326"/>
                </a:cubicBezTo>
                <a:cubicBezTo>
                  <a:pt x="464004" y="107326"/>
                  <a:pt x="468176" y="105794"/>
                  <a:pt x="471534" y="102730"/>
                </a:cubicBezTo>
                <a:cubicBezTo>
                  <a:pt x="474894" y="99664"/>
                  <a:pt x="477008" y="95873"/>
                  <a:pt x="477876" y="91356"/>
                </a:cubicBezTo>
                <a:lnTo>
                  <a:pt x="478687" y="87484"/>
                </a:lnTo>
                <a:lnTo>
                  <a:pt x="476413" y="87484"/>
                </a:lnTo>
                <a:close/>
                <a:moveTo>
                  <a:pt x="534766" y="161851"/>
                </a:moveTo>
                <a:lnTo>
                  <a:pt x="508759" y="161851"/>
                </a:lnTo>
                <a:lnTo>
                  <a:pt x="529887" y="41965"/>
                </a:lnTo>
                <a:lnTo>
                  <a:pt x="554595" y="41965"/>
                </a:lnTo>
                <a:lnTo>
                  <a:pt x="552643" y="53180"/>
                </a:lnTo>
                <a:lnTo>
                  <a:pt x="553132" y="53180"/>
                </a:lnTo>
                <a:cubicBezTo>
                  <a:pt x="556166" y="49065"/>
                  <a:pt x="559986" y="45843"/>
                  <a:pt x="564590" y="43515"/>
                </a:cubicBezTo>
                <a:cubicBezTo>
                  <a:pt x="569197" y="41187"/>
                  <a:pt x="574209" y="40023"/>
                  <a:pt x="579625" y="40023"/>
                </a:cubicBezTo>
                <a:cubicBezTo>
                  <a:pt x="584936" y="40023"/>
                  <a:pt x="589705" y="40889"/>
                  <a:pt x="593931" y="42622"/>
                </a:cubicBezTo>
                <a:cubicBezTo>
                  <a:pt x="598158" y="44353"/>
                  <a:pt x="601733" y="46762"/>
                  <a:pt x="604658" y="49847"/>
                </a:cubicBezTo>
                <a:cubicBezTo>
                  <a:pt x="607583" y="52931"/>
                  <a:pt x="609804" y="56611"/>
                  <a:pt x="611320" y="60886"/>
                </a:cubicBezTo>
                <a:cubicBezTo>
                  <a:pt x="612838" y="65162"/>
                  <a:pt x="613597" y="69790"/>
                  <a:pt x="613597" y="74771"/>
                </a:cubicBezTo>
                <a:cubicBezTo>
                  <a:pt x="613597" y="81697"/>
                  <a:pt x="612486" y="88218"/>
                  <a:pt x="610266" y="94334"/>
                </a:cubicBezTo>
                <a:cubicBezTo>
                  <a:pt x="608045" y="100451"/>
                  <a:pt x="604930" y="105782"/>
                  <a:pt x="600920" y="110329"/>
                </a:cubicBezTo>
                <a:cubicBezTo>
                  <a:pt x="596911" y="114875"/>
                  <a:pt x="592169" y="118473"/>
                  <a:pt x="586696" y="121126"/>
                </a:cubicBezTo>
                <a:cubicBezTo>
                  <a:pt x="581225" y="123778"/>
                  <a:pt x="575239" y="125104"/>
                  <a:pt x="568737" y="125104"/>
                </a:cubicBezTo>
                <a:cubicBezTo>
                  <a:pt x="562777" y="125104"/>
                  <a:pt x="557629" y="123994"/>
                  <a:pt x="553293" y="121775"/>
                </a:cubicBezTo>
                <a:cubicBezTo>
                  <a:pt x="548959" y="119556"/>
                  <a:pt x="545709" y="116552"/>
                  <a:pt x="543541" y="112762"/>
                </a:cubicBezTo>
                <a:lnTo>
                  <a:pt x="543216" y="112762"/>
                </a:lnTo>
                <a:lnTo>
                  <a:pt x="534766" y="161851"/>
                </a:lnTo>
                <a:moveTo>
                  <a:pt x="587592" y="78183"/>
                </a:moveTo>
                <a:cubicBezTo>
                  <a:pt x="587592" y="73312"/>
                  <a:pt x="586183" y="69227"/>
                  <a:pt x="583366" y="65926"/>
                </a:cubicBezTo>
                <a:cubicBezTo>
                  <a:pt x="580548" y="62626"/>
                  <a:pt x="576430" y="60976"/>
                  <a:pt x="571012" y="60976"/>
                </a:cubicBezTo>
                <a:cubicBezTo>
                  <a:pt x="567761" y="60976"/>
                  <a:pt x="564727" y="61679"/>
                  <a:pt x="561909" y="63086"/>
                </a:cubicBezTo>
                <a:cubicBezTo>
                  <a:pt x="559092" y="64494"/>
                  <a:pt x="556654" y="66388"/>
                  <a:pt x="554595" y="68769"/>
                </a:cubicBezTo>
                <a:cubicBezTo>
                  <a:pt x="552537" y="71148"/>
                  <a:pt x="550911" y="73907"/>
                  <a:pt x="549719" y="77045"/>
                </a:cubicBezTo>
                <a:cubicBezTo>
                  <a:pt x="548527" y="80183"/>
                  <a:pt x="547931" y="83484"/>
                  <a:pt x="547931" y="86948"/>
                </a:cubicBezTo>
                <a:cubicBezTo>
                  <a:pt x="547931" y="91927"/>
                  <a:pt x="549448" y="96013"/>
                  <a:pt x="552482" y="99206"/>
                </a:cubicBezTo>
                <a:cubicBezTo>
                  <a:pt x="555516" y="102397"/>
                  <a:pt x="559688" y="103992"/>
                  <a:pt x="564997" y="103992"/>
                </a:cubicBezTo>
                <a:cubicBezTo>
                  <a:pt x="568465" y="103992"/>
                  <a:pt x="571580" y="103316"/>
                  <a:pt x="574343" y="101964"/>
                </a:cubicBezTo>
                <a:cubicBezTo>
                  <a:pt x="577107" y="100611"/>
                  <a:pt x="579464" y="98772"/>
                  <a:pt x="581414" y="96445"/>
                </a:cubicBezTo>
                <a:cubicBezTo>
                  <a:pt x="583365" y="94117"/>
                  <a:pt x="584882" y="91384"/>
                  <a:pt x="585965" y="88246"/>
                </a:cubicBezTo>
                <a:cubicBezTo>
                  <a:pt x="587050" y="85107"/>
                  <a:pt x="587592" y="81753"/>
                  <a:pt x="587592" y="78183"/>
                </a:cubicBezTo>
                <a:close/>
                <a:moveTo>
                  <a:pt x="641556" y="161851"/>
                </a:moveTo>
                <a:lnTo>
                  <a:pt x="615549" y="161851"/>
                </a:lnTo>
                <a:lnTo>
                  <a:pt x="636677" y="41965"/>
                </a:lnTo>
                <a:lnTo>
                  <a:pt x="661385" y="41965"/>
                </a:lnTo>
                <a:lnTo>
                  <a:pt x="659433" y="53180"/>
                </a:lnTo>
                <a:lnTo>
                  <a:pt x="659922" y="53180"/>
                </a:lnTo>
                <a:cubicBezTo>
                  <a:pt x="662956" y="49065"/>
                  <a:pt x="666775" y="45843"/>
                  <a:pt x="671380" y="43515"/>
                </a:cubicBezTo>
                <a:cubicBezTo>
                  <a:pt x="675987" y="41187"/>
                  <a:pt x="680999" y="40023"/>
                  <a:pt x="686415" y="40023"/>
                </a:cubicBezTo>
                <a:cubicBezTo>
                  <a:pt x="691726" y="40023"/>
                  <a:pt x="696495" y="40889"/>
                  <a:pt x="700721" y="42622"/>
                </a:cubicBezTo>
                <a:cubicBezTo>
                  <a:pt x="704947" y="44353"/>
                  <a:pt x="708523" y="46762"/>
                  <a:pt x="711448" y="49847"/>
                </a:cubicBezTo>
                <a:cubicBezTo>
                  <a:pt x="714373" y="52931"/>
                  <a:pt x="716594" y="56611"/>
                  <a:pt x="718110" y="60886"/>
                </a:cubicBezTo>
                <a:cubicBezTo>
                  <a:pt x="719628" y="65162"/>
                  <a:pt x="720387" y="69790"/>
                  <a:pt x="720387" y="74771"/>
                </a:cubicBezTo>
                <a:cubicBezTo>
                  <a:pt x="720387" y="81697"/>
                  <a:pt x="719276" y="88218"/>
                  <a:pt x="717056" y="94334"/>
                </a:cubicBezTo>
                <a:cubicBezTo>
                  <a:pt x="714835" y="100451"/>
                  <a:pt x="711720" y="105782"/>
                  <a:pt x="707710" y="110329"/>
                </a:cubicBezTo>
                <a:cubicBezTo>
                  <a:pt x="703701" y="114875"/>
                  <a:pt x="698959" y="118473"/>
                  <a:pt x="693486" y="121126"/>
                </a:cubicBezTo>
                <a:cubicBezTo>
                  <a:pt x="688015" y="123778"/>
                  <a:pt x="682029" y="125104"/>
                  <a:pt x="675527" y="125104"/>
                </a:cubicBezTo>
                <a:cubicBezTo>
                  <a:pt x="669567" y="125104"/>
                  <a:pt x="664418" y="123994"/>
                  <a:pt x="660083" y="121775"/>
                </a:cubicBezTo>
                <a:cubicBezTo>
                  <a:pt x="655749" y="119556"/>
                  <a:pt x="652499" y="116552"/>
                  <a:pt x="650331" y="112762"/>
                </a:cubicBezTo>
                <a:lnTo>
                  <a:pt x="650006" y="112762"/>
                </a:lnTo>
                <a:lnTo>
                  <a:pt x="641556" y="161851"/>
                </a:lnTo>
                <a:moveTo>
                  <a:pt x="694382" y="78183"/>
                </a:moveTo>
                <a:cubicBezTo>
                  <a:pt x="694382" y="73312"/>
                  <a:pt x="692973" y="69227"/>
                  <a:pt x="690155" y="65926"/>
                </a:cubicBezTo>
                <a:cubicBezTo>
                  <a:pt x="687338" y="62626"/>
                  <a:pt x="683220" y="60976"/>
                  <a:pt x="677802" y="60976"/>
                </a:cubicBezTo>
                <a:cubicBezTo>
                  <a:pt x="674551" y="60976"/>
                  <a:pt x="671517" y="61679"/>
                  <a:pt x="668699" y="63086"/>
                </a:cubicBezTo>
                <a:cubicBezTo>
                  <a:pt x="665882" y="64494"/>
                  <a:pt x="663444" y="66388"/>
                  <a:pt x="661385" y="68769"/>
                </a:cubicBezTo>
                <a:cubicBezTo>
                  <a:pt x="659327" y="71148"/>
                  <a:pt x="657701" y="73907"/>
                  <a:pt x="656509" y="77045"/>
                </a:cubicBezTo>
                <a:cubicBezTo>
                  <a:pt x="655317" y="80183"/>
                  <a:pt x="654721" y="83484"/>
                  <a:pt x="654721" y="86948"/>
                </a:cubicBezTo>
                <a:cubicBezTo>
                  <a:pt x="654721" y="91927"/>
                  <a:pt x="656238" y="96013"/>
                  <a:pt x="659272" y="99206"/>
                </a:cubicBezTo>
                <a:cubicBezTo>
                  <a:pt x="662306" y="102397"/>
                  <a:pt x="666478" y="103992"/>
                  <a:pt x="671787" y="103992"/>
                </a:cubicBezTo>
                <a:cubicBezTo>
                  <a:pt x="675254" y="103992"/>
                  <a:pt x="678370" y="103316"/>
                  <a:pt x="681133" y="101964"/>
                </a:cubicBezTo>
                <a:cubicBezTo>
                  <a:pt x="683897" y="100611"/>
                  <a:pt x="686254" y="98772"/>
                  <a:pt x="688204" y="96445"/>
                </a:cubicBezTo>
                <a:cubicBezTo>
                  <a:pt x="690155" y="94117"/>
                  <a:pt x="691672" y="91384"/>
                  <a:pt x="692755" y="88246"/>
                </a:cubicBezTo>
                <a:cubicBezTo>
                  <a:pt x="693839" y="85107"/>
                  <a:pt x="694382" y="81753"/>
                  <a:pt x="694382" y="78183"/>
                </a:cubicBezTo>
                <a:close/>
                <a:moveTo>
                  <a:pt x="729654" y="122882"/>
                </a:moveTo>
                <a:lnTo>
                  <a:pt x="743796" y="41935"/>
                </a:lnTo>
                <a:lnTo>
                  <a:pt x="769964" y="41935"/>
                </a:lnTo>
                <a:lnTo>
                  <a:pt x="755497" y="122882"/>
                </a:lnTo>
                <a:lnTo>
                  <a:pt x="729654" y="122882"/>
                </a:lnTo>
                <a:moveTo>
                  <a:pt x="775490" y="14755"/>
                </a:moveTo>
                <a:cubicBezTo>
                  <a:pt x="775490" y="16919"/>
                  <a:pt x="775111" y="18921"/>
                  <a:pt x="774352" y="20762"/>
                </a:cubicBezTo>
                <a:cubicBezTo>
                  <a:pt x="773595" y="22602"/>
                  <a:pt x="772538" y="24253"/>
                  <a:pt x="771182" y="25715"/>
                </a:cubicBezTo>
                <a:cubicBezTo>
                  <a:pt x="769828" y="27175"/>
                  <a:pt x="768230" y="28311"/>
                  <a:pt x="766388" y="29123"/>
                </a:cubicBezTo>
                <a:cubicBezTo>
                  <a:pt x="764546" y="29934"/>
                  <a:pt x="762541" y="30340"/>
                  <a:pt x="760374" y="30340"/>
                </a:cubicBezTo>
                <a:cubicBezTo>
                  <a:pt x="756256" y="30340"/>
                  <a:pt x="752870" y="29123"/>
                  <a:pt x="750215" y="26689"/>
                </a:cubicBezTo>
                <a:cubicBezTo>
                  <a:pt x="747561" y="24254"/>
                  <a:pt x="746234" y="21142"/>
                  <a:pt x="746234" y="17354"/>
                </a:cubicBezTo>
                <a:cubicBezTo>
                  <a:pt x="746234" y="12916"/>
                  <a:pt x="747724" y="9209"/>
                  <a:pt x="750703" y="6233"/>
                </a:cubicBezTo>
                <a:cubicBezTo>
                  <a:pt x="753683" y="3257"/>
                  <a:pt x="757340" y="1768"/>
                  <a:pt x="761676" y="1768"/>
                </a:cubicBezTo>
                <a:cubicBezTo>
                  <a:pt x="765684" y="1768"/>
                  <a:pt x="768988" y="3013"/>
                  <a:pt x="771589" y="5504"/>
                </a:cubicBezTo>
                <a:cubicBezTo>
                  <a:pt x="774190" y="7992"/>
                  <a:pt x="775490" y="11076"/>
                  <a:pt x="775490" y="14755"/>
                </a:cubicBezTo>
                <a:close/>
                <a:moveTo>
                  <a:pt x="814825" y="53632"/>
                </a:moveTo>
                <a:cubicBezTo>
                  <a:pt x="817426" y="49622"/>
                  <a:pt x="820894" y="46317"/>
                  <a:pt x="825227" y="43716"/>
                </a:cubicBezTo>
                <a:cubicBezTo>
                  <a:pt x="829563" y="41115"/>
                  <a:pt x="834548" y="39815"/>
                  <a:pt x="840183" y="39815"/>
                </a:cubicBezTo>
                <a:cubicBezTo>
                  <a:pt x="844735" y="39815"/>
                  <a:pt x="848636" y="40465"/>
                  <a:pt x="851887" y="41767"/>
                </a:cubicBezTo>
                <a:cubicBezTo>
                  <a:pt x="855138" y="43066"/>
                  <a:pt x="857819" y="44854"/>
                  <a:pt x="859930" y="47131"/>
                </a:cubicBezTo>
                <a:cubicBezTo>
                  <a:pt x="862044" y="49406"/>
                  <a:pt x="863588" y="52035"/>
                  <a:pt x="864563" y="55016"/>
                </a:cubicBezTo>
                <a:cubicBezTo>
                  <a:pt x="865539" y="57995"/>
                  <a:pt x="866027" y="61111"/>
                  <a:pt x="866027" y="64361"/>
                </a:cubicBezTo>
                <a:cubicBezTo>
                  <a:pt x="866027" y="65877"/>
                  <a:pt x="865972" y="67367"/>
                  <a:pt x="865863" y="68831"/>
                </a:cubicBezTo>
                <a:cubicBezTo>
                  <a:pt x="865756" y="70294"/>
                  <a:pt x="865539" y="71730"/>
                  <a:pt x="865213" y="73139"/>
                </a:cubicBezTo>
                <a:lnTo>
                  <a:pt x="856438" y="122882"/>
                </a:lnTo>
                <a:lnTo>
                  <a:pt x="830431" y="122882"/>
                </a:lnTo>
                <a:lnTo>
                  <a:pt x="838070" y="79007"/>
                </a:lnTo>
                <a:cubicBezTo>
                  <a:pt x="838612" y="76515"/>
                  <a:pt x="838883" y="74240"/>
                  <a:pt x="838883" y="72181"/>
                </a:cubicBezTo>
                <a:cubicBezTo>
                  <a:pt x="838883" y="69147"/>
                  <a:pt x="838097" y="66574"/>
                  <a:pt x="836525" y="64463"/>
                </a:cubicBezTo>
                <a:cubicBezTo>
                  <a:pt x="834954" y="62350"/>
                  <a:pt x="832164" y="61293"/>
                  <a:pt x="828154" y="61293"/>
                </a:cubicBezTo>
                <a:cubicBezTo>
                  <a:pt x="825770" y="61293"/>
                  <a:pt x="823629" y="61754"/>
                  <a:pt x="821733" y="62675"/>
                </a:cubicBezTo>
                <a:cubicBezTo>
                  <a:pt x="819838" y="63596"/>
                  <a:pt x="818159" y="64869"/>
                  <a:pt x="816696" y="66494"/>
                </a:cubicBezTo>
                <a:cubicBezTo>
                  <a:pt x="815232" y="68118"/>
                  <a:pt x="814040" y="70014"/>
                  <a:pt x="813119" y="72181"/>
                </a:cubicBezTo>
                <a:cubicBezTo>
                  <a:pt x="812198" y="74347"/>
                  <a:pt x="811521" y="76623"/>
                  <a:pt x="811088" y="79007"/>
                </a:cubicBezTo>
                <a:lnTo>
                  <a:pt x="803285" y="122882"/>
                </a:lnTo>
                <a:lnTo>
                  <a:pt x="777278" y="122882"/>
                </a:lnTo>
                <a:lnTo>
                  <a:pt x="788493" y="58672"/>
                </a:lnTo>
                <a:cubicBezTo>
                  <a:pt x="788926" y="56613"/>
                  <a:pt x="789387" y="53958"/>
                  <a:pt x="789875" y="50708"/>
                </a:cubicBezTo>
                <a:cubicBezTo>
                  <a:pt x="790362" y="47455"/>
                  <a:pt x="790715" y="44529"/>
                  <a:pt x="790931" y="41928"/>
                </a:cubicBezTo>
                <a:lnTo>
                  <a:pt x="815800" y="41928"/>
                </a:lnTo>
                <a:cubicBezTo>
                  <a:pt x="815693" y="43229"/>
                  <a:pt x="815503" y="45072"/>
                  <a:pt x="815232" y="47456"/>
                </a:cubicBezTo>
                <a:cubicBezTo>
                  <a:pt x="814961" y="49839"/>
                  <a:pt x="814717" y="51897"/>
                  <a:pt x="814501" y="53632"/>
                </a:cubicBezTo>
                <a:lnTo>
                  <a:pt x="814825" y="53632"/>
                </a:lnTo>
                <a:close/>
                <a:moveTo>
                  <a:pt x="950224" y="52704"/>
                </a:moveTo>
                <a:lnTo>
                  <a:pt x="952012" y="41977"/>
                </a:lnTo>
                <a:lnTo>
                  <a:pt x="976556" y="41977"/>
                </a:lnTo>
                <a:lnTo>
                  <a:pt x="963716" y="115443"/>
                </a:lnTo>
                <a:cubicBezTo>
                  <a:pt x="962415" y="122920"/>
                  <a:pt x="960464" y="129557"/>
                  <a:pt x="957863" y="135355"/>
                </a:cubicBezTo>
                <a:cubicBezTo>
                  <a:pt x="955262" y="141152"/>
                  <a:pt x="951903" y="146000"/>
                  <a:pt x="947786" y="149901"/>
                </a:cubicBezTo>
                <a:cubicBezTo>
                  <a:pt x="943669" y="153803"/>
                  <a:pt x="938630" y="156783"/>
                  <a:pt x="932669" y="158842"/>
                </a:cubicBezTo>
                <a:cubicBezTo>
                  <a:pt x="926710" y="160901"/>
                  <a:pt x="919775" y="161930"/>
                  <a:pt x="911865" y="161930"/>
                </a:cubicBezTo>
                <a:cubicBezTo>
                  <a:pt x="908289" y="161930"/>
                  <a:pt x="904631" y="161632"/>
                  <a:pt x="900893" y="161037"/>
                </a:cubicBezTo>
                <a:cubicBezTo>
                  <a:pt x="897154" y="160442"/>
                  <a:pt x="893497" y="159575"/>
                  <a:pt x="889920" y="158438"/>
                </a:cubicBezTo>
                <a:cubicBezTo>
                  <a:pt x="886344" y="157302"/>
                  <a:pt x="882957" y="155895"/>
                  <a:pt x="879761" y="154216"/>
                </a:cubicBezTo>
                <a:cubicBezTo>
                  <a:pt x="876565" y="152538"/>
                  <a:pt x="873829" y="150562"/>
                  <a:pt x="871554" y="148289"/>
                </a:cubicBezTo>
                <a:lnTo>
                  <a:pt x="886182" y="129928"/>
                </a:lnTo>
                <a:cubicBezTo>
                  <a:pt x="889324" y="133395"/>
                  <a:pt x="893197" y="136077"/>
                  <a:pt x="897802" y="137974"/>
                </a:cubicBezTo>
                <a:cubicBezTo>
                  <a:pt x="902409" y="139870"/>
                  <a:pt x="907042" y="140818"/>
                  <a:pt x="911701" y="140818"/>
                </a:cubicBezTo>
                <a:cubicBezTo>
                  <a:pt x="916035" y="140818"/>
                  <a:pt x="919692" y="140248"/>
                  <a:pt x="922671" y="139107"/>
                </a:cubicBezTo>
                <a:cubicBezTo>
                  <a:pt x="925652" y="137966"/>
                  <a:pt x="928172" y="136363"/>
                  <a:pt x="930231" y="134298"/>
                </a:cubicBezTo>
                <a:cubicBezTo>
                  <a:pt x="932289" y="132233"/>
                  <a:pt x="933915" y="129842"/>
                  <a:pt x="935107" y="127125"/>
                </a:cubicBezTo>
                <a:cubicBezTo>
                  <a:pt x="936299" y="124409"/>
                  <a:pt x="937220" y="121420"/>
                  <a:pt x="937870" y="118159"/>
                </a:cubicBezTo>
                <a:lnTo>
                  <a:pt x="939008" y="112780"/>
                </a:lnTo>
                <a:lnTo>
                  <a:pt x="938520" y="112780"/>
                </a:lnTo>
                <a:cubicBezTo>
                  <a:pt x="936245" y="115706"/>
                  <a:pt x="932913" y="118254"/>
                  <a:pt x="928524" y="120424"/>
                </a:cubicBezTo>
                <a:cubicBezTo>
                  <a:pt x="924136" y="122591"/>
                  <a:pt x="919178" y="123675"/>
                  <a:pt x="913651" y="123675"/>
                </a:cubicBezTo>
                <a:cubicBezTo>
                  <a:pt x="908234" y="123675"/>
                  <a:pt x="903412" y="122836"/>
                  <a:pt x="899186" y="121158"/>
                </a:cubicBezTo>
                <a:cubicBezTo>
                  <a:pt x="894960" y="119480"/>
                  <a:pt x="891383" y="117151"/>
                  <a:pt x="888457" y="114174"/>
                </a:cubicBezTo>
                <a:cubicBezTo>
                  <a:pt x="885532" y="111196"/>
                  <a:pt x="883310" y="107650"/>
                  <a:pt x="881793" y="103536"/>
                </a:cubicBezTo>
                <a:cubicBezTo>
                  <a:pt x="880276" y="99421"/>
                  <a:pt x="879518" y="94872"/>
                  <a:pt x="879518" y="89890"/>
                </a:cubicBezTo>
                <a:cubicBezTo>
                  <a:pt x="879518" y="82960"/>
                  <a:pt x="880628" y="76464"/>
                  <a:pt x="882849" y="70401"/>
                </a:cubicBezTo>
                <a:cubicBezTo>
                  <a:pt x="885071" y="64336"/>
                  <a:pt x="888160" y="59030"/>
                  <a:pt x="892115" y="54483"/>
                </a:cubicBezTo>
                <a:cubicBezTo>
                  <a:pt x="896070" y="49934"/>
                  <a:pt x="900783" y="46361"/>
                  <a:pt x="906255" y="43763"/>
                </a:cubicBezTo>
                <a:cubicBezTo>
                  <a:pt x="911728" y="41164"/>
                  <a:pt x="917770" y="39864"/>
                  <a:pt x="924380" y="39864"/>
                </a:cubicBezTo>
                <a:cubicBezTo>
                  <a:pt x="930232" y="39864"/>
                  <a:pt x="935352" y="40975"/>
                  <a:pt x="939740" y="43198"/>
                </a:cubicBezTo>
                <a:cubicBezTo>
                  <a:pt x="944128" y="45418"/>
                  <a:pt x="947460" y="48587"/>
                  <a:pt x="949735" y="52704"/>
                </a:cubicBezTo>
                <a:lnTo>
                  <a:pt x="950224" y="52704"/>
                </a:lnTo>
                <a:moveTo>
                  <a:pt x="905201" y="86631"/>
                </a:moveTo>
                <a:cubicBezTo>
                  <a:pt x="905201" y="88903"/>
                  <a:pt x="905526" y="91067"/>
                  <a:pt x="906175" y="93124"/>
                </a:cubicBezTo>
                <a:cubicBezTo>
                  <a:pt x="906825" y="95179"/>
                  <a:pt x="907854" y="96992"/>
                  <a:pt x="909263" y="98561"/>
                </a:cubicBezTo>
                <a:cubicBezTo>
                  <a:pt x="910672" y="100130"/>
                  <a:pt x="912406" y="101375"/>
                  <a:pt x="914464" y="102296"/>
                </a:cubicBezTo>
                <a:cubicBezTo>
                  <a:pt x="916523" y="103215"/>
                  <a:pt x="919015" y="103675"/>
                  <a:pt x="921942" y="103675"/>
                </a:cubicBezTo>
                <a:cubicBezTo>
                  <a:pt x="925300" y="103675"/>
                  <a:pt x="928415" y="102971"/>
                  <a:pt x="931287" y="101564"/>
                </a:cubicBezTo>
                <a:cubicBezTo>
                  <a:pt x="934160" y="100157"/>
                  <a:pt x="936625" y="98237"/>
                  <a:pt x="938683" y="95803"/>
                </a:cubicBezTo>
                <a:cubicBezTo>
                  <a:pt x="940742" y="93367"/>
                  <a:pt x="942340" y="90608"/>
                  <a:pt x="943478" y="87524"/>
                </a:cubicBezTo>
                <a:cubicBezTo>
                  <a:pt x="944615" y="84440"/>
                  <a:pt x="945184" y="81166"/>
                  <a:pt x="945184" y="77702"/>
                </a:cubicBezTo>
                <a:cubicBezTo>
                  <a:pt x="945184" y="72509"/>
                  <a:pt x="943640" y="68370"/>
                  <a:pt x="940551" y="65286"/>
                </a:cubicBezTo>
                <a:cubicBezTo>
                  <a:pt x="937464" y="62201"/>
                  <a:pt x="933320" y="60658"/>
                  <a:pt x="928118" y="60658"/>
                </a:cubicBezTo>
                <a:cubicBezTo>
                  <a:pt x="924541" y="60658"/>
                  <a:pt x="921344" y="61362"/>
                  <a:pt x="918527" y="62769"/>
                </a:cubicBezTo>
                <a:cubicBezTo>
                  <a:pt x="915711" y="64176"/>
                  <a:pt x="913327" y="66070"/>
                  <a:pt x="911376" y="68451"/>
                </a:cubicBezTo>
                <a:cubicBezTo>
                  <a:pt x="909425" y="70830"/>
                  <a:pt x="907908" y="73589"/>
                  <a:pt x="906825" y="76728"/>
                </a:cubicBezTo>
                <a:cubicBezTo>
                  <a:pt x="905742" y="79866"/>
                  <a:pt x="905201" y="83167"/>
                  <a:pt x="905201" y="86631"/>
                </a:cubicBezTo>
                <a:close/>
                <a:moveTo>
                  <a:pt x="1024504" y="61452"/>
                </a:moveTo>
                <a:lnTo>
                  <a:pt x="1028081" y="41928"/>
                </a:lnTo>
                <a:lnTo>
                  <a:pt x="1040923" y="41928"/>
                </a:lnTo>
                <a:lnTo>
                  <a:pt x="1044661" y="20472"/>
                </a:lnTo>
                <a:lnTo>
                  <a:pt x="1070016" y="20472"/>
                </a:lnTo>
                <a:lnTo>
                  <a:pt x="1066278" y="41928"/>
                </a:lnTo>
                <a:lnTo>
                  <a:pt x="1083508" y="41928"/>
                </a:lnTo>
                <a:lnTo>
                  <a:pt x="1079932" y="61452"/>
                </a:lnTo>
                <a:lnTo>
                  <a:pt x="1063190" y="61452"/>
                </a:lnTo>
                <a:lnTo>
                  <a:pt x="1057339" y="93223"/>
                </a:lnTo>
                <a:cubicBezTo>
                  <a:pt x="1057230" y="93982"/>
                  <a:pt x="1057148" y="94769"/>
                  <a:pt x="1057094" y="95584"/>
                </a:cubicBezTo>
                <a:cubicBezTo>
                  <a:pt x="1057041" y="96400"/>
                  <a:pt x="1057015" y="97078"/>
                  <a:pt x="1057015" y="97621"/>
                </a:cubicBezTo>
                <a:cubicBezTo>
                  <a:pt x="1057015" y="100337"/>
                  <a:pt x="1057773" y="102184"/>
                  <a:pt x="1059289" y="103162"/>
                </a:cubicBezTo>
                <a:cubicBezTo>
                  <a:pt x="1060807" y="104139"/>
                  <a:pt x="1062865" y="104627"/>
                  <a:pt x="1065465" y="104627"/>
                </a:cubicBezTo>
                <a:cubicBezTo>
                  <a:pt x="1066766" y="104627"/>
                  <a:pt x="1068039" y="104521"/>
                  <a:pt x="1069284" y="104307"/>
                </a:cubicBezTo>
                <a:cubicBezTo>
                  <a:pt x="1070531" y="104092"/>
                  <a:pt x="1071642" y="103878"/>
                  <a:pt x="1072617" y="103665"/>
                </a:cubicBezTo>
                <a:lnTo>
                  <a:pt x="1070179" y="122348"/>
                </a:lnTo>
                <a:cubicBezTo>
                  <a:pt x="1068662" y="122998"/>
                  <a:pt x="1066521" y="123567"/>
                  <a:pt x="1063758" y="124055"/>
                </a:cubicBezTo>
                <a:cubicBezTo>
                  <a:pt x="1060995" y="124542"/>
                  <a:pt x="1058368" y="124786"/>
                  <a:pt x="1055876" y="124786"/>
                </a:cubicBezTo>
                <a:cubicBezTo>
                  <a:pt x="1048075" y="124786"/>
                  <a:pt x="1041926" y="123213"/>
                  <a:pt x="1037428" y="120067"/>
                </a:cubicBezTo>
                <a:cubicBezTo>
                  <a:pt x="1032931" y="116918"/>
                  <a:pt x="1030682" y="111925"/>
                  <a:pt x="1030682" y="105086"/>
                </a:cubicBezTo>
                <a:cubicBezTo>
                  <a:pt x="1030682" y="103783"/>
                  <a:pt x="1030763" y="102291"/>
                  <a:pt x="1030925" y="100609"/>
                </a:cubicBezTo>
                <a:cubicBezTo>
                  <a:pt x="1031089" y="98926"/>
                  <a:pt x="1031333" y="97325"/>
                  <a:pt x="1031657" y="95805"/>
                </a:cubicBezTo>
                <a:lnTo>
                  <a:pt x="1037835" y="61452"/>
                </a:lnTo>
                <a:lnTo>
                  <a:pt x="1024504" y="61452"/>
                </a:lnTo>
                <a:close/>
                <a:moveTo>
                  <a:pt x="1109677" y="89389"/>
                </a:moveTo>
                <a:cubicBezTo>
                  <a:pt x="1109570" y="89820"/>
                  <a:pt x="1109516" y="90307"/>
                  <a:pt x="1109516" y="90847"/>
                </a:cubicBezTo>
                <a:cubicBezTo>
                  <a:pt x="1109516" y="93114"/>
                  <a:pt x="1110030" y="95139"/>
                  <a:pt x="1111059" y="96921"/>
                </a:cubicBezTo>
                <a:cubicBezTo>
                  <a:pt x="1112089" y="98702"/>
                  <a:pt x="1113444" y="100213"/>
                  <a:pt x="1115124" y="101455"/>
                </a:cubicBezTo>
                <a:cubicBezTo>
                  <a:pt x="1116804" y="102697"/>
                  <a:pt x="1118699" y="103642"/>
                  <a:pt x="1120811" y="104290"/>
                </a:cubicBezTo>
                <a:cubicBezTo>
                  <a:pt x="1122924" y="104938"/>
                  <a:pt x="1125119" y="105262"/>
                  <a:pt x="1127396" y="105262"/>
                </a:cubicBezTo>
                <a:cubicBezTo>
                  <a:pt x="1131513" y="105262"/>
                  <a:pt x="1135142" y="104504"/>
                  <a:pt x="1138284" y="102988"/>
                </a:cubicBezTo>
                <a:cubicBezTo>
                  <a:pt x="1141427" y="101470"/>
                  <a:pt x="1144245" y="99411"/>
                  <a:pt x="1146736" y="96810"/>
                </a:cubicBezTo>
                <a:lnTo>
                  <a:pt x="1163153" y="109652"/>
                </a:lnTo>
                <a:cubicBezTo>
                  <a:pt x="1157953" y="115181"/>
                  <a:pt x="1152156" y="119165"/>
                  <a:pt x="1145762" y="121604"/>
                </a:cubicBezTo>
                <a:cubicBezTo>
                  <a:pt x="1139368" y="124043"/>
                  <a:pt x="1132487" y="125263"/>
                  <a:pt x="1125119" y="125263"/>
                </a:cubicBezTo>
                <a:cubicBezTo>
                  <a:pt x="1119484" y="125263"/>
                  <a:pt x="1114256" y="124478"/>
                  <a:pt x="1109434" y="122909"/>
                </a:cubicBezTo>
                <a:cubicBezTo>
                  <a:pt x="1104613" y="121340"/>
                  <a:pt x="1100414" y="119013"/>
                  <a:pt x="1096837" y="115930"/>
                </a:cubicBezTo>
                <a:cubicBezTo>
                  <a:pt x="1093261" y="112844"/>
                  <a:pt x="1090443" y="109029"/>
                  <a:pt x="1088385" y="104483"/>
                </a:cubicBezTo>
                <a:cubicBezTo>
                  <a:pt x="1086326" y="99938"/>
                  <a:pt x="1085297" y="94743"/>
                  <a:pt x="1085297" y="88898"/>
                </a:cubicBezTo>
                <a:cubicBezTo>
                  <a:pt x="1085297" y="81971"/>
                  <a:pt x="1086515" y="75506"/>
                  <a:pt x="1088953" y="69500"/>
                </a:cubicBezTo>
                <a:cubicBezTo>
                  <a:pt x="1091391" y="63493"/>
                  <a:pt x="1094750" y="58271"/>
                  <a:pt x="1099030" y="53833"/>
                </a:cubicBezTo>
                <a:cubicBezTo>
                  <a:pt x="1103310" y="49395"/>
                  <a:pt x="1108430" y="45904"/>
                  <a:pt x="1114390" y="43361"/>
                </a:cubicBezTo>
                <a:cubicBezTo>
                  <a:pt x="1120350" y="40818"/>
                  <a:pt x="1126906" y="39547"/>
                  <a:pt x="1134058" y="39547"/>
                </a:cubicBezTo>
                <a:cubicBezTo>
                  <a:pt x="1139368" y="39547"/>
                  <a:pt x="1144218" y="40305"/>
                  <a:pt x="1148606" y="41821"/>
                </a:cubicBezTo>
                <a:cubicBezTo>
                  <a:pt x="1152995" y="43336"/>
                  <a:pt x="1156760" y="45527"/>
                  <a:pt x="1159901" y="48396"/>
                </a:cubicBezTo>
                <a:cubicBezTo>
                  <a:pt x="1163044" y="51263"/>
                  <a:pt x="1165482" y="54807"/>
                  <a:pt x="1167215" y="59029"/>
                </a:cubicBezTo>
                <a:cubicBezTo>
                  <a:pt x="1168950" y="63250"/>
                  <a:pt x="1169817" y="68120"/>
                  <a:pt x="1169817" y="73640"/>
                </a:cubicBezTo>
                <a:cubicBezTo>
                  <a:pt x="1169817" y="75589"/>
                  <a:pt x="1169627" y="78052"/>
                  <a:pt x="1169247" y="81028"/>
                </a:cubicBezTo>
                <a:cubicBezTo>
                  <a:pt x="1168868" y="84004"/>
                  <a:pt x="1168354" y="86791"/>
                  <a:pt x="1167704" y="89389"/>
                </a:cubicBezTo>
                <a:lnTo>
                  <a:pt x="1109677" y="89389"/>
                </a:lnTo>
                <a:moveTo>
                  <a:pt x="1146575" y="73516"/>
                </a:moveTo>
                <a:cubicBezTo>
                  <a:pt x="1146683" y="72975"/>
                  <a:pt x="1146736" y="72435"/>
                  <a:pt x="1146736" y="71896"/>
                </a:cubicBezTo>
                <a:cubicBezTo>
                  <a:pt x="1146736" y="71355"/>
                  <a:pt x="1146736" y="70816"/>
                  <a:pt x="1146736" y="70277"/>
                </a:cubicBezTo>
                <a:cubicBezTo>
                  <a:pt x="1146736" y="66712"/>
                  <a:pt x="1145463" y="63741"/>
                  <a:pt x="1142917" y="61365"/>
                </a:cubicBezTo>
                <a:cubicBezTo>
                  <a:pt x="1140370" y="58989"/>
                  <a:pt x="1136714" y="57801"/>
                  <a:pt x="1131947" y="57801"/>
                </a:cubicBezTo>
                <a:cubicBezTo>
                  <a:pt x="1129020" y="57801"/>
                  <a:pt x="1126392" y="58314"/>
                  <a:pt x="1124062" y="59341"/>
                </a:cubicBezTo>
                <a:cubicBezTo>
                  <a:pt x="1121733" y="60366"/>
                  <a:pt x="1119700" y="61635"/>
                  <a:pt x="1117966" y="63148"/>
                </a:cubicBezTo>
                <a:cubicBezTo>
                  <a:pt x="1116233" y="64660"/>
                  <a:pt x="1114824" y="66334"/>
                  <a:pt x="1113740" y="68171"/>
                </a:cubicBezTo>
                <a:cubicBezTo>
                  <a:pt x="1112657" y="70006"/>
                  <a:pt x="1111899" y="71788"/>
                  <a:pt x="1111465" y="73516"/>
                </a:cubicBezTo>
                <a:lnTo>
                  <a:pt x="1146575" y="735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6" name="Text xtf">
            <a:extLst xmlns:a="http://schemas.openxmlformats.org/drawingml/2006/main">
              <a:ext uri="{FF2B5EF4-FFF2-40B4-BE49-F238E27FC236}">
                <a16:creationId xmlns:a16="http://schemas.microsoft.com/office/drawing/2014/main" id="{0059781E-C9E8-457F-8CBA-75244A4B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275" y="337559"/>
            <a:ext cx="275671" cy="127939"/>
          </a:xfrm>
          <a:custGeom xmlns:a="http://schemas.openxmlformats.org/drawingml/2006/main">
            <a:pathLst>
              <a:path w="275671" h="127939">
                <a:moveTo>
                  <a:pt x="66154" y="126034"/>
                </a:moveTo>
                <a:lnTo>
                  <a:pt x="53476" y="101165"/>
                </a:lnTo>
                <a:lnTo>
                  <a:pt x="31370" y="126034"/>
                </a:lnTo>
                <a:lnTo>
                  <a:pt x="0" y="126034"/>
                </a:lnTo>
                <a:lnTo>
                  <a:pt x="40961" y="83610"/>
                </a:lnTo>
                <a:lnTo>
                  <a:pt x="19343" y="45088"/>
                </a:lnTo>
                <a:lnTo>
                  <a:pt x="47786" y="45088"/>
                </a:lnTo>
                <a:lnTo>
                  <a:pt x="59002" y="67194"/>
                </a:lnTo>
                <a:lnTo>
                  <a:pt x="78345" y="45088"/>
                </a:lnTo>
                <a:lnTo>
                  <a:pt x="108739" y="45088"/>
                </a:lnTo>
                <a:lnTo>
                  <a:pt x="71519" y="84099"/>
                </a:lnTo>
                <a:lnTo>
                  <a:pt x="94925" y="126034"/>
                </a:lnTo>
                <a:lnTo>
                  <a:pt x="66154" y="126034"/>
                </a:lnTo>
                <a:close/>
                <a:moveTo>
                  <a:pt x="105488" y="64604"/>
                </a:moveTo>
                <a:lnTo>
                  <a:pt x="109065" y="45080"/>
                </a:lnTo>
                <a:lnTo>
                  <a:pt x="121907" y="45080"/>
                </a:lnTo>
                <a:lnTo>
                  <a:pt x="125645" y="23624"/>
                </a:lnTo>
                <a:lnTo>
                  <a:pt x="151000" y="23624"/>
                </a:lnTo>
                <a:lnTo>
                  <a:pt x="147263" y="45080"/>
                </a:lnTo>
                <a:lnTo>
                  <a:pt x="164492" y="45080"/>
                </a:lnTo>
                <a:lnTo>
                  <a:pt x="160916" y="64604"/>
                </a:lnTo>
                <a:lnTo>
                  <a:pt x="144175" y="64604"/>
                </a:lnTo>
                <a:lnTo>
                  <a:pt x="138324" y="96376"/>
                </a:lnTo>
                <a:cubicBezTo>
                  <a:pt x="138215" y="97135"/>
                  <a:pt x="138133" y="97922"/>
                  <a:pt x="138078" y="98737"/>
                </a:cubicBezTo>
                <a:cubicBezTo>
                  <a:pt x="138025" y="99552"/>
                  <a:pt x="137999" y="100231"/>
                  <a:pt x="137999" y="100773"/>
                </a:cubicBezTo>
                <a:cubicBezTo>
                  <a:pt x="137999" y="103490"/>
                  <a:pt x="138757" y="105337"/>
                  <a:pt x="140273" y="106314"/>
                </a:cubicBezTo>
                <a:cubicBezTo>
                  <a:pt x="141791" y="107291"/>
                  <a:pt x="143850" y="107780"/>
                  <a:pt x="146449" y="107780"/>
                </a:cubicBezTo>
                <a:cubicBezTo>
                  <a:pt x="147750" y="107780"/>
                  <a:pt x="149023" y="107673"/>
                  <a:pt x="150269" y="107460"/>
                </a:cubicBezTo>
                <a:cubicBezTo>
                  <a:pt x="151515" y="107245"/>
                  <a:pt x="152626" y="107031"/>
                  <a:pt x="153602" y="106817"/>
                </a:cubicBezTo>
                <a:lnTo>
                  <a:pt x="151164" y="125501"/>
                </a:lnTo>
                <a:cubicBezTo>
                  <a:pt x="149646" y="126150"/>
                  <a:pt x="147506" y="126719"/>
                  <a:pt x="144743" y="127207"/>
                </a:cubicBezTo>
                <a:cubicBezTo>
                  <a:pt x="141980" y="127695"/>
                  <a:pt x="139352" y="127939"/>
                  <a:pt x="136861" y="127939"/>
                </a:cubicBezTo>
                <a:cubicBezTo>
                  <a:pt x="129059" y="127939"/>
                  <a:pt x="122910" y="126365"/>
                  <a:pt x="118413" y="123219"/>
                </a:cubicBezTo>
                <a:cubicBezTo>
                  <a:pt x="113915" y="120071"/>
                  <a:pt x="111667" y="115077"/>
                  <a:pt x="111667" y="108238"/>
                </a:cubicBezTo>
                <a:cubicBezTo>
                  <a:pt x="111667" y="106936"/>
                  <a:pt x="111748" y="105443"/>
                  <a:pt x="111910" y="103762"/>
                </a:cubicBezTo>
                <a:cubicBezTo>
                  <a:pt x="112073" y="102078"/>
                  <a:pt x="112317" y="100477"/>
                  <a:pt x="112641" y="98958"/>
                </a:cubicBezTo>
                <a:lnTo>
                  <a:pt x="118820" y="64604"/>
                </a:lnTo>
                <a:lnTo>
                  <a:pt x="105488" y="64604"/>
                </a:lnTo>
                <a:close/>
                <a:moveTo>
                  <a:pt x="270958" y="22414"/>
                </a:moveTo>
                <a:cubicBezTo>
                  <a:pt x="268900" y="21546"/>
                  <a:pt x="266624" y="21111"/>
                  <a:pt x="264130" y="21111"/>
                </a:cubicBezTo>
                <a:cubicBezTo>
                  <a:pt x="261748" y="21111"/>
                  <a:pt x="259770" y="21546"/>
                  <a:pt x="258198" y="22416"/>
                </a:cubicBezTo>
                <a:cubicBezTo>
                  <a:pt x="256627" y="23286"/>
                  <a:pt x="255299" y="24455"/>
                  <a:pt x="254215" y="25923"/>
                </a:cubicBezTo>
                <a:cubicBezTo>
                  <a:pt x="253132" y="27390"/>
                  <a:pt x="252292" y="29047"/>
                  <a:pt x="251695" y="30896"/>
                </a:cubicBezTo>
                <a:cubicBezTo>
                  <a:pt x="251099" y="32743"/>
                  <a:pt x="250640" y="34591"/>
                  <a:pt x="250316" y="36439"/>
                </a:cubicBezTo>
                <a:lnTo>
                  <a:pt x="248852" y="45080"/>
                </a:lnTo>
                <a:lnTo>
                  <a:pt x="267057" y="45080"/>
                </a:lnTo>
                <a:lnTo>
                  <a:pt x="263644" y="64604"/>
                </a:lnTo>
                <a:lnTo>
                  <a:pt x="245765" y="64604"/>
                </a:lnTo>
                <a:lnTo>
                  <a:pt x="234874" y="126034"/>
                </a:lnTo>
                <a:lnTo>
                  <a:pt x="209355" y="126034"/>
                </a:lnTo>
                <a:lnTo>
                  <a:pt x="220246" y="64604"/>
                </a:lnTo>
                <a:lnTo>
                  <a:pt x="205454" y="64604"/>
                </a:lnTo>
                <a:lnTo>
                  <a:pt x="208867" y="45080"/>
                </a:lnTo>
                <a:lnTo>
                  <a:pt x="223170" y="45080"/>
                </a:lnTo>
                <a:lnTo>
                  <a:pt x="224797" y="36781"/>
                </a:lnTo>
                <a:cubicBezTo>
                  <a:pt x="225663" y="32115"/>
                  <a:pt x="226909" y="27558"/>
                  <a:pt x="228535" y="23111"/>
                </a:cubicBezTo>
                <a:cubicBezTo>
                  <a:pt x="230160" y="18661"/>
                  <a:pt x="232462" y="14727"/>
                  <a:pt x="235442" y="11310"/>
                </a:cubicBezTo>
                <a:cubicBezTo>
                  <a:pt x="238423" y="7892"/>
                  <a:pt x="242189" y="5153"/>
                  <a:pt x="246739" y="3093"/>
                </a:cubicBezTo>
                <a:cubicBezTo>
                  <a:pt x="251291" y="1031"/>
                  <a:pt x="256872" y="0"/>
                  <a:pt x="263481" y="0"/>
                </a:cubicBezTo>
                <a:cubicBezTo>
                  <a:pt x="265648" y="0"/>
                  <a:pt x="267815" y="136"/>
                  <a:pt x="269981" y="407"/>
                </a:cubicBezTo>
                <a:cubicBezTo>
                  <a:pt x="272149" y="676"/>
                  <a:pt x="274045" y="1082"/>
                  <a:pt x="275671" y="1625"/>
                </a:cubicBezTo>
                <a:lnTo>
                  <a:pt x="270958" y="224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7" name="Text r">
            <a:extLst xmlns:a="http://schemas.openxmlformats.org/drawingml/2006/main">
              <a:ext uri="{FF2B5EF4-FFF2-40B4-BE49-F238E27FC236}">
                <a16:creationId xmlns:a16="http://schemas.microsoft.com/office/drawing/2014/main" id="{9478CAE8-77A7-4B15-9238-E8323C5A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6918" y="380526"/>
            <a:ext cx="65505" cy="83067"/>
          </a:xfrm>
          <a:custGeom xmlns:a="http://schemas.openxmlformats.org/drawingml/2006/main">
            <a:pathLst>
              <a:path w="65505" h="83067">
                <a:moveTo>
                  <a:pt x="37548" y="13971"/>
                </a:moveTo>
                <a:cubicBezTo>
                  <a:pt x="40149" y="9855"/>
                  <a:pt x="43264" y="6498"/>
                  <a:pt x="46893" y="3899"/>
                </a:cubicBezTo>
                <a:cubicBezTo>
                  <a:pt x="50524" y="1300"/>
                  <a:pt x="54886" y="0"/>
                  <a:pt x="59979" y="0"/>
                </a:cubicBezTo>
                <a:cubicBezTo>
                  <a:pt x="60954" y="0"/>
                  <a:pt x="61956" y="55"/>
                  <a:pt x="62985" y="164"/>
                </a:cubicBezTo>
                <a:cubicBezTo>
                  <a:pt x="64015" y="271"/>
                  <a:pt x="64855" y="433"/>
                  <a:pt x="65505" y="650"/>
                </a:cubicBezTo>
                <a:lnTo>
                  <a:pt x="61278" y="23718"/>
                </a:lnTo>
                <a:cubicBezTo>
                  <a:pt x="60086" y="23394"/>
                  <a:pt x="58949" y="23178"/>
                  <a:pt x="57866" y="23071"/>
                </a:cubicBezTo>
                <a:cubicBezTo>
                  <a:pt x="56783" y="22962"/>
                  <a:pt x="55753" y="22907"/>
                  <a:pt x="54778" y="22907"/>
                </a:cubicBezTo>
                <a:cubicBezTo>
                  <a:pt x="50985" y="22907"/>
                  <a:pt x="47788" y="23558"/>
                  <a:pt x="45187" y="24859"/>
                </a:cubicBezTo>
                <a:cubicBezTo>
                  <a:pt x="42586" y="26159"/>
                  <a:pt x="40445" y="27758"/>
                  <a:pt x="38766" y="29656"/>
                </a:cubicBezTo>
                <a:cubicBezTo>
                  <a:pt x="37087" y="31552"/>
                  <a:pt x="35841" y="33584"/>
                  <a:pt x="35028" y="35752"/>
                </a:cubicBezTo>
                <a:cubicBezTo>
                  <a:pt x="34216" y="37920"/>
                  <a:pt x="33647" y="39816"/>
                  <a:pt x="33322" y="41442"/>
                </a:cubicBezTo>
                <a:lnTo>
                  <a:pt x="26007" y="83067"/>
                </a:lnTo>
                <a:lnTo>
                  <a:pt x="0" y="83067"/>
                </a:lnTo>
                <a:lnTo>
                  <a:pt x="11540" y="18857"/>
                </a:lnTo>
                <a:cubicBezTo>
                  <a:pt x="11974" y="16798"/>
                  <a:pt x="12434" y="14144"/>
                  <a:pt x="12922" y="10893"/>
                </a:cubicBezTo>
                <a:cubicBezTo>
                  <a:pt x="13410" y="7641"/>
                  <a:pt x="13762" y="4714"/>
                  <a:pt x="13978" y="2113"/>
                </a:cubicBezTo>
                <a:lnTo>
                  <a:pt x="38686" y="2113"/>
                </a:lnTo>
                <a:cubicBezTo>
                  <a:pt x="38686" y="2654"/>
                  <a:pt x="38632" y="3439"/>
                  <a:pt x="38522" y="4469"/>
                </a:cubicBezTo>
                <a:cubicBezTo>
                  <a:pt x="38415" y="5498"/>
                  <a:pt x="38279" y="6581"/>
                  <a:pt x="38116" y="7718"/>
                </a:cubicBezTo>
                <a:cubicBezTo>
                  <a:pt x="37954" y="8854"/>
                  <a:pt x="37792" y="9991"/>
                  <a:pt x="37630" y="11129"/>
                </a:cubicBezTo>
                <a:cubicBezTo>
                  <a:pt x="37468" y="12266"/>
                  <a:pt x="37332" y="13214"/>
                  <a:pt x="37223" y="13971"/>
                </a:cubicBezTo>
                <a:lnTo>
                  <a:pt x="37548" y="139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8" name="Text agment">
            <a:extLst xmlns:a="http://schemas.openxmlformats.org/drawingml/2006/main">
              <a:ext uri="{FF2B5EF4-FFF2-40B4-BE49-F238E27FC236}">
                <a16:creationId xmlns:a16="http://schemas.microsoft.com/office/drawing/2014/main" id="{75A9AD56-4D5D-459F-85A4-B1AC63FC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409" y="361183"/>
            <a:ext cx="602708" cy="141458"/>
          </a:xfrm>
          <a:custGeom xmlns:a="http://schemas.openxmlformats.org/drawingml/2006/main">
            <a:pathLst>
              <a:path w="602708" h="141458">
                <a:moveTo>
                  <a:pt x="80621" y="45229"/>
                </a:moveTo>
                <a:cubicBezTo>
                  <a:pt x="80621" y="46745"/>
                  <a:pt x="80540" y="48370"/>
                  <a:pt x="80376" y="50103"/>
                </a:cubicBezTo>
                <a:cubicBezTo>
                  <a:pt x="80214" y="51835"/>
                  <a:pt x="79971" y="53514"/>
                  <a:pt x="79647" y="55137"/>
                </a:cubicBezTo>
                <a:lnTo>
                  <a:pt x="74118" y="86653"/>
                </a:lnTo>
                <a:cubicBezTo>
                  <a:pt x="73578" y="89469"/>
                  <a:pt x="73172" y="92340"/>
                  <a:pt x="72901" y="95265"/>
                </a:cubicBezTo>
                <a:cubicBezTo>
                  <a:pt x="72629" y="98188"/>
                  <a:pt x="72494" y="100570"/>
                  <a:pt x="72494" y="102410"/>
                </a:cubicBezTo>
                <a:lnTo>
                  <a:pt x="49413" y="102410"/>
                </a:lnTo>
                <a:cubicBezTo>
                  <a:pt x="49413" y="101206"/>
                  <a:pt x="49467" y="99811"/>
                  <a:pt x="49574" y="98223"/>
                </a:cubicBezTo>
                <a:cubicBezTo>
                  <a:pt x="49683" y="96636"/>
                  <a:pt x="49846" y="95131"/>
                  <a:pt x="50063" y="93707"/>
                </a:cubicBezTo>
                <a:lnTo>
                  <a:pt x="49738" y="93707"/>
                </a:lnTo>
                <a:cubicBezTo>
                  <a:pt x="43779" y="100779"/>
                  <a:pt x="35544" y="104315"/>
                  <a:pt x="25033" y="104315"/>
                </a:cubicBezTo>
                <a:cubicBezTo>
                  <a:pt x="22215" y="104315"/>
                  <a:pt x="19316" y="103963"/>
                  <a:pt x="16335" y="103261"/>
                </a:cubicBezTo>
                <a:cubicBezTo>
                  <a:pt x="13355" y="102558"/>
                  <a:pt x="10646" y="101369"/>
                  <a:pt x="8207" y="99694"/>
                </a:cubicBezTo>
                <a:cubicBezTo>
                  <a:pt x="5770" y="98019"/>
                  <a:pt x="3792" y="95804"/>
                  <a:pt x="2274" y="93047"/>
                </a:cubicBezTo>
                <a:cubicBezTo>
                  <a:pt x="758" y="90289"/>
                  <a:pt x="0" y="86911"/>
                  <a:pt x="0" y="82913"/>
                </a:cubicBezTo>
                <a:cubicBezTo>
                  <a:pt x="0" y="76427"/>
                  <a:pt x="1625" y="71130"/>
                  <a:pt x="4876" y="67022"/>
                </a:cubicBezTo>
                <a:cubicBezTo>
                  <a:pt x="8127" y="62915"/>
                  <a:pt x="12380" y="59727"/>
                  <a:pt x="17634" y="57456"/>
                </a:cubicBezTo>
                <a:cubicBezTo>
                  <a:pt x="22891" y="55186"/>
                  <a:pt x="28851" y="53619"/>
                  <a:pt x="35514" y="52754"/>
                </a:cubicBezTo>
                <a:cubicBezTo>
                  <a:pt x="42179" y="51889"/>
                  <a:pt x="48871" y="51457"/>
                  <a:pt x="55589" y="51457"/>
                </a:cubicBezTo>
                <a:cubicBezTo>
                  <a:pt x="55805" y="50480"/>
                  <a:pt x="55914" y="49720"/>
                  <a:pt x="55914" y="49177"/>
                </a:cubicBezTo>
                <a:cubicBezTo>
                  <a:pt x="55914" y="48635"/>
                  <a:pt x="55914" y="48147"/>
                  <a:pt x="55914" y="47714"/>
                </a:cubicBezTo>
                <a:cubicBezTo>
                  <a:pt x="55914" y="44568"/>
                  <a:pt x="54803" y="42262"/>
                  <a:pt x="52580" y="40797"/>
                </a:cubicBezTo>
                <a:cubicBezTo>
                  <a:pt x="50360" y="39332"/>
                  <a:pt x="47245" y="38599"/>
                  <a:pt x="43235" y="38599"/>
                </a:cubicBezTo>
                <a:cubicBezTo>
                  <a:pt x="39551" y="38599"/>
                  <a:pt x="35840" y="39304"/>
                  <a:pt x="32101" y="40713"/>
                </a:cubicBezTo>
                <a:cubicBezTo>
                  <a:pt x="28363" y="42121"/>
                  <a:pt x="24976" y="43964"/>
                  <a:pt x="21942" y="46241"/>
                </a:cubicBezTo>
                <a:lnTo>
                  <a:pt x="11215" y="31278"/>
                </a:lnTo>
                <a:cubicBezTo>
                  <a:pt x="16092" y="27372"/>
                  <a:pt x="21699" y="24362"/>
                  <a:pt x="28039" y="22247"/>
                </a:cubicBezTo>
                <a:cubicBezTo>
                  <a:pt x="34378" y="20133"/>
                  <a:pt x="40636" y="19075"/>
                  <a:pt x="46811" y="19075"/>
                </a:cubicBezTo>
                <a:cubicBezTo>
                  <a:pt x="51687" y="19075"/>
                  <a:pt x="56184" y="19589"/>
                  <a:pt x="60301" y="20618"/>
                </a:cubicBezTo>
                <a:cubicBezTo>
                  <a:pt x="64420" y="21646"/>
                  <a:pt x="67969" y="23244"/>
                  <a:pt x="70949" y="25410"/>
                </a:cubicBezTo>
                <a:cubicBezTo>
                  <a:pt x="73930" y="27576"/>
                  <a:pt x="76287" y="30283"/>
                  <a:pt x="78020" y="33532"/>
                </a:cubicBezTo>
                <a:cubicBezTo>
                  <a:pt x="79754" y="36781"/>
                  <a:pt x="80621" y="40680"/>
                  <a:pt x="80621" y="45229"/>
                </a:cubicBezTo>
                <a:moveTo>
                  <a:pt x="51851" y="67013"/>
                </a:moveTo>
                <a:cubicBezTo>
                  <a:pt x="48600" y="67013"/>
                  <a:pt x="45295" y="67147"/>
                  <a:pt x="41935" y="67417"/>
                </a:cubicBezTo>
                <a:cubicBezTo>
                  <a:pt x="38575" y="67685"/>
                  <a:pt x="35568" y="68249"/>
                  <a:pt x="32912" y="69111"/>
                </a:cubicBezTo>
                <a:cubicBezTo>
                  <a:pt x="30258" y="69971"/>
                  <a:pt x="28064" y="71154"/>
                  <a:pt x="26330" y="72660"/>
                </a:cubicBezTo>
                <a:cubicBezTo>
                  <a:pt x="24597" y="74165"/>
                  <a:pt x="23731" y="76154"/>
                  <a:pt x="23731" y="78627"/>
                </a:cubicBezTo>
                <a:cubicBezTo>
                  <a:pt x="23731" y="81853"/>
                  <a:pt x="24841" y="84031"/>
                  <a:pt x="27061" y="85160"/>
                </a:cubicBezTo>
                <a:cubicBezTo>
                  <a:pt x="29284" y="86290"/>
                  <a:pt x="31749" y="86854"/>
                  <a:pt x="34457" y="86854"/>
                </a:cubicBezTo>
                <a:cubicBezTo>
                  <a:pt x="39443" y="86854"/>
                  <a:pt x="43614" y="85322"/>
                  <a:pt x="46973" y="82258"/>
                </a:cubicBezTo>
                <a:cubicBezTo>
                  <a:pt x="50332" y="79193"/>
                  <a:pt x="52446" y="75401"/>
                  <a:pt x="53314" y="70884"/>
                </a:cubicBezTo>
                <a:lnTo>
                  <a:pt x="54125" y="67013"/>
                </a:lnTo>
                <a:lnTo>
                  <a:pt x="51851" y="67013"/>
                </a:lnTo>
                <a:close/>
                <a:moveTo>
                  <a:pt x="164330" y="32233"/>
                </a:moveTo>
                <a:lnTo>
                  <a:pt x="166119" y="21506"/>
                </a:lnTo>
                <a:lnTo>
                  <a:pt x="190663" y="21506"/>
                </a:lnTo>
                <a:lnTo>
                  <a:pt x="177823" y="94972"/>
                </a:lnTo>
                <a:cubicBezTo>
                  <a:pt x="176521" y="102449"/>
                  <a:pt x="174570" y="109086"/>
                  <a:pt x="171969" y="114883"/>
                </a:cubicBezTo>
                <a:cubicBezTo>
                  <a:pt x="169369" y="120680"/>
                  <a:pt x="166010" y="125529"/>
                  <a:pt x="161892" y="129429"/>
                </a:cubicBezTo>
                <a:cubicBezTo>
                  <a:pt x="157775" y="133332"/>
                  <a:pt x="152736" y="136312"/>
                  <a:pt x="146776" y="138370"/>
                </a:cubicBezTo>
                <a:cubicBezTo>
                  <a:pt x="140816" y="140429"/>
                  <a:pt x="133882" y="141458"/>
                  <a:pt x="125972" y="141458"/>
                </a:cubicBezTo>
                <a:cubicBezTo>
                  <a:pt x="122395" y="141458"/>
                  <a:pt x="118738" y="141161"/>
                  <a:pt x="114999" y="140565"/>
                </a:cubicBezTo>
                <a:cubicBezTo>
                  <a:pt x="111261" y="139970"/>
                  <a:pt x="107603" y="139104"/>
                  <a:pt x="104027" y="137966"/>
                </a:cubicBezTo>
                <a:cubicBezTo>
                  <a:pt x="100450" y="136830"/>
                  <a:pt x="97064" y="135423"/>
                  <a:pt x="93868" y="133745"/>
                </a:cubicBezTo>
                <a:cubicBezTo>
                  <a:pt x="90672" y="132067"/>
                  <a:pt x="87936" y="130091"/>
                  <a:pt x="85661" y="127817"/>
                </a:cubicBezTo>
                <a:lnTo>
                  <a:pt x="100289" y="109456"/>
                </a:lnTo>
                <a:cubicBezTo>
                  <a:pt x="103431" y="112924"/>
                  <a:pt x="107304" y="115606"/>
                  <a:pt x="111909" y="117502"/>
                </a:cubicBezTo>
                <a:cubicBezTo>
                  <a:pt x="116515" y="119399"/>
                  <a:pt x="121148" y="120347"/>
                  <a:pt x="125808" y="120347"/>
                </a:cubicBezTo>
                <a:cubicBezTo>
                  <a:pt x="130142" y="120347"/>
                  <a:pt x="133798" y="119776"/>
                  <a:pt x="136778" y="118635"/>
                </a:cubicBezTo>
                <a:cubicBezTo>
                  <a:pt x="139759" y="117495"/>
                  <a:pt x="142279" y="115892"/>
                  <a:pt x="144338" y="113826"/>
                </a:cubicBezTo>
                <a:cubicBezTo>
                  <a:pt x="146396" y="111761"/>
                  <a:pt x="148021" y="109370"/>
                  <a:pt x="149214" y="106654"/>
                </a:cubicBezTo>
                <a:cubicBezTo>
                  <a:pt x="150406" y="103937"/>
                  <a:pt x="151327" y="100948"/>
                  <a:pt x="151977" y="97688"/>
                </a:cubicBezTo>
                <a:lnTo>
                  <a:pt x="153115" y="92308"/>
                </a:lnTo>
                <a:lnTo>
                  <a:pt x="152626" y="92308"/>
                </a:lnTo>
                <a:cubicBezTo>
                  <a:pt x="150351" y="95235"/>
                  <a:pt x="147019" y="97783"/>
                  <a:pt x="142631" y="99952"/>
                </a:cubicBezTo>
                <a:cubicBezTo>
                  <a:pt x="138243" y="102120"/>
                  <a:pt x="133285" y="103204"/>
                  <a:pt x="127757" y="103204"/>
                </a:cubicBezTo>
                <a:cubicBezTo>
                  <a:pt x="122341" y="103204"/>
                  <a:pt x="117519" y="102365"/>
                  <a:pt x="113293" y="100686"/>
                </a:cubicBezTo>
                <a:cubicBezTo>
                  <a:pt x="109067" y="99008"/>
                  <a:pt x="105490" y="96680"/>
                  <a:pt x="102564" y="93702"/>
                </a:cubicBezTo>
                <a:cubicBezTo>
                  <a:pt x="99639" y="90724"/>
                  <a:pt x="97417" y="87178"/>
                  <a:pt x="95899" y="83064"/>
                </a:cubicBezTo>
                <a:cubicBezTo>
                  <a:pt x="94383" y="78949"/>
                  <a:pt x="93625" y="74400"/>
                  <a:pt x="93625" y="69418"/>
                </a:cubicBezTo>
                <a:cubicBezTo>
                  <a:pt x="93625" y="62489"/>
                  <a:pt x="94735" y="55992"/>
                  <a:pt x="96956" y="49929"/>
                </a:cubicBezTo>
                <a:cubicBezTo>
                  <a:pt x="99178" y="43864"/>
                  <a:pt x="102267" y="38558"/>
                  <a:pt x="106222" y="34011"/>
                </a:cubicBezTo>
                <a:cubicBezTo>
                  <a:pt x="110177" y="29462"/>
                  <a:pt x="114890" y="25889"/>
                  <a:pt x="120361" y="23292"/>
                </a:cubicBezTo>
                <a:cubicBezTo>
                  <a:pt x="125834" y="20692"/>
                  <a:pt x="131876" y="19393"/>
                  <a:pt x="138487" y="19393"/>
                </a:cubicBezTo>
                <a:cubicBezTo>
                  <a:pt x="144338" y="19393"/>
                  <a:pt x="149458" y="20504"/>
                  <a:pt x="153847" y="22726"/>
                </a:cubicBezTo>
                <a:cubicBezTo>
                  <a:pt x="158235" y="24947"/>
                  <a:pt x="161567" y="28116"/>
                  <a:pt x="163842" y="32233"/>
                </a:cubicBezTo>
                <a:lnTo>
                  <a:pt x="164330" y="32233"/>
                </a:lnTo>
                <a:moveTo>
                  <a:pt x="119307" y="66159"/>
                </a:moveTo>
                <a:cubicBezTo>
                  <a:pt x="119307" y="68431"/>
                  <a:pt x="119632" y="70596"/>
                  <a:pt x="120282" y="72653"/>
                </a:cubicBezTo>
                <a:cubicBezTo>
                  <a:pt x="120932" y="74708"/>
                  <a:pt x="121961" y="76520"/>
                  <a:pt x="123370" y="78089"/>
                </a:cubicBezTo>
                <a:cubicBezTo>
                  <a:pt x="124779" y="79658"/>
                  <a:pt x="126512" y="80903"/>
                  <a:pt x="128571" y="81824"/>
                </a:cubicBezTo>
                <a:cubicBezTo>
                  <a:pt x="130629" y="82744"/>
                  <a:pt x="133122" y="83203"/>
                  <a:pt x="136049" y="83203"/>
                </a:cubicBezTo>
                <a:cubicBezTo>
                  <a:pt x="139407" y="83203"/>
                  <a:pt x="142522" y="82500"/>
                  <a:pt x="145394" y="81093"/>
                </a:cubicBezTo>
                <a:cubicBezTo>
                  <a:pt x="148266" y="79686"/>
                  <a:pt x="150732" y="77765"/>
                  <a:pt x="152790" y="75331"/>
                </a:cubicBezTo>
                <a:cubicBezTo>
                  <a:pt x="154849" y="72896"/>
                  <a:pt x="156447" y="70136"/>
                  <a:pt x="157584" y="67052"/>
                </a:cubicBezTo>
                <a:cubicBezTo>
                  <a:pt x="158722" y="63969"/>
                  <a:pt x="159291" y="60695"/>
                  <a:pt x="159291" y="57231"/>
                </a:cubicBezTo>
                <a:cubicBezTo>
                  <a:pt x="159291" y="52037"/>
                  <a:pt x="157746" y="47898"/>
                  <a:pt x="154658" y="44815"/>
                </a:cubicBezTo>
                <a:cubicBezTo>
                  <a:pt x="151571" y="41729"/>
                  <a:pt x="147426" y="40187"/>
                  <a:pt x="142224" y="40187"/>
                </a:cubicBezTo>
                <a:cubicBezTo>
                  <a:pt x="138648" y="40187"/>
                  <a:pt x="135451" y="40890"/>
                  <a:pt x="132633" y="42297"/>
                </a:cubicBezTo>
                <a:cubicBezTo>
                  <a:pt x="129818" y="43704"/>
                  <a:pt x="127434" y="45599"/>
                  <a:pt x="125483" y="47980"/>
                </a:cubicBezTo>
                <a:cubicBezTo>
                  <a:pt x="123532" y="50359"/>
                  <a:pt x="122015" y="53118"/>
                  <a:pt x="120932" y="56256"/>
                </a:cubicBezTo>
                <a:cubicBezTo>
                  <a:pt x="119849" y="59394"/>
                  <a:pt x="119307" y="62695"/>
                  <a:pt x="119307" y="66159"/>
                </a:cubicBezTo>
                <a:close/>
                <a:moveTo>
                  <a:pt x="209191" y="38232"/>
                </a:moveTo>
                <a:cubicBezTo>
                  <a:pt x="209624" y="36174"/>
                  <a:pt x="210085" y="33519"/>
                  <a:pt x="210573" y="30268"/>
                </a:cubicBezTo>
                <a:cubicBezTo>
                  <a:pt x="211060" y="27018"/>
                  <a:pt x="211413" y="24092"/>
                  <a:pt x="211629" y="21491"/>
                </a:cubicBezTo>
                <a:lnTo>
                  <a:pt x="236498" y="21491"/>
                </a:lnTo>
                <a:cubicBezTo>
                  <a:pt x="236391" y="22792"/>
                  <a:pt x="236201" y="24662"/>
                  <a:pt x="235930" y="27101"/>
                </a:cubicBezTo>
                <a:cubicBezTo>
                  <a:pt x="235659" y="29538"/>
                  <a:pt x="235415" y="31570"/>
                  <a:pt x="235199" y="33195"/>
                </a:cubicBezTo>
                <a:lnTo>
                  <a:pt x="235523" y="33195"/>
                </a:lnTo>
                <a:cubicBezTo>
                  <a:pt x="236716" y="31462"/>
                  <a:pt x="238124" y="29757"/>
                  <a:pt x="239750" y="28081"/>
                </a:cubicBezTo>
                <a:cubicBezTo>
                  <a:pt x="241375" y="26403"/>
                  <a:pt x="243190" y="24914"/>
                  <a:pt x="245194" y="23616"/>
                </a:cubicBezTo>
                <a:cubicBezTo>
                  <a:pt x="247199" y="22317"/>
                  <a:pt x="249448" y="21288"/>
                  <a:pt x="251940" y="20531"/>
                </a:cubicBezTo>
                <a:cubicBezTo>
                  <a:pt x="254433" y="19772"/>
                  <a:pt x="257143" y="19393"/>
                  <a:pt x="260068" y="19393"/>
                </a:cubicBezTo>
                <a:cubicBezTo>
                  <a:pt x="266461" y="19393"/>
                  <a:pt x="271581" y="20719"/>
                  <a:pt x="275427" y="23371"/>
                </a:cubicBezTo>
                <a:cubicBezTo>
                  <a:pt x="279275" y="26023"/>
                  <a:pt x="281957" y="29460"/>
                  <a:pt x="283473" y="33681"/>
                </a:cubicBezTo>
                <a:cubicBezTo>
                  <a:pt x="286616" y="29460"/>
                  <a:pt x="290355" y="26023"/>
                  <a:pt x="294689" y="23371"/>
                </a:cubicBezTo>
                <a:cubicBezTo>
                  <a:pt x="299024" y="20719"/>
                  <a:pt x="304226" y="19393"/>
                  <a:pt x="310294" y="19393"/>
                </a:cubicBezTo>
                <a:cubicBezTo>
                  <a:pt x="314954" y="19393"/>
                  <a:pt x="318962" y="20097"/>
                  <a:pt x="322321" y="21506"/>
                </a:cubicBezTo>
                <a:cubicBezTo>
                  <a:pt x="325680" y="22913"/>
                  <a:pt x="328471" y="24808"/>
                  <a:pt x="330691" y="27190"/>
                </a:cubicBezTo>
                <a:cubicBezTo>
                  <a:pt x="332914" y="29573"/>
                  <a:pt x="334539" y="32308"/>
                  <a:pt x="335567" y="35395"/>
                </a:cubicBezTo>
                <a:cubicBezTo>
                  <a:pt x="336597" y="38482"/>
                  <a:pt x="337112" y="41650"/>
                  <a:pt x="337112" y="44899"/>
                </a:cubicBezTo>
                <a:cubicBezTo>
                  <a:pt x="337112" y="46199"/>
                  <a:pt x="337058" y="47498"/>
                  <a:pt x="336949" y="48798"/>
                </a:cubicBezTo>
                <a:cubicBezTo>
                  <a:pt x="336841" y="50098"/>
                  <a:pt x="336679" y="51343"/>
                  <a:pt x="336463" y="52536"/>
                </a:cubicBezTo>
                <a:lnTo>
                  <a:pt x="327524" y="102410"/>
                </a:lnTo>
                <a:lnTo>
                  <a:pt x="301517" y="102410"/>
                </a:lnTo>
                <a:lnTo>
                  <a:pt x="309156" y="58538"/>
                </a:lnTo>
                <a:cubicBezTo>
                  <a:pt x="309698" y="56046"/>
                  <a:pt x="309969" y="53771"/>
                  <a:pt x="309969" y="51712"/>
                </a:cubicBezTo>
                <a:cubicBezTo>
                  <a:pt x="309969" y="48571"/>
                  <a:pt x="309156" y="45944"/>
                  <a:pt x="307531" y="43833"/>
                </a:cubicBezTo>
                <a:cubicBezTo>
                  <a:pt x="305906" y="41719"/>
                  <a:pt x="303197" y="40663"/>
                  <a:pt x="299404" y="40663"/>
                </a:cubicBezTo>
                <a:cubicBezTo>
                  <a:pt x="297128" y="40663"/>
                  <a:pt x="295069" y="41178"/>
                  <a:pt x="293225" y="42208"/>
                </a:cubicBezTo>
                <a:cubicBezTo>
                  <a:pt x="291383" y="43237"/>
                  <a:pt x="289758" y="44591"/>
                  <a:pt x="288349" y="46271"/>
                </a:cubicBezTo>
                <a:cubicBezTo>
                  <a:pt x="286940" y="47949"/>
                  <a:pt x="285803" y="49898"/>
                  <a:pt x="284936" y="52119"/>
                </a:cubicBezTo>
                <a:cubicBezTo>
                  <a:pt x="284070" y="54340"/>
                  <a:pt x="283420" y="56587"/>
                  <a:pt x="282987" y="58863"/>
                </a:cubicBezTo>
                <a:lnTo>
                  <a:pt x="275346" y="102410"/>
                </a:lnTo>
                <a:lnTo>
                  <a:pt x="249177" y="102410"/>
                </a:lnTo>
                <a:lnTo>
                  <a:pt x="257305" y="56100"/>
                </a:lnTo>
                <a:cubicBezTo>
                  <a:pt x="257630" y="54474"/>
                  <a:pt x="257793" y="52958"/>
                  <a:pt x="257793" y="51551"/>
                </a:cubicBezTo>
                <a:cubicBezTo>
                  <a:pt x="257793" y="48409"/>
                  <a:pt x="257007" y="45809"/>
                  <a:pt x="255434" y="43751"/>
                </a:cubicBezTo>
                <a:cubicBezTo>
                  <a:pt x="253864" y="41692"/>
                  <a:pt x="251398" y="40663"/>
                  <a:pt x="248039" y="40663"/>
                </a:cubicBezTo>
                <a:cubicBezTo>
                  <a:pt x="243596" y="40663"/>
                  <a:pt x="239993" y="42424"/>
                  <a:pt x="237230" y="45946"/>
                </a:cubicBezTo>
                <a:cubicBezTo>
                  <a:pt x="234467" y="49466"/>
                  <a:pt x="232652" y="53663"/>
                  <a:pt x="231786" y="58538"/>
                </a:cubicBezTo>
                <a:lnTo>
                  <a:pt x="223983" y="102410"/>
                </a:lnTo>
                <a:lnTo>
                  <a:pt x="197976" y="102410"/>
                </a:lnTo>
                <a:lnTo>
                  <a:pt x="209191" y="38232"/>
                </a:lnTo>
                <a:close/>
                <a:moveTo>
                  <a:pt x="374335" y="68917"/>
                </a:moveTo>
                <a:cubicBezTo>
                  <a:pt x="374228" y="69349"/>
                  <a:pt x="374174" y="69835"/>
                  <a:pt x="374174" y="70376"/>
                </a:cubicBezTo>
                <a:cubicBezTo>
                  <a:pt x="374174" y="72643"/>
                  <a:pt x="374688" y="74667"/>
                  <a:pt x="375716" y="76450"/>
                </a:cubicBezTo>
                <a:cubicBezTo>
                  <a:pt x="376747" y="78231"/>
                  <a:pt x="378102" y="79742"/>
                  <a:pt x="379782" y="80984"/>
                </a:cubicBezTo>
                <a:cubicBezTo>
                  <a:pt x="381461" y="82225"/>
                  <a:pt x="383357" y="83170"/>
                  <a:pt x="385469" y="83818"/>
                </a:cubicBezTo>
                <a:cubicBezTo>
                  <a:pt x="387582" y="84467"/>
                  <a:pt x="389777" y="84791"/>
                  <a:pt x="392054" y="84791"/>
                </a:cubicBezTo>
                <a:cubicBezTo>
                  <a:pt x="396171" y="84791"/>
                  <a:pt x="399800" y="84033"/>
                  <a:pt x="402942" y="82516"/>
                </a:cubicBezTo>
                <a:cubicBezTo>
                  <a:pt x="406085" y="80998"/>
                  <a:pt x="408902" y="78939"/>
                  <a:pt x="411394" y="76338"/>
                </a:cubicBezTo>
                <a:lnTo>
                  <a:pt x="427811" y="89181"/>
                </a:lnTo>
                <a:cubicBezTo>
                  <a:pt x="422610" y="94710"/>
                  <a:pt x="416813" y="98694"/>
                  <a:pt x="410419" y="101133"/>
                </a:cubicBezTo>
                <a:cubicBezTo>
                  <a:pt x="404025" y="103572"/>
                  <a:pt x="397145" y="104791"/>
                  <a:pt x="389777" y="104791"/>
                </a:cubicBezTo>
                <a:cubicBezTo>
                  <a:pt x="384142" y="104791"/>
                  <a:pt x="378913" y="104006"/>
                  <a:pt x="374092" y="102437"/>
                </a:cubicBezTo>
                <a:cubicBezTo>
                  <a:pt x="369270" y="100868"/>
                  <a:pt x="365071" y="98542"/>
                  <a:pt x="361495" y="95458"/>
                </a:cubicBezTo>
                <a:cubicBezTo>
                  <a:pt x="357919" y="92373"/>
                  <a:pt x="355101" y="88557"/>
                  <a:pt x="353042" y="84012"/>
                </a:cubicBezTo>
                <a:cubicBezTo>
                  <a:pt x="350984" y="79466"/>
                  <a:pt x="349955" y="74271"/>
                  <a:pt x="349955" y="68426"/>
                </a:cubicBezTo>
                <a:cubicBezTo>
                  <a:pt x="349955" y="61500"/>
                  <a:pt x="351173" y="55034"/>
                  <a:pt x="353610" y="49029"/>
                </a:cubicBezTo>
                <a:cubicBezTo>
                  <a:pt x="356049" y="43022"/>
                  <a:pt x="359408" y="37799"/>
                  <a:pt x="363687" y="33361"/>
                </a:cubicBezTo>
                <a:cubicBezTo>
                  <a:pt x="367968" y="28923"/>
                  <a:pt x="373088" y="25433"/>
                  <a:pt x="379047" y="22890"/>
                </a:cubicBezTo>
                <a:cubicBezTo>
                  <a:pt x="385008" y="20347"/>
                  <a:pt x="391564" y="19075"/>
                  <a:pt x="398715" y="19075"/>
                </a:cubicBezTo>
                <a:cubicBezTo>
                  <a:pt x="404026" y="19075"/>
                  <a:pt x="408876" y="19833"/>
                  <a:pt x="413264" y="21350"/>
                </a:cubicBezTo>
                <a:cubicBezTo>
                  <a:pt x="417653" y="22864"/>
                  <a:pt x="421417" y="25056"/>
                  <a:pt x="424559" y="27925"/>
                </a:cubicBezTo>
                <a:cubicBezTo>
                  <a:pt x="427702" y="30792"/>
                  <a:pt x="430140" y="34336"/>
                  <a:pt x="431873" y="38557"/>
                </a:cubicBezTo>
                <a:cubicBezTo>
                  <a:pt x="433608" y="42779"/>
                  <a:pt x="434475" y="47649"/>
                  <a:pt x="434475" y="53168"/>
                </a:cubicBezTo>
                <a:cubicBezTo>
                  <a:pt x="434475" y="55118"/>
                  <a:pt x="434285" y="57580"/>
                  <a:pt x="433904" y="60557"/>
                </a:cubicBezTo>
                <a:cubicBezTo>
                  <a:pt x="433526" y="63533"/>
                  <a:pt x="433012" y="66320"/>
                  <a:pt x="432362" y="68917"/>
                </a:cubicBezTo>
                <a:lnTo>
                  <a:pt x="374335" y="68917"/>
                </a:lnTo>
                <a:moveTo>
                  <a:pt x="411233" y="53044"/>
                </a:moveTo>
                <a:cubicBezTo>
                  <a:pt x="411340" y="52503"/>
                  <a:pt x="411394" y="51964"/>
                  <a:pt x="411394" y="51424"/>
                </a:cubicBezTo>
                <a:cubicBezTo>
                  <a:pt x="411394" y="50884"/>
                  <a:pt x="411394" y="50344"/>
                  <a:pt x="411394" y="49805"/>
                </a:cubicBezTo>
                <a:cubicBezTo>
                  <a:pt x="411394" y="46240"/>
                  <a:pt x="410121" y="43270"/>
                  <a:pt x="407575" y="40894"/>
                </a:cubicBezTo>
                <a:cubicBezTo>
                  <a:pt x="405028" y="38518"/>
                  <a:pt x="401372" y="37330"/>
                  <a:pt x="396605" y="37330"/>
                </a:cubicBezTo>
                <a:cubicBezTo>
                  <a:pt x="393678" y="37330"/>
                  <a:pt x="391050" y="37843"/>
                  <a:pt x="388720" y="38870"/>
                </a:cubicBezTo>
                <a:cubicBezTo>
                  <a:pt x="386390" y="39895"/>
                  <a:pt x="384358" y="41164"/>
                  <a:pt x="382624" y="42677"/>
                </a:cubicBezTo>
                <a:cubicBezTo>
                  <a:pt x="380891" y="44188"/>
                  <a:pt x="379482" y="45862"/>
                  <a:pt x="378398" y="47699"/>
                </a:cubicBezTo>
                <a:cubicBezTo>
                  <a:pt x="377315" y="49535"/>
                  <a:pt x="376556" y="51316"/>
                  <a:pt x="376123" y="53044"/>
                </a:cubicBezTo>
                <a:lnTo>
                  <a:pt x="411233" y="53044"/>
                </a:lnTo>
                <a:close/>
                <a:moveTo>
                  <a:pt x="481288" y="33160"/>
                </a:moveTo>
                <a:cubicBezTo>
                  <a:pt x="483889" y="29151"/>
                  <a:pt x="487356" y="25845"/>
                  <a:pt x="491690" y="23244"/>
                </a:cubicBezTo>
                <a:cubicBezTo>
                  <a:pt x="496025" y="20644"/>
                  <a:pt x="501010" y="19343"/>
                  <a:pt x="506645" y="19343"/>
                </a:cubicBezTo>
                <a:cubicBezTo>
                  <a:pt x="511197" y="19343"/>
                  <a:pt x="515099" y="19994"/>
                  <a:pt x="518350" y="21295"/>
                </a:cubicBezTo>
                <a:cubicBezTo>
                  <a:pt x="521600" y="22595"/>
                  <a:pt x="524281" y="24383"/>
                  <a:pt x="526393" y="26660"/>
                </a:cubicBezTo>
                <a:cubicBezTo>
                  <a:pt x="528506" y="28935"/>
                  <a:pt x="530050" y="31563"/>
                  <a:pt x="531026" y="34544"/>
                </a:cubicBezTo>
                <a:cubicBezTo>
                  <a:pt x="532001" y="37524"/>
                  <a:pt x="532489" y="40639"/>
                  <a:pt x="532489" y="43890"/>
                </a:cubicBezTo>
                <a:cubicBezTo>
                  <a:pt x="532489" y="45406"/>
                  <a:pt x="532435" y="46896"/>
                  <a:pt x="532325" y="48359"/>
                </a:cubicBezTo>
                <a:cubicBezTo>
                  <a:pt x="532218" y="49822"/>
                  <a:pt x="532001" y="51258"/>
                  <a:pt x="531676" y="52667"/>
                </a:cubicBezTo>
                <a:lnTo>
                  <a:pt x="522901" y="102410"/>
                </a:lnTo>
                <a:lnTo>
                  <a:pt x="496893" y="102410"/>
                </a:lnTo>
                <a:lnTo>
                  <a:pt x="504532" y="58535"/>
                </a:lnTo>
                <a:cubicBezTo>
                  <a:pt x="505075" y="56043"/>
                  <a:pt x="505346" y="53768"/>
                  <a:pt x="505346" y="51710"/>
                </a:cubicBezTo>
                <a:cubicBezTo>
                  <a:pt x="505346" y="48676"/>
                  <a:pt x="504560" y="46103"/>
                  <a:pt x="502987" y="43991"/>
                </a:cubicBezTo>
                <a:cubicBezTo>
                  <a:pt x="501416" y="41878"/>
                  <a:pt x="498626" y="40822"/>
                  <a:pt x="494616" y="40822"/>
                </a:cubicBezTo>
                <a:cubicBezTo>
                  <a:pt x="492232" y="40822"/>
                  <a:pt x="490092" y="41282"/>
                  <a:pt x="488195" y="42203"/>
                </a:cubicBezTo>
                <a:cubicBezTo>
                  <a:pt x="486300" y="43124"/>
                  <a:pt x="484621" y="44397"/>
                  <a:pt x="483158" y="46023"/>
                </a:cubicBezTo>
                <a:cubicBezTo>
                  <a:pt x="481695" y="47646"/>
                  <a:pt x="480502" y="49542"/>
                  <a:pt x="479581" y="51710"/>
                </a:cubicBezTo>
                <a:cubicBezTo>
                  <a:pt x="478661" y="53876"/>
                  <a:pt x="477983" y="56151"/>
                  <a:pt x="477550" y="58535"/>
                </a:cubicBezTo>
                <a:lnTo>
                  <a:pt x="469747" y="102410"/>
                </a:lnTo>
                <a:lnTo>
                  <a:pt x="443740" y="102410"/>
                </a:lnTo>
                <a:lnTo>
                  <a:pt x="454956" y="38200"/>
                </a:lnTo>
                <a:cubicBezTo>
                  <a:pt x="455389" y="36141"/>
                  <a:pt x="455849" y="33487"/>
                  <a:pt x="456337" y="30236"/>
                </a:cubicBezTo>
                <a:cubicBezTo>
                  <a:pt x="456825" y="26984"/>
                  <a:pt x="457177" y="24057"/>
                  <a:pt x="457394" y="21456"/>
                </a:cubicBezTo>
                <a:lnTo>
                  <a:pt x="482263" y="21456"/>
                </a:lnTo>
                <a:cubicBezTo>
                  <a:pt x="482155" y="22758"/>
                  <a:pt x="481966" y="24600"/>
                  <a:pt x="481695" y="26985"/>
                </a:cubicBezTo>
                <a:cubicBezTo>
                  <a:pt x="481423" y="29367"/>
                  <a:pt x="481180" y="31426"/>
                  <a:pt x="480963" y="33160"/>
                </a:cubicBezTo>
                <a:lnTo>
                  <a:pt x="481288" y="33160"/>
                </a:lnTo>
                <a:close/>
                <a:moveTo>
                  <a:pt x="543704" y="40980"/>
                </a:moveTo>
                <a:lnTo>
                  <a:pt x="547280" y="21456"/>
                </a:lnTo>
                <a:lnTo>
                  <a:pt x="560123" y="21456"/>
                </a:lnTo>
                <a:lnTo>
                  <a:pt x="563860" y="0"/>
                </a:lnTo>
                <a:lnTo>
                  <a:pt x="589215" y="0"/>
                </a:lnTo>
                <a:lnTo>
                  <a:pt x="585478" y="21456"/>
                </a:lnTo>
                <a:lnTo>
                  <a:pt x="602708" y="21456"/>
                </a:lnTo>
                <a:lnTo>
                  <a:pt x="599131" y="40980"/>
                </a:lnTo>
                <a:lnTo>
                  <a:pt x="582390" y="40980"/>
                </a:lnTo>
                <a:lnTo>
                  <a:pt x="576539" y="72752"/>
                </a:lnTo>
                <a:cubicBezTo>
                  <a:pt x="576430" y="73511"/>
                  <a:pt x="576348" y="74298"/>
                  <a:pt x="576294" y="75113"/>
                </a:cubicBezTo>
                <a:cubicBezTo>
                  <a:pt x="576241" y="75928"/>
                  <a:pt x="576214" y="76607"/>
                  <a:pt x="576214" y="77149"/>
                </a:cubicBezTo>
                <a:cubicBezTo>
                  <a:pt x="576214" y="79866"/>
                  <a:pt x="576972" y="81713"/>
                  <a:pt x="578489" y="82690"/>
                </a:cubicBezTo>
                <a:cubicBezTo>
                  <a:pt x="580006" y="83667"/>
                  <a:pt x="582065" y="84156"/>
                  <a:pt x="584664" y="84156"/>
                </a:cubicBezTo>
                <a:cubicBezTo>
                  <a:pt x="585966" y="84156"/>
                  <a:pt x="587239" y="84049"/>
                  <a:pt x="588484" y="83836"/>
                </a:cubicBezTo>
                <a:cubicBezTo>
                  <a:pt x="589730" y="83621"/>
                  <a:pt x="590842" y="83407"/>
                  <a:pt x="591817" y="83193"/>
                </a:cubicBezTo>
                <a:lnTo>
                  <a:pt x="589379" y="101877"/>
                </a:lnTo>
                <a:cubicBezTo>
                  <a:pt x="587861" y="102527"/>
                  <a:pt x="585721" y="103095"/>
                  <a:pt x="582958" y="103583"/>
                </a:cubicBezTo>
                <a:cubicBezTo>
                  <a:pt x="580195" y="104071"/>
                  <a:pt x="577568" y="104315"/>
                  <a:pt x="575076" y="104315"/>
                </a:cubicBezTo>
                <a:cubicBezTo>
                  <a:pt x="567275" y="104315"/>
                  <a:pt x="561125" y="102742"/>
                  <a:pt x="556628" y="99595"/>
                </a:cubicBezTo>
                <a:cubicBezTo>
                  <a:pt x="552131" y="96447"/>
                  <a:pt x="549882" y="91453"/>
                  <a:pt x="549882" y="84615"/>
                </a:cubicBezTo>
                <a:cubicBezTo>
                  <a:pt x="549882" y="83312"/>
                  <a:pt x="549963" y="81819"/>
                  <a:pt x="550125" y="80138"/>
                </a:cubicBezTo>
                <a:cubicBezTo>
                  <a:pt x="550289" y="78455"/>
                  <a:pt x="550533" y="76853"/>
                  <a:pt x="550857" y="75334"/>
                </a:cubicBezTo>
                <a:lnTo>
                  <a:pt x="557035" y="40980"/>
                </a:lnTo>
                <a:lnTo>
                  <a:pt x="543704" y="409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9" name="Text s">
            <a:extLst xmlns:a="http://schemas.openxmlformats.org/drawingml/2006/main">
              <a:ext uri="{FF2B5EF4-FFF2-40B4-BE49-F238E27FC236}">
                <a16:creationId xmlns:a16="http://schemas.microsoft.com/office/drawing/2014/main" id="{5EA19BD8-35D4-4776-AA2C-17B86B14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2453" y="380258"/>
            <a:ext cx="79158" cy="86192"/>
          </a:xfrm>
          <a:custGeom xmlns:a="http://schemas.openxmlformats.org/drawingml/2006/main">
            <a:pathLst>
              <a:path w="79158" h="86192">
                <a:moveTo>
                  <a:pt x="16253" y="57404"/>
                </a:moveTo>
                <a:cubicBezTo>
                  <a:pt x="18313" y="60438"/>
                  <a:pt x="21049" y="62741"/>
                  <a:pt x="24462" y="64312"/>
                </a:cubicBezTo>
                <a:cubicBezTo>
                  <a:pt x="27875" y="65882"/>
                  <a:pt x="31370" y="66668"/>
                  <a:pt x="34946" y="66668"/>
                </a:cubicBezTo>
                <a:cubicBezTo>
                  <a:pt x="38413" y="66668"/>
                  <a:pt x="41204" y="66019"/>
                  <a:pt x="43317" y="64721"/>
                </a:cubicBezTo>
                <a:cubicBezTo>
                  <a:pt x="45430" y="63423"/>
                  <a:pt x="46486" y="61639"/>
                  <a:pt x="46486" y="59369"/>
                </a:cubicBezTo>
                <a:cubicBezTo>
                  <a:pt x="46486" y="57206"/>
                  <a:pt x="45511" y="55530"/>
                  <a:pt x="43560" y="54341"/>
                </a:cubicBezTo>
                <a:cubicBezTo>
                  <a:pt x="41610" y="53151"/>
                  <a:pt x="38739" y="51961"/>
                  <a:pt x="34946" y="50772"/>
                </a:cubicBezTo>
                <a:cubicBezTo>
                  <a:pt x="31153" y="49691"/>
                  <a:pt x="27820" y="48475"/>
                  <a:pt x="24948" y="47124"/>
                </a:cubicBezTo>
                <a:cubicBezTo>
                  <a:pt x="22078" y="45771"/>
                  <a:pt x="19667" y="44203"/>
                  <a:pt x="17716" y="42419"/>
                </a:cubicBezTo>
                <a:cubicBezTo>
                  <a:pt x="15767" y="40633"/>
                  <a:pt x="14304" y="38578"/>
                  <a:pt x="13329" y="36253"/>
                </a:cubicBezTo>
                <a:cubicBezTo>
                  <a:pt x="12353" y="33928"/>
                  <a:pt x="11865" y="31198"/>
                  <a:pt x="11865" y="28061"/>
                </a:cubicBezTo>
                <a:cubicBezTo>
                  <a:pt x="11865" y="23628"/>
                  <a:pt x="12867" y="19681"/>
                  <a:pt x="14871" y="16221"/>
                </a:cubicBezTo>
                <a:cubicBezTo>
                  <a:pt x="16877" y="12760"/>
                  <a:pt x="19532" y="9813"/>
                  <a:pt x="22838" y="7381"/>
                </a:cubicBezTo>
                <a:cubicBezTo>
                  <a:pt x="26143" y="4947"/>
                  <a:pt x="30017" y="3109"/>
                  <a:pt x="34460" y="1865"/>
                </a:cubicBezTo>
                <a:cubicBezTo>
                  <a:pt x="38903" y="622"/>
                  <a:pt x="43562" y="0"/>
                  <a:pt x="48438" y="0"/>
                </a:cubicBezTo>
                <a:cubicBezTo>
                  <a:pt x="54723" y="0"/>
                  <a:pt x="60601" y="1059"/>
                  <a:pt x="66073" y="3177"/>
                </a:cubicBezTo>
                <a:cubicBezTo>
                  <a:pt x="71546" y="5294"/>
                  <a:pt x="75907" y="8414"/>
                  <a:pt x="79158" y="12537"/>
                </a:cubicBezTo>
                <a:lnTo>
                  <a:pt x="62742" y="26367"/>
                </a:lnTo>
                <a:cubicBezTo>
                  <a:pt x="61224" y="24199"/>
                  <a:pt x="59137" y="22411"/>
                  <a:pt x="56482" y="21002"/>
                </a:cubicBezTo>
                <a:cubicBezTo>
                  <a:pt x="53828" y="19594"/>
                  <a:pt x="50659" y="18889"/>
                  <a:pt x="46975" y="18889"/>
                </a:cubicBezTo>
                <a:cubicBezTo>
                  <a:pt x="44158" y="18889"/>
                  <a:pt x="41584" y="19430"/>
                  <a:pt x="39254" y="20511"/>
                </a:cubicBezTo>
                <a:cubicBezTo>
                  <a:pt x="36924" y="21593"/>
                  <a:pt x="35760" y="23430"/>
                  <a:pt x="35760" y="26025"/>
                </a:cubicBezTo>
                <a:cubicBezTo>
                  <a:pt x="35760" y="27863"/>
                  <a:pt x="36626" y="29296"/>
                  <a:pt x="38359" y="30323"/>
                </a:cubicBezTo>
                <a:cubicBezTo>
                  <a:pt x="40093" y="31350"/>
                  <a:pt x="42749" y="32350"/>
                  <a:pt x="46325" y="33324"/>
                </a:cubicBezTo>
                <a:cubicBezTo>
                  <a:pt x="53911" y="35378"/>
                  <a:pt x="59899" y="38216"/>
                  <a:pt x="64287" y="41839"/>
                </a:cubicBezTo>
                <a:cubicBezTo>
                  <a:pt x="68675" y="45460"/>
                  <a:pt x="70869" y="50730"/>
                  <a:pt x="70869" y="57650"/>
                </a:cubicBezTo>
                <a:cubicBezTo>
                  <a:pt x="70869" y="62514"/>
                  <a:pt x="69813" y="66758"/>
                  <a:pt x="67700" y="70381"/>
                </a:cubicBezTo>
                <a:cubicBezTo>
                  <a:pt x="65586" y="74002"/>
                  <a:pt x="62823" y="76975"/>
                  <a:pt x="59408" y="79299"/>
                </a:cubicBezTo>
                <a:cubicBezTo>
                  <a:pt x="55996" y="81624"/>
                  <a:pt x="52094" y="83354"/>
                  <a:pt x="47704" y="84488"/>
                </a:cubicBezTo>
                <a:cubicBezTo>
                  <a:pt x="43316" y="85624"/>
                  <a:pt x="38847" y="86192"/>
                  <a:pt x="34296" y="86192"/>
                </a:cubicBezTo>
                <a:cubicBezTo>
                  <a:pt x="26819" y="86192"/>
                  <a:pt x="20155" y="84944"/>
                  <a:pt x="14303" y="82449"/>
                </a:cubicBezTo>
                <a:cubicBezTo>
                  <a:pt x="8452" y="79954"/>
                  <a:pt x="3684" y="76537"/>
                  <a:pt x="0" y="72199"/>
                </a:cubicBezTo>
                <a:lnTo>
                  <a:pt x="16253" y="574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6126C2-A85F-432E-A34A-079CD834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0317" y="278000"/>
            <a:ext cx="383836" cy="266672"/>
          </a:xfrm>
          <a:custGeom xmlns:a="http://schemas.openxmlformats.org/drawingml/2006/main">
            <a:pathLst>
              <a:path w="383836" h="266672">
                <a:moveTo>
                  <a:pt x="0" y="266672"/>
                </a:moveTo>
                <a:lnTo>
                  <a:pt x="383836" y="266672"/>
                </a:lnTo>
                <a:lnTo>
                  <a:pt x="383836" y="0"/>
                </a:lnTo>
                <a:lnTo>
                  <a:pt x="0" y="0"/>
                </a:lnTo>
                <a:lnTo>
                  <a:pt x="0" y="266672"/>
                </a:lnTo>
                <a:close/>
              </a:path>
            </a:pathLst>
          </a:custGeom>
          <a:solidFill xmlns:a="http://schemas.openxmlformats.org/drawingml/2006/main">
            <a:srgbClr val="72FBEA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1251429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2026-09-05T18:28:59.8730000Z</dcterms:created>
  <dcterms:modified xsi:type="dcterms:W3CDTF">2026-09-05T18:28:59.8730000Z</dcterms:modified>
</coreProperties>
</file>