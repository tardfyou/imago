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dff930ca474ad3" /><Relationship Type="http://schemas.openxmlformats.org/officeDocument/2006/relationships/extended-properties" Target="/docProps/app.xml" Id="Rd4561ddc15c44aba" /><Relationship Type="http://schemas.openxmlformats.org/officeDocument/2006/relationships/officeDocument" Target="/ppt/presentation.xml" Id="R92cc47edb4e240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8aba80d367458a"/>
  </p:sldMasterIdLst>
  <p:notesMasterIdLst>
    <p:notesMasterId xmlns:r="http://schemas.openxmlformats.org/officeDocument/2006/relationships" r:id="Rcb4e4ebda0104dfc"/>
  </p:notesMasterIdLst>
  <p:sldIdLst>
    <p:sldId xmlns:r="http://schemas.openxmlformats.org/officeDocument/2006/relationships" id="256" r:id="R1f713b0700724cd5"/>
  </p:sldIdLst>
  <p:sldSz cx="12887325" cy="4429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5331dd664a41fa" /><Relationship Type="http://schemas.openxmlformats.org/officeDocument/2006/relationships/slideMaster" Target="/ppt/slideMasters/slideMaster1.xml" Id="Rd88aba80d367458a" /><Relationship Type="http://schemas.openxmlformats.org/officeDocument/2006/relationships/notesMaster" Target="/ppt/notesMasters/notesMaster1.xml" Id="Rcb4e4ebda0104dfc" /><Relationship Type="http://schemas.openxmlformats.org/officeDocument/2006/relationships/presProps" Target="/ppt/presProps.xml" Id="R423114bbbf464cc5" /><Relationship Type="http://schemas.openxmlformats.org/officeDocument/2006/relationships/tableStyles" Target="/ppt/tableStyles.xml" Id="R80e32492a18e4c9a" /><Relationship Type="http://schemas.openxmlformats.org/officeDocument/2006/relationships/slide" Target="/ppt/slides/slide1.xml" Id="R1f713b0700724c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0f0df9c03e49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b77a107f7b402e" /><Relationship Type="http://schemas.openxmlformats.org/officeDocument/2006/relationships/notesMaster" Target="/ppt/notesMasters/notesMaster1.xml" Id="R04f9632ede1f4db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素材ID：AI-022</ns1:t>
            </ns1:r>
          </ns1:p>
          <ns1:p>
            <ns1:r>
              <ns1:t>论文：Backward Lens: Projecting Language Model Gradients into the Vocabulary Space</ns1:t>
            </ns1:r>
          </ns1:p>
          <ns1:p>
            <ns1:r>
              <ns1:t>会议：EMNLP 2024</ns1:t>
            </ns1:r>
          </ns1:p>
          <ns1:p>
            <ns1:r>
              <ns1:t>奖项：Best Paper</ns1:t>
            </ns1:r>
          </ns1:p>
          <ns1:p>
            <ns1:r>
              <ns1:t>图号：Figure 4，PDF第7页</ns1:t>
            </ns1:r>
          </ns1:p>
          <ns1:p>
            <ns1:r>
              <ns1:t>类型：实验图表</ns1:t>
            </ns1:r>
          </ns1:p>
          <ns1:p>
            <ns1:r>
              <ns1:t>借鉴点：每个格子同时显示最可能词和梯度强度，把隐状态测量变成可读的语义变化表。</ns1:t>
            </ns1:r>
          </ns1:p>
          <ns1:p>
            <ns1:r>
              <ns1:t>论文URL：https://aclanthology.org/2024.emnlp-main.142/</ns1:t>
            </ns1:r>
          </ns1:p>
          <ns1:p>
            <ns1:r>
              <ns1:t>官方获奖URL：https://2024.emnlp.org/program/best_papers/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编辑与保真说明：背景色从论文图像单元格采样，文字逐格转录；未将颜色反推为原始测量数值。作者仓库公开Notebook仅含PNG输出，未提供该图完整原始表。</ns1:t>
            </ns1:r>
          </ns1:p>
          <ns1:p>
            <ns1:r>
              <ns1:t>复刻方式：native_figure_reconstruction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de12bc86b643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192f3d4e214ccb" /><Relationship Type="http://schemas.openxmlformats.org/officeDocument/2006/relationships/slideLayout" Target="/ppt/slideLayouts/slideLayout1.xml" Id="Rbccc8ac3ed2a49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cc8ac3ed2a49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ea61b11ac4391" /><Relationship Type="http://schemas.openxmlformats.org/officeDocument/2006/relationships/notesSlide" Target="/ppt/notesSlides/notesSlide1.xml" Id="R7cd3e40dbba34b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" name="AI-022-1">
            <a:extLst xmlns:a="http://schemas.openxmlformats.org/drawingml/2006/main">
              <a:ext uri="{FF2B5EF4-FFF2-40B4-BE49-F238E27FC236}">
                <a16:creationId xmlns:a16="http://schemas.microsoft.com/office/drawing/2014/main" id="{8A514AFD-3BCE-4EF3-923A-DD34B57D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12382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2" name="AI-022-2">
            <a:extLst xmlns:a="http://schemas.openxmlformats.org/drawingml/2006/main">
              <a:ext uri="{FF2B5EF4-FFF2-40B4-BE49-F238E27FC236}">
                <a16:creationId xmlns:a16="http://schemas.microsoft.com/office/drawing/2014/main" id="{4FB48ADA-C593-4BDE-93FE-1BDC2D92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12382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Paris</a:t>
            </a:r>
          </a:p>
        </p:txBody>
      </p:sp>
      <p:sp>
        <p:nvSpPr>
          <p:cNvPr id="3" name="AI-022-3">
            <a:extLst xmlns:a="http://schemas.openxmlformats.org/drawingml/2006/main">
              <a:ext uri="{FF2B5EF4-FFF2-40B4-BE49-F238E27FC236}">
                <a16:creationId xmlns:a16="http://schemas.microsoft.com/office/drawing/2014/main" id="{EC562B2E-38BE-4A11-B9EC-2204D053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2631" y="12382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4" name="AI-022-4">
            <a:extLst xmlns:a="http://schemas.openxmlformats.org/drawingml/2006/main">
              <a:ext uri="{FF2B5EF4-FFF2-40B4-BE49-F238E27FC236}">
                <a16:creationId xmlns:a16="http://schemas.microsoft.com/office/drawing/2014/main" id="{35DACF49-411B-400C-B116-5732BDAD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1681" y="12382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Paris</a:t>
            </a:r>
          </a:p>
        </p:txBody>
      </p:sp>
      <p:sp>
        <p:nvSpPr>
          <p:cNvPr id="5" name="AI-022-5">
            <a:extLst xmlns:a="http://schemas.openxmlformats.org/drawingml/2006/main">
              <a:ext uri="{FF2B5EF4-FFF2-40B4-BE49-F238E27FC236}">
                <a16:creationId xmlns:a16="http://schemas.microsoft.com/office/drawing/2014/main" id="{B6709662-8F3F-4BCF-AB90-260BECBA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8488" y="12382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6" name="AI-022-6">
            <a:extLst xmlns:a="http://schemas.openxmlformats.org/drawingml/2006/main">
              <a:ext uri="{FF2B5EF4-FFF2-40B4-BE49-F238E27FC236}">
                <a16:creationId xmlns:a16="http://schemas.microsoft.com/office/drawing/2014/main" id="{57BD1CF1-05A4-4FFA-AE7B-91662741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7538" y="12382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Macron</a:t>
            </a:r>
          </a:p>
        </p:txBody>
      </p:sp>
      <p:sp>
        <p:nvSpPr>
          <p:cNvPr id="7" name="AI-022-7">
            <a:extLst xmlns:a="http://schemas.openxmlformats.org/drawingml/2006/main">
              <a:ext uri="{FF2B5EF4-FFF2-40B4-BE49-F238E27FC236}">
                <a16:creationId xmlns:a16="http://schemas.microsoft.com/office/drawing/2014/main" id="{DE18B019-8442-4F95-8C69-BC2528B7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344" y="12382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BCDE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8" name="AI-022-8">
            <a:extLst xmlns:a="http://schemas.openxmlformats.org/drawingml/2006/main">
              <a:ext uri="{FF2B5EF4-FFF2-40B4-BE49-F238E27FC236}">
                <a16:creationId xmlns:a16="http://schemas.microsoft.com/office/drawing/2014/main" id="{6728AA63-F63A-4EF0-A5CB-ACE34A82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3394" y="12382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Paris</a:t>
            </a:r>
          </a:p>
        </p:txBody>
      </p:sp>
      <p:sp>
        <p:nvSpPr>
          <p:cNvPr id="9" name="AI-022-9">
            <a:extLst xmlns:a="http://schemas.openxmlformats.org/drawingml/2006/main">
              <a:ext uri="{FF2B5EF4-FFF2-40B4-BE49-F238E27FC236}">
                <a16:creationId xmlns:a16="http://schemas.microsoft.com/office/drawing/2014/main" id="{BF62A33A-9581-45A7-8057-ADAC583E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63817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0" name="AI-022-10">
            <a:extLst xmlns:a="http://schemas.openxmlformats.org/drawingml/2006/main">
              <a:ext uri="{FF2B5EF4-FFF2-40B4-BE49-F238E27FC236}">
                <a16:creationId xmlns:a16="http://schemas.microsoft.com/office/drawing/2014/main" id="{432910B4-0C10-4407-8D32-8806104C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63817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Paris</a:t>
            </a:r>
          </a:p>
        </p:txBody>
      </p:sp>
      <p:sp>
        <p:nvSpPr>
          <p:cNvPr id="11" name="AI-022-11">
            <a:extLst xmlns:a="http://schemas.openxmlformats.org/drawingml/2006/main">
              <a:ext uri="{FF2B5EF4-FFF2-40B4-BE49-F238E27FC236}">
                <a16:creationId xmlns:a16="http://schemas.microsoft.com/office/drawing/2014/main" id="{9646F4DF-3827-4150-92B2-AEF590E9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2631" y="63817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2" name="AI-022-12">
            <a:extLst xmlns:a="http://schemas.openxmlformats.org/drawingml/2006/main">
              <a:ext uri="{FF2B5EF4-FFF2-40B4-BE49-F238E27FC236}">
                <a16:creationId xmlns:a16="http://schemas.microsoft.com/office/drawing/2014/main" id="{DA2925AD-74BF-4436-A453-A55624BF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1681" y="63817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Paris</a:t>
            </a:r>
          </a:p>
        </p:txBody>
      </p:sp>
      <p:sp>
        <p:nvSpPr>
          <p:cNvPr id="13" name="AI-022-13">
            <a:extLst xmlns:a="http://schemas.openxmlformats.org/drawingml/2006/main">
              <a:ext uri="{FF2B5EF4-FFF2-40B4-BE49-F238E27FC236}">
                <a16:creationId xmlns:a16="http://schemas.microsoft.com/office/drawing/2014/main" id="{E742538B-41F5-4506-BE16-F506E8BB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8488" y="63817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4" name="AI-022-14">
            <a:extLst xmlns:a="http://schemas.openxmlformats.org/drawingml/2006/main">
              <a:ext uri="{FF2B5EF4-FFF2-40B4-BE49-F238E27FC236}">
                <a16:creationId xmlns:a16="http://schemas.microsoft.com/office/drawing/2014/main" id="{AE4F3902-4FD7-4419-863F-8479FF8F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7538" y="63817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Consta..</a:t>
            </a:r>
          </a:p>
        </p:txBody>
      </p:sp>
      <p:sp>
        <p:nvSpPr>
          <p:cNvPr id="15" name="AI-022-15">
            <a:extLst xmlns:a="http://schemas.openxmlformats.org/drawingml/2006/main">
              <a:ext uri="{FF2B5EF4-FFF2-40B4-BE49-F238E27FC236}">
                <a16:creationId xmlns:a16="http://schemas.microsoft.com/office/drawing/2014/main" id="{B9DA06E4-4A7E-4435-825A-459D4165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344" y="63817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56AB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6" name="AI-022-16">
            <a:extLst xmlns:a="http://schemas.openxmlformats.org/drawingml/2006/main">
              <a:ext uri="{FF2B5EF4-FFF2-40B4-BE49-F238E27FC236}">
                <a16:creationId xmlns:a16="http://schemas.microsoft.com/office/drawing/2014/main" id="{8EF54A99-DD81-4361-90C8-8CC32BB8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3394" y="63817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Paris</a:t>
            </a:r>
          </a:p>
        </p:txBody>
      </p:sp>
      <p:sp>
        <p:nvSpPr>
          <p:cNvPr id="17" name="AI-022-17">
            <a:extLst xmlns:a="http://schemas.openxmlformats.org/drawingml/2006/main">
              <a:ext uri="{FF2B5EF4-FFF2-40B4-BE49-F238E27FC236}">
                <a16:creationId xmlns:a16="http://schemas.microsoft.com/office/drawing/2014/main" id="{2D8EAB60-2F45-490A-A778-2D19CC8F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115252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8" name="AI-022-18">
            <a:extLst xmlns:a="http://schemas.openxmlformats.org/drawingml/2006/main">
              <a:ext uri="{FF2B5EF4-FFF2-40B4-BE49-F238E27FC236}">
                <a16:creationId xmlns:a16="http://schemas.microsoft.com/office/drawing/2014/main" id="{28039865-8F08-4444-98FD-7A101592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115252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Paris</a:t>
            </a:r>
          </a:p>
        </p:txBody>
      </p:sp>
      <p:sp>
        <p:nvSpPr>
          <p:cNvPr id="19" name="AI-022-19">
            <a:extLst xmlns:a="http://schemas.openxmlformats.org/drawingml/2006/main">
              <a:ext uri="{FF2B5EF4-FFF2-40B4-BE49-F238E27FC236}">
                <a16:creationId xmlns:a16="http://schemas.microsoft.com/office/drawing/2014/main" id="{B89D8464-A684-4B88-AEF7-74BDCBB1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2631" y="115252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20" name="AI-022-20">
            <a:extLst xmlns:a="http://schemas.openxmlformats.org/drawingml/2006/main">
              <a:ext uri="{FF2B5EF4-FFF2-40B4-BE49-F238E27FC236}">
                <a16:creationId xmlns:a16="http://schemas.microsoft.com/office/drawing/2014/main" id="{A88A8DA7-31EA-40C9-9CE3-5E33BA2C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1681" y="115252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amorph</a:t>
            </a:r>
          </a:p>
        </p:txBody>
      </p:sp>
      <p:sp>
        <p:nvSpPr>
          <p:cNvPr id="21" name="AI-022-21">
            <a:extLst xmlns:a="http://schemas.openxmlformats.org/drawingml/2006/main">
              <a:ext uri="{FF2B5EF4-FFF2-40B4-BE49-F238E27FC236}">
                <a16:creationId xmlns:a16="http://schemas.microsoft.com/office/drawing/2014/main" id="{EF597881-EFCD-423D-AC33-9B27207F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8488" y="115252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22" name="AI-022-22">
            <a:extLst xmlns:a="http://schemas.openxmlformats.org/drawingml/2006/main">
              <a:ext uri="{FF2B5EF4-FFF2-40B4-BE49-F238E27FC236}">
                <a16:creationId xmlns:a16="http://schemas.microsoft.com/office/drawing/2014/main" id="{97D7CCE0-7FBF-4F3D-90EE-614912FA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7538" y="115252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Dalai</a:t>
            </a:r>
          </a:p>
        </p:txBody>
      </p:sp>
      <p:sp>
        <p:nvSpPr>
          <p:cNvPr id="23" name="AI-022-23">
            <a:extLst xmlns:a="http://schemas.openxmlformats.org/drawingml/2006/main">
              <a:ext uri="{FF2B5EF4-FFF2-40B4-BE49-F238E27FC236}">
                <a16:creationId xmlns:a16="http://schemas.microsoft.com/office/drawing/2014/main" id="{4D623E23-88AD-40C5-8EF9-0E4335BC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344" y="115252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80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24" name="AI-022-24">
            <a:extLst xmlns:a="http://schemas.openxmlformats.org/drawingml/2006/main">
              <a:ext uri="{FF2B5EF4-FFF2-40B4-BE49-F238E27FC236}">
                <a16:creationId xmlns:a16="http://schemas.microsoft.com/office/drawing/2014/main" id="{1E635AA5-CA8C-4F5D-8F4A-ED3BDA06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3394" y="115252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Paris</a:t>
            </a:r>
          </a:p>
        </p:txBody>
      </p:sp>
      <p:sp>
        <p:nvSpPr>
          <p:cNvPr id="25" name="AI-022-25">
            <a:extLst xmlns:a="http://schemas.openxmlformats.org/drawingml/2006/main">
              <a:ext uri="{FF2B5EF4-FFF2-40B4-BE49-F238E27FC236}">
                <a16:creationId xmlns:a16="http://schemas.microsoft.com/office/drawing/2014/main" id="{49DD66FA-2D4C-45E8-A2A1-EDC1796F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166687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26" name="AI-022-26">
            <a:extLst xmlns:a="http://schemas.openxmlformats.org/drawingml/2006/main">
              <a:ext uri="{FF2B5EF4-FFF2-40B4-BE49-F238E27FC236}">
                <a16:creationId xmlns:a16="http://schemas.microsoft.com/office/drawing/2014/main" id="{A9EB1DA0-321C-4580-B087-452B80FA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166687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Paris</a:t>
            </a:r>
          </a:p>
        </p:txBody>
      </p:sp>
      <p:sp>
        <p:nvSpPr>
          <p:cNvPr id="27" name="AI-022-27">
            <a:extLst xmlns:a="http://schemas.openxmlformats.org/drawingml/2006/main">
              <a:ext uri="{FF2B5EF4-FFF2-40B4-BE49-F238E27FC236}">
                <a16:creationId xmlns:a16="http://schemas.microsoft.com/office/drawing/2014/main" id="{2772BE30-ABE7-4784-97B6-902471A7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2631" y="166687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28" name="AI-022-28">
            <a:extLst xmlns:a="http://schemas.openxmlformats.org/drawingml/2006/main">
              <a:ext uri="{FF2B5EF4-FFF2-40B4-BE49-F238E27FC236}">
                <a16:creationId xmlns:a16="http://schemas.microsoft.com/office/drawing/2014/main" id="{98F70686-05DF-4626-A93C-0E88F8D6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1681" y="166687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omin</a:t>
            </a:r>
          </a:p>
        </p:txBody>
      </p:sp>
      <p:sp>
        <p:nvSpPr>
          <p:cNvPr id="29" name="AI-022-29">
            <a:extLst xmlns:a="http://schemas.openxmlformats.org/drawingml/2006/main">
              <a:ext uri="{FF2B5EF4-FFF2-40B4-BE49-F238E27FC236}">
                <a16:creationId xmlns:a16="http://schemas.microsoft.com/office/drawing/2014/main" id="{FA820224-6B31-411E-82E4-F4EF418F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8488" y="166687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30" name="AI-022-30">
            <a:extLst xmlns:a="http://schemas.openxmlformats.org/drawingml/2006/main">
              <a:ext uri="{FF2B5EF4-FFF2-40B4-BE49-F238E27FC236}">
                <a16:creationId xmlns:a16="http://schemas.microsoft.com/office/drawing/2014/main" id="{C1506503-AB18-4CD3-BA2B-33896D0C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7538" y="166687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�</a:t>
            </a:r>
          </a:p>
        </p:txBody>
      </p:sp>
      <p:sp>
        <p:nvSpPr>
          <p:cNvPr id="31" name="AI-022-31">
            <a:extLst xmlns:a="http://schemas.openxmlformats.org/drawingml/2006/main">
              <a:ext uri="{FF2B5EF4-FFF2-40B4-BE49-F238E27FC236}">
                <a16:creationId xmlns:a16="http://schemas.microsoft.com/office/drawing/2014/main" id="{06B1640B-23B8-4A5F-8793-BEBCD4BA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344" y="166687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CA6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32" name="AI-022-32">
            <a:extLst xmlns:a="http://schemas.openxmlformats.org/drawingml/2006/main">
              <a:ext uri="{FF2B5EF4-FFF2-40B4-BE49-F238E27FC236}">
                <a16:creationId xmlns:a16="http://schemas.microsoft.com/office/drawing/2014/main" id="{60E26923-172C-48D3-A300-B62737E1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3394" y="166687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Paris</a:t>
            </a:r>
          </a:p>
        </p:txBody>
      </p:sp>
      <p:sp>
        <p:nvSpPr>
          <p:cNvPr id="33" name="AI-022-33">
            <a:extLst xmlns:a="http://schemas.openxmlformats.org/drawingml/2006/main">
              <a:ext uri="{FF2B5EF4-FFF2-40B4-BE49-F238E27FC236}">
                <a16:creationId xmlns:a16="http://schemas.microsoft.com/office/drawing/2014/main" id="{F962C32D-F841-4321-B25B-1403D5AB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218122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34" name="AI-022-34">
            <a:extLst xmlns:a="http://schemas.openxmlformats.org/drawingml/2006/main">
              <a:ext uri="{FF2B5EF4-FFF2-40B4-BE49-F238E27FC236}">
                <a16:creationId xmlns:a16="http://schemas.microsoft.com/office/drawing/2014/main" id="{16935A5F-03E1-443D-9DEB-D642AED3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18122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Paris</a:t>
            </a:r>
          </a:p>
        </p:txBody>
      </p:sp>
      <p:sp>
        <p:nvSpPr>
          <p:cNvPr id="35" name="AI-022-35">
            <a:extLst xmlns:a="http://schemas.openxmlformats.org/drawingml/2006/main">
              <a:ext uri="{FF2B5EF4-FFF2-40B4-BE49-F238E27FC236}">
                <a16:creationId xmlns:a16="http://schemas.microsoft.com/office/drawing/2014/main" id="{740D5187-EF77-46BE-B3D3-459069E9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2631" y="218122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36" name="AI-022-36">
            <a:extLst xmlns:a="http://schemas.openxmlformats.org/drawingml/2006/main">
              <a:ext uri="{FF2B5EF4-FFF2-40B4-BE49-F238E27FC236}">
                <a16:creationId xmlns:a16="http://schemas.microsoft.com/office/drawing/2014/main" id="{7DB5828F-771D-43D2-9F76-68CA8DF4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1681" y="218122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ité</a:t>
            </a:r>
          </a:p>
        </p:txBody>
      </p:sp>
      <p:sp>
        <p:nvSpPr>
          <p:cNvPr id="37" name="AI-022-37">
            <a:extLst xmlns:a="http://schemas.openxmlformats.org/drawingml/2006/main">
              <a:ext uri="{FF2B5EF4-FFF2-40B4-BE49-F238E27FC236}">
                <a16:creationId xmlns:a16="http://schemas.microsoft.com/office/drawing/2014/main" id="{F9997D71-8A3F-4067-B2AE-7069BC5F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8488" y="218122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B8DC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38" name="AI-022-38">
            <a:extLst xmlns:a="http://schemas.openxmlformats.org/drawingml/2006/main">
              <a:ext uri="{FF2B5EF4-FFF2-40B4-BE49-F238E27FC236}">
                <a16:creationId xmlns:a16="http://schemas.microsoft.com/office/drawing/2014/main" id="{CF895595-626D-4E2B-8C56-9320BBCF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7538" y="218122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oeuv</a:t>
            </a:r>
          </a:p>
        </p:txBody>
      </p:sp>
      <p:sp>
        <p:nvSpPr>
          <p:cNvPr id="39" name="AI-022-39">
            <a:extLst xmlns:a="http://schemas.openxmlformats.org/drawingml/2006/main">
              <a:ext uri="{FF2B5EF4-FFF2-40B4-BE49-F238E27FC236}">
                <a16:creationId xmlns:a16="http://schemas.microsoft.com/office/drawing/2014/main" id="{C87BD173-3CAF-4D6F-A79A-558EAC29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344" y="218122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6C3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40" name="AI-022-40">
            <a:extLst xmlns:a="http://schemas.openxmlformats.org/drawingml/2006/main">
              <a:ext uri="{FF2B5EF4-FFF2-40B4-BE49-F238E27FC236}">
                <a16:creationId xmlns:a16="http://schemas.microsoft.com/office/drawing/2014/main" id="{586C3B54-EE8B-4BE2-A60D-131636D7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3394" y="218122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Paris</a:t>
            </a:r>
          </a:p>
        </p:txBody>
      </p:sp>
      <p:sp>
        <p:nvSpPr>
          <p:cNvPr id="41" name="AI-022-41">
            <a:extLst xmlns:a="http://schemas.openxmlformats.org/drawingml/2006/main">
              <a:ext uri="{FF2B5EF4-FFF2-40B4-BE49-F238E27FC236}">
                <a16:creationId xmlns:a16="http://schemas.microsoft.com/office/drawing/2014/main" id="{288D09CF-F609-42FC-8DF3-66082844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269557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42" name="AI-022-42">
            <a:extLst xmlns:a="http://schemas.openxmlformats.org/drawingml/2006/main">
              <a:ext uri="{FF2B5EF4-FFF2-40B4-BE49-F238E27FC236}">
                <a16:creationId xmlns:a16="http://schemas.microsoft.com/office/drawing/2014/main" id="{7551C8E4-217E-4DC4-BCA5-F77C27E5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69557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atten</a:t>
            </a:r>
          </a:p>
        </p:txBody>
      </p:sp>
      <p:sp>
        <p:nvSpPr>
          <p:cNvPr id="43" name="AI-022-43">
            <a:extLst xmlns:a="http://schemas.openxmlformats.org/drawingml/2006/main">
              <a:ext uri="{FF2B5EF4-FFF2-40B4-BE49-F238E27FC236}">
                <a16:creationId xmlns:a16="http://schemas.microsoft.com/office/drawing/2014/main" id="{2C3C5F0A-9F28-46B0-9958-46C55B85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2631" y="269557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CF6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44" name="AI-022-44">
            <a:extLst xmlns:a="http://schemas.openxmlformats.org/drawingml/2006/main">
              <a:ext uri="{FF2B5EF4-FFF2-40B4-BE49-F238E27FC236}">
                <a16:creationId xmlns:a16="http://schemas.microsoft.com/office/drawing/2014/main" id="{151FFA36-2D85-46EA-B781-2FC87D0F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1681" y="269557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&gt;)</a:t>
            </a:r>
          </a:p>
        </p:txBody>
      </p:sp>
      <p:sp>
        <p:nvSpPr>
          <p:cNvPr id="45" name="AI-022-45">
            <a:extLst xmlns:a="http://schemas.openxmlformats.org/drawingml/2006/main">
              <a:ext uri="{FF2B5EF4-FFF2-40B4-BE49-F238E27FC236}">
                <a16:creationId xmlns:a16="http://schemas.microsoft.com/office/drawing/2014/main" id="{0227D96E-5ACE-4059-8639-509D8543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8488" y="269557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46" name="AI-022-46">
            <a:extLst xmlns:a="http://schemas.openxmlformats.org/drawingml/2006/main">
              <a:ext uri="{FF2B5EF4-FFF2-40B4-BE49-F238E27FC236}">
                <a16:creationId xmlns:a16="http://schemas.microsoft.com/office/drawing/2014/main" id="{12274B68-B586-4E94-93EA-7F498193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7538" y="269557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ndra</a:t>
            </a:r>
          </a:p>
        </p:txBody>
      </p:sp>
      <p:sp>
        <p:nvSpPr>
          <p:cNvPr id="47" name="AI-022-47">
            <a:extLst xmlns:a="http://schemas.openxmlformats.org/drawingml/2006/main">
              <a:ext uri="{FF2B5EF4-FFF2-40B4-BE49-F238E27FC236}">
                <a16:creationId xmlns:a16="http://schemas.microsoft.com/office/drawing/2014/main" id="{599BE5C5-5114-48D7-956C-99620A14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344" y="2695575"/>
            <a:ext cx="113585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48" name="AI-022-48">
            <a:extLst xmlns:a="http://schemas.openxmlformats.org/drawingml/2006/main">
              <a:ext uri="{FF2B5EF4-FFF2-40B4-BE49-F238E27FC236}">
                <a16:creationId xmlns:a16="http://schemas.microsoft.com/office/drawing/2014/main" id="{FCC16EF4-0128-4817-8897-E38CB9CE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3394" y="2695575"/>
            <a:ext cx="109775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Paris</a:t>
            </a:r>
          </a:p>
        </p:txBody>
      </p:sp>
      <p:sp>
        <p:nvSpPr>
          <p:cNvPr id="49" name="AI-022-49">
            <a:extLst xmlns:a="http://schemas.openxmlformats.org/drawingml/2006/main">
              <a:ext uri="{FF2B5EF4-FFF2-40B4-BE49-F238E27FC236}">
                <a16:creationId xmlns:a16="http://schemas.microsoft.com/office/drawing/2014/main" id="{F36C0BA5-C07D-4B18-8379-CFF70706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" y="123825"/>
            <a:ext cx="38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0" name="line-50">
            <a:extLst xmlns:a="http://schemas.openxmlformats.org/drawingml/2006/main">
              <a:ext uri="{FF2B5EF4-FFF2-40B4-BE49-F238E27FC236}">
                <a16:creationId xmlns:a16="http://schemas.microsoft.com/office/drawing/2014/main" id="{B1E7156F-41B4-456E-BF3F-FCB0D949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100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51" name="AI-022-51">
            <a:extLst xmlns:a="http://schemas.openxmlformats.org/drawingml/2006/main">
              <a:ext uri="{FF2B5EF4-FFF2-40B4-BE49-F238E27FC236}">
                <a16:creationId xmlns:a16="http://schemas.microsoft.com/office/drawing/2014/main" id="{379E5C3F-F88B-4F44-9D1D-CEE87BDE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" y="638175"/>
            <a:ext cx="38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2" name="line-52">
            <a:extLst xmlns:a="http://schemas.openxmlformats.org/drawingml/2006/main">
              <a:ext uri="{FF2B5EF4-FFF2-40B4-BE49-F238E27FC236}">
                <a16:creationId xmlns:a16="http://schemas.microsoft.com/office/drawing/2014/main" id="{CFF9B2E0-FAB2-4B52-BA73-35B4573E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9535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53" name="AI-022-53">
            <a:extLst xmlns:a="http://schemas.openxmlformats.org/drawingml/2006/main">
              <a:ext uri="{FF2B5EF4-FFF2-40B4-BE49-F238E27FC236}">
                <a16:creationId xmlns:a16="http://schemas.microsoft.com/office/drawing/2014/main" id="{66E5B798-74C0-43A2-9422-D41EC54E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" y="1152525"/>
            <a:ext cx="38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4" name="line-54">
            <a:extLst xmlns:a="http://schemas.openxmlformats.org/drawingml/2006/main">
              <a:ext uri="{FF2B5EF4-FFF2-40B4-BE49-F238E27FC236}">
                <a16:creationId xmlns:a16="http://schemas.microsoft.com/office/drawing/2014/main" id="{DD446C4B-08D2-4C76-9A1E-6E1FAD16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0970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55" name="AI-022-55">
            <a:extLst xmlns:a="http://schemas.openxmlformats.org/drawingml/2006/main">
              <a:ext uri="{FF2B5EF4-FFF2-40B4-BE49-F238E27FC236}">
                <a16:creationId xmlns:a16="http://schemas.microsoft.com/office/drawing/2014/main" id="{6CCF92AA-0F2C-4E48-A0EF-D9B2C1F3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" y="1666875"/>
            <a:ext cx="38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6" name="line-56">
            <a:extLst xmlns:a="http://schemas.openxmlformats.org/drawingml/2006/main">
              <a:ext uri="{FF2B5EF4-FFF2-40B4-BE49-F238E27FC236}">
                <a16:creationId xmlns:a16="http://schemas.microsoft.com/office/drawing/2014/main" id="{F69038AE-2FFB-4292-AC1A-207DC69F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2405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57" name="AI-022-57">
            <a:extLst xmlns:a="http://schemas.openxmlformats.org/drawingml/2006/main">
              <a:ext uri="{FF2B5EF4-FFF2-40B4-BE49-F238E27FC236}">
                <a16:creationId xmlns:a16="http://schemas.microsoft.com/office/drawing/2014/main" id="{86BB333E-D068-4D1D-9F8C-84A4D8A0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" y="2181225"/>
            <a:ext cx="38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8" name="line-58">
            <a:extLst xmlns:a="http://schemas.openxmlformats.org/drawingml/2006/main">
              <a:ext uri="{FF2B5EF4-FFF2-40B4-BE49-F238E27FC236}">
                <a16:creationId xmlns:a16="http://schemas.microsoft.com/office/drawing/2014/main" id="{1B305D3B-1031-4F26-8762-9D37E514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3840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59" name="AI-022-59">
            <a:extLst xmlns:a="http://schemas.openxmlformats.org/drawingml/2006/main">
              <a:ext uri="{FF2B5EF4-FFF2-40B4-BE49-F238E27FC236}">
                <a16:creationId xmlns:a16="http://schemas.microsoft.com/office/drawing/2014/main" id="{B44E585C-948F-4D3A-927E-3C9C0DFB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" y="2695575"/>
            <a:ext cx="38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0" name="line-60">
            <a:extLst xmlns:a="http://schemas.openxmlformats.org/drawingml/2006/main">
              <a:ext uri="{FF2B5EF4-FFF2-40B4-BE49-F238E27FC236}">
                <a16:creationId xmlns:a16="http://schemas.microsoft.com/office/drawing/2014/main" id="{EEB87481-F5CF-47E1-B40B-7CAD90DA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61" name="line-61">
            <a:extLst xmlns:a="http://schemas.openxmlformats.org/drawingml/2006/main">
              <a:ext uri="{FF2B5EF4-FFF2-40B4-BE49-F238E27FC236}">
                <a16:creationId xmlns:a16="http://schemas.microsoft.com/office/drawing/2014/main" id="{A1A8A920-A4E7-4540-A166-C199F5B9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703" y="320992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62" name="AI-022-62">
            <a:extLst xmlns:a="http://schemas.openxmlformats.org/drawingml/2006/main">
              <a:ext uri="{FF2B5EF4-FFF2-40B4-BE49-F238E27FC236}">
                <a16:creationId xmlns:a16="http://schemas.microsoft.com/office/drawing/2014/main" id="{3CFB6C1D-1DD7-4C6B-9001-5A3F6634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3286125"/>
            <a:ext cx="1135856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Obama</a:t>
            </a:r>
          </a:p>
        </p:txBody>
      </p:sp>
      <p:sp>
        <p:nvSpPr>
          <p:cNvPr id="63" name="line-63">
            <a:extLst xmlns:a="http://schemas.openxmlformats.org/drawingml/2006/main">
              <a:ext uri="{FF2B5EF4-FFF2-40B4-BE49-F238E27FC236}">
                <a16:creationId xmlns:a16="http://schemas.microsoft.com/office/drawing/2014/main" id="{31DD6AF1-DB36-49F2-8318-D2869555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559" y="320992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64" name="AI-022-64">
            <a:extLst xmlns:a="http://schemas.openxmlformats.org/drawingml/2006/main">
              <a:ext uri="{FF2B5EF4-FFF2-40B4-BE49-F238E27FC236}">
                <a16:creationId xmlns:a16="http://schemas.microsoft.com/office/drawing/2014/main" id="{52AF413D-5A03-4BED-ADAB-F8CC13CC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2631" y="3286125"/>
            <a:ext cx="1135856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grew</a:t>
            </a:r>
          </a:p>
        </p:txBody>
      </p:sp>
      <p:sp>
        <p:nvSpPr>
          <p:cNvPr id="65" name="line-65">
            <a:extLst xmlns:a="http://schemas.openxmlformats.org/drawingml/2006/main">
              <a:ext uri="{FF2B5EF4-FFF2-40B4-BE49-F238E27FC236}">
                <a16:creationId xmlns:a16="http://schemas.microsoft.com/office/drawing/2014/main" id="{99E3D176-3D87-456A-A961-9DD413FE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416" y="320992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66" name="AI-022-66">
            <a:extLst xmlns:a="http://schemas.openxmlformats.org/drawingml/2006/main">
              <a:ext uri="{FF2B5EF4-FFF2-40B4-BE49-F238E27FC236}">
                <a16:creationId xmlns:a16="http://schemas.microsoft.com/office/drawing/2014/main" id="{806B4B45-DB0E-4EF0-B8BF-6621C258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8488" y="3286125"/>
            <a:ext cx="1135856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up</a:t>
            </a:r>
          </a:p>
        </p:txBody>
      </p:sp>
      <p:sp>
        <p:nvSpPr>
          <p:cNvPr id="67" name="line-67">
            <a:extLst xmlns:a="http://schemas.openxmlformats.org/drawingml/2006/main">
              <a:ext uri="{FF2B5EF4-FFF2-40B4-BE49-F238E27FC236}">
                <a16:creationId xmlns:a16="http://schemas.microsoft.com/office/drawing/2014/main" id="{BE38656B-4E27-4C48-A453-4A38A667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272" y="320992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68" name="AI-022-68">
            <a:extLst xmlns:a="http://schemas.openxmlformats.org/drawingml/2006/main">
              <a:ext uri="{FF2B5EF4-FFF2-40B4-BE49-F238E27FC236}">
                <a16:creationId xmlns:a16="http://schemas.microsoft.com/office/drawing/2014/main" id="{4343BF26-6AD6-4C27-8691-8C05D359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344" y="3286125"/>
            <a:ext cx="1135856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69" name="AI-022-69">
            <a:extLst xmlns:a="http://schemas.openxmlformats.org/drawingml/2006/main">
              <a:ext uri="{FF2B5EF4-FFF2-40B4-BE49-F238E27FC236}">
                <a16:creationId xmlns:a16="http://schemas.microsoft.com/office/drawing/2014/main" id="{9BA5049A-34B4-4BC8-B089-FC84F12B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723900" y="15144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layer index</a:t>
            </a:r>
          </a:p>
        </p:txBody>
      </p:sp>
      <p:sp>
        <p:nvSpPr>
          <p:cNvPr id="70" name="AI-022-70">
            <a:extLst xmlns:a="http://schemas.openxmlformats.org/drawingml/2006/main">
              <a:ext uri="{FF2B5EF4-FFF2-40B4-BE49-F238E27FC236}">
                <a16:creationId xmlns:a16="http://schemas.microsoft.com/office/drawing/2014/main" id="{B82842F2-9FF1-4C3F-9E01-B6197296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3590925"/>
            <a:ext cx="4543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prompt's tokens</a:t>
            </a:r>
          </a:p>
        </p:txBody>
      </p:sp>
      <p:sp>
        <p:nvSpPr>
          <p:cNvPr id="71" name="AI-022-71">
            <a:extLst xmlns:a="http://schemas.openxmlformats.org/drawingml/2006/main">
              <a:ext uri="{FF2B5EF4-FFF2-40B4-BE49-F238E27FC236}">
                <a16:creationId xmlns:a16="http://schemas.microsoft.com/office/drawing/2014/main" id="{2D250C7F-AE9E-4207-9312-D3F3F6A6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123825"/>
            <a:ext cx="161925" cy="3086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800080"/>
              </a:gs>
              <a:gs pos="50000">
                <a:srgbClr val="FFFFFF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72" name="AI-022-72">
            <a:extLst xmlns:a="http://schemas.openxmlformats.org/drawingml/2006/main">
              <a:ext uri="{FF2B5EF4-FFF2-40B4-BE49-F238E27FC236}">
                <a16:creationId xmlns:a16="http://schemas.microsoft.com/office/drawing/2014/main" id="{B8383095-481F-469A-BA04-54D72336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123825"/>
            <a:ext cx="161925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73" name="line-73">
            <a:extLst xmlns:a="http://schemas.openxmlformats.org/drawingml/2006/main">
              <a:ext uri="{FF2B5EF4-FFF2-40B4-BE49-F238E27FC236}">
                <a16:creationId xmlns:a16="http://schemas.microsoft.com/office/drawing/2014/main" id="{E7E94984-5BFC-4C4F-8517-75CE3E7E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4767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74" name="AI-022-74">
            <a:extLst xmlns:a="http://schemas.openxmlformats.org/drawingml/2006/main">
              <a:ext uri="{FF2B5EF4-FFF2-40B4-BE49-F238E27FC236}">
                <a16:creationId xmlns:a16="http://schemas.microsoft.com/office/drawing/2014/main" id="{A94D295F-1278-4AAF-BB8A-46C4170B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323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0.30</a:t>
            </a:r>
          </a:p>
        </p:txBody>
      </p:sp>
      <p:sp>
        <p:nvSpPr>
          <p:cNvPr id="75" name="line-75">
            <a:extLst xmlns:a="http://schemas.openxmlformats.org/drawingml/2006/main">
              <a:ext uri="{FF2B5EF4-FFF2-40B4-BE49-F238E27FC236}">
                <a16:creationId xmlns:a16="http://schemas.microsoft.com/office/drawing/2014/main" id="{1295B311-20D8-44F6-928F-90A2C2B3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81927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76" name="AI-022-76">
            <a:extLst xmlns:a="http://schemas.openxmlformats.org/drawingml/2006/main">
              <a:ext uri="{FF2B5EF4-FFF2-40B4-BE49-F238E27FC236}">
                <a16:creationId xmlns:a16="http://schemas.microsoft.com/office/drawing/2014/main" id="{343E5A90-278C-4B67-A722-B527D163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1695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0.15</a:t>
            </a:r>
          </a:p>
        </p:txBody>
      </p:sp>
      <p:sp>
        <p:nvSpPr>
          <p:cNvPr id="77" name="line-77">
            <a:extLst xmlns:a="http://schemas.openxmlformats.org/drawingml/2006/main">
              <a:ext uri="{FF2B5EF4-FFF2-40B4-BE49-F238E27FC236}">
                <a16:creationId xmlns:a16="http://schemas.microsoft.com/office/drawing/2014/main" id="{BB043BC0-2AC3-4276-8486-1713AD3A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20992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78" name="AI-022-78">
            <a:extLst xmlns:a="http://schemas.openxmlformats.org/drawingml/2006/main">
              <a:ext uri="{FF2B5EF4-FFF2-40B4-BE49-F238E27FC236}">
                <a16:creationId xmlns:a16="http://schemas.microsoft.com/office/drawing/2014/main" id="{12839DDD-E2DC-4852-ABDD-84C20463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30861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79" name="AI-022-79">
            <a:extLst xmlns:a="http://schemas.openxmlformats.org/drawingml/2006/main">
              <a:ext uri="{FF2B5EF4-FFF2-40B4-BE49-F238E27FC236}">
                <a16:creationId xmlns:a16="http://schemas.microsoft.com/office/drawing/2014/main" id="{BD9B4D22-010C-437C-A058-537CAE3F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12382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80" name="AI-022-80">
            <a:extLst xmlns:a="http://schemas.openxmlformats.org/drawingml/2006/main">
              <a:ext uri="{FF2B5EF4-FFF2-40B4-BE49-F238E27FC236}">
                <a16:creationId xmlns:a16="http://schemas.microsoft.com/office/drawing/2014/main" id="{03636EE6-AF07-4689-9988-1559CB26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12382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Buyable..</a:t>
            </a:r>
          </a:p>
        </p:txBody>
      </p:sp>
      <p:sp>
        <p:nvSpPr>
          <p:cNvPr id="81" name="AI-022-81">
            <a:extLst xmlns:a="http://schemas.openxmlformats.org/drawingml/2006/main">
              <a:ext uri="{FF2B5EF4-FFF2-40B4-BE49-F238E27FC236}">
                <a16:creationId xmlns:a16="http://schemas.microsoft.com/office/drawing/2014/main" id="{7CE25202-8BBC-4DA4-B1EB-23C622BF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0581" y="12382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82" name="AI-022-82">
            <a:extLst xmlns:a="http://schemas.openxmlformats.org/drawingml/2006/main">
              <a:ext uri="{FF2B5EF4-FFF2-40B4-BE49-F238E27FC236}">
                <a16:creationId xmlns:a16="http://schemas.microsoft.com/office/drawing/2014/main" id="{2A80F105-A6A0-440E-BEC5-F195900D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9631" y="12382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IBM</a:t>
            </a:r>
          </a:p>
        </p:txBody>
      </p:sp>
      <p:sp>
        <p:nvSpPr>
          <p:cNvPr id="83" name="AI-022-83">
            <a:extLst xmlns:a="http://schemas.openxmlformats.org/drawingml/2006/main">
              <a:ext uri="{FF2B5EF4-FFF2-40B4-BE49-F238E27FC236}">
                <a16:creationId xmlns:a16="http://schemas.microsoft.com/office/drawing/2014/main" id="{13B12BD8-F031-4090-8785-AED7D70C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5013" y="12382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84" name="AI-022-84">
            <a:extLst xmlns:a="http://schemas.openxmlformats.org/drawingml/2006/main">
              <a:ext uri="{FF2B5EF4-FFF2-40B4-BE49-F238E27FC236}">
                <a16:creationId xmlns:a16="http://schemas.microsoft.com/office/drawing/2014/main" id="{863B4488-A5C8-4FB2-B750-AA1D9F58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4063" y="12382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IBM</a:t>
            </a:r>
          </a:p>
        </p:txBody>
      </p:sp>
      <p:sp>
        <p:nvSpPr>
          <p:cNvPr id="85" name="AI-022-85">
            <a:extLst xmlns:a="http://schemas.openxmlformats.org/drawingml/2006/main">
              <a:ext uri="{FF2B5EF4-FFF2-40B4-BE49-F238E27FC236}">
                <a16:creationId xmlns:a16="http://schemas.microsoft.com/office/drawing/2014/main" id="{0A4D53C4-6B22-433C-9B8B-09705422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9444" y="12382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F0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86" name="AI-022-86">
            <a:extLst xmlns:a="http://schemas.openxmlformats.org/drawingml/2006/main">
              <a:ext uri="{FF2B5EF4-FFF2-40B4-BE49-F238E27FC236}">
                <a16:creationId xmlns:a16="http://schemas.microsoft.com/office/drawing/2014/main" id="{A273BDD4-2926-4A02-AADB-F1F40613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8494" y="12382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IBM</a:t>
            </a:r>
          </a:p>
        </p:txBody>
      </p:sp>
      <p:sp>
        <p:nvSpPr>
          <p:cNvPr id="87" name="AI-022-87">
            <a:extLst xmlns:a="http://schemas.openxmlformats.org/drawingml/2006/main">
              <a:ext uri="{FF2B5EF4-FFF2-40B4-BE49-F238E27FC236}">
                <a16:creationId xmlns:a16="http://schemas.microsoft.com/office/drawing/2014/main" id="{27D50799-53F8-43BB-8D12-C30B63C9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63817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88" name="AI-022-88">
            <a:extLst xmlns:a="http://schemas.openxmlformats.org/drawingml/2006/main">
              <a:ext uri="{FF2B5EF4-FFF2-40B4-BE49-F238E27FC236}">
                <a16:creationId xmlns:a16="http://schemas.microsoft.com/office/drawing/2014/main" id="{33A7D646-CA6B-4B0E-98F0-4741E32F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63817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IBM</a:t>
            </a:r>
          </a:p>
        </p:txBody>
      </p:sp>
      <p:sp>
        <p:nvSpPr>
          <p:cNvPr id="89" name="AI-022-89">
            <a:extLst xmlns:a="http://schemas.openxmlformats.org/drawingml/2006/main">
              <a:ext uri="{FF2B5EF4-FFF2-40B4-BE49-F238E27FC236}">
                <a16:creationId xmlns:a16="http://schemas.microsoft.com/office/drawing/2014/main" id="{8CCD6BE7-F8A3-4F03-9554-9CC02C75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0581" y="63817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90" name="AI-022-90">
            <a:extLst xmlns:a="http://schemas.openxmlformats.org/drawingml/2006/main">
              <a:ext uri="{FF2B5EF4-FFF2-40B4-BE49-F238E27FC236}">
                <a16:creationId xmlns:a16="http://schemas.microsoft.com/office/drawing/2014/main" id="{12E20872-3018-4312-8260-5B90BFBE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9631" y="63817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IBM</a:t>
            </a:r>
          </a:p>
        </p:txBody>
      </p:sp>
      <p:sp>
        <p:nvSpPr>
          <p:cNvPr id="91" name="AI-022-91">
            <a:extLst xmlns:a="http://schemas.openxmlformats.org/drawingml/2006/main">
              <a:ext uri="{FF2B5EF4-FFF2-40B4-BE49-F238E27FC236}">
                <a16:creationId xmlns:a16="http://schemas.microsoft.com/office/drawing/2014/main" id="{2CD62AE5-5442-48DB-B625-FF4D1D48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5013" y="63817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92" name="AI-022-92">
            <a:extLst xmlns:a="http://schemas.openxmlformats.org/drawingml/2006/main">
              <a:ext uri="{FF2B5EF4-FFF2-40B4-BE49-F238E27FC236}">
                <a16:creationId xmlns:a16="http://schemas.microsoft.com/office/drawing/2014/main" id="{1FC8BA93-0D4C-4F59-9A06-C305770D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4063" y="63817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IBM</a:t>
            </a:r>
          </a:p>
        </p:txBody>
      </p:sp>
      <p:sp>
        <p:nvSpPr>
          <p:cNvPr id="93" name="AI-022-93">
            <a:extLst xmlns:a="http://schemas.openxmlformats.org/drawingml/2006/main">
              <a:ext uri="{FF2B5EF4-FFF2-40B4-BE49-F238E27FC236}">
                <a16:creationId xmlns:a16="http://schemas.microsoft.com/office/drawing/2014/main" id="{5AFAFE95-B3C5-4AD5-A3B0-A30288AA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9444" y="63817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56AB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94" name="AI-022-94">
            <a:extLst xmlns:a="http://schemas.openxmlformats.org/drawingml/2006/main">
              <a:ext uri="{FF2B5EF4-FFF2-40B4-BE49-F238E27FC236}">
                <a16:creationId xmlns:a16="http://schemas.microsoft.com/office/drawing/2014/main" id="{47829AE7-9A58-4718-B82B-968F9C90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8494" y="63817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IBM</a:t>
            </a:r>
          </a:p>
        </p:txBody>
      </p:sp>
      <p:sp>
        <p:nvSpPr>
          <p:cNvPr id="95" name="AI-022-95">
            <a:extLst xmlns:a="http://schemas.openxmlformats.org/drawingml/2006/main">
              <a:ext uri="{FF2B5EF4-FFF2-40B4-BE49-F238E27FC236}">
                <a16:creationId xmlns:a16="http://schemas.microsoft.com/office/drawing/2014/main" id="{269BACA8-6071-4D43-B221-B8C08D02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115252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96" name="AI-022-96">
            <a:extLst xmlns:a="http://schemas.openxmlformats.org/drawingml/2006/main">
              <a:ext uri="{FF2B5EF4-FFF2-40B4-BE49-F238E27FC236}">
                <a16:creationId xmlns:a16="http://schemas.microsoft.com/office/drawing/2014/main" id="{987A5511-37AA-46CE-B68E-8B4174BB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115252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IBM</a:t>
            </a:r>
          </a:p>
        </p:txBody>
      </p:sp>
      <p:sp>
        <p:nvSpPr>
          <p:cNvPr id="97" name="AI-022-97">
            <a:extLst xmlns:a="http://schemas.openxmlformats.org/drawingml/2006/main">
              <a:ext uri="{FF2B5EF4-FFF2-40B4-BE49-F238E27FC236}">
                <a16:creationId xmlns:a16="http://schemas.microsoft.com/office/drawing/2014/main" id="{E378EF53-32BC-4256-80A5-437C69DB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0581" y="115252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98" name="AI-022-98">
            <a:extLst xmlns:a="http://schemas.openxmlformats.org/drawingml/2006/main">
              <a:ext uri="{FF2B5EF4-FFF2-40B4-BE49-F238E27FC236}">
                <a16:creationId xmlns:a16="http://schemas.microsoft.com/office/drawing/2014/main" id="{AE0039AD-3D49-49FB-B21F-4D022E2C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9631" y="115252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IBM</a:t>
            </a:r>
          </a:p>
        </p:txBody>
      </p:sp>
      <p:sp>
        <p:nvSpPr>
          <p:cNvPr id="99" name="AI-022-99">
            <a:extLst xmlns:a="http://schemas.openxmlformats.org/drawingml/2006/main">
              <a:ext uri="{FF2B5EF4-FFF2-40B4-BE49-F238E27FC236}">
                <a16:creationId xmlns:a16="http://schemas.microsoft.com/office/drawing/2014/main" id="{B423C6A0-CA5A-4B61-BD7F-26D94E14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5013" y="115252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00" name="AI-022-100">
            <a:extLst xmlns:a="http://schemas.openxmlformats.org/drawingml/2006/main">
              <a:ext uri="{FF2B5EF4-FFF2-40B4-BE49-F238E27FC236}">
                <a16:creationId xmlns:a16="http://schemas.microsoft.com/office/drawing/2014/main" id="{2AE0A174-2F0C-4137-B959-1253B6CD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4063" y="115252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ername</a:t>
            </a:r>
          </a:p>
        </p:txBody>
      </p:sp>
      <p:sp>
        <p:nvSpPr>
          <p:cNvPr id="101" name="AI-022-101">
            <a:extLst xmlns:a="http://schemas.openxmlformats.org/drawingml/2006/main">
              <a:ext uri="{FF2B5EF4-FFF2-40B4-BE49-F238E27FC236}">
                <a16:creationId xmlns:a16="http://schemas.microsoft.com/office/drawing/2014/main" id="{81A29B75-30B0-4590-B587-C0994E35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9444" y="115252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80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02" name="AI-022-102">
            <a:extLst xmlns:a="http://schemas.openxmlformats.org/drawingml/2006/main">
              <a:ext uri="{FF2B5EF4-FFF2-40B4-BE49-F238E27FC236}">
                <a16:creationId xmlns:a16="http://schemas.microsoft.com/office/drawing/2014/main" id="{CD2375F7-8937-43CA-86BA-FA393273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8494" y="115252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IBM</a:t>
            </a:r>
          </a:p>
        </p:txBody>
      </p:sp>
      <p:sp>
        <p:nvSpPr>
          <p:cNvPr id="103" name="AI-022-103">
            <a:extLst xmlns:a="http://schemas.openxmlformats.org/drawingml/2006/main">
              <a:ext uri="{FF2B5EF4-FFF2-40B4-BE49-F238E27FC236}">
                <a16:creationId xmlns:a16="http://schemas.microsoft.com/office/drawing/2014/main" id="{569ACA16-52FC-4926-B851-CDB6990F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166687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04" name="AI-022-104">
            <a:extLst xmlns:a="http://schemas.openxmlformats.org/drawingml/2006/main">
              <a:ext uri="{FF2B5EF4-FFF2-40B4-BE49-F238E27FC236}">
                <a16:creationId xmlns:a16="http://schemas.microsoft.com/office/drawing/2014/main" id="{1E6DC4E3-B5E7-40F3-B7C1-6108D1FB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166687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IBM</a:t>
            </a:r>
          </a:p>
        </p:txBody>
      </p:sp>
      <p:sp>
        <p:nvSpPr>
          <p:cNvPr id="105" name="AI-022-105">
            <a:extLst xmlns:a="http://schemas.openxmlformats.org/drawingml/2006/main">
              <a:ext uri="{FF2B5EF4-FFF2-40B4-BE49-F238E27FC236}">
                <a16:creationId xmlns:a16="http://schemas.microsoft.com/office/drawing/2014/main" id="{94541552-6CE0-4331-8564-8B9610F1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0581" y="166687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06" name="AI-022-106">
            <a:extLst xmlns:a="http://schemas.openxmlformats.org/drawingml/2006/main">
              <a:ext uri="{FF2B5EF4-FFF2-40B4-BE49-F238E27FC236}">
                <a16:creationId xmlns:a16="http://schemas.microsoft.com/office/drawing/2014/main" id="{4F148D30-92A0-40B4-BB86-45F2CAA6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9631" y="166687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patents</a:t>
            </a:r>
          </a:p>
        </p:txBody>
      </p:sp>
      <p:sp>
        <p:nvSpPr>
          <p:cNvPr id="107" name="AI-022-107">
            <a:extLst xmlns:a="http://schemas.openxmlformats.org/drawingml/2006/main">
              <a:ext uri="{FF2B5EF4-FFF2-40B4-BE49-F238E27FC236}">
                <a16:creationId xmlns:a16="http://schemas.microsoft.com/office/drawing/2014/main" id="{8B25505A-E7BE-4691-BDC1-E77B2B0B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5013" y="166687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08" name="AI-022-108">
            <a:extLst xmlns:a="http://schemas.openxmlformats.org/drawingml/2006/main">
              <a:ext uri="{FF2B5EF4-FFF2-40B4-BE49-F238E27FC236}">
                <a16:creationId xmlns:a16="http://schemas.microsoft.com/office/drawing/2014/main" id="{7336A49B-6A51-4982-AB6C-7A0341D9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4063" y="166687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Enginee..</a:t>
            </a:r>
          </a:p>
        </p:txBody>
      </p:sp>
      <p:sp>
        <p:nvSpPr>
          <p:cNvPr id="109" name="AI-022-109">
            <a:extLst xmlns:a="http://schemas.openxmlformats.org/drawingml/2006/main">
              <a:ext uri="{FF2B5EF4-FFF2-40B4-BE49-F238E27FC236}">
                <a16:creationId xmlns:a16="http://schemas.microsoft.com/office/drawing/2014/main" id="{AB9AB6C5-99A7-44C9-96BA-76D21376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9444" y="166687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0482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10" name="AI-022-110">
            <a:extLst xmlns:a="http://schemas.openxmlformats.org/drawingml/2006/main">
              <a:ext uri="{FF2B5EF4-FFF2-40B4-BE49-F238E27FC236}">
                <a16:creationId xmlns:a16="http://schemas.microsoft.com/office/drawing/2014/main" id="{D54AE3A6-DF11-4261-91BC-CE6B8D5F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8494" y="166687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IBM</a:t>
            </a:r>
          </a:p>
        </p:txBody>
      </p:sp>
      <p:sp>
        <p:nvSpPr>
          <p:cNvPr id="111" name="AI-022-111">
            <a:extLst xmlns:a="http://schemas.openxmlformats.org/drawingml/2006/main">
              <a:ext uri="{FF2B5EF4-FFF2-40B4-BE49-F238E27FC236}">
                <a16:creationId xmlns:a16="http://schemas.microsoft.com/office/drawing/2014/main" id="{0BCD4E2B-DE3A-4CBD-85FA-2B7DF607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218122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12" name="AI-022-112">
            <a:extLst xmlns:a="http://schemas.openxmlformats.org/drawingml/2006/main">
              <a:ext uri="{FF2B5EF4-FFF2-40B4-BE49-F238E27FC236}">
                <a16:creationId xmlns:a16="http://schemas.microsoft.com/office/drawing/2014/main" id="{B8F021FB-344F-4A39-8E41-F5CC1257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218122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IBM</a:t>
            </a:r>
          </a:p>
        </p:txBody>
      </p:sp>
      <p:sp>
        <p:nvSpPr>
          <p:cNvPr id="113" name="AI-022-113">
            <a:extLst xmlns:a="http://schemas.openxmlformats.org/drawingml/2006/main">
              <a:ext uri="{FF2B5EF4-FFF2-40B4-BE49-F238E27FC236}">
                <a16:creationId xmlns:a16="http://schemas.microsoft.com/office/drawing/2014/main" id="{D66EAFF2-7499-41E8-95E1-6AC8549A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0581" y="218122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96CB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14" name="AI-022-114">
            <a:extLst xmlns:a="http://schemas.openxmlformats.org/drawingml/2006/main">
              <a:ext uri="{FF2B5EF4-FFF2-40B4-BE49-F238E27FC236}">
                <a16:creationId xmlns:a16="http://schemas.microsoft.com/office/drawing/2014/main" id="{2B42104E-AA1E-4441-9A6A-4BEFE325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9631" y="218122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hower</a:t>
            </a:r>
          </a:p>
        </p:txBody>
      </p:sp>
      <p:sp>
        <p:nvSpPr>
          <p:cNvPr id="115" name="AI-022-115">
            <a:extLst xmlns:a="http://schemas.openxmlformats.org/drawingml/2006/main">
              <a:ext uri="{FF2B5EF4-FFF2-40B4-BE49-F238E27FC236}">
                <a16:creationId xmlns:a16="http://schemas.microsoft.com/office/drawing/2014/main" id="{A1FDABFD-B814-43C4-98E3-9938CE8A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5013" y="218122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16" name="AI-022-116">
            <a:extLst xmlns:a="http://schemas.openxmlformats.org/drawingml/2006/main">
              <a:ext uri="{FF2B5EF4-FFF2-40B4-BE49-F238E27FC236}">
                <a16:creationId xmlns:a16="http://schemas.microsoft.com/office/drawing/2014/main" id="{52434DCA-621E-421C-A6AE-755058FD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4063" y="218122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gow</a:t>
            </a:r>
          </a:p>
        </p:txBody>
      </p:sp>
      <p:sp>
        <p:nvSpPr>
          <p:cNvPr id="117" name="AI-022-117">
            <a:extLst xmlns:a="http://schemas.openxmlformats.org/drawingml/2006/main">
              <a:ext uri="{FF2B5EF4-FFF2-40B4-BE49-F238E27FC236}">
                <a16:creationId xmlns:a16="http://schemas.microsoft.com/office/drawing/2014/main" id="{47B8E63E-1CBF-49E7-AE00-62C9E8D2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9444" y="218122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148A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18" name="AI-022-118">
            <a:extLst xmlns:a="http://schemas.openxmlformats.org/drawingml/2006/main">
              <a:ext uri="{FF2B5EF4-FFF2-40B4-BE49-F238E27FC236}">
                <a16:creationId xmlns:a16="http://schemas.microsoft.com/office/drawing/2014/main" id="{DC2AAE62-B68A-4E76-98FE-0E7C8785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8494" y="218122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IBM</a:t>
            </a:r>
          </a:p>
        </p:txBody>
      </p:sp>
      <p:sp>
        <p:nvSpPr>
          <p:cNvPr id="119" name="AI-022-119">
            <a:extLst xmlns:a="http://schemas.openxmlformats.org/drawingml/2006/main">
              <a:ext uri="{FF2B5EF4-FFF2-40B4-BE49-F238E27FC236}">
                <a16:creationId xmlns:a16="http://schemas.microsoft.com/office/drawing/2014/main" id="{5FE2088B-B988-442B-95F0-A6096D63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269557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20" name="AI-022-120">
            <a:extLst xmlns:a="http://schemas.openxmlformats.org/drawingml/2006/main">
              <a:ext uri="{FF2B5EF4-FFF2-40B4-BE49-F238E27FC236}">
                <a16:creationId xmlns:a16="http://schemas.microsoft.com/office/drawing/2014/main" id="{46BBB6AD-6BB8-47ED-A00E-AA1305A4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269557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ortex</a:t>
            </a:r>
          </a:p>
        </p:txBody>
      </p:sp>
      <p:sp>
        <p:nvSpPr>
          <p:cNvPr id="121" name="AI-022-121">
            <a:extLst xmlns:a="http://schemas.openxmlformats.org/drawingml/2006/main">
              <a:ext uri="{FF2B5EF4-FFF2-40B4-BE49-F238E27FC236}">
                <a16:creationId xmlns:a16="http://schemas.microsoft.com/office/drawing/2014/main" id="{7CC72791-E24E-41F4-A7FC-9FF6E25C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0581" y="269557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C2E1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22" name="AI-022-122">
            <a:extLst xmlns:a="http://schemas.openxmlformats.org/drawingml/2006/main">
              <a:ext uri="{FF2B5EF4-FFF2-40B4-BE49-F238E27FC236}">
                <a16:creationId xmlns:a16="http://schemas.microsoft.com/office/drawing/2014/main" id="{B9339BC6-417E-424B-9252-3C83A8E0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9631" y="269557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hower</a:t>
            </a:r>
          </a:p>
        </p:txBody>
      </p:sp>
      <p:sp>
        <p:nvSpPr>
          <p:cNvPr id="123" name="AI-022-123">
            <a:extLst xmlns:a="http://schemas.openxmlformats.org/drawingml/2006/main">
              <a:ext uri="{FF2B5EF4-FFF2-40B4-BE49-F238E27FC236}">
                <a16:creationId xmlns:a16="http://schemas.microsoft.com/office/drawing/2014/main" id="{628EB5B7-8C69-4384-9628-674B2CEF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5013" y="269557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24" name="AI-022-124">
            <a:extLst xmlns:a="http://schemas.openxmlformats.org/drawingml/2006/main">
              <a:ext uri="{FF2B5EF4-FFF2-40B4-BE49-F238E27FC236}">
                <a16:creationId xmlns:a16="http://schemas.microsoft.com/office/drawing/2014/main" id="{F4B1229D-15FA-4656-9C99-4739E638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4063" y="269557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292929"/>
                </a:solidFill>
                <a:latin typeface="Arial"/>
                <a:ea typeface="Arial"/>
                <a:cs typeface="Arial"/>
              </a:rPr>
              <a:t>IBM</a:t>
            </a:r>
          </a:p>
        </p:txBody>
      </p:sp>
      <p:sp>
        <p:nvSpPr>
          <p:cNvPr id="125" name="AI-022-125">
            <a:extLst xmlns:a="http://schemas.openxmlformats.org/drawingml/2006/main">
              <a:ext uri="{FF2B5EF4-FFF2-40B4-BE49-F238E27FC236}">
                <a16:creationId xmlns:a16="http://schemas.microsoft.com/office/drawing/2014/main" id="{0C22EFE9-53D2-477F-BEE4-BD6751BB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9444" y="2695575"/>
            <a:ext cx="116443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88C"/>
          </a:solidFill>
          <a:ln xmlns:a="http://schemas.openxmlformats.org/drawingml/2006/main" w="16193">
            <a:solidFill>
              <a:srgbClr val="000000"/>
            </a:solidFill>
          </a:ln>
        </p:spPr>
      </p:sp>
      <p:sp>
        <p:nvSpPr>
          <p:cNvPr id="126" name="AI-022-126">
            <a:extLst xmlns:a="http://schemas.openxmlformats.org/drawingml/2006/main">
              <a:ext uri="{FF2B5EF4-FFF2-40B4-BE49-F238E27FC236}">
                <a16:creationId xmlns:a16="http://schemas.microsoft.com/office/drawing/2014/main" id="{D7DD109D-1DF9-4485-98C9-65314BBD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8494" y="2695575"/>
            <a:ext cx="112633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2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IBM</a:t>
            </a:r>
          </a:p>
        </p:txBody>
      </p:sp>
      <p:sp>
        <p:nvSpPr>
          <p:cNvPr id="127" name="AI-022-127">
            <a:extLst xmlns:a="http://schemas.openxmlformats.org/drawingml/2006/main">
              <a:ext uri="{FF2B5EF4-FFF2-40B4-BE49-F238E27FC236}">
                <a16:creationId xmlns:a16="http://schemas.microsoft.com/office/drawing/2014/main" id="{E8EDE1CE-F38F-4E7B-ADEE-A4B2E431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23825"/>
            <a:ext cx="38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28" name="line-128">
            <a:extLst xmlns:a="http://schemas.openxmlformats.org/drawingml/2006/main">
              <a:ext uri="{FF2B5EF4-FFF2-40B4-BE49-F238E27FC236}">
                <a16:creationId xmlns:a16="http://schemas.microsoft.com/office/drawing/2014/main" id="{7E7C6711-77D0-4C11-83D5-EE6EA4F8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29" name="AI-022-129">
            <a:extLst xmlns:a="http://schemas.openxmlformats.org/drawingml/2006/main">
              <a:ext uri="{FF2B5EF4-FFF2-40B4-BE49-F238E27FC236}">
                <a16:creationId xmlns:a16="http://schemas.microsoft.com/office/drawing/2014/main" id="{73A33A29-D731-4C85-AE99-5FD92C23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638175"/>
            <a:ext cx="38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30" name="line-130">
            <a:extLst xmlns:a="http://schemas.openxmlformats.org/drawingml/2006/main">
              <a:ext uri="{FF2B5EF4-FFF2-40B4-BE49-F238E27FC236}">
                <a16:creationId xmlns:a16="http://schemas.microsoft.com/office/drawing/2014/main" id="{9A44BCE8-03FC-4097-B947-247BDA7E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31" name="AI-022-131">
            <a:extLst xmlns:a="http://schemas.openxmlformats.org/drawingml/2006/main">
              <a:ext uri="{FF2B5EF4-FFF2-40B4-BE49-F238E27FC236}">
                <a16:creationId xmlns:a16="http://schemas.microsoft.com/office/drawing/2014/main" id="{560C766E-090A-4500-A953-284DCCB3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152525"/>
            <a:ext cx="38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2" name="line-132">
            <a:extLst xmlns:a="http://schemas.openxmlformats.org/drawingml/2006/main">
              <a:ext uri="{FF2B5EF4-FFF2-40B4-BE49-F238E27FC236}">
                <a16:creationId xmlns:a16="http://schemas.microsoft.com/office/drawing/2014/main" id="{61A1DB66-3A9D-4F8B-A148-FE642FF9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0970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33" name="AI-022-133">
            <a:extLst xmlns:a="http://schemas.openxmlformats.org/drawingml/2006/main">
              <a:ext uri="{FF2B5EF4-FFF2-40B4-BE49-F238E27FC236}">
                <a16:creationId xmlns:a16="http://schemas.microsoft.com/office/drawing/2014/main" id="{C4095387-7657-4755-8D7D-F233FE89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666875"/>
            <a:ext cx="38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4" name="line-134">
            <a:extLst xmlns:a="http://schemas.openxmlformats.org/drawingml/2006/main">
              <a:ext uri="{FF2B5EF4-FFF2-40B4-BE49-F238E27FC236}">
                <a16:creationId xmlns:a16="http://schemas.microsoft.com/office/drawing/2014/main" id="{2C76D88E-E278-47D0-B0E0-6FAAC4CC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35" name="AI-022-135">
            <a:extLst xmlns:a="http://schemas.openxmlformats.org/drawingml/2006/main">
              <a:ext uri="{FF2B5EF4-FFF2-40B4-BE49-F238E27FC236}">
                <a16:creationId xmlns:a16="http://schemas.microsoft.com/office/drawing/2014/main" id="{31C8A289-C2F2-4249-8146-3770468C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2181225"/>
            <a:ext cx="38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6" name="line-136">
            <a:extLst xmlns:a="http://schemas.openxmlformats.org/drawingml/2006/main">
              <a:ext uri="{FF2B5EF4-FFF2-40B4-BE49-F238E27FC236}">
                <a16:creationId xmlns:a16="http://schemas.microsoft.com/office/drawing/2014/main" id="{D6813865-4EED-4FB4-82DC-C75982A8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37" name="AI-022-137">
            <a:extLst xmlns:a="http://schemas.openxmlformats.org/drawingml/2006/main">
              <a:ext uri="{FF2B5EF4-FFF2-40B4-BE49-F238E27FC236}">
                <a16:creationId xmlns:a16="http://schemas.microsoft.com/office/drawing/2014/main" id="{CDAC444F-D6CF-4D83-8CF2-3CF7A80B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2695575"/>
            <a:ext cx="38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8" name="line-138">
            <a:extLst xmlns:a="http://schemas.openxmlformats.org/drawingml/2006/main">
              <a:ext uri="{FF2B5EF4-FFF2-40B4-BE49-F238E27FC236}">
                <a16:creationId xmlns:a16="http://schemas.microsoft.com/office/drawing/2014/main" id="{7513A70F-7D53-462C-8FFE-016FACFF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39" name="line-139">
            <a:extLst xmlns:a="http://schemas.openxmlformats.org/drawingml/2006/main">
              <a:ext uri="{FF2B5EF4-FFF2-40B4-BE49-F238E27FC236}">
                <a16:creationId xmlns:a16="http://schemas.microsoft.com/office/drawing/2014/main" id="{05F6B7B2-17F7-4467-8348-E5A8F60B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366" y="320992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140" name="AI-022-140">
            <a:extLst xmlns:a="http://schemas.openxmlformats.org/drawingml/2006/main">
              <a:ext uri="{FF2B5EF4-FFF2-40B4-BE49-F238E27FC236}">
                <a16:creationId xmlns:a16="http://schemas.microsoft.com/office/drawing/2014/main" id="{4030D1FC-9811-44E3-B5B4-49A5E2F2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3286125"/>
            <a:ext cx="116443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Jack</a:t>
            </a:r>
          </a:p>
        </p:txBody>
      </p:sp>
      <p:sp>
        <p:nvSpPr>
          <p:cNvPr id="141" name="line-141">
            <a:extLst xmlns:a="http://schemas.openxmlformats.org/drawingml/2006/main">
              <a:ext uri="{FF2B5EF4-FFF2-40B4-BE49-F238E27FC236}">
                <a16:creationId xmlns:a16="http://schemas.microsoft.com/office/drawing/2014/main" id="{20AA862D-20A2-4AB5-B1C5-B6AE8D5A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797" y="320992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142" name="AI-022-142">
            <a:extLst xmlns:a="http://schemas.openxmlformats.org/drawingml/2006/main">
              <a:ext uri="{FF2B5EF4-FFF2-40B4-BE49-F238E27FC236}">
                <a16:creationId xmlns:a16="http://schemas.microsoft.com/office/drawing/2014/main" id="{D69ADCD1-C637-46B1-AB44-9A90646D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0581" y="3286125"/>
            <a:ext cx="116443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Dor</a:t>
            </a:r>
          </a:p>
        </p:txBody>
      </p:sp>
      <p:sp>
        <p:nvSpPr>
          <p:cNvPr id="143" name="line-143">
            <a:extLst xmlns:a="http://schemas.openxmlformats.org/drawingml/2006/main">
              <a:ext uri="{FF2B5EF4-FFF2-40B4-BE49-F238E27FC236}">
                <a16:creationId xmlns:a16="http://schemas.microsoft.com/office/drawing/2014/main" id="{A1207FA2-3678-463D-8213-DE77F742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7228" y="320992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144" name="AI-022-144">
            <a:extLst xmlns:a="http://schemas.openxmlformats.org/drawingml/2006/main">
              <a:ext uri="{FF2B5EF4-FFF2-40B4-BE49-F238E27FC236}">
                <a16:creationId xmlns:a16="http://schemas.microsoft.com/office/drawing/2014/main" id="{EC828220-9D1A-427F-AD5B-A422F68F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5013" y="3286125"/>
            <a:ext cx="116443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sey</a:t>
            </a:r>
          </a:p>
        </p:txBody>
      </p:sp>
      <p:sp>
        <p:nvSpPr>
          <p:cNvPr id="145" name="line-145">
            <a:extLst xmlns:a="http://schemas.openxmlformats.org/drawingml/2006/main">
              <a:ext uri="{FF2B5EF4-FFF2-40B4-BE49-F238E27FC236}">
                <a16:creationId xmlns:a16="http://schemas.microsoft.com/office/drawing/2014/main" id="{9A4CC830-0F1C-490E-9959-71F362CA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1659" y="320992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146" name="AI-022-146">
            <a:extLst xmlns:a="http://schemas.openxmlformats.org/drawingml/2006/main">
              <a:ext uri="{FF2B5EF4-FFF2-40B4-BE49-F238E27FC236}">
                <a16:creationId xmlns:a16="http://schemas.microsoft.com/office/drawing/2014/main" id="{EFCB7A47-EC73-4638-BD68-185F06F9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9444" y="3286125"/>
            <a:ext cx="116443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3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founded</a:t>
            </a:r>
          </a:p>
        </p:txBody>
      </p:sp>
      <p:sp>
        <p:nvSpPr>
          <p:cNvPr id="147" name="AI-022-147">
            <a:extLst xmlns:a="http://schemas.openxmlformats.org/drawingml/2006/main">
              <a:ext uri="{FF2B5EF4-FFF2-40B4-BE49-F238E27FC236}">
                <a16:creationId xmlns:a16="http://schemas.microsoft.com/office/drawing/2014/main" id="{5B0D767C-3498-4A28-98C0-6CA689DC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705475" y="15144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layer index</a:t>
            </a:r>
          </a:p>
        </p:txBody>
      </p:sp>
      <p:sp>
        <p:nvSpPr>
          <p:cNvPr id="148" name="AI-022-148">
            <a:extLst xmlns:a="http://schemas.openxmlformats.org/drawingml/2006/main">
              <a:ext uri="{FF2B5EF4-FFF2-40B4-BE49-F238E27FC236}">
                <a16:creationId xmlns:a16="http://schemas.microsoft.com/office/drawing/2014/main" id="{B5C8B025-6A7A-4CD4-B381-B4139FE4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3590925"/>
            <a:ext cx="4657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prompt's tokens</a:t>
            </a:r>
          </a:p>
        </p:txBody>
      </p:sp>
      <p:sp>
        <p:nvSpPr>
          <p:cNvPr id="149" name="AI-022-149">
            <a:extLst xmlns:a="http://schemas.openxmlformats.org/drawingml/2006/main">
              <a:ext uri="{FF2B5EF4-FFF2-40B4-BE49-F238E27FC236}">
                <a16:creationId xmlns:a16="http://schemas.microsoft.com/office/drawing/2014/main" id="{4C81765E-4E23-4859-90B9-D0C24702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01525" y="123825"/>
            <a:ext cx="161925" cy="3086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800080"/>
              </a:gs>
              <a:gs pos="50000">
                <a:srgbClr val="FFFFFF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50" name="AI-022-150">
            <a:extLst xmlns:a="http://schemas.openxmlformats.org/drawingml/2006/main">
              <a:ext uri="{FF2B5EF4-FFF2-40B4-BE49-F238E27FC236}">
                <a16:creationId xmlns:a16="http://schemas.microsoft.com/office/drawing/2014/main" id="{03CB3171-06CE-428E-ABEF-4E54476C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01525" y="123825"/>
            <a:ext cx="161925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51" name="line-151">
            <a:extLst xmlns:a="http://schemas.openxmlformats.org/drawingml/2006/main">
              <a:ext uri="{FF2B5EF4-FFF2-40B4-BE49-F238E27FC236}">
                <a16:creationId xmlns:a16="http://schemas.microsoft.com/office/drawing/2014/main" id="{4865E1BB-1E83-426A-9957-D5A0F2D7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04800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152" name="AI-022-152">
            <a:extLst xmlns:a="http://schemas.openxmlformats.org/drawingml/2006/main">
              <a:ext uri="{FF2B5EF4-FFF2-40B4-BE49-F238E27FC236}">
                <a16:creationId xmlns:a16="http://schemas.microsoft.com/office/drawing/2014/main" id="{57BD047F-C61B-4FEC-AB45-3367D3CD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9175" y="1809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53" name="line-153">
            <a:extLst xmlns:a="http://schemas.openxmlformats.org/drawingml/2006/main">
              <a:ext uri="{FF2B5EF4-FFF2-40B4-BE49-F238E27FC236}">
                <a16:creationId xmlns:a16="http://schemas.microsoft.com/office/drawing/2014/main" id="{F7ED6B35-6929-4437-B437-B6933553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1752600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154" name="AI-022-154">
            <a:extLst xmlns:a="http://schemas.openxmlformats.org/drawingml/2006/main">
              <a:ext uri="{FF2B5EF4-FFF2-40B4-BE49-F238E27FC236}">
                <a16:creationId xmlns:a16="http://schemas.microsoft.com/office/drawing/2014/main" id="{74450B0F-D6D9-41E8-A763-C539FE5D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9175" y="16287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55" name="line-155">
            <a:extLst xmlns:a="http://schemas.openxmlformats.org/drawingml/2006/main">
              <a:ext uri="{FF2B5EF4-FFF2-40B4-BE49-F238E27FC236}">
                <a16:creationId xmlns:a16="http://schemas.microsoft.com/office/drawing/2014/main" id="{AD74A635-6A4E-4532-B4CE-413A5F24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20992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156" name="AI-022-156">
            <a:extLst xmlns:a="http://schemas.openxmlformats.org/drawingml/2006/main">
              <a:ext uri="{FF2B5EF4-FFF2-40B4-BE49-F238E27FC236}">
                <a16:creationId xmlns:a16="http://schemas.microsoft.com/office/drawing/2014/main" id="{626F0DD3-BF51-4B91-A6A4-FC1DB07A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9175" y="30861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57" name="AI-022-157">
            <a:extLst xmlns:a="http://schemas.openxmlformats.org/drawingml/2006/main">
              <a:ext uri="{FF2B5EF4-FFF2-40B4-BE49-F238E27FC236}">
                <a16:creationId xmlns:a16="http://schemas.microsoft.com/office/drawing/2014/main" id="{F9C2310D-4600-43FB-B6A1-761D7518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4086225"/>
            <a:ext cx="45434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 Obama - Paris</a:t>
            </a:r>
          </a:p>
        </p:txBody>
      </p:sp>
      <p:sp>
        <p:nvSpPr>
          <p:cNvPr id="158" name="AI-022-158">
            <a:extLst xmlns:a="http://schemas.openxmlformats.org/drawingml/2006/main">
              <a:ext uri="{FF2B5EF4-FFF2-40B4-BE49-F238E27FC236}">
                <a16:creationId xmlns:a16="http://schemas.microsoft.com/office/drawing/2014/main" id="{AAEC0267-D29D-41DF-9988-C2011967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4086225"/>
            <a:ext cx="4657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 Jack Dorsey - IBM</a:t>
            </a:r>
          </a:p>
        </p:txBody>
      </p:sp>
    </p:spTree>
    <p:extLst>
      <p:ext uri="{BB962C8B-B14F-4D97-AF65-F5344CB8AC3E}">
        <p14:creationId xmlns:p14="http://schemas.microsoft.com/office/powerpoint/2010/main" val="526347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2026-09-05T16:05:36.6060000Z</dcterms:created>
  <dcterms:modified xsi:type="dcterms:W3CDTF">2026-09-05T16:05:36.6060000Z</dcterms:modified>
</coreProperties>
</file>