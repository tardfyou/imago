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8e76aadbd14ca6" /><Relationship Type="http://schemas.openxmlformats.org/officeDocument/2006/relationships/extended-properties" Target="/docProps/app.xml" Id="R6fcb82f1169646da" /><Relationship Type="http://schemas.openxmlformats.org/officeDocument/2006/relationships/officeDocument" Target="/ppt/presentation.xml" Id="R1b83be920ad244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615194ba944ed6"/>
  </p:sldMasterIdLst>
  <p:notesMasterIdLst>
    <p:notesMasterId xmlns:r="http://schemas.openxmlformats.org/officeDocument/2006/relationships" r:id="R47aec5ac95d04154"/>
  </p:notesMasterIdLst>
  <p:sldIdLst>
    <p:sldId xmlns:r="http://schemas.openxmlformats.org/officeDocument/2006/relationships" id="256" r:id="R6ab608de68cf4a68"/>
  </p:sldIdLst>
  <p:sldSz cx="6257925" cy="10572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dc775326f14e30" /><Relationship Type="http://schemas.openxmlformats.org/officeDocument/2006/relationships/slideMaster" Target="/ppt/slideMasters/slideMaster1.xml" Id="Rb4615194ba944ed6" /><Relationship Type="http://schemas.openxmlformats.org/officeDocument/2006/relationships/notesMaster" Target="/ppt/notesMasters/notesMaster1.xml" Id="R47aec5ac95d04154" /><Relationship Type="http://schemas.openxmlformats.org/officeDocument/2006/relationships/presProps" Target="/ppt/presProps.xml" Id="Rd0c3f34788b84afa" /><Relationship Type="http://schemas.openxmlformats.org/officeDocument/2006/relationships/tableStyles" Target="/ppt/tableStyles.xml" Id="Rfd1f5b13f072412f" /><Relationship Type="http://schemas.openxmlformats.org/officeDocument/2006/relationships/slide" Target="/ppt/slides/slide1.xml" Id="R6ab608de68cf4a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8cfcb394d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748d3111f45df" /><Relationship Type="http://schemas.openxmlformats.org/officeDocument/2006/relationships/notesMaster" Target="/ppt/notesMasters/notesMaster1.xml" Id="R82a833cad2d045b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素材ID：AI-051</ns1:t>
            </ns1:r>
          </ns1:p>
          <ns1:p>
            <ns1:r>
              <ns1:t>论文：Mapping 1,000+ Language Models via the Log-Likelihood Vector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1，PDF第1页</ns1:t>
            </ns1:r>
          </ns1:p>
          <ns1:p>
            <ns1:r>
              <ns1:t>类型：实验图表</ns1:t>
            </ns1:r>
          </ns1:p>
          <ns1:p>
            <ns1:r>
              <ns1:t>借鉴点：同一嵌入坐标按模型家族和主文本类别重复着色，标出代表模型并显露跨标签的连续结构。</ns1:t>
            </ns1:r>
          </ns1:p>
          <ns1:p>
            <ns1:r>
              <ns1:t>论文URL：https://aclanthology.org/2025.acl-long.1584/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d62fd6bf5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3cdca14bc345d4" /><Relationship Type="http://schemas.openxmlformats.org/officeDocument/2006/relationships/slideLayout" Target="/ppt/slideLayouts/slideLayout1.xml" Id="R0334d54f94e5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34d54f94e5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ff992ca2f4729" /><Relationship Type="http://schemas.openxmlformats.org/officeDocument/2006/relationships/notesSlide" Target="/ppt/notesSlides/notesSlide1.xml" Id="R3f73a15392974e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8B808-1E0D-436E-A986-96CBF509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8" y="111291"/>
            <a:ext cx="6225227" cy="10395739"/>
          </a:xfrm>
          <a:custGeom xmlns:a="http://schemas.openxmlformats.org/drawingml/2006/main">
            <a:pathLst>
              <a:path w="6225227" h="10395739">
                <a:moveTo>
                  <a:pt x="0" y="0"/>
                </a:moveTo>
                <a:lnTo>
                  <a:pt x="0" y="10395739"/>
                </a:lnTo>
                <a:lnTo>
                  <a:pt x="6225227" y="10395739"/>
                </a:lnTo>
                <a:lnTo>
                  <a:pt x="622522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CE836-38C0-47BC-BD15-E134230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990" y="128418"/>
            <a:ext cx="176559" cy="192971"/>
          </a:xfrm>
          <a:custGeom xmlns:a="http://schemas.openxmlformats.org/drawingml/2006/main">
            <a:pathLst>
              <a:path w="176559" h="192971">
                <a:moveTo>
                  <a:pt x="0" y="0"/>
                </a:moveTo>
                <a:lnTo>
                  <a:pt x="38912" y="0"/>
                </a:lnTo>
                <a:lnTo>
                  <a:pt x="88147" y="131294"/>
                </a:lnTo>
                <a:lnTo>
                  <a:pt x="137647" y="0"/>
                </a:lnTo>
                <a:lnTo>
                  <a:pt x="176559" y="0"/>
                </a:lnTo>
                <a:lnTo>
                  <a:pt x="176559" y="192971"/>
                </a:lnTo>
                <a:lnTo>
                  <a:pt x="151147" y="192971"/>
                </a:lnTo>
                <a:lnTo>
                  <a:pt x="151147" y="23559"/>
                </a:lnTo>
                <a:lnTo>
                  <a:pt x="101383" y="155912"/>
                </a:lnTo>
                <a:lnTo>
                  <a:pt x="75177" y="155912"/>
                </a:lnTo>
                <a:lnTo>
                  <a:pt x="25412" y="23559"/>
                </a:lnTo>
                <a:lnTo>
                  <a:pt x="25412" y="192971"/>
                </a:lnTo>
                <a:lnTo>
                  <a:pt x="0" y="192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18C89-42B5-454E-A1E0-285EE81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049" y="173154"/>
            <a:ext cx="132883" cy="151677"/>
          </a:xfrm>
          <a:custGeom xmlns:a="http://schemas.openxmlformats.org/drawingml/2006/main">
            <a:pathLst>
              <a:path w="132883" h="151677">
                <a:moveTo>
                  <a:pt x="66441" y="20118"/>
                </a:moveTo>
                <a:cubicBezTo>
                  <a:pt x="53735" y="20118"/>
                  <a:pt x="43677" y="25147"/>
                  <a:pt x="36265" y="35206"/>
                </a:cubicBezTo>
                <a:cubicBezTo>
                  <a:pt x="28853" y="45265"/>
                  <a:pt x="25147" y="58765"/>
                  <a:pt x="25147" y="75971"/>
                </a:cubicBezTo>
                <a:cubicBezTo>
                  <a:pt x="25147" y="93441"/>
                  <a:pt x="28588" y="106941"/>
                  <a:pt x="36000" y="117000"/>
                </a:cubicBezTo>
                <a:cubicBezTo>
                  <a:pt x="43412" y="127059"/>
                  <a:pt x="53471" y="131824"/>
                  <a:pt x="66441" y="131824"/>
                </a:cubicBezTo>
                <a:cubicBezTo>
                  <a:pt x="79147" y="131824"/>
                  <a:pt x="89206" y="127059"/>
                  <a:pt x="96618" y="117000"/>
                </a:cubicBezTo>
                <a:cubicBezTo>
                  <a:pt x="104030" y="106941"/>
                  <a:pt x="107735" y="93441"/>
                  <a:pt x="107735" y="75971"/>
                </a:cubicBezTo>
                <a:cubicBezTo>
                  <a:pt x="107735" y="59030"/>
                  <a:pt x="104030" y="45265"/>
                  <a:pt x="96618" y="35206"/>
                </a:cubicBezTo>
                <a:cubicBezTo>
                  <a:pt x="89206" y="25147"/>
                  <a:pt x="79147" y="20118"/>
                  <a:pt x="66441" y="20118"/>
                </a:cubicBezTo>
                <a:close/>
                <a:moveTo>
                  <a:pt x="66441" y="0"/>
                </a:moveTo>
                <a:cubicBezTo>
                  <a:pt x="87088" y="0"/>
                  <a:pt x="103235" y="6882"/>
                  <a:pt x="115147" y="20118"/>
                </a:cubicBezTo>
                <a:cubicBezTo>
                  <a:pt x="126794" y="33618"/>
                  <a:pt x="132883" y="52147"/>
                  <a:pt x="132883" y="75971"/>
                </a:cubicBezTo>
                <a:cubicBezTo>
                  <a:pt x="132883" y="99794"/>
                  <a:pt x="126794" y="118324"/>
                  <a:pt x="115147" y="131559"/>
                </a:cubicBezTo>
                <a:cubicBezTo>
                  <a:pt x="103235" y="145059"/>
                  <a:pt x="87088" y="151677"/>
                  <a:pt x="66441" y="151677"/>
                </a:cubicBezTo>
                <a:cubicBezTo>
                  <a:pt x="45529" y="151677"/>
                  <a:pt x="29118" y="145059"/>
                  <a:pt x="17471" y="131559"/>
                </a:cubicBezTo>
                <a:cubicBezTo>
                  <a:pt x="5824" y="118324"/>
                  <a:pt x="0" y="99794"/>
                  <a:pt x="0" y="75971"/>
                </a:cubicBezTo>
                <a:cubicBezTo>
                  <a:pt x="0" y="52147"/>
                  <a:pt x="5824" y="33618"/>
                  <a:pt x="17471" y="20118"/>
                </a:cubicBezTo>
                <a:cubicBezTo>
                  <a:pt x="29118" y="6882"/>
                  <a:pt x="45529" y="0"/>
                  <a:pt x="6644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0090D-D3C2-48BD-AA86-1B998AB6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050" y="120213"/>
            <a:ext cx="129441" cy="204618"/>
          </a:xfrm>
          <a:custGeom xmlns:a="http://schemas.openxmlformats.org/drawingml/2006/main">
            <a:pathLst>
              <a:path w="129441" h="204618">
                <a:moveTo>
                  <a:pt x="105618" y="78353"/>
                </a:moveTo>
                <a:lnTo>
                  <a:pt x="105618" y="0"/>
                </a:lnTo>
                <a:lnTo>
                  <a:pt x="129441" y="0"/>
                </a:lnTo>
                <a:lnTo>
                  <a:pt x="129441" y="201177"/>
                </a:lnTo>
                <a:lnTo>
                  <a:pt x="105618" y="201177"/>
                </a:lnTo>
                <a:lnTo>
                  <a:pt x="105618" y="179471"/>
                </a:lnTo>
                <a:cubicBezTo>
                  <a:pt x="100588" y="188206"/>
                  <a:pt x="94235" y="194559"/>
                  <a:pt x="86559" y="198530"/>
                </a:cubicBezTo>
                <a:cubicBezTo>
                  <a:pt x="78882" y="202500"/>
                  <a:pt x="69882" y="204618"/>
                  <a:pt x="59294" y="204618"/>
                </a:cubicBezTo>
                <a:cubicBezTo>
                  <a:pt x="41824" y="204618"/>
                  <a:pt x="27529" y="197736"/>
                  <a:pt x="16412" y="183971"/>
                </a:cubicBezTo>
                <a:cubicBezTo>
                  <a:pt x="5294" y="170206"/>
                  <a:pt x="0" y="151677"/>
                  <a:pt x="0" y="128912"/>
                </a:cubicBezTo>
                <a:cubicBezTo>
                  <a:pt x="0" y="106147"/>
                  <a:pt x="5294" y="87882"/>
                  <a:pt x="16412" y="73853"/>
                </a:cubicBezTo>
                <a:cubicBezTo>
                  <a:pt x="27529" y="60088"/>
                  <a:pt x="41824" y="52941"/>
                  <a:pt x="59294" y="52941"/>
                </a:cubicBezTo>
                <a:cubicBezTo>
                  <a:pt x="69882" y="52941"/>
                  <a:pt x="78882" y="55059"/>
                  <a:pt x="86559" y="59294"/>
                </a:cubicBezTo>
                <a:cubicBezTo>
                  <a:pt x="94235" y="63530"/>
                  <a:pt x="100588" y="69882"/>
                  <a:pt x="105618" y="78353"/>
                </a:cubicBezTo>
                <a:close/>
                <a:moveTo>
                  <a:pt x="24618" y="128912"/>
                </a:moveTo>
                <a:cubicBezTo>
                  <a:pt x="24618" y="146383"/>
                  <a:pt x="28059" y="160147"/>
                  <a:pt x="35206" y="170206"/>
                </a:cubicBezTo>
                <a:cubicBezTo>
                  <a:pt x="42353" y="180265"/>
                  <a:pt x="52147" y="185030"/>
                  <a:pt x="64853" y="185030"/>
                </a:cubicBezTo>
                <a:cubicBezTo>
                  <a:pt x="77559" y="185030"/>
                  <a:pt x="87353" y="180265"/>
                  <a:pt x="94765" y="170206"/>
                </a:cubicBezTo>
                <a:cubicBezTo>
                  <a:pt x="101912" y="160147"/>
                  <a:pt x="105618" y="146383"/>
                  <a:pt x="105618" y="128912"/>
                </a:cubicBezTo>
                <a:cubicBezTo>
                  <a:pt x="105618" y="111441"/>
                  <a:pt x="101912" y="97941"/>
                  <a:pt x="94765" y="87882"/>
                </a:cubicBezTo>
                <a:cubicBezTo>
                  <a:pt x="87353" y="77824"/>
                  <a:pt x="77559" y="72794"/>
                  <a:pt x="64853" y="72794"/>
                </a:cubicBezTo>
                <a:cubicBezTo>
                  <a:pt x="52147" y="72794"/>
                  <a:pt x="42353" y="77824"/>
                  <a:pt x="35206" y="87882"/>
                </a:cubicBezTo>
                <a:cubicBezTo>
                  <a:pt x="28059" y="97941"/>
                  <a:pt x="24618" y="111441"/>
                  <a:pt x="24618" y="1289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0F9D2-91F0-41F7-ACDB-F7F56F61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138" y="173154"/>
            <a:ext cx="134206" cy="151677"/>
          </a:xfrm>
          <a:custGeom xmlns:a="http://schemas.openxmlformats.org/drawingml/2006/main">
            <a:pathLst>
              <a:path w="134206" h="151677">
                <a:moveTo>
                  <a:pt x="134206" y="69882"/>
                </a:moveTo>
                <a:lnTo>
                  <a:pt x="134206" y="81530"/>
                </a:lnTo>
                <a:lnTo>
                  <a:pt x="24882" y="81530"/>
                </a:lnTo>
                <a:cubicBezTo>
                  <a:pt x="25941" y="97941"/>
                  <a:pt x="30706" y="110647"/>
                  <a:pt x="39706" y="119118"/>
                </a:cubicBezTo>
                <a:cubicBezTo>
                  <a:pt x="48441" y="127588"/>
                  <a:pt x="60618" y="131824"/>
                  <a:pt x="76500" y="131824"/>
                </a:cubicBezTo>
                <a:cubicBezTo>
                  <a:pt x="85500" y="131824"/>
                  <a:pt x="94500" y="130765"/>
                  <a:pt x="102971" y="128647"/>
                </a:cubicBezTo>
                <a:cubicBezTo>
                  <a:pt x="111441" y="126530"/>
                  <a:pt x="120177" y="123088"/>
                  <a:pt x="128647" y="118324"/>
                </a:cubicBezTo>
                <a:lnTo>
                  <a:pt x="128647" y="140824"/>
                </a:lnTo>
                <a:cubicBezTo>
                  <a:pt x="120177" y="144530"/>
                  <a:pt x="111441" y="147441"/>
                  <a:pt x="102441" y="149030"/>
                </a:cubicBezTo>
                <a:cubicBezTo>
                  <a:pt x="93441" y="150618"/>
                  <a:pt x="84177" y="151677"/>
                  <a:pt x="75177" y="151677"/>
                </a:cubicBezTo>
                <a:cubicBezTo>
                  <a:pt x="51882" y="151677"/>
                  <a:pt x="33618" y="145059"/>
                  <a:pt x="20118" y="131824"/>
                </a:cubicBezTo>
                <a:cubicBezTo>
                  <a:pt x="6618" y="118588"/>
                  <a:pt x="0" y="100324"/>
                  <a:pt x="0" y="77294"/>
                </a:cubicBezTo>
                <a:cubicBezTo>
                  <a:pt x="0" y="53735"/>
                  <a:pt x="6353" y="34941"/>
                  <a:pt x="19059" y="20912"/>
                </a:cubicBezTo>
                <a:cubicBezTo>
                  <a:pt x="31765" y="7147"/>
                  <a:pt x="49235" y="0"/>
                  <a:pt x="70941" y="0"/>
                </a:cubicBezTo>
                <a:cubicBezTo>
                  <a:pt x="90530" y="0"/>
                  <a:pt x="105883" y="6353"/>
                  <a:pt x="117265" y="18794"/>
                </a:cubicBezTo>
                <a:cubicBezTo>
                  <a:pt x="128383" y="31500"/>
                  <a:pt x="134206" y="48441"/>
                  <a:pt x="134206" y="69882"/>
                </a:cubicBezTo>
                <a:close/>
                <a:moveTo>
                  <a:pt x="110383" y="63000"/>
                </a:moveTo>
                <a:cubicBezTo>
                  <a:pt x="110118" y="50029"/>
                  <a:pt x="106412" y="39706"/>
                  <a:pt x="99530" y="31765"/>
                </a:cubicBezTo>
                <a:cubicBezTo>
                  <a:pt x="92383" y="24088"/>
                  <a:pt x="82853" y="20118"/>
                  <a:pt x="71206" y="20118"/>
                </a:cubicBezTo>
                <a:cubicBezTo>
                  <a:pt x="57971" y="20118"/>
                  <a:pt x="47382" y="24088"/>
                  <a:pt x="39441" y="31500"/>
                </a:cubicBezTo>
                <a:cubicBezTo>
                  <a:pt x="31500" y="38912"/>
                  <a:pt x="26735" y="49500"/>
                  <a:pt x="25677" y="63000"/>
                </a:cubicBezTo>
                <a:lnTo>
                  <a:pt x="110383" y="6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95DF1-E2FC-423F-9EC4-D2766568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256" y="120213"/>
            <a:ext cx="23824" cy="201177"/>
          </a:xfrm>
          <a:custGeom xmlns:a="http://schemas.openxmlformats.org/drawingml/2006/main">
            <a:pathLst>
              <a:path w="23824" h="201177">
                <a:moveTo>
                  <a:pt x="0" y="0"/>
                </a:moveTo>
                <a:lnTo>
                  <a:pt x="23824" y="0"/>
                </a:lnTo>
                <a:lnTo>
                  <a:pt x="23824" y="201177"/>
                </a:lnTo>
                <a:lnTo>
                  <a:pt x="0" y="2011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AB2CB-E064-47AC-958B-E9C59923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609" y="128418"/>
            <a:ext cx="163059" cy="192971"/>
          </a:xfrm>
          <a:custGeom xmlns:a="http://schemas.openxmlformats.org/drawingml/2006/main">
            <a:pathLst>
              <a:path w="163059" h="192971">
                <a:moveTo>
                  <a:pt x="0" y="0"/>
                </a:moveTo>
                <a:lnTo>
                  <a:pt x="163059" y="0"/>
                </a:lnTo>
                <a:lnTo>
                  <a:pt x="163059" y="21971"/>
                </a:lnTo>
                <a:lnTo>
                  <a:pt x="94500" y="21971"/>
                </a:lnTo>
                <a:lnTo>
                  <a:pt x="94500" y="192971"/>
                </a:lnTo>
                <a:lnTo>
                  <a:pt x="68294" y="192971"/>
                </a:lnTo>
                <a:lnTo>
                  <a:pt x="68294" y="21971"/>
                </a:lnTo>
                <a:lnTo>
                  <a:pt x="0" y="2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A2A15-E5BD-4ED7-BCC4-0ECD66F9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643" y="176595"/>
            <a:ext cx="140824" cy="199589"/>
          </a:xfrm>
          <a:custGeom xmlns:a="http://schemas.openxmlformats.org/drawingml/2006/main">
            <a:pathLst>
              <a:path w="140824" h="199589">
                <a:moveTo>
                  <a:pt x="77294" y="158030"/>
                </a:moveTo>
                <a:cubicBezTo>
                  <a:pt x="70412" y="174971"/>
                  <a:pt x="63794" y="186353"/>
                  <a:pt x="57441" y="191647"/>
                </a:cubicBezTo>
                <a:cubicBezTo>
                  <a:pt x="51088" y="196941"/>
                  <a:pt x="42618" y="199589"/>
                  <a:pt x="32029" y="199589"/>
                </a:cubicBezTo>
                <a:lnTo>
                  <a:pt x="12971" y="199589"/>
                </a:lnTo>
                <a:lnTo>
                  <a:pt x="12971" y="179736"/>
                </a:lnTo>
                <a:lnTo>
                  <a:pt x="27000" y="179736"/>
                </a:lnTo>
                <a:cubicBezTo>
                  <a:pt x="33353" y="179736"/>
                  <a:pt x="38382" y="178147"/>
                  <a:pt x="42088" y="174971"/>
                </a:cubicBezTo>
                <a:cubicBezTo>
                  <a:pt x="45794" y="171794"/>
                  <a:pt x="49765" y="164647"/>
                  <a:pt x="54265" y="153000"/>
                </a:cubicBezTo>
                <a:lnTo>
                  <a:pt x="58500" y="142412"/>
                </a:lnTo>
                <a:lnTo>
                  <a:pt x="0" y="0"/>
                </a:lnTo>
                <a:lnTo>
                  <a:pt x="25147" y="0"/>
                </a:lnTo>
                <a:lnTo>
                  <a:pt x="70412" y="113294"/>
                </a:lnTo>
                <a:lnTo>
                  <a:pt x="115677" y="0"/>
                </a:lnTo>
                <a:lnTo>
                  <a:pt x="140824" y="0"/>
                </a:lnTo>
                <a:lnTo>
                  <a:pt x="77294" y="158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D3917-1A7E-4DE6-A4BB-CB2B015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496" y="173154"/>
            <a:ext cx="129441" cy="203030"/>
          </a:xfrm>
          <a:custGeom xmlns:a="http://schemas.openxmlformats.org/drawingml/2006/main">
            <a:pathLst>
              <a:path w="129441" h="203030">
                <a:moveTo>
                  <a:pt x="23824" y="126530"/>
                </a:moveTo>
                <a:lnTo>
                  <a:pt x="23824" y="203030"/>
                </a:lnTo>
                <a:lnTo>
                  <a:pt x="0" y="203030"/>
                </a:lnTo>
                <a:lnTo>
                  <a:pt x="0" y="3441"/>
                </a:lnTo>
                <a:lnTo>
                  <a:pt x="23824" y="3441"/>
                </a:lnTo>
                <a:lnTo>
                  <a:pt x="23824" y="25412"/>
                </a:lnTo>
                <a:cubicBezTo>
                  <a:pt x="28588" y="16941"/>
                  <a:pt x="34941" y="10588"/>
                  <a:pt x="42618" y="6353"/>
                </a:cubicBezTo>
                <a:cubicBezTo>
                  <a:pt x="50294" y="2118"/>
                  <a:pt x="59559" y="0"/>
                  <a:pt x="70147" y="0"/>
                </a:cubicBezTo>
                <a:cubicBezTo>
                  <a:pt x="87618" y="0"/>
                  <a:pt x="101912" y="7147"/>
                  <a:pt x="113030" y="20912"/>
                </a:cubicBezTo>
                <a:cubicBezTo>
                  <a:pt x="123883" y="34941"/>
                  <a:pt x="129441" y="53206"/>
                  <a:pt x="129441" y="75971"/>
                </a:cubicBezTo>
                <a:cubicBezTo>
                  <a:pt x="129441" y="98735"/>
                  <a:pt x="123883" y="117265"/>
                  <a:pt x="113030" y="131030"/>
                </a:cubicBezTo>
                <a:cubicBezTo>
                  <a:pt x="101912" y="144794"/>
                  <a:pt x="87618" y="151677"/>
                  <a:pt x="70147" y="151677"/>
                </a:cubicBezTo>
                <a:cubicBezTo>
                  <a:pt x="59559" y="151677"/>
                  <a:pt x="50294" y="149559"/>
                  <a:pt x="42618" y="145588"/>
                </a:cubicBezTo>
                <a:cubicBezTo>
                  <a:pt x="34941" y="141618"/>
                  <a:pt x="28588" y="135265"/>
                  <a:pt x="23824" y="126530"/>
                </a:cubicBezTo>
                <a:close/>
                <a:moveTo>
                  <a:pt x="104824" y="75971"/>
                </a:moveTo>
                <a:cubicBezTo>
                  <a:pt x="104824" y="58500"/>
                  <a:pt x="101118" y="45000"/>
                  <a:pt x="93971" y="34941"/>
                </a:cubicBezTo>
                <a:cubicBezTo>
                  <a:pt x="86559" y="24882"/>
                  <a:pt x="76765" y="19853"/>
                  <a:pt x="64324" y="19853"/>
                </a:cubicBezTo>
                <a:cubicBezTo>
                  <a:pt x="51618" y="19853"/>
                  <a:pt x="41824" y="24882"/>
                  <a:pt x="34677" y="34941"/>
                </a:cubicBezTo>
                <a:cubicBezTo>
                  <a:pt x="27265" y="45000"/>
                  <a:pt x="23824" y="58500"/>
                  <a:pt x="23824" y="75971"/>
                </a:cubicBezTo>
                <a:cubicBezTo>
                  <a:pt x="23824" y="93441"/>
                  <a:pt x="27265" y="107206"/>
                  <a:pt x="34677" y="117265"/>
                </a:cubicBezTo>
                <a:cubicBezTo>
                  <a:pt x="41824" y="127324"/>
                  <a:pt x="51618" y="132088"/>
                  <a:pt x="64324" y="132088"/>
                </a:cubicBezTo>
                <a:cubicBezTo>
                  <a:pt x="76765" y="132088"/>
                  <a:pt x="86559" y="127324"/>
                  <a:pt x="93971" y="117265"/>
                </a:cubicBezTo>
                <a:cubicBezTo>
                  <a:pt x="101118" y="107206"/>
                  <a:pt x="104824" y="93441"/>
                  <a:pt x="104824" y="75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C1A17-5D41-4A97-BA3A-24CA09E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056" y="173154"/>
            <a:ext cx="134206" cy="151677"/>
          </a:xfrm>
          <a:custGeom xmlns:a="http://schemas.openxmlformats.org/drawingml/2006/main">
            <a:pathLst>
              <a:path w="134206" h="151677">
                <a:moveTo>
                  <a:pt x="134206" y="69882"/>
                </a:moveTo>
                <a:lnTo>
                  <a:pt x="134206" y="81530"/>
                </a:lnTo>
                <a:lnTo>
                  <a:pt x="24882" y="81530"/>
                </a:lnTo>
                <a:cubicBezTo>
                  <a:pt x="25941" y="97941"/>
                  <a:pt x="30706" y="110647"/>
                  <a:pt x="39706" y="119118"/>
                </a:cubicBezTo>
                <a:cubicBezTo>
                  <a:pt x="48441" y="127588"/>
                  <a:pt x="60618" y="131824"/>
                  <a:pt x="76500" y="131824"/>
                </a:cubicBezTo>
                <a:cubicBezTo>
                  <a:pt x="85500" y="131824"/>
                  <a:pt x="94500" y="130765"/>
                  <a:pt x="102971" y="128647"/>
                </a:cubicBezTo>
                <a:cubicBezTo>
                  <a:pt x="111441" y="126530"/>
                  <a:pt x="120177" y="123088"/>
                  <a:pt x="128647" y="118324"/>
                </a:cubicBezTo>
                <a:lnTo>
                  <a:pt x="128647" y="140824"/>
                </a:lnTo>
                <a:cubicBezTo>
                  <a:pt x="120177" y="144530"/>
                  <a:pt x="111441" y="147441"/>
                  <a:pt x="102441" y="149030"/>
                </a:cubicBezTo>
                <a:cubicBezTo>
                  <a:pt x="93441" y="150618"/>
                  <a:pt x="84177" y="151677"/>
                  <a:pt x="75177" y="151677"/>
                </a:cubicBezTo>
                <a:cubicBezTo>
                  <a:pt x="51882" y="151677"/>
                  <a:pt x="33618" y="145059"/>
                  <a:pt x="20118" y="131824"/>
                </a:cubicBezTo>
                <a:cubicBezTo>
                  <a:pt x="6618" y="118588"/>
                  <a:pt x="0" y="100324"/>
                  <a:pt x="0" y="77294"/>
                </a:cubicBezTo>
                <a:cubicBezTo>
                  <a:pt x="0" y="53735"/>
                  <a:pt x="6353" y="34941"/>
                  <a:pt x="19059" y="20912"/>
                </a:cubicBezTo>
                <a:cubicBezTo>
                  <a:pt x="31765" y="7147"/>
                  <a:pt x="49235" y="0"/>
                  <a:pt x="70941" y="0"/>
                </a:cubicBezTo>
                <a:cubicBezTo>
                  <a:pt x="90530" y="0"/>
                  <a:pt x="105883" y="6353"/>
                  <a:pt x="117265" y="18794"/>
                </a:cubicBezTo>
                <a:cubicBezTo>
                  <a:pt x="128383" y="31500"/>
                  <a:pt x="134206" y="48441"/>
                  <a:pt x="134206" y="69882"/>
                </a:cubicBezTo>
                <a:close/>
                <a:moveTo>
                  <a:pt x="110383" y="63000"/>
                </a:moveTo>
                <a:cubicBezTo>
                  <a:pt x="110118" y="50029"/>
                  <a:pt x="106412" y="39706"/>
                  <a:pt x="99530" y="31765"/>
                </a:cubicBezTo>
                <a:cubicBezTo>
                  <a:pt x="92383" y="24088"/>
                  <a:pt x="82853" y="20118"/>
                  <a:pt x="71206" y="20118"/>
                </a:cubicBezTo>
                <a:cubicBezTo>
                  <a:pt x="57971" y="20118"/>
                  <a:pt x="47382" y="24088"/>
                  <a:pt x="39441" y="31500"/>
                </a:cubicBezTo>
                <a:cubicBezTo>
                  <a:pt x="31500" y="38912"/>
                  <a:pt x="26735" y="49500"/>
                  <a:pt x="25677" y="63000"/>
                </a:cubicBezTo>
                <a:lnTo>
                  <a:pt x="110383" y="6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C2174-6A40-41A6-B1E3-40AEE2B7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58" y="429681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C308E-8933-4B5F-927E-11CBFACA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58" y="429681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A7A03-AF81-4662-9687-A4CC1AE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73" y="384240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E96A7-24B4-4C22-974B-ACBBB2DE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92" y="384240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72C2B-4BAD-4504-9DAA-67F22AF6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65" y="42274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93932-F838-4D10-ABD0-28DB2F6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44" y="422743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D5A5B-7A29-4188-8FE8-A31E395F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84" y="42274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6ECD2-CAA2-4556-B597-8F95B42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78" y="470101"/>
            <a:ext cx="50631" cy="15401"/>
          </a:xfrm>
          <a:custGeom xmlns:a="http://schemas.openxmlformats.org/drawingml/2006/main">
            <a:pathLst>
              <a:path w="50631" h="15401">
                <a:moveTo>
                  <a:pt x="0" y="0"/>
                </a:moveTo>
                <a:lnTo>
                  <a:pt x="50631" y="0"/>
                </a:lnTo>
                <a:lnTo>
                  <a:pt x="50631" y="15401"/>
                </a:lnTo>
                <a:lnTo>
                  <a:pt x="0" y="15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905E9-9E8F-4DB2-BE81-EF9823C0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18" y="390208"/>
            <a:ext cx="83551" cy="140342"/>
          </a:xfrm>
          <a:custGeom xmlns:a="http://schemas.openxmlformats.org/drawingml/2006/main">
            <a:pathLst>
              <a:path w="83551" h="140342">
                <a:moveTo>
                  <a:pt x="2695" y="124364"/>
                </a:moveTo>
                <a:lnTo>
                  <a:pt x="33690" y="124364"/>
                </a:lnTo>
                <a:lnTo>
                  <a:pt x="33690" y="17326"/>
                </a:lnTo>
                <a:lnTo>
                  <a:pt x="0" y="24064"/>
                </a:lnTo>
                <a:lnTo>
                  <a:pt x="0" y="6738"/>
                </a:lnTo>
                <a:lnTo>
                  <a:pt x="33497" y="0"/>
                </a:lnTo>
                <a:lnTo>
                  <a:pt x="52556" y="0"/>
                </a:lnTo>
                <a:lnTo>
                  <a:pt x="52556" y="124364"/>
                </a:lnTo>
                <a:lnTo>
                  <a:pt x="83551" y="124364"/>
                </a:lnTo>
                <a:lnTo>
                  <a:pt x="83551" y="140342"/>
                </a:lnTo>
                <a:lnTo>
                  <a:pt x="2695" y="140342"/>
                </a:lnTo>
                <a:lnTo>
                  <a:pt x="2695" y="124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594DF-A31F-4795-96DE-42A72BF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58" y="62561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13640-52B2-4DBF-B777-F05012C1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58" y="62561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F1AE0-EA2B-427D-8904-4AB1363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73" y="580176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2AF5C-E9F2-4352-A634-027E4A57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92" y="580176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5633C-6788-497B-BBE1-03F64203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65" y="618678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3B9E0-C277-4D7D-876E-8419218F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44" y="618678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7D0AC-78D8-4B32-ADC3-DD2DD530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84" y="618678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896C9-B892-4CAF-96BD-76208F9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78" y="666037"/>
            <a:ext cx="50631" cy="15401"/>
          </a:xfrm>
          <a:custGeom xmlns:a="http://schemas.openxmlformats.org/drawingml/2006/main">
            <a:pathLst>
              <a:path w="50631" h="15401">
                <a:moveTo>
                  <a:pt x="0" y="0"/>
                </a:moveTo>
                <a:lnTo>
                  <a:pt x="50631" y="0"/>
                </a:lnTo>
                <a:lnTo>
                  <a:pt x="50631" y="15401"/>
                </a:lnTo>
                <a:lnTo>
                  <a:pt x="0" y="15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02AC6-53C7-425E-90B3-BF2CAB84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95" y="583641"/>
            <a:ext cx="89134" cy="142845"/>
          </a:xfrm>
          <a:custGeom xmlns:a="http://schemas.openxmlformats.org/drawingml/2006/main">
            <a:pathLst>
              <a:path w="89134" h="142845">
                <a:moveTo>
                  <a:pt x="22909" y="126867"/>
                </a:moveTo>
                <a:lnTo>
                  <a:pt x="89134" y="126867"/>
                </a:lnTo>
                <a:lnTo>
                  <a:pt x="89134" y="142845"/>
                </a:lnTo>
                <a:lnTo>
                  <a:pt x="0" y="142845"/>
                </a:lnTo>
                <a:lnTo>
                  <a:pt x="0" y="126867"/>
                </a:lnTo>
                <a:cubicBezTo>
                  <a:pt x="7123" y="119551"/>
                  <a:pt x="16941" y="109540"/>
                  <a:pt x="29455" y="96834"/>
                </a:cubicBezTo>
                <a:cubicBezTo>
                  <a:pt x="41775" y="84321"/>
                  <a:pt x="49669" y="76235"/>
                  <a:pt x="52941" y="72578"/>
                </a:cubicBezTo>
                <a:cubicBezTo>
                  <a:pt x="59102" y="65840"/>
                  <a:pt x="63337" y="60064"/>
                  <a:pt x="65647" y="55251"/>
                </a:cubicBezTo>
                <a:cubicBezTo>
                  <a:pt x="67957" y="50631"/>
                  <a:pt x="69305" y="45818"/>
                  <a:pt x="69305" y="41198"/>
                </a:cubicBezTo>
                <a:cubicBezTo>
                  <a:pt x="69305" y="33882"/>
                  <a:pt x="66610" y="27722"/>
                  <a:pt x="61412" y="23102"/>
                </a:cubicBezTo>
                <a:cubicBezTo>
                  <a:pt x="56214" y="18481"/>
                  <a:pt x="49476" y="15979"/>
                  <a:pt x="41005" y="15979"/>
                </a:cubicBezTo>
                <a:cubicBezTo>
                  <a:pt x="35037" y="15979"/>
                  <a:pt x="28685" y="17134"/>
                  <a:pt x="22139" y="19059"/>
                </a:cubicBezTo>
                <a:cubicBezTo>
                  <a:pt x="15594" y="21177"/>
                  <a:pt x="8471" y="24257"/>
                  <a:pt x="963" y="28492"/>
                </a:cubicBezTo>
                <a:lnTo>
                  <a:pt x="963" y="9241"/>
                </a:lnTo>
                <a:cubicBezTo>
                  <a:pt x="8663" y="6160"/>
                  <a:pt x="15786" y="3850"/>
                  <a:pt x="22332" y="2310"/>
                </a:cubicBezTo>
                <a:cubicBezTo>
                  <a:pt x="28877" y="770"/>
                  <a:pt x="35037" y="0"/>
                  <a:pt x="40620" y="0"/>
                </a:cubicBezTo>
                <a:cubicBezTo>
                  <a:pt x="55059" y="0"/>
                  <a:pt x="66610" y="3658"/>
                  <a:pt x="75273" y="10973"/>
                </a:cubicBezTo>
                <a:cubicBezTo>
                  <a:pt x="83936" y="18289"/>
                  <a:pt x="88364" y="27914"/>
                  <a:pt x="88364" y="40043"/>
                </a:cubicBezTo>
                <a:cubicBezTo>
                  <a:pt x="88364" y="45818"/>
                  <a:pt x="87209" y="51401"/>
                  <a:pt x="85091" y="56407"/>
                </a:cubicBezTo>
                <a:cubicBezTo>
                  <a:pt x="82973" y="61604"/>
                  <a:pt x="79123" y="67765"/>
                  <a:pt x="73348" y="74695"/>
                </a:cubicBezTo>
                <a:cubicBezTo>
                  <a:pt x="71808" y="76620"/>
                  <a:pt x="66802" y="81818"/>
                  <a:pt x="58332" y="90481"/>
                </a:cubicBezTo>
                <a:cubicBezTo>
                  <a:pt x="49861" y="99145"/>
                  <a:pt x="38118" y="111273"/>
                  <a:pt x="22909" y="1268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FE761-A4C2-428E-88D2-3D3CF123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58" y="821552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6" y="95365"/>
                  <a:pt x="85925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5" y="14743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2" y="85926"/>
                </a:cubicBezTo>
                <a:cubicBezTo>
                  <a:pt x="24181" y="95365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A634C-D52F-48D5-810E-8CE70295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58" y="821552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6" y="95365"/>
                  <a:pt x="85925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5" y="14743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2" y="85926"/>
                </a:cubicBezTo>
                <a:cubicBezTo>
                  <a:pt x="24181" y="95365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88B5B-5A81-45C0-9257-9C6D87AF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73" y="776111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9C958-CF66-41D3-BAE4-B1D0E024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92" y="776111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3DE12-63CF-4CBB-A710-B93E89F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65" y="81461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91CE7-4A10-439C-88E5-101D1E67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44" y="814613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E4275-4757-4D34-837E-2469107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84" y="81461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ECC6F-4934-4CEC-AE6E-DC5F48AA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78" y="861972"/>
            <a:ext cx="50631" cy="15401"/>
          </a:xfrm>
          <a:custGeom xmlns:a="http://schemas.openxmlformats.org/drawingml/2006/main">
            <a:pathLst>
              <a:path w="50631" h="15401">
                <a:moveTo>
                  <a:pt x="0" y="0"/>
                </a:moveTo>
                <a:lnTo>
                  <a:pt x="50631" y="0"/>
                </a:lnTo>
                <a:lnTo>
                  <a:pt x="50631" y="15401"/>
                </a:lnTo>
                <a:lnTo>
                  <a:pt x="0" y="15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B5C06-D705-41F8-979C-C36EA83F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73" y="779576"/>
            <a:ext cx="92407" cy="145348"/>
          </a:xfrm>
          <a:custGeom xmlns:a="http://schemas.openxmlformats.org/drawingml/2006/main">
            <a:pathLst>
              <a:path w="92407" h="145348">
                <a:moveTo>
                  <a:pt x="63530" y="67187"/>
                </a:moveTo>
                <a:cubicBezTo>
                  <a:pt x="72578" y="69112"/>
                  <a:pt x="79701" y="73155"/>
                  <a:pt x="84706" y="79316"/>
                </a:cubicBezTo>
                <a:cubicBezTo>
                  <a:pt x="89711" y="85476"/>
                  <a:pt x="92407" y="93177"/>
                  <a:pt x="92407" y="102032"/>
                </a:cubicBezTo>
                <a:cubicBezTo>
                  <a:pt x="92407" y="115893"/>
                  <a:pt x="87594" y="126674"/>
                  <a:pt x="78161" y="134182"/>
                </a:cubicBezTo>
                <a:cubicBezTo>
                  <a:pt x="68535" y="141690"/>
                  <a:pt x="55059" y="145348"/>
                  <a:pt x="37540" y="145348"/>
                </a:cubicBezTo>
                <a:cubicBezTo>
                  <a:pt x="31572" y="145348"/>
                  <a:pt x="25412" y="144770"/>
                  <a:pt x="19251" y="143615"/>
                </a:cubicBezTo>
                <a:cubicBezTo>
                  <a:pt x="13091" y="142653"/>
                  <a:pt x="6545" y="140920"/>
                  <a:pt x="0" y="138610"/>
                </a:cubicBezTo>
                <a:lnTo>
                  <a:pt x="0" y="120321"/>
                </a:lnTo>
                <a:cubicBezTo>
                  <a:pt x="5198" y="123401"/>
                  <a:pt x="10973" y="125711"/>
                  <a:pt x="17326" y="127252"/>
                </a:cubicBezTo>
                <a:cubicBezTo>
                  <a:pt x="23487" y="128792"/>
                  <a:pt x="30032" y="129562"/>
                  <a:pt x="36963" y="129562"/>
                </a:cubicBezTo>
                <a:cubicBezTo>
                  <a:pt x="48898" y="129562"/>
                  <a:pt x="57947" y="127252"/>
                  <a:pt x="64107" y="122631"/>
                </a:cubicBezTo>
                <a:cubicBezTo>
                  <a:pt x="70267" y="118011"/>
                  <a:pt x="73540" y="111080"/>
                  <a:pt x="73540" y="102032"/>
                </a:cubicBezTo>
                <a:cubicBezTo>
                  <a:pt x="73540" y="93947"/>
                  <a:pt x="70653" y="87401"/>
                  <a:pt x="64877" y="82781"/>
                </a:cubicBezTo>
                <a:cubicBezTo>
                  <a:pt x="59102" y="78161"/>
                  <a:pt x="51016" y="75658"/>
                  <a:pt x="40620" y="75658"/>
                </a:cubicBezTo>
                <a:lnTo>
                  <a:pt x="24257" y="75658"/>
                </a:lnTo>
                <a:lnTo>
                  <a:pt x="24257" y="60064"/>
                </a:lnTo>
                <a:lnTo>
                  <a:pt x="41390" y="60064"/>
                </a:lnTo>
                <a:cubicBezTo>
                  <a:pt x="50631" y="60064"/>
                  <a:pt x="57754" y="58332"/>
                  <a:pt x="62759" y="54481"/>
                </a:cubicBezTo>
                <a:cubicBezTo>
                  <a:pt x="67765" y="50824"/>
                  <a:pt x="70267" y="45433"/>
                  <a:pt x="70267" y="38310"/>
                </a:cubicBezTo>
                <a:cubicBezTo>
                  <a:pt x="70267" y="31187"/>
                  <a:pt x="67572" y="25604"/>
                  <a:pt x="62567" y="21754"/>
                </a:cubicBezTo>
                <a:cubicBezTo>
                  <a:pt x="57369" y="17904"/>
                  <a:pt x="50054" y="15979"/>
                  <a:pt x="40620" y="15979"/>
                </a:cubicBezTo>
                <a:cubicBezTo>
                  <a:pt x="35423" y="15979"/>
                  <a:pt x="29840" y="16556"/>
                  <a:pt x="23872" y="17711"/>
                </a:cubicBezTo>
                <a:cubicBezTo>
                  <a:pt x="17904" y="18866"/>
                  <a:pt x="11358" y="20599"/>
                  <a:pt x="4235" y="22909"/>
                </a:cubicBezTo>
                <a:lnTo>
                  <a:pt x="4235" y="5968"/>
                </a:lnTo>
                <a:cubicBezTo>
                  <a:pt x="11358" y="4043"/>
                  <a:pt x="18096" y="2503"/>
                  <a:pt x="24449" y="1540"/>
                </a:cubicBezTo>
                <a:cubicBezTo>
                  <a:pt x="30610" y="578"/>
                  <a:pt x="36578" y="0"/>
                  <a:pt x="42353" y="0"/>
                </a:cubicBezTo>
                <a:cubicBezTo>
                  <a:pt x="56599" y="0"/>
                  <a:pt x="67957" y="3273"/>
                  <a:pt x="76428" y="9818"/>
                </a:cubicBezTo>
                <a:cubicBezTo>
                  <a:pt x="84899" y="16364"/>
                  <a:pt x="89134" y="25219"/>
                  <a:pt x="89134" y="36385"/>
                </a:cubicBezTo>
                <a:cubicBezTo>
                  <a:pt x="89134" y="44086"/>
                  <a:pt x="86824" y="50631"/>
                  <a:pt x="82396" y="56021"/>
                </a:cubicBezTo>
                <a:cubicBezTo>
                  <a:pt x="77968" y="61412"/>
                  <a:pt x="71615" y="65262"/>
                  <a:pt x="63530" y="671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57916-F1FF-437B-B79D-D92E3CD4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64" y="429681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3"/>
                  <a:pt x="63683" y="0"/>
                  <a:pt x="50334" y="0"/>
                </a:cubicBezTo>
                <a:cubicBezTo>
                  <a:pt x="36985" y="0"/>
                  <a:pt x="24182" y="5303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9CCF6-E303-4A6C-9B35-68AF7430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64" y="429681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3"/>
                  <a:pt x="63683" y="0"/>
                  <a:pt x="50334" y="0"/>
                </a:cubicBezTo>
                <a:cubicBezTo>
                  <a:pt x="36985" y="0"/>
                  <a:pt x="24182" y="5303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3A132-AF4B-4DAC-98D8-D4E2DDD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02" y="422743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260D6-71E5-4E4F-81C0-A2E6CFEC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88" y="384240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252A3-BBF8-4982-9552-6B15CDB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706" y="422743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EBA1F-8765-4D08-B546-8C718E46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08" y="395406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8D122-1B6B-4E93-973D-5753FAC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594" y="422743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7C31E-4A45-4DB7-A830-2F39488E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749" y="42274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A5009-0B97-4058-BD4B-84C57A9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305" y="384240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DDD38-8633-4CD9-BFD5-2E00E03F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64" y="62561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14929-9B33-4040-A25B-D2B63F0F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64" y="62561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6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3377C-B060-4241-A0D2-D3F49FE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871" y="618678"/>
            <a:ext cx="94139" cy="147658"/>
          </a:xfrm>
          <a:custGeom xmlns:a="http://schemas.openxmlformats.org/drawingml/2006/main">
            <a:pathLst>
              <a:path w="94139" h="147658">
                <a:moveTo>
                  <a:pt x="76813" y="53904"/>
                </a:moveTo>
                <a:cubicBezTo>
                  <a:pt x="76813" y="41583"/>
                  <a:pt x="74118" y="31765"/>
                  <a:pt x="69112" y="24834"/>
                </a:cubicBezTo>
                <a:cubicBezTo>
                  <a:pt x="63915" y="17904"/>
                  <a:pt x="56599" y="14439"/>
                  <a:pt x="47358" y="14439"/>
                </a:cubicBezTo>
                <a:cubicBezTo>
                  <a:pt x="38118" y="14439"/>
                  <a:pt x="30802" y="17904"/>
                  <a:pt x="25604" y="24834"/>
                </a:cubicBezTo>
                <a:cubicBezTo>
                  <a:pt x="20406" y="31765"/>
                  <a:pt x="17904" y="41583"/>
                  <a:pt x="17904" y="53904"/>
                </a:cubicBezTo>
                <a:cubicBezTo>
                  <a:pt x="17904" y="66417"/>
                  <a:pt x="20406" y="76043"/>
                  <a:pt x="25604" y="82973"/>
                </a:cubicBezTo>
                <a:cubicBezTo>
                  <a:pt x="30802" y="89904"/>
                  <a:pt x="38118" y="93369"/>
                  <a:pt x="47358" y="93369"/>
                </a:cubicBezTo>
                <a:cubicBezTo>
                  <a:pt x="56599" y="93369"/>
                  <a:pt x="63915" y="89904"/>
                  <a:pt x="69112" y="82973"/>
                </a:cubicBezTo>
                <a:cubicBezTo>
                  <a:pt x="74118" y="76043"/>
                  <a:pt x="76813" y="66417"/>
                  <a:pt x="76813" y="53904"/>
                </a:cubicBezTo>
                <a:close/>
                <a:moveTo>
                  <a:pt x="94139" y="94717"/>
                </a:moveTo>
                <a:cubicBezTo>
                  <a:pt x="94139" y="112428"/>
                  <a:pt x="90096" y="125711"/>
                  <a:pt x="82203" y="134567"/>
                </a:cubicBezTo>
                <a:cubicBezTo>
                  <a:pt x="74118" y="143230"/>
                  <a:pt x="61989" y="147658"/>
                  <a:pt x="45626" y="147658"/>
                </a:cubicBezTo>
                <a:cubicBezTo>
                  <a:pt x="39465" y="147658"/>
                  <a:pt x="33882" y="147080"/>
                  <a:pt x="28492" y="146310"/>
                </a:cubicBezTo>
                <a:cubicBezTo>
                  <a:pt x="23102" y="145348"/>
                  <a:pt x="17711" y="144000"/>
                  <a:pt x="12706" y="142075"/>
                </a:cubicBezTo>
                <a:lnTo>
                  <a:pt x="12706" y="125326"/>
                </a:lnTo>
                <a:cubicBezTo>
                  <a:pt x="17711" y="128022"/>
                  <a:pt x="22717" y="129947"/>
                  <a:pt x="27722" y="131294"/>
                </a:cubicBezTo>
                <a:cubicBezTo>
                  <a:pt x="32727" y="132642"/>
                  <a:pt x="37733" y="133412"/>
                  <a:pt x="42931" y="133412"/>
                </a:cubicBezTo>
                <a:cubicBezTo>
                  <a:pt x="54096" y="133412"/>
                  <a:pt x="62567" y="130332"/>
                  <a:pt x="68342" y="124556"/>
                </a:cubicBezTo>
                <a:cubicBezTo>
                  <a:pt x="73925" y="118588"/>
                  <a:pt x="76813" y="109733"/>
                  <a:pt x="76813" y="97797"/>
                </a:cubicBezTo>
                <a:lnTo>
                  <a:pt x="76813" y="89326"/>
                </a:lnTo>
                <a:cubicBezTo>
                  <a:pt x="73155" y="95487"/>
                  <a:pt x="68535" y="100107"/>
                  <a:pt x="62952" y="103187"/>
                </a:cubicBezTo>
                <a:cubicBezTo>
                  <a:pt x="57369" y="106268"/>
                  <a:pt x="50824" y="107808"/>
                  <a:pt x="43123" y="107808"/>
                </a:cubicBezTo>
                <a:cubicBezTo>
                  <a:pt x="30032" y="107808"/>
                  <a:pt x="19636" y="102995"/>
                  <a:pt x="11743" y="93177"/>
                </a:cubicBezTo>
                <a:cubicBezTo>
                  <a:pt x="3850" y="83358"/>
                  <a:pt x="0" y="70267"/>
                  <a:pt x="0" y="53904"/>
                </a:cubicBezTo>
                <a:cubicBezTo>
                  <a:pt x="0" y="37733"/>
                  <a:pt x="3850" y="24642"/>
                  <a:pt x="11743" y="14824"/>
                </a:cubicBezTo>
                <a:cubicBezTo>
                  <a:pt x="19636" y="5005"/>
                  <a:pt x="30032" y="0"/>
                  <a:pt x="43123" y="0"/>
                </a:cubicBezTo>
                <a:cubicBezTo>
                  <a:pt x="50824" y="0"/>
                  <a:pt x="57369" y="1540"/>
                  <a:pt x="62952" y="4620"/>
                </a:cubicBezTo>
                <a:cubicBezTo>
                  <a:pt x="68535" y="7701"/>
                  <a:pt x="73155" y="12321"/>
                  <a:pt x="76813" y="18481"/>
                </a:cubicBezTo>
                <a:lnTo>
                  <a:pt x="76813" y="2503"/>
                </a:lnTo>
                <a:lnTo>
                  <a:pt x="94139" y="2503"/>
                </a:lnTo>
                <a:lnTo>
                  <a:pt x="94139" y="94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5C2CD-B83A-4D77-A0BA-799CC216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48" y="618678"/>
            <a:ext cx="94139" cy="147658"/>
          </a:xfrm>
          <a:custGeom xmlns:a="http://schemas.openxmlformats.org/drawingml/2006/main">
            <a:pathLst>
              <a:path w="94139" h="147658">
                <a:moveTo>
                  <a:pt x="17326" y="92022"/>
                </a:moveTo>
                <a:lnTo>
                  <a:pt x="17326" y="147658"/>
                </a:lnTo>
                <a:lnTo>
                  <a:pt x="0" y="14765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481"/>
                </a:lnTo>
                <a:cubicBezTo>
                  <a:pt x="20791" y="12321"/>
                  <a:pt x="25412" y="7701"/>
                  <a:pt x="30995" y="4620"/>
                </a:cubicBezTo>
                <a:cubicBezTo>
                  <a:pt x="36578" y="1540"/>
                  <a:pt x="43316" y="0"/>
                  <a:pt x="51016" y="0"/>
                </a:cubicBezTo>
                <a:cubicBezTo>
                  <a:pt x="63722" y="0"/>
                  <a:pt x="74118" y="5198"/>
                  <a:pt x="82203" y="15209"/>
                </a:cubicBezTo>
                <a:cubicBezTo>
                  <a:pt x="90096" y="25412"/>
                  <a:pt x="94139" y="38695"/>
                  <a:pt x="94139" y="55251"/>
                </a:cubicBezTo>
                <a:cubicBezTo>
                  <a:pt x="94139" y="71808"/>
                  <a:pt x="90096" y="85284"/>
                  <a:pt x="82203" y="95294"/>
                </a:cubicBezTo>
                <a:cubicBezTo>
                  <a:pt x="74118" y="105305"/>
                  <a:pt x="63722" y="110310"/>
                  <a:pt x="51016" y="110310"/>
                </a:cubicBezTo>
                <a:cubicBezTo>
                  <a:pt x="43316" y="110310"/>
                  <a:pt x="36578" y="108770"/>
                  <a:pt x="30995" y="105883"/>
                </a:cubicBezTo>
                <a:cubicBezTo>
                  <a:pt x="25412" y="102995"/>
                  <a:pt x="20791" y="98374"/>
                  <a:pt x="17326" y="92022"/>
                </a:cubicBezTo>
                <a:close/>
                <a:moveTo>
                  <a:pt x="76235" y="55251"/>
                </a:moveTo>
                <a:cubicBezTo>
                  <a:pt x="76235" y="42546"/>
                  <a:pt x="73540" y="32727"/>
                  <a:pt x="68342" y="25412"/>
                </a:cubicBezTo>
                <a:cubicBezTo>
                  <a:pt x="62952" y="18096"/>
                  <a:pt x="55829" y="14439"/>
                  <a:pt x="46781" y="14439"/>
                </a:cubicBezTo>
                <a:cubicBezTo>
                  <a:pt x="37540" y="14439"/>
                  <a:pt x="30417" y="18096"/>
                  <a:pt x="25219" y="25412"/>
                </a:cubicBezTo>
                <a:cubicBezTo>
                  <a:pt x="19829" y="32727"/>
                  <a:pt x="17326" y="42546"/>
                  <a:pt x="17326" y="55251"/>
                </a:cubicBezTo>
                <a:cubicBezTo>
                  <a:pt x="17326" y="67957"/>
                  <a:pt x="19829" y="77968"/>
                  <a:pt x="25219" y="85284"/>
                </a:cubicBezTo>
                <a:cubicBezTo>
                  <a:pt x="30417" y="92599"/>
                  <a:pt x="37540" y="96064"/>
                  <a:pt x="46781" y="96064"/>
                </a:cubicBezTo>
                <a:cubicBezTo>
                  <a:pt x="55829" y="96064"/>
                  <a:pt x="62952" y="92599"/>
                  <a:pt x="68342" y="85284"/>
                </a:cubicBezTo>
                <a:cubicBezTo>
                  <a:pt x="73540" y="77968"/>
                  <a:pt x="76235" y="67957"/>
                  <a:pt x="76235" y="5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781A0-0F91-4ADD-BA7C-0E10BD0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973" y="591341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4221A-4ACF-4043-9481-8401539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08" y="758251"/>
            <a:ext cx="99915" cy="13476"/>
          </a:xfrm>
          <a:custGeom xmlns:a="http://schemas.openxmlformats.org/drawingml/2006/main">
            <a:pathLst>
              <a:path w="99915" h="13476">
                <a:moveTo>
                  <a:pt x="99915" y="0"/>
                </a:moveTo>
                <a:lnTo>
                  <a:pt x="99915" y="13476"/>
                </a:lnTo>
                <a:lnTo>
                  <a:pt x="0" y="13476"/>
                </a:lnTo>
                <a:lnTo>
                  <a:pt x="0" y="0"/>
                </a:lnTo>
                <a:lnTo>
                  <a:pt x="999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1BF07-D634-4D3F-A328-B2E5F89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016" y="618678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4F9F0-BAF1-4308-8E9D-37501E86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40" y="61867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7A8EC-71F1-4940-A17B-326AD936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535" y="618678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7C855-06FD-42CE-BF3F-4C0DA284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521" y="621181"/>
            <a:ext cx="102032" cy="105305"/>
          </a:xfrm>
          <a:custGeom xmlns:a="http://schemas.openxmlformats.org/drawingml/2006/main">
            <a:pathLst>
              <a:path w="102032" h="105305">
                <a:moveTo>
                  <a:pt x="100107" y="0"/>
                </a:moveTo>
                <a:lnTo>
                  <a:pt x="61989" y="51209"/>
                </a:lnTo>
                <a:lnTo>
                  <a:pt x="102032" y="105305"/>
                </a:lnTo>
                <a:lnTo>
                  <a:pt x="81626" y="105305"/>
                </a:lnTo>
                <a:lnTo>
                  <a:pt x="51016" y="63915"/>
                </a:lnTo>
                <a:lnTo>
                  <a:pt x="20406" y="105305"/>
                </a:lnTo>
                <a:lnTo>
                  <a:pt x="0" y="105305"/>
                </a:lnTo>
                <a:lnTo>
                  <a:pt x="40813" y="50246"/>
                </a:lnTo>
                <a:lnTo>
                  <a:pt x="3465" y="0"/>
                </a:lnTo>
                <a:lnTo>
                  <a:pt x="23872" y="0"/>
                </a:lnTo>
                <a:lnTo>
                  <a:pt x="51786" y="37540"/>
                </a:lnTo>
                <a:lnTo>
                  <a:pt x="79701" y="0"/>
                </a:lnTo>
                <a:lnTo>
                  <a:pt x="1001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FEC3C-1A87-40AA-AA49-E47F6D0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64" y="827004"/>
            <a:ext cx="100668" cy="100667"/>
          </a:xfrm>
          <a:custGeom xmlns:a="http://schemas.openxmlformats.org/drawingml/2006/main">
            <a:pathLst>
              <a:path w="100668" h="100667">
                <a:moveTo>
                  <a:pt x="50334" y="100667"/>
                </a:moveTo>
                <a:cubicBezTo>
                  <a:pt x="63683" y="100667"/>
                  <a:pt x="76486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4"/>
                  <a:pt x="95364" y="24181"/>
                  <a:pt x="85925" y="14742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4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7"/>
                  <a:pt x="50334" y="100667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80602-F429-4585-9846-D49A9CCA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564" y="827004"/>
            <a:ext cx="100668" cy="100667"/>
          </a:xfrm>
          <a:custGeom xmlns:a="http://schemas.openxmlformats.org/drawingml/2006/main">
            <a:pathLst>
              <a:path w="100668" h="100667" fill="none">
                <a:moveTo>
                  <a:pt x="50334" y="100667"/>
                </a:moveTo>
                <a:cubicBezTo>
                  <a:pt x="63683" y="100667"/>
                  <a:pt x="76486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4"/>
                  <a:pt x="95364" y="24181"/>
                  <a:pt x="85925" y="14742"/>
                </a:cubicBezTo>
                <a:cubicBezTo>
                  <a:pt x="76486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4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7"/>
                  <a:pt x="50334" y="1006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053AC-474E-4F30-8F30-8ACB83D1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871" y="820065"/>
            <a:ext cx="94139" cy="147658"/>
          </a:xfrm>
          <a:custGeom xmlns:a="http://schemas.openxmlformats.org/drawingml/2006/main">
            <a:pathLst>
              <a:path w="94139" h="147658">
                <a:moveTo>
                  <a:pt x="76813" y="53904"/>
                </a:moveTo>
                <a:cubicBezTo>
                  <a:pt x="76813" y="41583"/>
                  <a:pt x="74118" y="31765"/>
                  <a:pt x="69112" y="24834"/>
                </a:cubicBezTo>
                <a:cubicBezTo>
                  <a:pt x="63915" y="17904"/>
                  <a:pt x="56599" y="14439"/>
                  <a:pt x="47358" y="14439"/>
                </a:cubicBezTo>
                <a:cubicBezTo>
                  <a:pt x="38118" y="14439"/>
                  <a:pt x="30802" y="17904"/>
                  <a:pt x="25604" y="24834"/>
                </a:cubicBezTo>
                <a:cubicBezTo>
                  <a:pt x="20406" y="31765"/>
                  <a:pt x="17904" y="41583"/>
                  <a:pt x="17904" y="53904"/>
                </a:cubicBezTo>
                <a:cubicBezTo>
                  <a:pt x="17904" y="66417"/>
                  <a:pt x="20406" y="76043"/>
                  <a:pt x="25604" y="82973"/>
                </a:cubicBezTo>
                <a:cubicBezTo>
                  <a:pt x="30802" y="89904"/>
                  <a:pt x="38118" y="93369"/>
                  <a:pt x="47358" y="93369"/>
                </a:cubicBezTo>
                <a:cubicBezTo>
                  <a:pt x="56599" y="93369"/>
                  <a:pt x="63915" y="89904"/>
                  <a:pt x="69112" y="82973"/>
                </a:cubicBezTo>
                <a:cubicBezTo>
                  <a:pt x="74118" y="76043"/>
                  <a:pt x="76813" y="66417"/>
                  <a:pt x="76813" y="53904"/>
                </a:cubicBezTo>
                <a:close/>
                <a:moveTo>
                  <a:pt x="94139" y="94717"/>
                </a:moveTo>
                <a:cubicBezTo>
                  <a:pt x="94139" y="112428"/>
                  <a:pt x="90096" y="125711"/>
                  <a:pt x="82203" y="134567"/>
                </a:cubicBezTo>
                <a:cubicBezTo>
                  <a:pt x="74118" y="143230"/>
                  <a:pt x="61989" y="147658"/>
                  <a:pt x="45626" y="147658"/>
                </a:cubicBezTo>
                <a:cubicBezTo>
                  <a:pt x="39465" y="147658"/>
                  <a:pt x="33882" y="147080"/>
                  <a:pt x="28492" y="146310"/>
                </a:cubicBezTo>
                <a:cubicBezTo>
                  <a:pt x="23102" y="145348"/>
                  <a:pt x="17711" y="144000"/>
                  <a:pt x="12706" y="142075"/>
                </a:cubicBezTo>
                <a:lnTo>
                  <a:pt x="12706" y="125326"/>
                </a:lnTo>
                <a:cubicBezTo>
                  <a:pt x="17711" y="128022"/>
                  <a:pt x="22717" y="129947"/>
                  <a:pt x="27722" y="131294"/>
                </a:cubicBezTo>
                <a:cubicBezTo>
                  <a:pt x="32727" y="132642"/>
                  <a:pt x="37733" y="133412"/>
                  <a:pt x="42931" y="133412"/>
                </a:cubicBezTo>
                <a:cubicBezTo>
                  <a:pt x="54096" y="133412"/>
                  <a:pt x="62567" y="130332"/>
                  <a:pt x="68342" y="124556"/>
                </a:cubicBezTo>
                <a:cubicBezTo>
                  <a:pt x="73925" y="118588"/>
                  <a:pt x="76813" y="109733"/>
                  <a:pt x="76813" y="97797"/>
                </a:cubicBezTo>
                <a:lnTo>
                  <a:pt x="76813" y="89326"/>
                </a:lnTo>
                <a:cubicBezTo>
                  <a:pt x="73155" y="95487"/>
                  <a:pt x="68535" y="100107"/>
                  <a:pt x="62952" y="103187"/>
                </a:cubicBezTo>
                <a:cubicBezTo>
                  <a:pt x="57369" y="106268"/>
                  <a:pt x="50824" y="107808"/>
                  <a:pt x="43123" y="107808"/>
                </a:cubicBezTo>
                <a:cubicBezTo>
                  <a:pt x="30032" y="107808"/>
                  <a:pt x="19636" y="102995"/>
                  <a:pt x="11743" y="93177"/>
                </a:cubicBezTo>
                <a:cubicBezTo>
                  <a:pt x="3850" y="83358"/>
                  <a:pt x="0" y="70267"/>
                  <a:pt x="0" y="53904"/>
                </a:cubicBezTo>
                <a:cubicBezTo>
                  <a:pt x="0" y="37733"/>
                  <a:pt x="3850" y="24642"/>
                  <a:pt x="11743" y="14824"/>
                </a:cubicBezTo>
                <a:cubicBezTo>
                  <a:pt x="19636" y="5005"/>
                  <a:pt x="30032" y="0"/>
                  <a:pt x="43123" y="0"/>
                </a:cubicBezTo>
                <a:cubicBezTo>
                  <a:pt x="50824" y="0"/>
                  <a:pt x="57369" y="1540"/>
                  <a:pt x="62952" y="4620"/>
                </a:cubicBezTo>
                <a:cubicBezTo>
                  <a:pt x="68535" y="7701"/>
                  <a:pt x="73155" y="12321"/>
                  <a:pt x="76813" y="18481"/>
                </a:cubicBezTo>
                <a:lnTo>
                  <a:pt x="76813" y="2503"/>
                </a:lnTo>
                <a:lnTo>
                  <a:pt x="94139" y="2503"/>
                </a:lnTo>
                <a:lnTo>
                  <a:pt x="94139" y="94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9BA85-1ECC-4AB3-A5D2-BEBCE04F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48" y="820065"/>
            <a:ext cx="94139" cy="147658"/>
          </a:xfrm>
          <a:custGeom xmlns:a="http://schemas.openxmlformats.org/drawingml/2006/main">
            <a:pathLst>
              <a:path w="94139" h="147658">
                <a:moveTo>
                  <a:pt x="17326" y="92022"/>
                </a:moveTo>
                <a:lnTo>
                  <a:pt x="17326" y="147658"/>
                </a:lnTo>
                <a:lnTo>
                  <a:pt x="0" y="14765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481"/>
                </a:lnTo>
                <a:cubicBezTo>
                  <a:pt x="20791" y="12321"/>
                  <a:pt x="25412" y="7701"/>
                  <a:pt x="30995" y="4620"/>
                </a:cubicBezTo>
                <a:cubicBezTo>
                  <a:pt x="36578" y="1540"/>
                  <a:pt x="43316" y="0"/>
                  <a:pt x="51016" y="0"/>
                </a:cubicBezTo>
                <a:cubicBezTo>
                  <a:pt x="63722" y="0"/>
                  <a:pt x="74118" y="5198"/>
                  <a:pt x="82203" y="15209"/>
                </a:cubicBezTo>
                <a:cubicBezTo>
                  <a:pt x="90096" y="25412"/>
                  <a:pt x="94139" y="38695"/>
                  <a:pt x="94139" y="55251"/>
                </a:cubicBezTo>
                <a:cubicBezTo>
                  <a:pt x="94139" y="71808"/>
                  <a:pt x="90096" y="85284"/>
                  <a:pt x="82203" y="95294"/>
                </a:cubicBezTo>
                <a:cubicBezTo>
                  <a:pt x="74118" y="105305"/>
                  <a:pt x="63722" y="110310"/>
                  <a:pt x="51016" y="110310"/>
                </a:cubicBezTo>
                <a:cubicBezTo>
                  <a:pt x="43316" y="110310"/>
                  <a:pt x="36578" y="108770"/>
                  <a:pt x="30995" y="105883"/>
                </a:cubicBezTo>
                <a:cubicBezTo>
                  <a:pt x="25412" y="102995"/>
                  <a:pt x="20791" y="98374"/>
                  <a:pt x="17326" y="92022"/>
                </a:cubicBezTo>
                <a:close/>
                <a:moveTo>
                  <a:pt x="76235" y="55251"/>
                </a:moveTo>
                <a:cubicBezTo>
                  <a:pt x="76235" y="42546"/>
                  <a:pt x="73540" y="32727"/>
                  <a:pt x="68342" y="25412"/>
                </a:cubicBezTo>
                <a:cubicBezTo>
                  <a:pt x="62952" y="18096"/>
                  <a:pt x="55829" y="14439"/>
                  <a:pt x="46781" y="14439"/>
                </a:cubicBezTo>
                <a:cubicBezTo>
                  <a:pt x="37540" y="14439"/>
                  <a:pt x="30417" y="18096"/>
                  <a:pt x="25219" y="25412"/>
                </a:cubicBezTo>
                <a:cubicBezTo>
                  <a:pt x="19829" y="32727"/>
                  <a:pt x="17326" y="42546"/>
                  <a:pt x="17326" y="55251"/>
                </a:cubicBezTo>
                <a:cubicBezTo>
                  <a:pt x="17326" y="67957"/>
                  <a:pt x="19829" y="77968"/>
                  <a:pt x="25219" y="85284"/>
                </a:cubicBezTo>
                <a:cubicBezTo>
                  <a:pt x="30417" y="92599"/>
                  <a:pt x="37540" y="96064"/>
                  <a:pt x="46781" y="96064"/>
                </a:cubicBezTo>
                <a:cubicBezTo>
                  <a:pt x="55829" y="96064"/>
                  <a:pt x="62952" y="92599"/>
                  <a:pt x="68342" y="85284"/>
                </a:cubicBezTo>
                <a:cubicBezTo>
                  <a:pt x="73540" y="77968"/>
                  <a:pt x="76235" y="67957"/>
                  <a:pt x="76235" y="5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42FC1-E7CF-4E40-9DAD-653EF1B1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973" y="792728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C0462-F3FF-43D6-BBEB-1DCBDD9C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968" y="781563"/>
            <a:ext cx="38695" cy="186161"/>
          </a:xfrm>
          <a:custGeom xmlns:a="http://schemas.openxmlformats.org/drawingml/2006/main">
            <a:pathLst>
              <a:path w="38695" h="186161">
                <a:moveTo>
                  <a:pt x="21369" y="41005"/>
                </a:moveTo>
                <a:lnTo>
                  <a:pt x="38695" y="41005"/>
                </a:lnTo>
                <a:lnTo>
                  <a:pt x="38695" y="148043"/>
                </a:lnTo>
                <a:cubicBezTo>
                  <a:pt x="38695" y="161326"/>
                  <a:pt x="36000" y="170952"/>
                  <a:pt x="30995" y="177113"/>
                </a:cubicBezTo>
                <a:cubicBezTo>
                  <a:pt x="25797" y="183081"/>
                  <a:pt x="17519" y="186161"/>
                  <a:pt x="6353" y="186161"/>
                </a:cubicBezTo>
                <a:lnTo>
                  <a:pt x="0" y="186161"/>
                </a:lnTo>
                <a:lnTo>
                  <a:pt x="0" y="171530"/>
                </a:lnTo>
                <a:lnTo>
                  <a:pt x="4428" y="171530"/>
                </a:lnTo>
                <a:cubicBezTo>
                  <a:pt x="10973" y="171530"/>
                  <a:pt x="15401" y="169990"/>
                  <a:pt x="17711" y="166909"/>
                </a:cubicBezTo>
                <a:cubicBezTo>
                  <a:pt x="20021" y="163829"/>
                  <a:pt x="21369" y="157476"/>
                  <a:pt x="21369" y="148043"/>
                </a:cubicBezTo>
                <a:lnTo>
                  <a:pt x="21369" y="41005"/>
                </a:lnTo>
                <a:close/>
                <a:moveTo>
                  <a:pt x="21369" y="0"/>
                </a:moveTo>
                <a:lnTo>
                  <a:pt x="38695" y="0"/>
                </a:lnTo>
                <a:lnTo>
                  <a:pt x="38695" y="21947"/>
                </a:lnTo>
                <a:lnTo>
                  <a:pt x="21369" y="21947"/>
                </a:lnTo>
                <a:lnTo>
                  <a:pt x="213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BFB8E-18AB-42AE-91F6-FED668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595" y="429681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5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2" y="5303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DB3CFA-A755-457A-84F5-72F59B8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595" y="429681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5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2" y="5303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7972D-C77D-4804-8E77-EFB4178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903" y="422743"/>
            <a:ext cx="94139" cy="147658"/>
          </a:xfrm>
          <a:custGeom xmlns:a="http://schemas.openxmlformats.org/drawingml/2006/main">
            <a:pathLst>
              <a:path w="94139" h="147658">
                <a:moveTo>
                  <a:pt x="76813" y="53904"/>
                </a:moveTo>
                <a:cubicBezTo>
                  <a:pt x="76813" y="41583"/>
                  <a:pt x="74118" y="31765"/>
                  <a:pt x="69112" y="24834"/>
                </a:cubicBezTo>
                <a:cubicBezTo>
                  <a:pt x="63915" y="17904"/>
                  <a:pt x="56599" y="14439"/>
                  <a:pt x="47358" y="14439"/>
                </a:cubicBezTo>
                <a:cubicBezTo>
                  <a:pt x="38118" y="14439"/>
                  <a:pt x="30802" y="17904"/>
                  <a:pt x="25604" y="24834"/>
                </a:cubicBezTo>
                <a:cubicBezTo>
                  <a:pt x="20406" y="31765"/>
                  <a:pt x="17904" y="41583"/>
                  <a:pt x="17904" y="53904"/>
                </a:cubicBezTo>
                <a:cubicBezTo>
                  <a:pt x="17904" y="66417"/>
                  <a:pt x="20406" y="76043"/>
                  <a:pt x="25604" y="82973"/>
                </a:cubicBezTo>
                <a:cubicBezTo>
                  <a:pt x="30802" y="89904"/>
                  <a:pt x="38118" y="93369"/>
                  <a:pt x="47358" y="93369"/>
                </a:cubicBezTo>
                <a:cubicBezTo>
                  <a:pt x="56599" y="93369"/>
                  <a:pt x="63915" y="89904"/>
                  <a:pt x="69112" y="82973"/>
                </a:cubicBezTo>
                <a:cubicBezTo>
                  <a:pt x="74118" y="76043"/>
                  <a:pt x="76813" y="66417"/>
                  <a:pt x="76813" y="53904"/>
                </a:cubicBezTo>
                <a:close/>
                <a:moveTo>
                  <a:pt x="94139" y="94717"/>
                </a:moveTo>
                <a:cubicBezTo>
                  <a:pt x="94139" y="112428"/>
                  <a:pt x="90096" y="125711"/>
                  <a:pt x="82203" y="134567"/>
                </a:cubicBezTo>
                <a:cubicBezTo>
                  <a:pt x="74118" y="143230"/>
                  <a:pt x="61989" y="147658"/>
                  <a:pt x="45626" y="147658"/>
                </a:cubicBezTo>
                <a:cubicBezTo>
                  <a:pt x="39465" y="147658"/>
                  <a:pt x="33882" y="147080"/>
                  <a:pt x="28492" y="146310"/>
                </a:cubicBezTo>
                <a:cubicBezTo>
                  <a:pt x="23102" y="145348"/>
                  <a:pt x="17711" y="144000"/>
                  <a:pt x="12706" y="142075"/>
                </a:cubicBezTo>
                <a:lnTo>
                  <a:pt x="12706" y="125326"/>
                </a:lnTo>
                <a:cubicBezTo>
                  <a:pt x="17711" y="128022"/>
                  <a:pt x="22717" y="129947"/>
                  <a:pt x="27722" y="131294"/>
                </a:cubicBezTo>
                <a:cubicBezTo>
                  <a:pt x="32727" y="132642"/>
                  <a:pt x="37733" y="133412"/>
                  <a:pt x="42931" y="133412"/>
                </a:cubicBezTo>
                <a:cubicBezTo>
                  <a:pt x="54096" y="133412"/>
                  <a:pt x="62567" y="130332"/>
                  <a:pt x="68342" y="124556"/>
                </a:cubicBezTo>
                <a:cubicBezTo>
                  <a:pt x="73925" y="118588"/>
                  <a:pt x="76813" y="109733"/>
                  <a:pt x="76813" y="97797"/>
                </a:cubicBezTo>
                <a:lnTo>
                  <a:pt x="76813" y="89326"/>
                </a:lnTo>
                <a:cubicBezTo>
                  <a:pt x="73155" y="95487"/>
                  <a:pt x="68535" y="100107"/>
                  <a:pt x="62952" y="103187"/>
                </a:cubicBezTo>
                <a:cubicBezTo>
                  <a:pt x="57369" y="106268"/>
                  <a:pt x="50824" y="107808"/>
                  <a:pt x="43123" y="107808"/>
                </a:cubicBezTo>
                <a:cubicBezTo>
                  <a:pt x="30032" y="107808"/>
                  <a:pt x="19636" y="102995"/>
                  <a:pt x="11743" y="93177"/>
                </a:cubicBezTo>
                <a:cubicBezTo>
                  <a:pt x="3850" y="83358"/>
                  <a:pt x="0" y="70267"/>
                  <a:pt x="0" y="53904"/>
                </a:cubicBezTo>
                <a:cubicBezTo>
                  <a:pt x="0" y="37733"/>
                  <a:pt x="3850" y="24642"/>
                  <a:pt x="11743" y="14824"/>
                </a:cubicBezTo>
                <a:cubicBezTo>
                  <a:pt x="19636" y="5005"/>
                  <a:pt x="30032" y="0"/>
                  <a:pt x="43123" y="0"/>
                </a:cubicBezTo>
                <a:cubicBezTo>
                  <a:pt x="50824" y="0"/>
                  <a:pt x="57369" y="1540"/>
                  <a:pt x="62952" y="4620"/>
                </a:cubicBezTo>
                <a:cubicBezTo>
                  <a:pt x="68535" y="7701"/>
                  <a:pt x="73155" y="12321"/>
                  <a:pt x="76813" y="18481"/>
                </a:cubicBezTo>
                <a:lnTo>
                  <a:pt x="76813" y="2503"/>
                </a:lnTo>
                <a:lnTo>
                  <a:pt x="94139" y="2503"/>
                </a:lnTo>
                <a:lnTo>
                  <a:pt x="94139" y="94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78A9B-5D71-4D4A-A5D0-00E41D3F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149" y="422743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8859B-F4A7-4081-8FD0-F2D74F3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75" y="422743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26BF3-B285-4B0E-891B-F075736A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984" y="422743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5327A-7304-4C1C-9D6B-D526785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524" y="42274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50799-96F4-4A62-8EF2-65BA7E6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595" y="62561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6D4AB-7285-46CD-B67A-E1CB684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595" y="62561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5" y="85925"/>
                </a:cubicBezTo>
                <a:cubicBezTo>
                  <a:pt x="95364" y="76486"/>
                  <a:pt x="100668" y="63682"/>
                  <a:pt x="100668" y="50334"/>
                </a:cubicBezTo>
                <a:cubicBezTo>
                  <a:pt x="100668" y="36985"/>
                  <a:pt x="95364" y="24181"/>
                  <a:pt x="85925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24ABC-D046-47DB-A24E-65A99D8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903" y="618678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04077-3F04-4E81-A2DA-0387E879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652" y="618678"/>
            <a:ext cx="94139" cy="147658"/>
          </a:xfrm>
          <a:custGeom xmlns:a="http://schemas.openxmlformats.org/drawingml/2006/main">
            <a:pathLst>
              <a:path w="94139" h="147658">
                <a:moveTo>
                  <a:pt x="17326" y="92022"/>
                </a:moveTo>
                <a:lnTo>
                  <a:pt x="17326" y="147658"/>
                </a:lnTo>
                <a:lnTo>
                  <a:pt x="0" y="14765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481"/>
                </a:lnTo>
                <a:cubicBezTo>
                  <a:pt x="20791" y="12321"/>
                  <a:pt x="25412" y="7701"/>
                  <a:pt x="30995" y="4620"/>
                </a:cubicBezTo>
                <a:cubicBezTo>
                  <a:pt x="36578" y="1540"/>
                  <a:pt x="43316" y="0"/>
                  <a:pt x="51016" y="0"/>
                </a:cubicBezTo>
                <a:cubicBezTo>
                  <a:pt x="63722" y="0"/>
                  <a:pt x="74118" y="5198"/>
                  <a:pt x="82203" y="15209"/>
                </a:cubicBezTo>
                <a:cubicBezTo>
                  <a:pt x="90096" y="25412"/>
                  <a:pt x="94139" y="38695"/>
                  <a:pt x="94139" y="55251"/>
                </a:cubicBezTo>
                <a:cubicBezTo>
                  <a:pt x="94139" y="71808"/>
                  <a:pt x="90096" y="85284"/>
                  <a:pt x="82203" y="95294"/>
                </a:cubicBezTo>
                <a:cubicBezTo>
                  <a:pt x="74118" y="105305"/>
                  <a:pt x="63722" y="110310"/>
                  <a:pt x="51016" y="110310"/>
                </a:cubicBezTo>
                <a:cubicBezTo>
                  <a:pt x="43316" y="110310"/>
                  <a:pt x="36578" y="108770"/>
                  <a:pt x="30995" y="105883"/>
                </a:cubicBezTo>
                <a:cubicBezTo>
                  <a:pt x="25412" y="102995"/>
                  <a:pt x="20791" y="98374"/>
                  <a:pt x="17326" y="92022"/>
                </a:cubicBezTo>
                <a:close/>
                <a:moveTo>
                  <a:pt x="76235" y="55251"/>
                </a:moveTo>
                <a:cubicBezTo>
                  <a:pt x="76235" y="42546"/>
                  <a:pt x="73540" y="32727"/>
                  <a:pt x="68342" y="25412"/>
                </a:cubicBezTo>
                <a:cubicBezTo>
                  <a:pt x="62952" y="18096"/>
                  <a:pt x="55829" y="14439"/>
                  <a:pt x="46781" y="14439"/>
                </a:cubicBezTo>
                <a:cubicBezTo>
                  <a:pt x="37540" y="14439"/>
                  <a:pt x="30417" y="18096"/>
                  <a:pt x="25219" y="25412"/>
                </a:cubicBezTo>
                <a:cubicBezTo>
                  <a:pt x="19829" y="32727"/>
                  <a:pt x="17326" y="42546"/>
                  <a:pt x="17326" y="55251"/>
                </a:cubicBezTo>
                <a:cubicBezTo>
                  <a:pt x="17326" y="67957"/>
                  <a:pt x="19829" y="77968"/>
                  <a:pt x="25219" y="85284"/>
                </a:cubicBezTo>
                <a:cubicBezTo>
                  <a:pt x="30417" y="92599"/>
                  <a:pt x="37540" y="96064"/>
                  <a:pt x="46781" y="96064"/>
                </a:cubicBezTo>
                <a:cubicBezTo>
                  <a:pt x="55829" y="96064"/>
                  <a:pt x="62952" y="92599"/>
                  <a:pt x="68342" y="85284"/>
                </a:cubicBezTo>
                <a:cubicBezTo>
                  <a:pt x="73540" y="77968"/>
                  <a:pt x="76235" y="67957"/>
                  <a:pt x="76235" y="5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1C13E-DDB6-4446-B80C-67465B30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577" y="591341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11B1F-82C2-4AE6-979E-5A094776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595" y="821552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5"/>
                  <a:pt x="85925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5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3" y="85926"/>
                </a:cubicBezTo>
                <a:cubicBezTo>
                  <a:pt x="24182" y="95365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71224-5202-4D23-B5DF-3AC799D6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595" y="821552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5"/>
                  <a:pt x="85925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5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3" y="85926"/>
                </a:cubicBezTo>
                <a:cubicBezTo>
                  <a:pt x="24182" y="95365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AA82E-4707-4F1B-8C5F-AAFDE73A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834" y="776111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C9C78-9830-4020-974B-A146F7D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657" y="776111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4299F-5AEE-4A9F-83DA-BC8F022C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668" y="814613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0CE37-755E-4DA9-806E-E26EE457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487" y="814613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F7E44-C62D-4DDF-9D60-FC5C7F7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235" y="814613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3D0BA-C928-499C-B5D4-187B82A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106" y="429681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5" y="76486"/>
                  <a:pt x="100668" y="63683"/>
                  <a:pt x="100668" y="50334"/>
                </a:cubicBezTo>
                <a:cubicBezTo>
                  <a:pt x="100668" y="36985"/>
                  <a:pt x="95365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2" y="5303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96B4C-3928-4297-8999-2CEE63B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106" y="429681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5" y="76486"/>
                  <a:pt x="100668" y="63683"/>
                  <a:pt x="100668" y="50334"/>
                </a:cubicBezTo>
                <a:cubicBezTo>
                  <a:pt x="100668" y="36985"/>
                  <a:pt x="95365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2" y="5303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C91A6-6652-4A2E-A73E-04BC516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53" y="384240"/>
            <a:ext cx="66995" cy="146310"/>
          </a:xfrm>
          <a:custGeom xmlns:a="http://schemas.openxmlformats.org/drawingml/2006/main">
            <a:pathLst>
              <a:path w="66995" h="146310">
                <a:moveTo>
                  <a:pt x="66995" y="0"/>
                </a:moveTo>
                <a:lnTo>
                  <a:pt x="66995" y="14439"/>
                </a:lnTo>
                <a:lnTo>
                  <a:pt x="50439" y="14439"/>
                </a:lnTo>
                <a:cubicBezTo>
                  <a:pt x="44278" y="14439"/>
                  <a:pt x="39850" y="15786"/>
                  <a:pt x="37540" y="18289"/>
                </a:cubicBezTo>
                <a:cubicBezTo>
                  <a:pt x="35037" y="20791"/>
                  <a:pt x="33882" y="25219"/>
                  <a:pt x="33882" y="31765"/>
                </a:cubicBezTo>
                <a:lnTo>
                  <a:pt x="33882" y="41005"/>
                </a:lnTo>
                <a:lnTo>
                  <a:pt x="62374" y="41005"/>
                </a:lnTo>
                <a:lnTo>
                  <a:pt x="62374" y="54481"/>
                </a:lnTo>
                <a:lnTo>
                  <a:pt x="33882" y="54481"/>
                </a:lnTo>
                <a:lnTo>
                  <a:pt x="33882" y="146310"/>
                </a:lnTo>
                <a:lnTo>
                  <a:pt x="16556" y="146310"/>
                </a:lnTo>
                <a:lnTo>
                  <a:pt x="16556" y="54481"/>
                </a:lnTo>
                <a:lnTo>
                  <a:pt x="0" y="54481"/>
                </a:lnTo>
                <a:lnTo>
                  <a:pt x="0" y="41005"/>
                </a:lnTo>
                <a:lnTo>
                  <a:pt x="16556" y="41005"/>
                </a:lnTo>
                <a:lnTo>
                  <a:pt x="16556" y="33690"/>
                </a:lnTo>
                <a:cubicBezTo>
                  <a:pt x="16556" y="22139"/>
                  <a:pt x="19251" y="13476"/>
                  <a:pt x="24642" y="8086"/>
                </a:cubicBezTo>
                <a:cubicBezTo>
                  <a:pt x="30032" y="2695"/>
                  <a:pt x="38695" y="0"/>
                  <a:pt x="50631" y="0"/>
                </a:cubicBezTo>
                <a:lnTo>
                  <a:pt x="669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BF72C-12FE-4058-8C1E-A2BF3CC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141" y="422743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DA052-7A4C-40F7-B72D-D4287A1B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698" y="384240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16689-675A-4141-B151-EFB0154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708" y="422743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7D1BF-A7A0-4EF6-BC07-6FABCA09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90" y="422743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0ED41-BF81-44B6-A0DB-4F42C74D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340" y="422743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F5E26-A58D-4A1B-AAB1-49625A2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106" y="62561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5" y="76486"/>
                  <a:pt x="100668" y="63682"/>
                  <a:pt x="100668" y="50334"/>
                </a:cubicBezTo>
                <a:cubicBezTo>
                  <a:pt x="100668" y="36985"/>
                  <a:pt x="95365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F26E6-64FE-4DD5-8B6A-D752895D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106" y="62561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5" y="76486"/>
                  <a:pt x="100668" y="63682"/>
                  <a:pt x="100668" y="50334"/>
                </a:cubicBezTo>
                <a:cubicBezTo>
                  <a:pt x="100668" y="36985"/>
                  <a:pt x="95365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2"/>
                  <a:pt x="5304" y="76486"/>
                  <a:pt x="14743" y="85925"/>
                </a:cubicBezTo>
                <a:cubicBezTo>
                  <a:pt x="24182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7EC33-B145-44FF-BA6F-1C371F2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3" y="580176"/>
            <a:ext cx="94139" cy="148813"/>
          </a:xfrm>
          <a:custGeom xmlns:a="http://schemas.openxmlformats.org/drawingml/2006/main">
            <a:pathLst>
              <a:path w="94139" h="148813">
                <a:moveTo>
                  <a:pt x="76813" y="56984"/>
                </a:moveTo>
                <a:lnTo>
                  <a:pt x="76813" y="0"/>
                </a:lnTo>
                <a:lnTo>
                  <a:pt x="94139" y="0"/>
                </a:lnTo>
                <a:lnTo>
                  <a:pt x="94139" y="146310"/>
                </a:lnTo>
                <a:lnTo>
                  <a:pt x="76813" y="146310"/>
                </a:lnTo>
                <a:lnTo>
                  <a:pt x="76813" y="130524"/>
                </a:lnTo>
                <a:cubicBezTo>
                  <a:pt x="73155" y="136877"/>
                  <a:pt x="68535" y="141498"/>
                  <a:pt x="62952" y="144385"/>
                </a:cubicBezTo>
                <a:cubicBezTo>
                  <a:pt x="57369" y="147273"/>
                  <a:pt x="50824" y="148813"/>
                  <a:pt x="43123" y="148813"/>
                </a:cubicBezTo>
                <a:cubicBezTo>
                  <a:pt x="30417" y="148813"/>
                  <a:pt x="20021" y="143808"/>
                  <a:pt x="11936" y="133797"/>
                </a:cubicBezTo>
                <a:cubicBezTo>
                  <a:pt x="3850" y="123786"/>
                  <a:pt x="0" y="110310"/>
                  <a:pt x="0" y="93754"/>
                </a:cubicBezTo>
                <a:cubicBezTo>
                  <a:pt x="0" y="77198"/>
                  <a:pt x="3850" y="63915"/>
                  <a:pt x="11936" y="53711"/>
                </a:cubicBezTo>
                <a:cubicBezTo>
                  <a:pt x="20021" y="43701"/>
                  <a:pt x="30417" y="38503"/>
                  <a:pt x="43123" y="38503"/>
                </a:cubicBezTo>
                <a:cubicBezTo>
                  <a:pt x="50824" y="38503"/>
                  <a:pt x="57369" y="40043"/>
                  <a:pt x="62952" y="43123"/>
                </a:cubicBezTo>
                <a:cubicBezTo>
                  <a:pt x="68535" y="46203"/>
                  <a:pt x="73155" y="50824"/>
                  <a:pt x="76813" y="56984"/>
                </a:cubicBezTo>
                <a:close/>
                <a:moveTo>
                  <a:pt x="17904" y="93754"/>
                </a:moveTo>
                <a:cubicBezTo>
                  <a:pt x="17904" y="106460"/>
                  <a:pt x="20406" y="116471"/>
                  <a:pt x="25604" y="123786"/>
                </a:cubicBezTo>
                <a:cubicBezTo>
                  <a:pt x="30802" y="131102"/>
                  <a:pt x="37925" y="134567"/>
                  <a:pt x="47166" y="134567"/>
                </a:cubicBezTo>
                <a:cubicBezTo>
                  <a:pt x="56407" y="134567"/>
                  <a:pt x="63530" y="131102"/>
                  <a:pt x="68920" y="123786"/>
                </a:cubicBezTo>
                <a:cubicBezTo>
                  <a:pt x="74118" y="116471"/>
                  <a:pt x="76813" y="106460"/>
                  <a:pt x="76813" y="93754"/>
                </a:cubicBezTo>
                <a:cubicBezTo>
                  <a:pt x="76813" y="81048"/>
                  <a:pt x="74118" y="71230"/>
                  <a:pt x="68920" y="63915"/>
                </a:cubicBezTo>
                <a:cubicBezTo>
                  <a:pt x="63530" y="56599"/>
                  <a:pt x="56407" y="52941"/>
                  <a:pt x="47166" y="52941"/>
                </a:cubicBezTo>
                <a:cubicBezTo>
                  <a:pt x="37925" y="52941"/>
                  <a:pt x="30802" y="56599"/>
                  <a:pt x="25604" y="63915"/>
                </a:cubicBezTo>
                <a:cubicBezTo>
                  <a:pt x="20406" y="71230"/>
                  <a:pt x="17904" y="81048"/>
                  <a:pt x="17904" y="9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C7238-870E-49C9-BDCC-8B0C6A52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660" y="61867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216D5-7E18-4C7C-968D-55FED27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056" y="61867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A2306-CCF1-4975-AB9F-CA787EAA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382" y="618678"/>
            <a:ext cx="94139" cy="147658"/>
          </a:xfrm>
          <a:custGeom xmlns:a="http://schemas.openxmlformats.org/drawingml/2006/main">
            <a:pathLst>
              <a:path w="94139" h="147658">
                <a:moveTo>
                  <a:pt x="17326" y="92022"/>
                </a:moveTo>
                <a:lnTo>
                  <a:pt x="17326" y="147658"/>
                </a:lnTo>
                <a:lnTo>
                  <a:pt x="0" y="14765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481"/>
                </a:lnTo>
                <a:cubicBezTo>
                  <a:pt x="20791" y="12321"/>
                  <a:pt x="25412" y="7701"/>
                  <a:pt x="30995" y="4620"/>
                </a:cubicBezTo>
                <a:cubicBezTo>
                  <a:pt x="36578" y="1540"/>
                  <a:pt x="43316" y="0"/>
                  <a:pt x="51016" y="0"/>
                </a:cubicBezTo>
                <a:cubicBezTo>
                  <a:pt x="63722" y="0"/>
                  <a:pt x="74118" y="5198"/>
                  <a:pt x="82203" y="15209"/>
                </a:cubicBezTo>
                <a:cubicBezTo>
                  <a:pt x="90096" y="25412"/>
                  <a:pt x="94139" y="38695"/>
                  <a:pt x="94139" y="55251"/>
                </a:cubicBezTo>
                <a:cubicBezTo>
                  <a:pt x="94139" y="71808"/>
                  <a:pt x="90096" y="85284"/>
                  <a:pt x="82203" y="95294"/>
                </a:cubicBezTo>
                <a:cubicBezTo>
                  <a:pt x="74118" y="105305"/>
                  <a:pt x="63722" y="110310"/>
                  <a:pt x="51016" y="110310"/>
                </a:cubicBezTo>
                <a:cubicBezTo>
                  <a:pt x="43316" y="110310"/>
                  <a:pt x="36578" y="108770"/>
                  <a:pt x="30995" y="105883"/>
                </a:cubicBezTo>
                <a:cubicBezTo>
                  <a:pt x="25412" y="102995"/>
                  <a:pt x="20791" y="98374"/>
                  <a:pt x="17326" y="92022"/>
                </a:cubicBezTo>
                <a:close/>
                <a:moveTo>
                  <a:pt x="76235" y="55251"/>
                </a:moveTo>
                <a:cubicBezTo>
                  <a:pt x="76235" y="42546"/>
                  <a:pt x="73540" y="32727"/>
                  <a:pt x="68342" y="25412"/>
                </a:cubicBezTo>
                <a:cubicBezTo>
                  <a:pt x="62952" y="18096"/>
                  <a:pt x="55829" y="14439"/>
                  <a:pt x="46781" y="14439"/>
                </a:cubicBezTo>
                <a:cubicBezTo>
                  <a:pt x="37540" y="14439"/>
                  <a:pt x="30417" y="18096"/>
                  <a:pt x="25219" y="25412"/>
                </a:cubicBezTo>
                <a:cubicBezTo>
                  <a:pt x="19829" y="32727"/>
                  <a:pt x="17326" y="42546"/>
                  <a:pt x="17326" y="55251"/>
                </a:cubicBezTo>
                <a:cubicBezTo>
                  <a:pt x="17326" y="67957"/>
                  <a:pt x="19829" y="77968"/>
                  <a:pt x="25219" y="85284"/>
                </a:cubicBezTo>
                <a:cubicBezTo>
                  <a:pt x="30417" y="92599"/>
                  <a:pt x="37540" y="96064"/>
                  <a:pt x="46781" y="96064"/>
                </a:cubicBezTo>
                <a:cubicBezTo>
                  <a:pt x="55829" y="96064"/>
                  <a:pt x="62952" y="92599"/>
                  <a:pt x="68342" y="85284"/>
                </a:cubicBezTo>
                <a:cubicBezTo>
                  <a:pt x="73540" y="77968"/>
                  <a:pt x="76235" y="67957"/>
                  <a:pt x="76235" y="5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3F54D-776C-4817-9D6A-7A359F5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505" y="618678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114D8-7EC4-4912-AC06-73E71326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997" y="61867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C51A5-5D13-4147-AA50-DA1CF0E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393" y="61867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A9792-4A16-4C6A-9AD9-336C4F22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720" y="580176"/>
            <a:ext cx="93369" cy="146310"/>
          </a:xfrm>
          <a:custGeom xmlns:a="http://schemas.openxmlformats.org/drawingml/2006/main">
            <a:pathLst>
              <a:path w="93369" h="146310">
                <a:moveTo>
                  <a:pt x="0" y="0"/>
                </a:moveTo>
                <a:lnTo>
                  <a:pt x="17326" y="0"/>
                </a:lnTo>
                <a:lnTo>
                  <a:pt x="17326" y="86439"/>
                </a:lnTo>
                <a:lnTo>
                  <a:pt x="68920" y="41005"/>
                </a:lnTo>
                <a:lnTo>
                  <a:pt x="91059" y="41005"/>
                </a:lnTo>
                <a:lnTo>
                  <a:pt x="35230" y="90289"/>
                </a:lnTo>
                <a:lnTo>
                  <a:pt x="93369" y="146310"/>
                </a:lnTo>
                <a:lnTo>
                  <a:pt x="70845" y="146310"/>
                </a:lnTo>
                <a:lnTo>
                  <a:pt x="17326" y="94909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DBC81-0494-443C-AB5E-D425C62E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106" y="821552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5"/>
                  <a:pt x="85926" y="85926"/>
                </a:cubicBezTo>
                <a:cubicBezTo>
                  <a:pt x="95365" y="76487"/>
                  <a:pt x="100668" y="63683"/>
                  <a:pt x="100668" y="50334"/>
                </a:cubicBezTo>
                <a:cubicBezTo>
                  <a:pt x="100668" y="36985"/>
                  <a:pt x="95365" y="24182"/>
                  <a:pt x="85926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3" y="85926"/>
                </a:cubicBezTo>
                <a:cubicBezTo>
                  <a:pt x="24182" y="95365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2BF0B-DC7A-4989-A20E-1A01108F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106" y="821552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5"/>
                  <a:pt x="85926" y="85926"/>
                </a:cubicBezTo>
                <a:cubicBezTo>
                  <a:pt x="95365" y="76487"/>
                  <a:pt x="100668" y="63683"/>
                  <a:pt x="100668" y="50334"/>
                </a:cubicBezTo>
                <a:cubicBezTo>
                  <a:pt x="100668" y="36985"/>
                  <a:pt x="95365" y="24182"/>
                  <a:pt x="85926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2" y="5304"/>
                  <a:pt x="14743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3" y="85926"/>
                </a:cubicBezTo>
                <a:cubicBezTo>
                  <a:pt x="24182" y="95365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323D8-E649-44E8-9D6A-2F371CA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413" y="814613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A6652-522D-4835-BC03-5C0F39D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841" y="787276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506F5-3388-4454-AAF4-C3359DB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628" y="776111"/>
            <a:ext cx="88171" cy="146310"/>
          </a:xfrm>
          <a:custGeom xmlns:a="http://schemas.openxmlformats.org/drawingml/2006/main">
            <a:pathLst>
              <a:path w="88171" h="146310">
                <a:moveTo>
                  <a:pt x="88171" y="82781"/>
                </a:moveTo>
                <a:lnTo>
                  <a:pt x="88171" y="146310"/>
                </a:lnTo>
                <a:lnTo>
                  <a:pt x="70845" y="146310"/>
                </a:lnTo>
                <a:lnTo>
                  <a:pt x="70845" y="83358"/>
                </a:lnTo>
                <a:cubicBezTo>
                  <a:pt x="70845" y="73348"/>
                  <a:pt x="68727" y="66032"/>
                  <a:pt x="64877" y="61027"/>
                </a:cubicBezTo>
                <a:cubicBezTo>
                  <a:pt x="61027" y="56021"/>
                  <a:pt x="55251" y="53519"/>
                  <a:pt x="47551" y="53519"/>
                </a:cubicBezTo>
                <a:cubicBezTo>
                  <a:pt x="38118" y="53519"/>
                  <a:pt x="30802" y="56599"/>
                  <a:pt x="25412" y="62567"/>
                </a:cubicBezTo>
                <a:cubicBezTo>
                  <a:pt x="20021" y="68535"/>
                  <a:pt x="17326" y="76620"/>
                  <a:pt x="17326" y="868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7369"/>
                </a:lnTo>
                <a:cubicBezTo>
                  <a:pt x="21369" y="51209"/>
                  <a:pt x="26182" y="46396"/>
                  <a:pt x="31957" y="43316"/>
                </a:cubicBezTo>
                <a:cubicBezTo>
                  <a:pt x="37540" y="40235"/>
                  <a:pt x="44086" y="38503"/>
                  <a:pt x="51401" y="38503"/>
                </a:cubicBezTo>
                <a:cubicBezTo>
                  <a:pt x="63337" y="38503"/>
                  <a:pt x="72578" y="42353"/>
                  <a:pt x="78738" y="49861"/>
                </a:cubicBezTo>
                <a:cubicBezTo>
                  <a:pt x="84899" y="57369"/>
                  <a:pt x="88171" y="68342"/>
                  <a:pt x="88171" y="82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7941A-8036-45CD-B9F6-E41C55C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751" y="814613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BDB7D-83A0-43A6-8F3D-C02228F9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078" y="814613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A0DB4-9E0D-4247-8392-793C143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078" y="814613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22AA7-D673-46EF-AF56-5B66C0B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994470"/>
            <a:ext cx="5694786" cy="5672405"/>
          </a:xfrm>
          <a:custGeom xmlns:a="http://schemas.openxmlformats.org/drawingml/2006/main">
            <a:pathLst>
              <a:path w="5694786" h="5672405">
                <a:moveTo>
                  <a:pt x="0" y="5672405"/>
                </a:moveTo>
                <a:lnTo>
                  <a:pt x="5694786" y="5672405"/>
                </a:lnTo>
                <a:lnTo>
                  <a:pt x="5694786" y="0"/>
                </a:lnTo>
                <a:lnTo>
                  <a:pt x="0" y="0"/>
                </a:lnTo>
                <a:lnTo>
                  <a:pt x="0" y="56724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4CB86-7EF3-46D2-938F-91CA842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064" y="33775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85C22-5A1C-462B-B79B-5E7B2DC3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064" y="33775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4095C-0152-48A0-B81E-EE1CC4B5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76072-1AC5-4510-B252-F9C92111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8FC70-E11C-41D8-B11C-00BC7907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39" y="29833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614AD-3A32-4C89-BBA3-4AF0995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39" y="29833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CCF3C-49C8-4749-B60B-0724A3B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520" y="29870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2AA1F-6B5E-47ED-B573-461EC57A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520" y="29870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4B7B8-5095-4164-AA38-C2A522A0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32" y="41702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1BB84-D199-4F44-9D22-3D9F85C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32" y="41702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8443B-461D-4DEB-99D1-4827E490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978" y="37986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D7377-C1A6-4164-B4BD-8CFE3930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978" y="37986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A758E-2323-440B-B31E-D80DEB3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6" y="53040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03FD8-EF98-427C-80D3-607F3B44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6" y="53040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1D88C-02D6-46B2-8285-B87D2A3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427" y="33541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FA017-906B-41DA-9CCC-53EC8FDD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427" y="33541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617DB-2F54-4CED-94E2-39AEB69B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03" y="33215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76031-00D9-4228-BEF4-A41A977D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03" y="33215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21045-7AC8-4E0A-9A9C-F3E55C0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9" y="23485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5C0F2-E771-426A-AEAC-0D8182DA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9" y="23485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076BB-5FE9-4C9F-88E3-E89BC858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08" y="18275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FC244-86F8-4103-BB4D-7D2629C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08" y="18275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A5A51-8E89-493F-8ED6-665B323C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03" y="28152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0EB4E-F46A-475D-99FF-B9F8701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03" y="28152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0A4F3-045A-48F2-8AC9-0C67FEAC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201" y="47841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4613C-FA7D-4F9C-9060-B08CB50C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201" y="47841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41005-CACD-45C4-9FE2-BF394A76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49" y="41042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F1A08-91E1-485F-96DD-6D47A47A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49" y="41042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5B1D4-89EB-4F4B-B9CE-8E21341B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261" y="46141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9755B-B7A8-439E-A075-B34A3AC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261" y="46141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5C68E-1815-4443-BD0D-486AA72C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745" y="44708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621C6-743E-4354-8E5F-0AD121FA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745" y="44708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47A45-7C95-4FE4-AF9B-BBBC6456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21" y="1657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DCBC3-EFAE-4E42-BFE7-FEFEDCE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21" y="1657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2A242-AE0A-4C81-B1CA-73536BF8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93" y="12379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A1009-BDF2-4061-940B-BD13644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93" y="12379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1AD4C-A2B2-4E50-87F4-99D72F7C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630" y="40452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026FE-68C6-4EAD-BBDE-3B6FA457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630" y="40452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E956E-A236-4EA9-B992-CF67394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60" y="15309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9A075-61DC-445B-861E-D6979FA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60" y="15309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B1A38-F844-4150-AB56-0BFB89F5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05" y="55500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65CB0-D542-4271-B031-77CC2B2E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05" y="55500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B7AAC-D58E-4E9E-A64D-0627A2F3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25" y="42146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8AFC8-2A34-4FA8-819F-F791782A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25" y="42146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143BC-82E6-468A-BB4C-722D519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864" y="25262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41AD4-BB20-49AB-9928-A691F7F7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864" y="25262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CD1B0-9B82-4EDA-B81A-E946324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2" y="3620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9736B-7211-45F4-A7C6-AC967A6B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2" y="3620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96E41-FB3A-4969-8C58-432BCAA0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68" y="42310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2B219-FA23-4F73-8C79-F1859FBB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68" y="42310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9B705-C91F-4553-BAE6-9F9F0A8E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85" y="40247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6E5B0-B1BC-43D5-8521-9A5DE56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85" y="40247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040F5-EBDD-4954-9653-323C18F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69" y="41346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76A7E-F58F-44A8-8195-06621779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69" y="41346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4F16A-4064-4728-AC31-F2A6983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67" y="32538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EE3D2-15AD-4F5A-9B8A-329FDE39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67" y="32538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D403B-9A5A-40A6-85CC-927AADCB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774" y="28894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3771F-9345-44AC-8ED1-8C08062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774" y="28894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465B7-3197-4D55-BCAC-1AF814D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39" y="43476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EF143-1EE7-47B1-8C8B-D4590BA5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39" y="43476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CBD91-873D-4CC4-BFBC-2ABD392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76" y="26358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EAF6B-F3AD-4406-B6DF-973FAC6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76" y="26358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3A189-CB4E-4CB9-8345-7890F188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168" y="63849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2CD12-1771-4D8C-B651-780B007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168" y="63849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EFA7A-4172-4A18-B133-50222BC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649" y="35816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71413-DE71-42D3-871D-53A02D3F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649" y="35816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EE16B-5A07-4E22-80A2-51CA5267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723A4-771F-4B7C-8C70-6A2BC75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48235-E844-4C08-86B5-77D80755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182" y="54261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CF511-36A1-4288-BB96-15E8C822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182" y="54261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52834-7B8A-42A7-9F75-B2EAB820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58" y="33571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68A90-27F7-4D85-BE1B-C6BC02F9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58" y="33571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BD466-50D6-4F0E-9627-3260A7FA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21" y="38248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DBE5F-BD38-4683-B228-8EF519E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21" y="38248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4C5100-C544-4213-B3D4-732BFFA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213" y="35275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0EB9A-E545-43CD-8764-71B2E5FF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213" y="35275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46197-6A9D-423A-8935-6535F943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83" y="29427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15FFC-05F7-457A-92B5-BE575B84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83" y="29427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1F106-C07B-48A2-96F2-AE2CF04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676" y="39598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B1C7A-E3FD-4CF0-A721-9268F8B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676" y="39598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C4926-CBAD-4767-B995-36E229A5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582" y="45700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0EEDC-1F01-439D-82D1-0FC0C324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582" y="45700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71067-5EE2-4531-AB4A-290E0C70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212" y="43517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2C5F1-1AE0-4817-8BF4-5958C7E8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212" y="43517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4CCFF-C8D3-4C94-9745-96EF996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" y="31801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48E0A-E52E-4766-9B7F-4ED3BD2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" y="31801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4EB6D-575A-4F44-A3A0-2D1600F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088" y="2907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1D8E8-05D0-47B2-BB1C-50083D3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088" y="2907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DB9B7-BD7E-4918-B433-F1F0D34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10" y="41850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306B8-4822-457A-9499-8C6D88A8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10" y="41850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1119D-4E6A-401D-AAFC-245E808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570" y="24153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34AC9-11BB-4D24-AAE0-3E3A5FF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570" y="24153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9AB2B-785D-4AF2-967E-6BF0F9D6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553" y="25021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25A64-3A69-47CA-94C2-4075A146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553" y="25021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50167-95D6-4E03-82A2-E47558DE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766" y="50736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56180-7346-47C6-AF81-D93D18A9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766" y="50736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D0054-BA4B-42BE-804E-FDE66FA9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62" y="2776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7DE3E-7A7F-4E8B-89F2-499AB031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62" y="2776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CBECD-99E0-4739-B8EC-131078F4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946" y="42154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A5DEC-A408-4B9E-A9B1-1D27ACAE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946" y="42154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A849F-65CB-4475-B164-E8137BE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86" y="42443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8E94B-1360-43EA-88F6-082D1FAF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86" y="42443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DC65D-231E-4078-BA0B-DE3BBFB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15" y="34023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CE786-FD21-47A9-A572-84CCAC32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15" y="34023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62836-8C40-42F3-921F-37751262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23" y="48722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69546-A42F-4A43-9DED-4EFD0247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23" y="48722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FCDD7-9667-4BF1-B9AB-CD1F7DF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61" y="29825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50471-0CB5-4FA7-BDDA-F144431D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61" y="29825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D5669-FBC7-46A4-A51B-12407BE5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10" y="51788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93483-E068-4A60-9DFD-15F53FDA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10" y="51788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6DC43-B3E8-47F6-B862-2F8D3D38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988" y="28987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67A96-2DA6-43F7-8099-C5DF72E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988" y="28987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A6FED-7BA4-4947-8272-C7D681AE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397" y="25260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1FE5C-2746-47FC-BA36-7BF6D2F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397" y="25260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952A8-80A9-48AD-B256-CBC21887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317" y="24355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B60E1-0262-4203-B1B9-FD25F31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317" y="24355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27C4D-6A67-45BC-B178-E9E3FEAB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019" y="40619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F6810-A0C5-4A39-B928-25AF748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019" y="40619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F8D8D-FEEA-445E-AA4E-68CC9D05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72" y="29868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7796A-4244-4E96-B11E-6168DA4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72" y="29868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DC66C-DB35-4563-BC81-0804B566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125" y="40559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B2CA7-477A-4BED-BC01-488589E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125" y="40559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34FD0-DD9E-4883-8C23-752EA1BB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004" y="49591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57FFD-4C34-49A0-AD66-B076B9B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004" y="49591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D26D6-719E-4DD9-8550-3E72CAA8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51" y="49656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66D3D-0D86-49EC-B85F-194C4A1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51" y="49656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A2C66-4A0A-4CF5-B1AF-D59664E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49" y="30294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6E1AE-7EAB-4054-9CB2-B331AD80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49" y="30294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A80E2-0C7E-4C4C-8262-535DD4A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712" y="49801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6BD80-6460-439F-87E0-432DE23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712" y="49801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7A8D2-4C11-4B1A-BDE7-9D9468C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177" y="29726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5940E-F52F-4F54-9DF4-99219ACD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177" y="29726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F6D91-EDFC-43AC-812B-15EB2DB0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50" y="27722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20DCD-014C-4D69-9B98-9FFDC5D1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50" y="27722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1260A-8343-44AB-832D-C8E372FB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733" y="39801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67BB3-EC56-4B7E-9BE3-2EF10A8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733" y="39801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EEE0A-38E4-4178-B6E8-4332F92B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769" y="29239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84EA0-E5C1-40A1-ABB0-A38268CC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769" y="29239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13324-3B37-42BE-B1EB-794FD61C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62" y="37177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3714F-1AF0-4166-A0BB-2820D55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62" y="37177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960EA-82C4-4E27-A546-5C6F8AE3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72" y="26012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6B930-41E4-456C-8AF3-C7EE61DF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72" y="26012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F891D-61D5-409A-9BE9-34F413AB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67" y="27548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4700F-CDF6-4F14-ABCC-F2E8D47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67" y="27548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A828D-5943-4C58-83E6-C89DBE57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99" y="28644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FD412-B61E-4177-A1A7-548DFDAF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99" y="28644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D0E05-2AA3-4C56-BF02-3C7B07F1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658" y="40884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A8E42-BA2A-4089-BFC1-F2BF21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658" y="40884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8B367-63CD-4DEC-8F26-3C72554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56" y="32986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8F34E-626C-45F2-9866-EC9E580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56" y="32986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CEFE9-4D37-481A-97ED-9C7AB23D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30" y="39300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32C41-40DF-4089-8176-60C1EA6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30" y="39300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21823-4526-452D-AF5D-FE86910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871" y="19455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2764E-872A-4D45-9402-734E99E8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871" y="19455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AD001-EBB1-4621-BE65-822A83CE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5" y="15855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E92A3-3535-4012-91A1-121A70F7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5" y="15855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2E661-8871-4DDD-9E12-B275EE27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75" y="16797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01ADD-A207-4D2D-9150-21E6AB9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75" y="16797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6B618-1675-4F5F-858A-925FD728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35" y="33192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9C21A-2D19-42E5-88C5-CCBB562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35" y="33192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C3FE0-6ED2-471B-A390-760DBE4E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497" y="32448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06991-CFEA-4FEB-9802-E5A7B0F1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497" y="32448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A3C5A-6137-459F-87A0-885C416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27" y="31068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87DD1-8A95-4AB7-8F3C-BCE25A39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27" y="31068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CAF73-F786-48F4-9F84-EAF51F6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003" y="25294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76432-00EC-43F0-97DB-A71677D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003" y="25294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42062-1E2F-4A69-A811-EF7AD6D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573" y="30339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95416-01B9-45E2-9AF6-6AB8943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573" y="30339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4832E-2F21-4FA9-8D55-6357AE0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2" y="31456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19E3A-09C7-454C-9C0E-CCF4955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2" y="31456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35277-D743-489D-BB44-E4FB114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078" y="30445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877CE-96B0-494B-B56F-C8D7DFB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078" y="30445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BBC67-6F79-4729-91C5-C712947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0" y="42871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DB475-21C8-4E3A-A4C3-6189407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0" y="42871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2051D-1FE2-4C52-A54C-2C1E077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905" y="37577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71F04-6A9A-4523-9470-024E581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905" y="37577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BF691-D9EE-4157-9099-9C3FA7B4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344" y="33032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F0FC1-1365-42AA-849A-4DAEFACA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344" y="33032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F60BA-9F7C-4ABD-A792-85FDB7B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910" y="38921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2359B-56B0-4BFA-9431-E254E524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910" y="38921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3134D-DE88-40C6-A2C5-1C3AF4CE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274" y="16965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6D474-A5F5-46C7-86F6-C83EEA2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274" y="16965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D3004-5AC5-4D4F-A358-8B157047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57" y="23856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D018E-D4A9-4E45-B1F5-1D37BAF0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57" y="23856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1F413-DAB5-460C-95F2-F8652AE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334" y="34865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AA999-FAC9-41DE-A828-30D666BE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334" y="34865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B214A-3C37-45CE-92A8-798C4AF7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106" y="45079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E5681-5D9B-4CF1-8A41-515A2483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106" y="45079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B3366-D4C4-4E52-BDA9-CB22518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485" y="38867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3E445-EB01-4C57-BC94-54EB24B6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485" y="38867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2D2D1-C655-4073-8071-11FDBA05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237" y="5216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D37BE-DE2D-4A30-BBA3-C9A2255B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237" y="5216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FDABB-C832-4835-8053-6A818EB9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113" y="29631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7D2CF-FB58-4AD9-9B18-66F2ABB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113" y="29631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BB8D0-AE0A-4871-8662-3186AB0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976" y="45402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4F3FC-CD4F-4C90-BDA0-20DEEF3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976" y="45402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E756C-E8D0-44B9-901F-980F523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56" y="33561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7A5CE-1FBA-47C7-99AF-034DDEF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56" y="33561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ECB53-C6A4-432D-9A41-307C332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808" y="44204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830E3-ED75-41F5-8B19-37ADDE9D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808" y="44204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049C4-2FD6-48B3-BA49-91CEB994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98" y="42763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75B38-3B1A-4E8C-B07E-15EBDB5D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98" y="42763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3A556-0034-4A98-8C29-B031E8D3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79" y="44360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FF35E-BA63-4D47-B7A9-84F639A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79" y="44360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39516-E502-4710-9E46-0C69118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996" y="34374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91F97-24C1-4385-BDE1-90BFC8D7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996" y="34374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637D3-C6BA-4C2A-B822-5C529696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67" y="42548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C3DD6-2E01-47F5-8F2D-F6FAA495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367" y="42548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D56A6-9D8E-44CD-88C3-0B6849D8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418" y="4115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95647-0DCB-4282-AB8B-91B478E2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418" y="4115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1929B-B47C-4272-B3F5-2D744316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44" y="44145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9ADB3-20E3-4D35-BAEC-3910480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44" y="44145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B13F2-4141-44F6-B670-71793AFB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46" y="23972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4AD77-B876-488E-A9A3-C75B1A7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46" y="23972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BE9C8-A265-4DA1-A187-96DE228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90" y="27965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A9BB8-6769-437A-B276-690F351A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90" y="27965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2A039-AF8D-4FBF-9DBA-0F93439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159" y="24352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798DF-35F8-4312-8E1C-0D4543BE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159" y="24352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8E9F8-21CB-46F7-9659-22D8801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71" y="44156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B4622-3480-49B6-A357-A3324C09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371" y="44156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2D05E-0138-4AD9-A472-EF0964DE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73" y="34187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972EC-8B35-47C8-8E46-9F2B834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73" y="34187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16688-A99E-4DA4-B163-9C48A33C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548" y="16486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71F3D-148B-40D3-A100-97BB93C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548" y="16486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4EC2C-882F-449B-AFFB-2FE5721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86" y="29410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C14F5-7ECB-4BB2-90B5-8FE94A81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86" y="29410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75C6C-FBB1-4E3E-AA33-37BBC57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392" y="25193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76564-6FA9-461E-B3FD-BF8EE6E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392" y="25193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8D491-1975-49DA-B5FF-D893BCD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73" y="25515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533A8-3DBF-4C4A-BF26-BE999D3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73" y="25515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1EF8C-3335-4E50-99B9-BA4C76DB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542" y="25335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36396-EBF9-4129-BBBB-665660A6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542" y="25335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8D420-F9C3-42C6-AD11-2B69E49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811" y="49334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2B6DC-C4AD-4045-94A8-C32386D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811" y="49334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7FE3B-6004-45CC-9038-DC9296B8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055" y="41077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D6474-4D4B-4C0B-BB1F-C49F09E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055" y="41077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3B991-4126-490A-8C9F-BD4A33A9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708" y="34300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C3C45-D215-4CCF-B5D7-74A02E1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708" y="34300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44C1F-78DC-4141-8678-82AE2D36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04" y="51267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09524-1C06-46C9-B3FE-291D2D0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04" y="51267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90FC5-0089-4235-B3DA-F0A493CE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698" y="50978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BE764-E44D-4E80-BCD6-2F3F93C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698" y="50978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6B47B-6791-4403-BE52-2A38FE1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92" y="35945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6773E-BC18-40A6-9EFA-59A39A0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92" y="35945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5381A-249C-41B9-AC1B-21CAD6F1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92" y="27843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664D6-B3E1-4DB3-A126-C4C1DDB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392" y="27843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980BA-2635-44E9-B134-C3F3B7E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772" y="23218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938D8-EDCE-49A7-8BFC-8E16FB78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772" y="23218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C3ED0-AA9C-4B5A-8359-47A9DBC6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670" y="37780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5DCE8-5B8C-4949-B90E-577A6EEB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670" y="37780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DF13B-2EA8-404A-A8EA-E76B712C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502" y="14397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1C26F-96A6-4113-84AA-5A84B9A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502" y="14397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2A4CB-F966-443D-B7AB-247A9D8B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78" y="40994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5BFDE-2FED-46EC-8358-85E01C22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78" y="40994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63739-F59C-461E-ABD2-FB659B7B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4" y="23485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4915B-0FB4-4CED-B937-711C36D3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4" y="23485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1F29E-2B8F-4684-955C-4A083A0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569" y="37687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16C0A-B754-4ADF-8822-7A534A8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569" y="37687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4C270-2CC7-437A-967A-0C8E67E8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2" y="32470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636C8-A4A6-414A-8C89-466C87B2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2" y="32470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83B88-BED2-466A-A42D-182BB127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482" y="33431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E1D1B-7B77-4C42-A701-B60C518C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482" y="33431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55B0D-7506-4A55-B510-7B3FE8E4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27" y="23407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FE0A3-4D27-48C2-85F5-48E2FB2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27" y="23407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C9919-33E9-4BF2-8F88-A68CB4E5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908" y="40398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052F0-2F88-410D-B11F-015AC00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908" y="40398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0CD00-14F1-4F07-AA24-BDA542F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65" y="34612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60B96-ABC7-4AA1-88F1-1065ABFE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65" y="34612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24017-6084-48CD-A8AF-1CA5F97A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071" y="34605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586C3-B390-48F1-B6BA-C092E23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071" y="34605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E3E87-AF52-4222-8B18-E13DDEC3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636" y="23982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A9F14-9FD0-48E7-9FD6-FB188DD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636" y="23982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7DB4E-4F65-4AFD-B0C6-A84D235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303" y="25604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705EC-4850-470A-9849-51F7B2B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303" y="25604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C5953-9908-45AC-B061-1A42A51C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424" y="30998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11DC4-CAC8-4C64-B3F8-C4A07E87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424" y="30998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BD228-A235-47CC-9464-CF260819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82" y="26064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E8A46-0F09-4BC0-900E-EEA9E534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82" y="26064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C93D9-06DE-4816-8857-F2A91123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31" y="37962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78D9C-1517-4ADE-A81F-45658AF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31" y="37962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8F418-8442-40A6-88DD-5164F40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43" y="37196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92AA6-A1B6-4933-98F2-9E69285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43" y="37196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DE58A-4FCF-4798-AC14-C9B80214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625" y="16757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5E568-3325-4E76-85D5-B58D5D9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625" y="16757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344F8-3303-4B37-88A9-FF75E86C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463" y="24187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40CD5-D2F3-4E81-9FAD-9856520E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463" y="24187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553DD-7208-4896-A60C-D89DFCF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748" y="41803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43554-4B9A-4A2D-833F-16033694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748" y="41803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47734-FA33-4ADF-B4B9-07DC8E85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614" y="39065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BFC92-3416-43AA-9637-F5265B89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614" y="39065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6A29C-3618-4D71-9438-3281B61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83" y="13319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B2A39-8E4A-4096-AD5C-C8FEB88B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83" y="13319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C6584-7B60-4BA3-86C7-1C8A1CE0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288" y="41052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21508-69DE-4E35-BBE9-25876A08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288" y="41052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F069B-D54B-4831-AC4F-08AA4BA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405" y="12762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BDB22-4535-420C-8C6D-6B2F45D1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405" y="12762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9C06F-4896-46B3-A476-6D8EF0D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796" y="24529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6B2C1-10ED-4534-AAEE-272941B4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796" y="24529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82724-5B1F-4226-A936-D0AB639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893" y="37399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76604-01F2-45A2-BD58-2B7ECAD6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893" y="37399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147BA-AE18-4AAD-A3AD-095E2637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088" y="29070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21A1A-4CD8-44E2-9C46-DDE46801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088" y="29070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6BCF3-A236-43A5-ACAD-F6DB533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830" y="35773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20FD2-6AB2-4C0B-892C-72D9E575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830" y="35773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14742-353C-4785-90DC-A5BFBBFE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47" y="23158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A0DF7-DB7A-46B4-9237-5223412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47" y="23158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C3FAB-353B-4347-8066-AEE9C89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232" y="25252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89254-7188-4269-93F8-37889638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232" y="25252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3B09E-5494-44BE-B4B6-D1F09BF4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774" y="12282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31A02-2D92-49CA-8267-942E7574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774" y="12282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CDCDA-5AD4-4BA5-813F-9ECEBF0C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396" y="24840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82DAD-DB3A-4FAB-BE5D-61B116F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396" y="24840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1E568-CCA8-40E2-A727-EB680FFA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463" y="24827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B4245-DA3F-44AA-9C50-E8536145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463" y="24827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4AB32-6EB2-4359-8158-EC739698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228" y="25552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3F2BD-CC7F-464E-9E41-CCF03D75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228" y="25552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F8816-70FE-45D4-9A58-B3498EBD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132" y="3403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F9ADD-ECF9-4D6D-949D-51ED650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132" y="3403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1FE65-ADB9-4A01-8780-E1EE4B6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047" y="25754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14832-3797-4CB7-A08F-002AA329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047" y="25754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6312C-4B01-45EB-AC7C-3FC9CFC7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93" y="25423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A71DE-18FD-4561-AC87-7125A55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93" y="25423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F133C-A5C6-41B8-98E1-8CD12E9F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820" y="29750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1309D-6828-4E51-9588-1FEA7DAA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820" y="29750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A3AC0-FE65-4BC7-BF8D-98A51097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569" y="24148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30FCA-F8AD-4DA0-AA8F-1766F01E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569" y="24148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C7A35-8FCB-4626-839F-BE6C4D39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941" y="38271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7C7CD-923D-4332-8B3C-B022100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941" y="38271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F0109-A42C-4FE5-8C3D-9AB850B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65" y="41221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53C34-73C2-4A90-9AF2-ACBDF098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65" y="41221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8DCD2-7CF7-4CF6-84F0-04A44D7B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880" y="49272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8537C-6B4B-4598-B3E4-8C04BB8C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880" y="49272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E6529-E07C-4F0F-9528-7DE684B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333" y="28473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436CF-4E37-4586-A9CB-70102D8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333" y="28473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775F0-6574-4800-88B4-7A7C5662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11" y="24933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DE3FA-C836-4C83-96DF-579B488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11" y="24933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056E6-410A-405D-B4B4-75AD7D5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077" y="38778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9F37A-B19A-4D28-9AD6-74AAD376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077" y="38778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BE029-D968-46D9-B039-021D287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67" y="25624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54D71-5AB6-4D3C-9734-B8F238D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67" y="25624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E096B-39E2-4057-BAC0-F77D5DFD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90" y="35035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660DA-035F-40F4-B10D-600E8F1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90" y="35035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1163D-604A-4AC2-BFF3-16353736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270" y="48936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A1104-77E6-4E4C-9D20-3FF48AF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270" y="48936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8D354-B95F-4784-9DE5-6899F06D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52" y="34917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63516-74EF-4566-9F1E-6AC6A98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52" y="34917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2EF53-381B-4958-A7FD-EE40AD6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50" y="29635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E6652-8523-42DF-91E3-D6BBE4BA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50" y="29635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1F9D6-D4EE-4F2F-B47F-2800E025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449" y="24803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C3AA8-76D7-4395-B5E6-22704A44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449" y="24803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77C55-9A71-4D51-BDB6-34FB94C1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33" y="3497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8DD33-AE40-4C1E-A2D2-26523B8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33" y="3497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1C741-5BF4-416D-965A-A43236E1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582" y="34545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53E67-56E6-43AF-BB1E-283E1AE9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582" y="34545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2C3F8-3913-4135-84AE-AA422AB8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2" y="23863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558F3-E405-42BA-9DD1-24CB8D67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2" y="23863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FAAA4-10DB-4853-9771-818D64D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36" y="33076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EF582-F90E-4163-8BF4-C6CC7B6E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36" y="33076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20ADA-ED27-4D7A-AFF4-77950793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169" y="41294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83070-660F-4940-9C67-644F9AF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169" y="41294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FF114-D518-4611-8696-797AAC6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46" y="43493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4C338-FBF8-4FD5-BF7D-1D76365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46" y="43493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45D9B-7E21-4DFC-8933-F4675D1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096" y="44649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CEC96-6C85-4F6F-9CB0-AD74A717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096" y="44649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FDCAF-C6CB-41B8-94D3-649595D5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349" y="41195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409CC-C561-4170-9E5A-29567A7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349" y="41195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1FA01-FEFC-4D41-8286-2AB440C0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31" y="48600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29147-E11E-49DC-867B-EF81488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31" y="48600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43D39-4F49-423D-82B0-955176E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557" y="33950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CDF44-2ED5-4DB1-813D-326CF07F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557" y="33950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D0053-C713-4A1E-BF8D-0ACDD27C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250" y="24828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4FCF9-B775-497D-99C5-6E48415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250" y="24828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F771C-BB0C-4C11-A577-0C3F43B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523" y="14942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415BE-04D7-463E-94DD-6D1E404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523" y="14942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9A320-27F9-49B3-9A31-876DB72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965" y="34027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828D0-A9EE-404F-9A23-017E2144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965" y="34027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10D4B-53A1-4D0D-A7C9-3EB7F22C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14" y="42323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631DB-D9CD-4131-B3D8-4FCAB3CD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14" y="42323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97F26-3341-495E-9D44-534DE31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705" y="24807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AE844-2AC2-41A9-A276-99C731A7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705" y="24807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0CFD9-3780-4EF8-AA26-C492EF26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319" y="25654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A6872-C8DA-47D0-9E7C-B12FAE70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319" y="25654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153FD-CC65-4149-8EAA-FF75B86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312" y="56706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81515-A3FF-4340-8411-056DFB22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312" y="56706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A318C-11F9-41AD-8B61-10A2F5A5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990" y="42602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5B57C-7884-4734-A62B-BB72192E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990" y="42602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EA9AF-8E77-423C-B0D0-8C7D6C3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53" y="51826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F739B-6075-498C-B1F2-E8B0E76E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53" y="51826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7FB03-DF44-4CA5-8A12-F14F3882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076" y="30366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1465A-7EE9-43C5-80FC-EA4474D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076" y="30366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6CAD1-0DF6-4448-ABFB-F171BA2F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30" y="46223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12E45-99F8-4A8F-8548-9C9A9FA4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30" y="46223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D71DB-AFCF-4A37-A2E2-A95C707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162" y="63626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647F6-70F2-4F3D-BAC1-9EBD581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162" y="63626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CEFE2-DEC6-4E7B-B666-2F97A2D1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372" y="42172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21C97-B875-4267-A4E7-455457E0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372" y="42172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9A89B-00A6-447D-8026-68F627F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544" y="26374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CC020-8B47-492A-A8FA-AAD15676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544" y="26374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ECED2-4F37-46C4-8E68-F60440CB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372" y="33630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C7E37-852A-4749-AD20-914D2636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372" y="33630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09C4B-7242-4562-BAD0-C56BE5D4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45" y="57370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17D2E-5EB1-4626-A4CB-E986BCC4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45" y="57370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61653-60C4-47E7-9FB5-FA113E95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628" y="37688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DA3CC-788B-49D0-BAE2-23DFDE35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628" y="37688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32A3A-653F-4F75-961E-74D648C2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597" y="28467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748D9-6408-49C8-8B5F-DDCF5668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597" y="28467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16913-F6A2-45C1-A76A-F0DBE1F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44" y="44322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7B168-CEBD-46A6-9B1B-EAF4F7C1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44" y="44322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F04C3-1656-46AD-8F41-325684A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198" y="36440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E9637-BBAE-43C4-A58D-A7598F6C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198" y="36440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2081C-CD79-477B-9AB5-693D0FE8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395" y="37494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49F3C-20EE-4742-B4D7-755C308C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395" y="37494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2FFD5-5508-4065-9484-EC28F6F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28" y="25119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2F547-3C98-4B61-8830-68F2AF86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28" y="25119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24887-D719-44CB-835A-BA828AEA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927" y="53178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DF88D-193B-4C73-820E-86278A0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927" y="53178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BE845-014E-427D-8AC5-18BA9A0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371" y="37173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3EB22-E4D8-4530-9ECE-56E50EE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371" y="37173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6588B-3F60-4086-826B-A80E9F1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192" y="59375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AA271-8A48-421E-9A85-BECFD2E2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192" y="59375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8BE50-E370-412B-99D1-7EC7231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389" y="30467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73C01-E2C6-442A-A75A-6E6BCF95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389" y="30467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7E315-0C48-4799-8355-A0893E62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273" y="29393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F88AD-DA7D-4C0E-9592-6EC31D2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273" y="29393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15C31-9563-402F-AF7E-56E4C310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62" y="29403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BCA68-C024-4D46-815A-29775F39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062" y="29403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A261A-9A2D-4EA6-8AD5-17F10EC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514" y="28369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17BE1-7E0B-4E28-8663-E4479496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514" y="28369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9E37B-B942-489F-A48F-5D0F97F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79" y="38296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E572F-25F8-4CD0-B6CD-BB6930E7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79" y="38296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8F670-47AA-4CA6-999C-F72CE5C7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00" y="24253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5D072-7A90-47A6-9D4C-9EA25D9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00" y="24253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17D0B-A3EB-46FF-907E-A9D98DDA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679" y="42570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45BD1-1098-45A3-9DE7-6A7E6C9B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679" y="42570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DA2A0-E066-4184-A5F6-162DF1B9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6" y="32398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1AEDF-4111-4040-A824-A52DC931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6" y="32398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4C694-7C8C-4668-A6DF-EE991778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10" y="24200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CF17D-C290-4A29-AA50-B6956C0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10" y="24200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583D2-273A-4680-8FF4-2A3CC14D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348" y="44497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CD71E-A8F7-4EEE-A1D8-DAA694F8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348" y="44497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398F5-1560-4CC2-9017-E794791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387" y="3873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A0843-DFBB-4E59-8D62-BC236002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387" y="3873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77E95-3EF0-4646-98C2-3C774C0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99" y="33406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F5825-7118-4CFB-8D3D-110D696B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99" y="33406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FE2AD-57CF-4EFB-B80D-7DD7B436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684" y="13900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953F5-6D78-4C47-93EA-1046F20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684" y="13900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44B14-BFEA-4FDC-9BA5-685CE82A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32" y="29936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56E1A-850B-48AB-808F-E9F9636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32" y="29936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4E8E6-E406-49EB-8149-E890B7CA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24530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643EF-D9B6-4140-8680-7F04BF1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24530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C3726-E5A2-4F5E-955C-81BD8487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00" y="24770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137D1-F51E-4D95-82DC-7B152CB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00" y="24770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78A81-1521-45CA-89A1-6BC6922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319" y="45437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B1260-6E9A-4378-82E8-757380EC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319" y="45437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80282-1EF1-489B-BF46-526A6AD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483" y="28303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68EE8-D1B6-495D-B763-DE8E16A0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483" y="28303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BC291-7744-4DA2-ABB9-DE4543C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715" y="51168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86DD3-D27A-4083-9031-6ACEB8C8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715" y="51168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E9B8A-8BA2-4FF1-BD5B-7202110D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77" y="42539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FC6EF-60CA-44A2-8C58-91AE6BBF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77" y="42539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062E8-D4C8-4B58-B646-071584A8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35" y="41546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68BD5-2258-4E29-AC06-799EABD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35" y="41546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54852-C711-43C8-B992-55270758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132" y="27723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ABEEA-BE8A-48B1-ACE0-E9A994EE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132" y="27723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683A2-0CB2-44D0-BF46-A236873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60" y="54135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831F5-D4EB-4EF7-9B7A-40ACDF21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60" y="54135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7CD6A-F51F-4434-AF01-3CBDC937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821" y="23975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8D2D8-F00E-4323-AC4B-41784750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821" y="23975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E76CE-26A1-440D-961A-1F1513F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024" y="40856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E9C82-DD82-4EB0-99A2-AFC15C32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024" y="40856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4E84E-A052-4111-9A24-3740211C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45" y="54550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00C6F-28AE-412F-9A6D-88D6828E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45" y="54550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10259-B9D5-4BD6-AB86-F19B9889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62" y="37600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081D0-1342-40C3-8B58-891D4E0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62" y="37600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5E96F-BC15-491E-A1A0-7178261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71" y="29566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05DF0-01CB-482A-81A2-B2AAED82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071" y="29566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648E1-F301-4C06-B660-50C90DA5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637" y="35057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EADAA-B2F4-40E3-B209-00E0DD55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637" y="35057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93D1E-3FF8-4D77-A92D-4E7D1235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" y="35075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78B06-C2FC-487E-9D19-33F3B4BF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" y="35075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C6A4B-967C-4139-AE1C-2C68F510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618" y="38133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C8DEA-7B04-4A70-97B3-B28CCCB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618" y="38133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32E71-FAA0-4F59-9D7E-45FD4B3B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016" y="23542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A3D40-A6A3-4532-A6A0-7B0AD180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016" y="23542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7ABB1-8B60-45D1-A12A-E748B155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386" y="29480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17B33-CE2F-47AF-83C4-6C0A796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386" y="29480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B8C04-EFCC-4957-8181-7CFE575C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210" y="43535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C9075-3901-4196-8DDA-767C858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210" y="43535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7AE45-771E-46A8-8798-ADD7D2F5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4" y="31456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CBD4A-5B9E-4F16-BC7D-9FA7793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4" y="31456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622FA-288E-4A62-BF61-B1B6BDAF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933" y="44115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A4922-CD95-465F-90F4-E5282089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933" y="44115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81D60-A66E-4AB0-A1FF-6EAFC35A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299" y="25428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12936-9AC4-4308-B779-26253C80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299" y="25428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765C5-8D0B-4E76-A8B6-3EF1229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968" y="34979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F98FE-6CED-4A50-9271-B27A490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968" y="34979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B9D90-2330-4274-B2F9-8C7DB3D5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36" y="24200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70772-D601-407C-A77D-B1D872E2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36" y="24200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419D2-0E45-4787-8B63-D8644B29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54" y="42174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66CC0-E05D-4C67-AD87-8F1F9BB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54" y="42174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14E96-1409-495C-A764-E301101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823" y="29596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005D1-3C53-47C0-AE16-9975C8EC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823" y="29596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8D4C2-28E4-455D-827D-0A443BF9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52" y="36324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86B17-5722-4ED4-9860-5F521C6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52" y="36324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39FD7-B386-4404-8AA4-C9C4C72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37" y="37810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542FA-95E6-4EC2-AF4A-D60D8388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37" y="37810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D3289-47D5-4CFD-86D7-97223FE3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699" y="3726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F0D37-9ADE-4A2C-AC65-1D738510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699" y="3726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8930B-7D8F-4BC6-8A54-CBAEF65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98" y="22596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71E74-9303-46EA-B62A-69C4B619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98" y="22596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63886-8E72-4239-8392-F4AC544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183" y="32673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BD935-2723-4604-853D-DB4B4A56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183" y="32673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3CE2D-F610-4F79-B36C-36DB04A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710" y="58805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62344-DD64-4E77-B2B6-40672D6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710" y="58805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1CC7F-B61B-4C3C-A7CF-00BC75EA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998" y="18075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F5155-85EB-40FD-ACC0-8E01FA70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998" y="18075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2137B-2693-4204-9003-9C782F3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928" y="40844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9C919-0346-49C9-A34D-4377B997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928" y="40844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FEB22-F32D-43C4-B8F9-97B4F426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37" y="24207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8CDC4-0E92-4BDE-8459-4FE6DFD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37" y="24207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9237E-EF06-4E08-9BE6-58F0951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69" y="47569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A1FCB-7D95-4C02-AF98-51835FEF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69" y="47569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7C978-96E2-4B51-924B-6C55124A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41" y="32336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03FCA-B83E-4738-918D-B81B9F2C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41" y="32336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C017D-4207-46B3-8390-123E984C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059" y="36018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54614-0D8B-4166-9018-7D1E6E92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059" y="36018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413D0-2DCA-459A-A358-DE6240CD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88" y="48325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D2E67-B6E6-48EB-929B-03C85257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88" y="48325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B9B26-83F1-426B-96E9-BDD5B1B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850" y="13339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6488D-2DDE-4728-9974-8F0927EA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850" y="13339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05FCB-14F6-484A-B828-30F6CFA8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241" y="17275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8B76F-CB29-4E0F-BA31-20BBDC9A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241" y="17275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0E4C3-1932-4324-B046-3FAB480E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884" y="39101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77A50-0962-41AB-912D-69D3721C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884" y="39101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AF959-32C2-48C4-BB7D-BC9945A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42" y="43848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44585-8DB8-4995-AD67-04546421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42" y="43848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59791-30E0-41B8-849D-7CC3F403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401" y="38271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6243D-D9EC-4817-AFD1-E27A127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401" y="38271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2C257-021B-43C3-9221-F645634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1" y="42392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4CC17-9209-41AA-8396-BC4715D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1" y="42392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7EF38-36E4-47AF-86DE-BBF5FDFC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20" y="33569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8BED6-24BE-4888-8BDD-1B87857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20" y="33569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7617B-70B7-4E67-8993-F581113A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89" y="32202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2A4E1-722C-4006-8970-995029C0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89" y="32202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93B1E-7027-45C9-97BA-4231C77D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6" y="33837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13082-A3FF-4A5C-8417-D443DD35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6" y="33837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9BC52-6EDE-434D-A9BE-B437AB7E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514" y="20710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874C2-B4D7-4C45-84EB-BFC1928C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514" y="20710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76591-2F73-4668-B031-D340D62B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49" y="33041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F9D64-2D88-4E52-A66B-FA34BEBB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49" y="33041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6C81C-39B2-480B-A8F7-974E6594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56" y="32698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21E6D-36F2-4404-B2D8-79D3077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56" y="32698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E2430-F0E4-49F0-98D6-3E5EDC1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77" y="30327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82D35-92CD-4545-A72E-E7F2098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77" y="30327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86477-1A75-45F0-A81E-E8286C9C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61" y="31421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E4290-9B18-4BB0-A3CD-CB129161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61" y="31421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4B68D-D640-476B-AB17-91E93BC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259" y="29267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B913B-E5BE-4A89-8829-8B2909E2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259" y="29267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14D57-F987-4414-8B0B-6A81CF43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314" y="30412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9D876-D270-4287-A1A6-21BD5D41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314" y="30412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BB47F-C8B7-4E8C-ABA0-D9D7C5DA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452" y="49931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E554E-AC97-4077-98A3-BF2C46B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452" y="49931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78C93-06DA-494D-98C7-E745C3D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53" y="32616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50C99-F4AA-46B0-945F-5475E346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53" y="32616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52EA9-395E-4222-8E21-6C978235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862" y="3587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9F55E-9721-4DEB-B894-78ACB907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862" y="3587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9D367-2193-4D77-AA63-677AEA86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928" y="3552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7C423-35D0-44BD-B794-BB06393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928" y="3552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E7369-5DAE-422F-85DE-55AF44AE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81" y="39055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648F5-ECC5-4EB8-A7A8-655C0DD1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81" y="39055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ABED1-A624-4B7A-942F-FBFCFB69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394" y="38806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0A5C7-DC69-46D7-A280-39284EE1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394" y="38806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04AF4-DE4D-445D-A50D-7252FE6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020" y="40619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5B9F9-5996-4DE4-8DCD-052B887E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020" y="40619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3ED47-E9BF-478F-9412-4ED236D1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15" y="35100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7809D-29EC-4E42-B1A4-5E82220C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15" y="35100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5BB6E-6A9C-481B-B6C9-9E76BF4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97" y="36759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2E034-E65F-4397-88A6-58067AD3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97" y="36759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7CBBB-7280-4B41-A462-2A776F14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43" y="28842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E87B63-BE73-432B-85D5-3E3F974B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43" y="28842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B39D8-14A3-4216-9D5B-FEDBD9E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91" y="23073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43B32-9BA1-425D-B322-2CE1CCB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91" y="23073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2E0F4-ADE3-4511-9295-DB944472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996" y="34275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2AC03-8C18-4008-888B-ABA67EEA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996" y="34275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693DF-0C7B-404A-BBA6-9C0001E7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86" y="37929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078A3-0543-45F2-9CB6-D431F6DD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86" y="37929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5ADC0-996E-4F4A-A309-EB40790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284" y="33755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BFE49-3734-4863-B96F-0C5A38F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284" y="33755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5EFB7-E427-4AAD-AD8A-D72D2EF2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164" y="23577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E0F5E-D903-4F69-8433-C1A4EF8D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164" y="23577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34FCF-0107-419D-B9B7-DFDA528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095" y="37903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AF438-E086-4920-A716-9B082C4C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095" y="37903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7D293-C346-4073-8703-5249AF9A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050" y="16902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4694E-BD78-46A2-9308-62BA5F57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050" y="16902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1D3F1-639F-4AF7-B978-1548E9F3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92" y="35188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A0AEA-A0CD-4293-AA92-607DD63C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92" y="35188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F1BB3-754F-439B-8CED-8832CFFB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628" y="45645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32B0D-2D78-4142-B9E7-F37AD6B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628" y="45645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D7E57-0844-45A7-B0EF-26F81764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324" y="33062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BE692-8F85-4FEF-943F-803F1B00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324" y="33062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36ACE-F90B-4F6F-82C8-3B6B5F6D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03" y="44670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FD9AA-34DB-41F8-8245-00D65DC9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03" y="44670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93155-71B7-415C-91A4-CFF766E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254" y="63029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E23B3-C303-4B4A-A7AD-13CD468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254" y="63029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184F1-958B-430E-A3FC-D4926EF2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013" y="38874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30F25-AEE1-4114-807F-5E7251C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013" y="38874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CC7DE-540F-4CED-81E4-B3CB8011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55" y="33896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27BF6-C6A8-462A-85CE-01579FB8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55" y="33896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D1E97-3622-4233-AEC7-88BBD8A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7" y="29033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DDC90-DD16-417A-8E13-78174A1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7" y="29033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598B8-D827-4C82-9792-BD48A54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660" y="37086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B6AB0-FD59-431B-8378-86870D0C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660" y="37086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54137-E2B6-49FE-B9A9-79CC0A35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712" y="44604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D763C-9F7C-4BE6-8C88-A7000F0B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712" y="44604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79030-564E-41D4-BB9F-6823AF61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747" y="34765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5BAF2-2342-48AA-AAF1-688BC7C6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747" y="34765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C58AE-CC4F-4693-8F83-12912C3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90" y="43178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D6546-412B-401C-BA36-ADF0191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90" y="43178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4DCB0-48B8-436A-96C5-181ACB58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56" y="35628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AABB6-98DF-4FCF-BF9B-D24ED5E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56" y="35628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F3C0A-C231-48DC-AD2B-3710878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44" y="37631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34E6A-D00D-48F3-98FA-3FF3540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44" y="37631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DD69F-6719-4D75-B237-DDCE63DF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67" y="37477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C889B-06F1-4688-8CD1-D03A1AB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67" y="37477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03E76-D833-47B1-9567-6476B21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47" y="36088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B18A4-F9F9-47D4-8750-BB25E27C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47" y="36088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C7957-ABBB-43CA-97D8-8DB643AE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295" y="47357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C1231-9B48-4D07-AB0A-8866A9AD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295" y="47357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AB961-83C2-4CC7-BC2D-D9DB8E4E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16" y="41729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DDA69-B4F6-427C-B221-69AA2FDB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16" y="41729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8B7CF-EBAE-4974-BB69-72D0EC5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26" y="57457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2F316-CF7A-4229-B628-B1E80F32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26" y="57457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CF4D9-E431-4869-A7BE-E632FE76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260" y="32541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0C097-6F05-4461-A0AB-9B92DFE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260" y="32541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2A87C-590B-4E4E-AEAD-E5E8DB82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766" y="43758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8798D-F78E-469E-8D7A-14C41ED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766" y="43758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53517-1EEA-43B6-9A1E-634B4A5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85" y="49048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41E62-0665-4C10-88D7-4343B907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85" y="49048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85ACE-649E-426A-829D-9F884875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163" y="57250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63CCC-5AFD-4354-87D2-E0B9FA4F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163" y="57250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E58C2-61C9-4D96-B3D0-15602928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990" y="39288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7E037-EC4B-4F66-8A86-F4F141AA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990" y="39288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4704D-5428-4109-9076-3D1E7D6D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07" y="23653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07F43-DE9E-45B0-B1F9-584210A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07" y="23653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B98B2-F132-4F54-95A0-7655A3C9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2" y="35268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6C29F-F982-4A82-8D61-7E0C686C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2" y="35268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303A1-5584-4782-BC91-2AE89825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778" y="23780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63A11-281E-4F2F-A785-5158914C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778" y="23780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0EE43-C336-48B9-ADAB-9109326E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405" y="55618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09836-2425-420B-970F-B42DC7A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405" y="55618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EA8B1-530B-48C2-A0B9-23511C81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477" y="43803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FBFD3-7F08-42E0-82C0-5520036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477" y="43803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83D6E-C511-4CB8-B0CA-D01C787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98" y="53489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181DC-D910-4C4D-A344-3175412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98" y="53489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DE319-0DF8-492E-A3E5-4BE1133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76" y="31067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1187D-2342-47EB-B500-5BAEFFC4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76" y="31067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D3990-D38D-4304-8EAC-48DE6B9C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5" y="31181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93634-BEDF-4237-9C2A-93D75C9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5" y="31181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F7004-D466-4894-BD1F-36AF7A65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201" y="44463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22FD0-7D34-41DB-8351-023C95F0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201" y="44463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69DE4-792D-4C37-9611-2C7AE679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942" y="41083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F8468-E9CF-4DA3-84A2-9777137A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942" y="41083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D73A9-0076-461C-8E93-00637FB4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933" y="44918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F027F-D2CD-42DE-B996-03F22028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933" y="44918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059B5-D810-4BB9-8329-D9E616A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98" y="24142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0F20B-5B8D-41F5-A506-B416E321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98" y="24142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4C125-FF59-49BD-A6B2-6A15CADC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126" y="42430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86014-2851-4DEF-BE90-D52766B4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126" y="42430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56996-325E-4EA5-9499-B68BE70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92" y="38575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6D274-1629-42E8-9F2F-0C36D5D9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92" y="38575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CA807-A751-4B46-957B-4A689223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477" y="43946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18324-3810-4FE4-89D8-BFDEDE6B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477" y="43946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71310-405B-4B54-A218-0EBD8596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412" y="38619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26581-3ADE-43C5-8319-949784A9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412" y="38619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52AD3-328F-4AF0-915A-3F95354E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08" y="44685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0CBA1-8576-4303-B92E-9038318F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08" y="44685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58CF9-677B-4A22-B9DF-CFE9D227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73" y="39403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E7807-83B7-44D5-9F42-CE903A88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73" y="39403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A5D38-ED6F-468C-A3DC-F464498C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754" y="38309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D2857-DE1C-41F4-A064-E9536EEB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754" y="38309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5F77A-8A5A-424F-A8BA-42272ED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50" y="34292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D2D3C-19CA-4745-A7C1-A2BA9215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050" y="34292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C610C-901D-4892-99B1-A2C4AA7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384" y="34194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8E858-DF80-4EEC-BA7C-404C084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384" y="34194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B8DF7-BB88-4317-80C3-DEDFA82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725" y="33791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F1C35-1403-42E2-B17E-25506D11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725" y="33791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F6B7B-ACB6-4DF3-B253-7310D6B0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898" y="35142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D9F80-E047-4D2C-A165-1960FFF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898" y="35142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CCBB5-8EFD-47FC-9BC9-BBC4904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239" y="34074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9B8C1-2CCB-447B-AACC-7B121DAE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239" y="34074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C9028-126E-4045-B6AF-F1F9E16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588" y="38376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53950-67AE-4752-82AE-5EA16EB2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588" y="38376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1D772-BE10-413B-9708-206D7ADB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021" y="34792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6560A-0FCA-4FBD-9848-4628C35D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021" y="34792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3BAC3-0CF9-4827-9BA3-7F93575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648" y="33604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2A081-F5AB-4BBB-810E-C0BD9DA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648" y="33604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A65E7-A6FC-40EB-B24F-03D6917E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340" y="36989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7ECA3-446D-4D64-96B4-780A101B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340" y="36989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EE83A-68A5-4E53-AF4F-A1E25756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39" y="44649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AC35F-8E0A-4A3C-8C40-3EEABFCE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739" y="44649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4DEB5-0A08-45EE-BDE5-0DED46C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2" y="3470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AAF1B-42BC-47C9-AFF6-ED4615B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2" y="3470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57BD4-1FB4-4B7B-81C3-71E5128F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244" y="36615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6666B-B855-40BA-9CB7-6C143AD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244" y="36615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05A79-41BF-4F19-AB85-E91162E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209" y="46793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FCAC0-7DD8-433E-8870-8C47289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209" y="46793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40E11-4C92-42A4-8AFA-030542EA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53" y="36642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C1080-E261-4191-8891-D8F9E09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53" y="36642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754E4-33D2-4581-B392-FD220C35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43" y="36451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378DD-0134-471C-B23A-A9A9E2F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43" y="36451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6226C-F0C9-4C4C-89B6-F403A0A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643" y="24739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1B153-C32F-479A-8DEB-F2B3D86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643" y="24739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76243-8484-4548-84AE-F14DB4A9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45" y="24401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80901-47B7-46B9-9DC0-FD94EA6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45" y="24401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235AE-D543-4329-BB3C-B68C06B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70" y="40449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94D70-B01C-44E6-ADDC-5314DD0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70" y="40449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3BCD3-B607-4ABC-80DF-54BB98EF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048" y="55426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CAE8B-4360-433D-BE7F-7C6E490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048" y="55426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74521-9C09-4F15-891F-B0D91A2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97" y="35392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1E9F6-27DF-4C54-902F-5BAD9678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97" y="35392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7D9EF-395D-43E7-B020-7BE7DD2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625" y="30054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AD25C-06B3-415A-BDD8-B625F83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625" y="30054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EF141-F024-4906-9D5C-37DF166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97" y="53025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FE5B6-E890-4DA3-A385-EB6F9808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97" y="53025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18114-81BA-4B1E-A426-2D8268AE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78" y="34955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8697E-5D03-4F88-A250-30669910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78" y="34955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2002A-021D-409D-B8C9-0EF1E9DE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198" y="38826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5806B-FFFC-470E-99DA-9F20FAD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198" y="38826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B687E-EB4F-4046-8965-09DE359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73" y="38787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3E95F-CF17-4DB9-A4BC-08DE189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73" y="38787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DC69B-F7EB-476A-A083-0257575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112" y="25763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3D0C1-5866-4546-857E-FC7D40C2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112" y="25763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EEDC0-E26C-4BC1-8366-4D68C8B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783" y="38885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C5584-D916-4042-8E55-4683E2DF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783" y="38885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BA549-5E14-4A10-88E7-4A1E13EF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7" y="39068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82676-AD41-449B-BDA1-7F0C8FE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7" y="39068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C99E0-540A-48FE-9D65-BF26CB1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58" y="23696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E350A-CC5C-4868-B1F0-F9D3DC80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58" y="23696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73C6D-AAB3-4233-9D2C-4CCF8F27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174" y="3201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6347C-6B1E-4D5B-AD67-B53608F8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174" y="3201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B1CB1-0973-4972-97D0-C9B6A9EE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38" y="23269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2FAEF-57D2-4C46-972D-8000B69F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38" y="23269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B441E-397F-4867-B503-FFE3889B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42" y="40272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4FDCA-F902-4AD8-AF88-34756F84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42" y="40272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ADBE8-13C6-45C8-879F-CB8C174A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305" y="29464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7B929-32A7-4E73-8809-87AA3765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305" y="29464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C5B52-FA62-478E-B90A-45152BA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311" y="23288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3C058-525B-447E-9635-B9B1948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311" y="23288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E2097-2CCC-49F4-B818-75462D9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906" y="29537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373B7-7C11-4EC7-8B97-86F0073F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906" y="29537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60409-50AF-45A9-9EDB-E0F6316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393" y="38491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050C4-B07C-47F9-A16F-ED000F9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393" y="38491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6E6A3-9E87-40D3-A228-2F795C4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38" y="38583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7180E-4BFB-4B49-96B4-11DB7751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38" y="38583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8CD87-F6E6-4C91-8FF7-992C2777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34" y="47399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10AF8-6E4A-4641-8D4A-C6A6833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34" y="47399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6E89F-50F9-4B26-8DBE-922B875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346" y="44169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437E0-AF11-4A5A-A065-446A123B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346" y="44169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A4169-D691-456E-9DCB-1224C0C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855" y="42759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37E95-EB59-4F50-953D-D0456C55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855" y="42759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BCE18-1B0B-4BC6-B5E6-CC0BFDB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853" y="51856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E8BD2-DD58-42ED-AE0B-C8EEB643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853" y="51856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1A5A7-C406-4434-8494-548FE430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39" y="43114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1DFAA-790A-4E98-BB4E-702C2F90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39" y="43114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82298-A34D-4133-9DDE-67DA902A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0" y="29180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6780D-9F83-45D6-BB91-D5F6180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0" y="29180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EB9B8-78F8-473C-89EB-CF3E700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85" y="39194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194F5-0AC8-4B30-8BE8-63F2060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85" y="39194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88217-8B2E-48BB-9E85-4D246A27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32" y="27706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44D6E-85C0-4319-A39A-92E968FB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32" y="27706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9FB13-CA7D-4B7C-AC55-86DDE1D5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887" y="52444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F7162-E7DE-4CFD-8437-753DEC90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887" y="52444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06821-58DE-4282-BA46-D9642DD3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27" y="34329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8C1CA-D193-4187-9F1C-4191B664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27" y="34329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DBB5D-F298-4133-AF3E-BCE1BA2D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0" y="31863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50639-809C-4839-8C15-C5085D3C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0" y="31863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8ACBD-7181-4329-A42E-C4CB468E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95" y="40415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9C5A9-E38B-49DD-9069-D512B81C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795" y="40415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84FA1-6635-4994-B6F3-7B3B2D9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854" y="44170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6A006-C055-45A7-B67D-A1D6ADF4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854" y="44170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6F173-2D71-4804-97E2-79D0B571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21" y="57498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1A5C5-DFBC-45E7-9BA4-DDC9648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21" y="57498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80C37-07C4-445F-A08F-D9FE9D7D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52" y="42193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5BCE0-DA34-43D7-ACBE-222B8643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52" y="42193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65926-31C0-4DE6-A590-3BBAE5E3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9" y="43758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FE24E-BC58-49A6-8010-AFF960A7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9" y="43758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838F7-7698-4C2B-B798-AD528FC8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439" y="37609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2B1FF-81FE-47A5-A495-A73F717A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439" y="37609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E81C9-6118-462E-B7CA-09C6A34D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825" y="53276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000C3-8590-4C3A-9AAD-5E7E387C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825" y="53276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CA9A9-44BA-4DCB-B7E1-1F3FF9FE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13" y="47168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2F236-4CB2-4AFC-8A0C-123664AA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213" y="47168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96138-C0B9-448E-A2AB-7397C39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035" y="51453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DD27B-FB78-4EC0-B472-A7E709D9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035" y="51453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B8694-D6AA-4963-8C01-0683DC7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72" y="33060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67CB0-8CF5-4F6F-B888-FD8691C0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72" y="33060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CB149-7C64-45A9-9C8E-022CDE63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08" y="56240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A077B-E17E-4E93-B3BC-CF3441FA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08" y="56240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15CB6-DEB0-4EEE-A897-69AB6731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701" y="50466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8BBE0-0107-45EB-A413-99972A4B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701" y="50466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F099D-75AA-4D25-8783-67BA9135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55" y="40389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9A5B8-D0C4-4BE2-864A-9D1B2E9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55" y="40389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7BF4C-0EEC-45CB-94B1-64160336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106" y="41309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71761-E86E-4D91-BA5D-7A68310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106" y="41309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26ABF-FC04-4718-A5E2-0E096B69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967" y="24628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516D7-5DF3-4F80-9E73-1246E5DC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967" y="24628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947F6-AC02-4AAA-8AC1-3D00B6C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3" y="37869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28D92-08A3-46ED-9E67-650E89D7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3" y="37869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A2655-3D60-42FF-8193-4D025D0C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270" y="41300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AD30A-F6C5-4AA9-B38B-34D6FE17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270" y="41300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3F5AF-30F0-455A-A518-6047340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312" y="27757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7D52E-AA5E-4B27-9BCA-248A6B2D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312" y="27757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1074A-08CE-4B84-AD6B-9439D4AF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45" y="34734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A43E1-4FE4-4A7B-BEA1-6ABF2086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45" y="34734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F86EF-9C83-4FCF-9F65-297F252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00" y="33191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E70A8-1EDA-4E19-B744-A09732FC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00" y="33191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E2E11-5819-42F7-B09A-81E6CBFD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139" y="43067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098B4-15A1-4387-92AE-074D8915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139" y="43067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561A7-D540-47F0-A918-00EF2942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285" y="32835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B202F-E203-4B5B-8933-187372F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285" y="32835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38395-3D3F-4905-8640-B851A4E8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89" y="33424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B674D-DCEF-4B9D-B11F-FD80480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89" y="33424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C0EDA-619F-4E2E-B56B-337A7BB4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325" y="41088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CEF29-9C68-4EDD-B66D-FFE0578E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325" y="41088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5964D-AF61-483F-A9B3-35CC9CEB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94" y="24024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D4C12-82B8-426A-8667-AE83738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94" y="24024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B5F53-1BFF-4AFF-B9EC-F60A9A02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048" y="29069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D1A5F-0166-4478-832F-FD2DB812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048" y="29069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350EB-4091-44A5-B878-90861C54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720" y="43064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1638A-4CB3-44D3-AF92-40E96B5A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720" y="43064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BB9F5-A5CB-49D1-A056-ACA2E827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42" y="37956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2C292-5297-46F0-AEEB-A4A2E177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42" y="37956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785C9-AA35-4192-9B5B-34B7F830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248" y="48009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24DCD-DB27-491B-AE0D-98C03D0D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248" y="48009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D632E-C19B-47C9-BE03-46683351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444" y="48009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1AB7D-2F6E-477F-BC22-09B888CE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444" y="48009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8C18E-0080-407C-8CCC-54DDF740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597" y="36331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3158B-403C-4FF8-968E-44460EFF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597" y="36331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5731F-6E5D-4B36-80C0-A7D8A02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516" y="47798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44DE8-07BA-4399-97BC-C02E7AB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516" y="47798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F06C9-ED57-4980-99D6-FE6883DC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45" y="48008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A0C5D-9D08-4967-9020-093A98A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45" y="48008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324E7-A9D8-41D5-A917-BFB160A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70" y="23421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5B25D-B872-49F7-904A-F8FAF91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70" y="23421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54D81-A17F-427E-A7A6-D484F284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6" y="50390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95C12-2FF1-4660-A95D-65389F09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6" y="50390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91AC7-A07D-4744-B904-A7C88852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01" y="28643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3FE48-C2EC-479E-B2E5-5B563D4D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01" y="28643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96FE1-72DD-495A-998D-192FA45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330" y="47307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8F266-42B3-409C-A98A-0365997F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330" y="47307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8B980-C50B-4300-B6F8-36D4B10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256" y="44111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5547B-E6C0-4267-BCEA-69BC828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256" y="44111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C703C-5806-41A7-BE02-B144502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94" y="58211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F9314-0223-4286-9B04-3A560A9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94" y="58211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1F3EF-715B-4EAF-ADEC-D61AA898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15" y="55551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8ABC3-6FA3-4281-B899-D28945E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15" y="55551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BD497-7323-409B-A4D5-D5C757C9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54" y="38801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3C37A-4676-40B4-9C70-DAD9A57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54" y="38801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475F3-7BD1-41BF-86C5-963E987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37" y="54231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4D133-A866-4710-A516-85760A8B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37" y="54231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F40F5-388D-40D0-B147-F28B6A0B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54" y="56507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60341-C570-4013-9BEC-D9D952C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54" y="56507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B2EA8-E6CC-4D7E-B10F-BA4D738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47" y="33254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56248-3316-4FA4-9E7C-0FF5792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47" y="33254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F565C-BE72-483E-9C7F-E2F4B75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998" y="57008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25DC2-8AF8-4BAB-9669-379A992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998" y="57008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7E3CD-1C5B-4CCA-8DF0-F10B7F9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02" y="33590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4BE10-5CF2-4EF2-B321-BB3EFF1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02" y="33590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43AE6-F457-4B75-A611-8EC5B835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162" y="37560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30414-79F5-4128-9BE2-94F3D140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162" y="37560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F5060-9774-4B2E-A29F-0F38FCF2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75" y="28583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423B7-425A-4F3C-BF4D-A78A9BF1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75" y="28583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84F69-831B-4F9F-960B-76AEC081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8" y="38893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7ACA3-C148-446F-8AB6-FE65B49B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8" y="38893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962FF-BFEF-47BA-9D0F-AC3D81C5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0" y="29180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551DA-3C56-48AE-B806-99AE0738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0" y="29180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12FD4-A22B-4C52-B82A-8AB3D26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596" y="49744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75F80-28F4-4F4C-885E-AD2D71B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596" y="49744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4D0CD-C194-4ED7-99BB-7BFFF3EF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819" y="35223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96B45-22C7-4464-BD31-2A9E1EBC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819" y="35223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F8CBD-6E89-44B0-AEB0-FC882CB5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326" y="50380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DBFBD-A617-4D86-AFCC-F51005E8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326" y="50380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17159-020B-43A2-8BF2-C6880EF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596" y="45281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1AC27-328C-4F02-969A-4DC93C6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596" y="45281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4961E-3137-400F-97FC-166EBBF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781" y="29354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11FAC-FC1A-4FAD-A901-C33881AD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781" y="29354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269FB-39CC-486A-B059-E8E4836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62" y="60344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B7EC7-DAC1-408B-A3F5-624956F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62" y="60344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AA43F-13A3-4E66-8921-2706B7F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8" y="39858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7F6F6-8CC8-44E7-A99A-ECB1705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298" y="39858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0335A-C52C-4881-851D-7C748E0C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645" y="40325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26349-1DF4-43BF-87DE-60DE5F1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645" y="40325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80A80-2455-4009-8370-2C5240E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80" y="38824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70725-7BA9-4536-88A7-2EBB8EE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80" y="38824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98345-A663-49E4-9AE9-8AB058B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77" y="52430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CBBF7-55E5-482D-8192-18D6050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77" y="52430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481B3-2703-4996-80D2-F9115B0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39" y="51882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35E1C-2416-4D8A-AE1B-53B34F65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39" y="51882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2B0A2-4758-48B0-9C9F-C2FF0ED0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68" y="44334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802A3-6260-41F3-91B3-3470D93B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68" y="44334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DC2DA-062D-42E3-BC45-95DEAF0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40" y="33610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3111E-BD29-4342-9B59-47D7943F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40" y="33610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F46D3-269D-4F0B-984F-B42472A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75" y="37995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8A4C5-E4B4-4278-BBA3-EC89DE35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75" y="37995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98985-8CF1-4D64-95AC-62CD273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307" y="63164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44273-0C0A-4653-9D6C-A9141158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307" y="63164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31909-6A8D-47E0-8233-744D981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436" y="4293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F1DEA-FA8A-453C-A8DB-0C2BFA9C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436" y="4293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49257-FD12-4451-9D42-C4BD08E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594" y="35825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6A619-9BE3-4B94-A968-7668380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594" y="35825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95A54-8784-4932-965C-A025010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55" y="26202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A832B-6C66-4DB4-9247-DD0E02E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55" y="26202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D58E2-B804-4C65-AC6A-52302EF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21" y="33471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24820-C40D-4376-A3A2-D7915171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21" y="33471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DE044-ED47-44ED-9434-B5E0927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667" y="54126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67808-F4CF-4B1E-9A7E-42615E76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667" y="54126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01C38-D632-484A-AD58-8D3F2DD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757" y="42964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C3144-7D98-403C-9ADB-E0A380A8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757" y="42964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CCFEB-BB07-4123-8F0B-47F059FB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237" y="32746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E003F-6F30-4C79-8727-FC96A0E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237" y="32746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F2BF3-41CE-4E17-9897-9AAA2BA1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007" y="20444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C4169-F2D8-4869-9AAE-52BAF77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007" y="20444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7FF92-E0D4-486A-B727-B8771C9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09" y="35778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FF194-327B-433E-B614-217220E2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09" y="35778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249F1-EB52-44D6-BC3D-5143376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74" y="24851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27934-4E09-4046-A2C4-0D3D358F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74" y="24851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B8842-2515-49B8-AF3E-ABAB9EFB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002" y="50961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759B3-0534-42A4-AE40-7350349E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002" y="50961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E47E4-2B27-46AF-B7A4-0346FA2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686" y="37877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CD6D2-5E7D-4E29-BBA3-D1B9BDC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686" y="37877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C6308-4F4F-4DB9-8F98-50CE658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303" y="33589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820C2-E401-4BC7-AD67-15FF6B5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303" y="33589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5818E-7273-4CAC-A091-68A042F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271" y="36710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C7B98-B058-45F2-8B44-BD68FB85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271" y="36710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08E3B-86E6-4D5B-A3A6-4896687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689" y="30828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B4D88-A29D-4BB0-AC42-DA5A0AF4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689" y="30828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BEB36-D490-42B8-B963-5352706C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84" y="51038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5ECE2-8D7F-4B7F-995D-65D9C0E1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84" y="51038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1ACCB-C6DF-4838-9570-0EE7D84E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29" y="37964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0123A-5E2E-4F16-9E1B-6AFC10E3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29" y="37964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EDA12-1457-4062-A3D7-77F3D355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77" y="35899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98B93-6073-47F9-B714-BF6817DF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77" y="35899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B300B-9A7B-4F2B-90E9-1D990A9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730" y="35499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8FEEB-28C1-4EF3-9BAE-6CDC4D17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730" y="35499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94A99-5543-40F0-9E6D-BAAF7E9F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397" y="41574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D4A5C-88D0-4748-B842-7BDFE0C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397" y="41574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4C6DA-DECB-4061-A634-DE128435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658" y="51453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8BFBD-55B4-4B61-A470-47F204EE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658" y="51453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338688-91AF-43F8-80A9-8BB003BC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51" y="38973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F22CF-7D19-4860-B4B4-5256EDE1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51" y="38973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E3AF6-F3DB-4389-BA0F-8E624D89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00" y="34350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755EB-C93F-4282-9B4B-006775DC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00" y="34350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754B8-E968-468B-B3D3-2C4BA7D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924" y="63667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D6F08-0805-47BD-8FCC-6960FE4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924" y="63667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75818-21F7-4FB8-BEC2-99BABD1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79" y="38271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D1297-1A74-4BA8-B66D-747BA53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79" y="38271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B8CB4-55C7-4BC4-BA97-4BF0BD9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507" y="47818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AB8E3-D383-4CC6-9EEC-A9A768E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507" y="47818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FF16B-74FC-4FEB-9A45-1260E343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037" y="41211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50C8E-F548-4CFE-A19E-DCC52857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037" y="41211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03D31-BC3F-4411-947C-5952AAA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11" y="43639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BE230-7B27-4D98-A6C5-58CA5C0C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11" y="43639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21E4D-CEC2-46CA-A237-345969C9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351" y="31398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3F571-9A0A-4631-AE38-841AFED5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351" y="31398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43E21-AA03-49AD-A3B8-CBC32C01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16" y="14890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AC963-3914-4BBD-B464-D8DB6A1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16" y="14890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2985E-2089-4632-9BC3-1C23642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532" y="37509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806CA-9A7F-461B-9900-33F9FE30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532" y="37509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C3728-6575-4486-AE24-27F3356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427" y="31461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89198-B8A5-4B30-BAAC-A1C6A4E8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427" y="31461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A803C-6131-4961-B1DB-43CEC492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917" y="49137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64072-9868-439C-8483-D45FC1B5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917" y="49137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78BEF-1444-4A44-A807-E67B121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45" y="35505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A7A21-BE40-41BC-A6A3-423ABEB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145" y="35505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C0E9F-8D19-4696-BF99-B1B64CF1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91" y="42608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ED3BE-C801-436D-AE47-55AA7DAD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91" y="42608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A623F-2F75-4BC9-8F95-6064834B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011" y="29704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30DFE-914E-49D0-9512-D5AAA427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011" y="29704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8926A-F0EB-417C-BDE9-06397C4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658" y="54427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37534-4B49-4C6C-B59D-E5834E2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658" y="54427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6AA20-3317-4A0E-AC43-4E85747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50" y="44128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C6F74-5EFB-43B8-91EC-5FBE8796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50" y="44128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E9D50-D1B1-4166-A4BF-47AE4040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03" y="25697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77CBE-A277-4A6E-8833-68C9FBF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03" y="25697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D43AA-0C20-478B-95E4-936138A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37" y="20357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BF3B5-FC5E-44B9-A983-2B5577B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37" y="20357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A6F24-C908-48CC-9A88-1CDD74B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746" y="20569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BAE63-55F8-4AA5-9B98-C576C57D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746" y="20569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48599-C9B7-4A74-8A6B-FFE9CBD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358" y="38144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9DA12-08FF-408E-87A3-B7DBF60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358" y="38144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8765F-1908-4B01-AB5B-ECC2E43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017" y="12750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159AD-34A0-4CEB-A9B2-AC4C5EA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017" y="12750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7B829-0A3D-4EA8-AFF9-EA0DE83F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256" y="59452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E17FF-C1BF-4228-A1AD-0CE356F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256" y="59452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D31B1-8292-4A54-B275-C2ABDF1B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39" y="42550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94694-A94B-42FE-8600-7967F2E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39" y="42550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45FD4-71F3-417B-AC70-DA05BD14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29" y="38696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70001-65F5-4FDD-B663-1175927B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29" y="38696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A450C-05BB-48F6-8201-0DA7E87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19" y="32613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BFCDF-CE55-4FEA-9C80-6F818B6B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19" y="32613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9B7B7-74AA-4178-8B02-7E81C32F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065" y="37776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ABD64-FECF-4494-9686-0CEA4DB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065" y="37776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BB1DC-E723-4D6D-84EC-1A561B5D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681" y="15437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075CA-5C76-4BE0-9F5E-AEDEBA45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681" y="15437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37814-E3FA-44FB-B32C-775202F2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4" y="33971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26549-EDE0-4E0D-B082-E1E18758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4" y="33971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425E4-D3B4-4E95-9DC7-3C496B19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9" y="32172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2A0B8-62A2-4783-896F-D6CF3796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9" y="32172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37ED2-D12A-48BF-BD7E-1FD0D3A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57" y="51226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7A251-A3EA-41C5-843E-D0C445F6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57" y="51226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86172-77E7-4781-9B75-5E288D1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283" y="36698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01D6E-122F-4FC1-85F5-D7D69FF1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283" y="36698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296AD-11A1-4E95-9CCC-C0DCD62D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38" y="32993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47090-5917-44D3-81D7-0187DF0A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38" y="32993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51E24-C245-4E52-A226-08C82E8F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544" y="49970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9441E-61C1-4B78-9CD8-3A0756EB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544" y="49970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FE106-C7BF-4270-865D-CFB1034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078" y="52108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96019-C251-4E79-A942-8E91B3C3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078" y="52108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12DEC-441E-40CE-B743-2B1994A9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140" y="2410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8C003-BA23-4F8E-9BCA-4CB7812A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140" y="2410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3D750-1EE4-4E61-9AB0-61CA1B38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184" y="1357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CA977-A3C2-4936-A581-BFB81C7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184" y="1357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2E888-951B-4A01-AF26-51464087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079" y="17337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556C5-A264-4F46-8629-26FA61BA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079" y="17337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48506-7545-43A0-8913-ABD6AD7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860" y="15905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68716-1D78-49D9-8AB8-929D8794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860" y="15905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B4269-B72F-425F-8C7B-871C31AB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77" y="55410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53403-619E-416B-AC4C-DF5DA90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77" y="55410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B487EA-7173-4CED-A635-3C85D1A8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122" y="48948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9EA95-74A8-4BA9-AFF7-3C79D21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122" y="48948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CB9B2-AC03-4FF5-8050-DED2835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234" y="50588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1C579-71C7-4800-B6F7-1FC90181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234" y="50588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5AAF2-E2CD-4CF2-A8B1-051E479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833" y="23808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59444-0D43-476E-AC24-CD28E391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833" y="23808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5148F-5827-4F1B-82D9-26D6138C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31" y="41705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02C6F-27DB-4258-98BC-4EF7F7A4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31" y="41705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FB621-85F3-461B-BFC2-C80EADF0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55" y="35897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D52C1-41DC-45FA-B614-DFAAF2F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55" y="35897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5DB4E-ED17-4BDB-83F0-5A25962D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87" y="37012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35B78-EF8F-484E-BE2F-151DD6D9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987" y="37012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DDEFD-A4A0-4A24-8DC7-C9DB3893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11" y="36184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D7742-0200-4D29-9A52-8EF459CC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11" y="36184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4360F-3FB2-44FA-A8EC-0040234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342" y="40874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920E3-9E38-42B5-9974-D4598C50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342" y="40874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875A8-272C-4F95-A682-6F7E122F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516" y="58502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19702-7883-4585-B779-E13C9F7C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516" y="58502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6EC38-1006-4274-90B2-08FAD874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134" y="53684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A73F2-D89C-45EA-9706-44C8B271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134" y="53684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44F00-1667-46B2-992F-3A0A6AB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04" y="44569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7473D-0D81-4471-BADC-C84112CF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04" y="44569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79FCC-EECD-4ECD-A249-63A8FB9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57" y="12534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37371-9AFB-4FC4-B5C8-CBBF9C1D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57" y="12534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B0A83-CF8A-4DA4-8831-B35F1992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864" y="38777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BBA90-157A-46AA-9637-A8349A6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864" y="38777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90E91-F8EE-4519-AE28-A276F11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053" y="35361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E0D1B-21E6-438B-B1DF-A8DC82C5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053" y="35361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7D0E8-9D5C-4D8C-9B89-A60FCF5F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403" y="40303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F884E-B600-4E08-A2D7-D964B4A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403" y="40303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CD75B-B0D0-4AB1-9B4A-3681074E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196" y="25005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6E274-EBE7-49E1-A528-91373BF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196" y="25005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CFB83-D7B0-43C1-883D-7A56BA8A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94" y="34347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76076-9AF1-420D-90EC-8864DFCE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94" y="34347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BEBDF-8000-47DF-8076-EFF7DFA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42" y="56013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C3621-A9EA-4036-8304-F8860340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42" y="56013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601B3-A257-4A7A-839C-F4DDEAF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89" y="53535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EE545-AB49-430C-A69A-2027832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689" y="53535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545EB-FEAA-4BA0-88C6-3E7253F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835" y="29836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E68AC-7BBD-4EAC-A7E0-F43B42A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835" y="29836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75957-D7DA-4599-8546-CD207BE9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23" y="49965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683B6-C81D-43D2-AFB3-68E3D84B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23" y="49965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A46B1-0769-4AAC-B639-881C0610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032" y="54377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4D440-DF7C-4525-AABB-23DEF2F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032" y="54377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D262E-4B0D-43C5-B012-6B77D92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34" y="45206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AC60E-81EF-4806-BC22-34158F48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34" y="45206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93852-60C4-4A73-8882-A45AC18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04" y="35313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D4420-58A0-454F-82A9-FBA9BB80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04" y="35313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C5CDB-0433-4D23-A1E3-C02B3474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801" y="50788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EA48F-1087-497B-A5BB-7B97A1C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801" y="50788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5F28D-ED91-4D1D-9249-56BAB93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604" y="51707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8CD75-BB45-40DD-9E24-E8BD8EDD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604" y="51707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F5FA0-33C7-4420-9866-FAAA176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00" y="33119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7B614-57E9-49D5-A3B5-8587BA95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00" y="33119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AFBC0-4898-4934-92ED-7F8BB50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20" y="55800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1D01A-DB05-4F73-9FC2-813E952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20" y="55800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27A64-DA92-4D7F-BB00-C2AEEA02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451" y="35168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D9FDA-F621-4747-812D-4149AEA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451" y="35168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6FD0E-1EBE-455A-92B7-1349B306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815" y="13978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4ADE7-E831-46EB-BCD9-2D56BC5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815" y="13978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B357E-19F8-4953-80DD-087E365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450" y="52836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ADD7E-3F92-45AD-A81B-2CC5CEAB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450" y="52836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6EF61-3363-42F7-B178-BC46A2C8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567" y="48496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C2A61-9E5E-4FD4-8B51-08569810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567" y="48496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34916-D885-47C1-818A-89EA985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57" y="47399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DCAE1-E3D0-401E-8361-F768CB9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57" y="47399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07CFE-389F-4B7F-A03B-F378A5EA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32" y="37488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C1E2C-7823-49DA-A197-98D7206A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32" y="37488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50AD8-6B78-49C6-9C7C-3C95CD8F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8" y="31500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BFD62-4C14-4222-A768-4B997B1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48" y="31500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5F1E7-6C51-4214-9E6A-78BF527C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783" y="15051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81246-60D3-4DCC-B764-E8BDD22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783" y="15051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60DBD-A60F-4755-A4A8-C3902FD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53" y="20845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CB7BE-81D3-45FC-BD85-0C954475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53" y="20845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3D450-112F-4213-91DC-24C79846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472" y="42085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D3110-1CC9-46A4-889C-857F4D7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472" y="42085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22936-198B-416E-9176-BEFEC60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261" y="39707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56A0A-836A-448B-A47A-B3ACEEE7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261" y="39707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00EA8-5EE3-4B60-83D6-48BBEED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843" y="51849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4E4F7-F396-4227-9648-5D5A1763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843" y="51849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DD0A3-4F27-4A6F-983A-C0504A5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320" y="13043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7719C-67CE-4831-859A-4653EB1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320" y="13043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864BA-03EC-45BD-9560-47233B1B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79" y="39002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F7F24-3C9E-4AC5-9DC6-DEC0DF9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79" y="39002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4DDA7-00A0-419F-BFAA-136A8F7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23" y="39751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0AEC0-7A64-4A73-8F65-DB136B40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23" y="39751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FD5E2-24D5-473C-A988-F5E85DD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588" y="35094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AC2B0-0DF2-4824-B8C3-03E061C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588" y="35094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A44E7-2F38-43CF-822D-DC661A64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78" y="50788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DCFB9-D427-4921-831A-10C5736C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78" y="50788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A671B-F71C-4981-A38C-5A434373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256" y="38299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E9D5F-45E4-4616-9CA4-547204CB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256" y="38299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B4EC0-411A-4AA8-B64B-E68B07A0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014" y="48077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2FCA6-BB34-44A6-BE59-69BB3DDA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014" y="48077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CB3AC-A9D5-4508-8314-EB10041A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31" y="36757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39B31-C960-42E5-A156-FADEF1A3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31" y="36757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C3C60-CB54-4505-B9FC-376C0B07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758" y="48973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6811A-5392-4FD6-87E4-E5361A2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758" y="48973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8A1A3-F9AE-4ABE-9D77-18E6A3F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434" y="63817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867ED-C16D-4321-AD7E-41772A1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434" y="63817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B481E-66F1-413D-8D88-AD033244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872" y="37309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F5769-C2E7-4D44-9AED-4F34F0E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872" y="37309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69498-3E38-4B45-B3CA-9E8ECD8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694" y="20016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5F7FC-32D4-4141-9250-8720BE16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694" y="20016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88738-3EF7-44EB-9F91-4D0E3C0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572" y="34789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FED21-C7B3-4C25-8AE5-0383DC0F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572" y="34789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9A4CA-374A-492B-95F8-58A36C7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160" y="53808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1BDD8-E57B-4AAC-9C68-CE8750C7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160" y="53808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75837-01DC-4D9B-8D56-5C035B1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6" y="1723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3375D-5878-478A-B73A-A19142E2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6" y="1723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50103-2E4D-49F6-95D2-74F7400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147" y="47155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1A316-281C-4B64-92C6-A26BFD51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147" y="47155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89997-339A-4916-B09A-A3A7444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63" y="36635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948CB-BA2B-4917-B51F-194C1C7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63" y="36635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8421A-75D8-4C81-AA23-B8ABD5D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388" y="34709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CC2B9-EC97-4EDB-912B-6EC13900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388" y="34709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728E4-E36D-4C24-8EC5-C53232AE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49" y="33177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99F39-542C-4DB4-9B92-9BC1C600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49" y="33177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F7C01-9346-436E-B6E4-154AF4B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910" y="34804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866F9-0708-44F9-80D4-E05C7CDD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910" y="34804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A3AC5-2922-4728-BEF2-1302DCC5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945" y="54329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AE4C8-F3C2-47FA-B738-1FCF5662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945" y="54329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4A803-C015-4DD5-B875-E68BE9C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57" y="54397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F2455-4664-4ADD-A0BD-E1F3CC8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57" y="54397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BE535-04A1-4254-9F64-152068D3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34196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6CC4E-64CA-4A4B-8BF3-8E2CF6C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34196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A3141-118A-47E1-9A18-E8986FD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316" y="33772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18B84-890C-4C6C-85E8-D8257D62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316" y="33772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9FBB35-4168-410E-A610-9BB6308B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943" y="35044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9656F-937F-4B94-A647-EA28ADB3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943" y="35044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4A402-CEEB-4138-A08E-AE683769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39" y="34962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C4BD1-8B09-4819-98DC-16C63C6C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839" y="34962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99D25-0E40-42FE-ADFA-7ECA0A50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952" y="35963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2079F-DB47-4B3A-B87C-58F25CB2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952" y="35963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8BC96-6AD5-4DAD-8F4A-F431849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062" y="4002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536D1-E5D0-4705-AA3C-D19E33D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062" y="4002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8C2EF-9AC1-49C3-814E-E1FCE86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278" y="25850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0B63-B55F-4526-BB6D-1F7A13F2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278" y="25850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63BD4-F450-45E1-8391-5DF1DBCB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909" y="62767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BE4DE-D588-4544-8A7C-7EAE4BDC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909" y="62767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87BF6-DB36-4CDD-AEF5-F7A92ED0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29" y="41890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3DECC-30BC-4E1B-900A-C0651F3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29" y="41890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7011A-F2EB-4AF1-B4EB-C83C671C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415" y="45674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F31AD-24E5-4951-BB07-8D4355B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415" y="45674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7FDC8-1EDE-4019-922C-80D7625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15" y="37010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9DC28-DE62-41A3-9EEF-80E49E7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15" y="37010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C167E-BCFD-478C-8AF4-DC36E52A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224" y="38052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EC1CC-4E34-4143-A62C-8F12726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224" y="38052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FF364-2B0A-495F-BEDF-A922564F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099" y="56487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0B66E-5871-427E-9FE1-5F6BA842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099" y="56487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4495E-E975-49E1-822A-AEB23C3F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64" y="53126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AAA91-0922-413F-A16A-49745C1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64" y="53126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AE14F-D302-40A9-A9A5-A8BF3537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6" y="33091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BA39A-0093-453E-97B4-4307DD9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6" y="33091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F683F-2AA1-4CF1-9901-9E7EECD6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5" y="35768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D5572-94F4-4911-8DCF-1F9D107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5" y="35768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12706-8036-46C3-8CD2-7E09740E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317" y="53025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A8DF0-C039-44DA-8DE5-F16FEC1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317" y="53025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BBA2F-AECE-46FF-96C3-35716B6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565" y="59833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D4382-D36A-47D1-8F46-11ECAD7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565" y="59833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4AAC4-477F-4161-8242-7905723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533" y="53605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59D3D-B854-48BD-9FF9-2DFCBF82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533" y="53605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44E45-A382-4B6F-B2F0-0CC1089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500" y="37695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69339-888F-4A33-813E-E3A57779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500" y="37695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32AC6-2FD4-441D-912D-BBF0270D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648" y="50910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65D9D-4765-4BA4-81A8-32A1A3D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648" y="50910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F97F1-FA5D-4986-979F-F0640C23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53" y="55938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44CCB-25CD-4A49-BB5E-A249659F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53" y="55938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48E6D-4E8F-42A4-A95C-7F27345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985" y="43452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DF2C4-D21D-4206-A2F7-C59D1444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985" y="43452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E26E9-866B-43A7-9434-E786826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" y="53461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A02DE-13DB-40C0-A42C-7BB8B9A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" y="53461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DDA3A-97E3-48EA-8FD1-7DC3D7EC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47" y="31021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305FD-F368-4A63-8210-A09CE11C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47" y="31021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90F15-5C00-4770-8A8F-18DD7CD8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474" y="27982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950BE-C45D-4EAF-BFD3-7CE2C228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474" y="27982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779F7-04E5-4484-AA51-ED2E696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19" y="54725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11E44-D1CC-4E69-B255-A969F78C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19" y="54725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B289F-0F7F-4F8F-AE08-57582AD2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78" y="34202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7CD13-7D40-4CD7-BC0E-C476134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78" y="34202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B82B3-2002-482B-8174-35AE4FE7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25" y="31321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05BED-B926-4A80-8A7A-37E291F1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25" y="31321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525A8-C823-4453-ABF6-5E72C85C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18" y="59010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7834E-B2D1-43B9-8A79-B4EE6AE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18" y="59010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ABB3C-21CF-4EBF-86E1-1C7FC479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63" y="53027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5BADF-1514-4A3B-A8AE-FC3E1C5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63" y="53027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AB114-4372-4DB7-A88F-DFEAB93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652" y="30987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84FF4-93B1-41F4-B15E-A2CCDB4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652" y="30987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5CEA3-C492-40CB-B450-386CD53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567" y="60577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27BCB-31B7-4693-AC6A-B764CFB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567" y="60577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F5C32-BF19-4705-8A9F-818AF6B9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556" y="51015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A6796-28D2-4C6F-A58B-D661FC0F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556" y="51015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3A4E4-3717-4A15-9CCB-3FC8FEE5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980" y="52546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95C76-CCD5-40BD-9D21-F340443F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980" y="52546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72D78-1B82-42B4-9340-5D59ED3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97" y="41147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80995-E732-4C92-BAD3-2C53099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97" y="41147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AD323-DCBE-4C3D-8CD5-E9B8E295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040" y="49651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0527F-EC51-41C8-801F-4C281267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040" y="49651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E7408-B8D1-4CF2-9CE0-679A9646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060" y="34818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37552-3C5C-4456-B9E3-D98519BD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060" y="34818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56CFC-0975-4B40-99AF-B013478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367" y="34881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E00FC-F781-473C-AAC2-659B725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367" y="34881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0A326-8047-4EE2-BB3C-FAD82FF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473" y="38010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73DCA-E5F9-4C13-B98F-F513BBC9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473" y="38010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3F470-AD46-49AE-BDA9-B4DA92F1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754" y="33927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F2B02-84B0-4E63-AADE-0458621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754" y="33927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8B612-D9B2-41CE-9897-7B296857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703" y="38855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21F9B-62D9-400A-A157-F42A8073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703" y="38855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5F19D-15F4-4FBF-9536-70A51661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172" y="14181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D8AC7-3B74-4B28-9B48-831CF67E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172" y="14181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ECAE4-F99D-41AA-8241-B79B94A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34" y="37445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510E1-499C-4504-B42B-1C79DE97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34" y="37445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82994-2DAB-4AA3-98DA-5CCEFFA7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16" y="57333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054DD-2AE7-4368-9841-5175050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16" y="57333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D8D0E-E3C2-444C-A71C-FCC0DB8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152" y="14540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82C88-2FFE-4422-B51D-DB31E114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152" y="14540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A08D6-D107-4B62-807A-8D82A03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77" y="35489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D4824-49B2-421C-8286-A5DA2E0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77" y="35489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4022C-6A6A-47FA-AC78-A007C16C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59" y="16725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7E13D-670C-434D-A1CE-5260A98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59" y="16725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F1CD3-C43C-481E-8441-EDA265BB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47" y="51826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5A691-34A0-40C2-87C4-158172C2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47" y="51826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1910A-F8DF-47F3-A787-97BA431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098" y="33043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39849-A7F5-4358-A1B2-C5A923A7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098" y="33043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8BEAB-C959-49B3-908E-51EFC6E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99" y="37442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3358C-82C5-4A5D-80FE-3C523BDD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399" y="37442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32F78-4750-4FA2-B716-804DC8A5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79" y="35098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8F127-F870-4308-A8AF-9CFE0D44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79" y="35098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AF69D-9839-4038-8E44-AB5B37B2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794" y="33867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29C45-1EF4-4633-A0F4-9CCDE073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794" y="33867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5A2AE-D7DA-4849-BA1C-30347C1C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323" y="50616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D55ED-2A66-4223-9B07-6C7FEFB2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323" y="50616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70325-5574-4E69-9E8E-8FB70929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06" y="51936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33461-A02E-4E42-90B0-A16086D6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06" y="51936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F6714-426A-418B-89DA-C4F2B7D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870" y="40812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47C7C-EC06-4CC8-917D-707CFF42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870" y="40812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70BA3-8986-4332-B487-F69554CF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205" y="53819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ECBF5-79A3-44CB-B34D-751D8DC6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205" y="53819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9CF42-4C94-4892-947A-14C8F37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649" y="37410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7A40F-7B80-49F0-A876-A15A5663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649" y="37410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4ECC3-58D1-4A35-8ECD-0ACE67C3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907" y="36905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4F246-7758-41F4-B57A-41FA07D2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907" y="36905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4C411-5D6F-45EE-9992-C2F4838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387" y="59376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62AA2-7254-4614-B51A-2A65744E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387" y="59376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C059E-EAF4-435A-BE7C-DB656D03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309" y="31860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471C6-5840-4921-A438-CB227105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309" y="31860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3890C-FAED-4415-A2F6-2C15E161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473" y="29625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9BFC2-AFEF-45F1-983F-EF95DB15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473" y="29625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392CF-4B64-4A62-B79B-969C03B3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0" y="33721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042AD-C4FA-44DC-909E-4900F07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0" y="33721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FA04D-02A4-4A59-B3B8-3A6B54F3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249" y="39443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9E6DB-99A6-4F85-BBAF-C5AE761B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249" y="39443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40062-1E60-4582-B6D5-DDE06ACC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57" y="36530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6CA9E-C999-4E09-BC71-8F89F3F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57" y="36530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4012B-211C-40F4-8A0A-82168AF4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99" y="34878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95EC3-C711-41CC-9773-46F05BDE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99" y="34878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4F104-47A9-493F-B584-7CC9382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056" y="35930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F3E3C-156D-481C-A6AE-8464D6B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056" y="35930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5A395-1722-42BA-8318-C2EE024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92" y="44817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82978-82CC-4AC1-BAAD-5BC9CB7E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92" y="44817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52720-5EE5-4EBF-9228-9C78FAAC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75" y="51686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D8A97-B887-42B8-A217-DAA195FB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75" y="51686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95D3F-6A9E-4E2A-9858-10B003D0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76" y="56215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45AE6-04AD-42B2-9AB4-DACBB212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76" y="56215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F7D37-1DD1-4292-9FD4-D23F923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97" y="49037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F4B26-549D-4D83-B72F-F9211A7A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97" y="49037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2CC77-2821-4505-A042-74D56EF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53" y="48805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4DF96-5C4F-4ED0-A80A-41DB8B65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53" y="48805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4E885-30BC-4B93-931E-523FDCF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457" y="38894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BA2E5-3C72-4939-BA60-6C78387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457" y="38894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128AC-AFF9-4B55-8D84-121C8495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548" y="51170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08351-3EBB-486F-8627-245B157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548" y="51170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A32F2-E390-480C-A2BE-B20DE25E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536" y="56553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99D8D-742A-4EB5-82F2-224F250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536" y="56553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D9EFE-393A-47DF-8014-DB5322BD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215" y="59987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323F4-71BB-4C48-A23A-1D5FA35F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215" y="59987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DE97F-D53A-4C35-80CB-F891BFDA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983" y="44327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E3D03-6E9D-4EE7-BD6E-4994DE3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983" y="44327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595CC-DEEF-4229-9A60-BF40F3F0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964" y="34353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20161-F310-469D-93E5-2E2BE6E8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964" y="34353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D03BF-9879-4FF1-A852-2F573608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166" y="33453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F3A63-7012-4177-B899-661B86B9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166" y="33453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F99C0-D441-4A34-8BAE-AAFC963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791" y="49038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ED19B-F63A-44F1-B9A3-CD2270F8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791" y="49038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8B76E-9935-4AB0-944D-C24956F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58" y="30949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9FDD2-9FAD-45E2-8D84-84579BFE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58" y="30949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A18DF-7B94-4C86-B157-D7C0E08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91" y="53333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DE751-D5C1-4405-A652-D89B4F8C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91" y="53333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F04E3-EA51-4232-B810-C604CD94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33" y="33629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7BDD3-93F2-4F55-9411-E704A8F6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33" y="33629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A885F-49F7-4455-BEFB-50CFE761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166" y="51465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0546C-91B4-4465-9805-FEAC73D8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166" y="51465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1DA95-DCE8-4358-A965-89220D2C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210" y="42171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F3577-B8E8-4DFD-ABE5-01C7E3D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210" y="42171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AE6BD-BE43-4B20-B1CC-3C441647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83" y="40421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1964A-775A-4E9B-ADF6-7EAC3824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83" y="40421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6800D-6B3F-4605-BDCA-43AB6D41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698" y="36818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DB4A3-AFBA-4EAB-999F-DDC18F6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698" y="36818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119C7-7350-41A2-BF9A-639556B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387" y="37141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5EEB8-1F7B-4DEB-97A3-AE5D058C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387" y="37141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38356-8269-4634-B5C7-6E1E0F0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5" y="52048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8CA71-BDA8-4AF2-8720-C4F72240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5" y="52048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22200-BCAE-4E65-AD66-87E87DEA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9" y="38460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5FF7E-1EA8-4FF2-B4E5-531A0948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9" y="38460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56093-3FC3-4679-82ED-9C87BD4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23" y="42547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408B5-B578-493F-B764-E6481EB9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23" y="42547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EE784-C4AC-4363-9D68-76D2270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6" y="5039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87721-AC2C-450F-91CE-9427F8C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6" y="5039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EAC0E-D418-4655-B9E4-AC66C7AC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604" y="47398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1F74D-3A87-47CF-B294-47F258D0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604" y="47398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B000C-CA6C-49AC-9134-F482D6AA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10" y="55499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DC81A-1532-4AA6-8D7D-2230CBB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10" y="55499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DCBD8-9FC7-4AF7-BE03-C4EBEFE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672" y="3977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50511-AF8E-4AB7-8A68-1880443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672" y="3977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99F29-9DC7-4E03-BD74-241E4039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089" y="52235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DFF62-376B-4972-A26D-C83F165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089" y="52235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CCB22-04F9-4000-AC7E-772B61A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95" y="32243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2114E-3F22-406E-8C20-40CF50C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95" y="32243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9BE91-EF18-42AB-A350-2EBEB339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62" y="36433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50FE1-EE60-427E-8E36-54ABA1A4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62" y="36433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589BD-73F8-41FB-9020-4FEE0F5A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75" y="37764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73E98-051E-429B-9973-DC2A5CF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75" y="37764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C3C5E-2C71-4FCA-8352-44240A31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386" y="57509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B224A-21F3-4DC4-A7CC-058CFB37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386" y="57509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C174B-1445-4B1D-BE6E-6D829B2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24" y="35707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3B0D0-5B90-43FD-AE95-685B7C8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24" y="35707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CB25B-E3BB-4637-9C76-1C97C7B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76" y="54604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5BCEB-2247-4A65-BE8F-8FA7B675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76" y="54604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02352-3F88-4210-A93A-F4EA61CB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50" y="33542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DBC74-F54D-4ADD-A2CD-EED16D17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50" y="33542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49A52-5A57-43CE-A452-A9739846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71" y="31765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435BF-21C9-4E9F-8128-496A8F15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71" y="31765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3872B-DD39-4091-84DC-22F3EC7C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69" y="37054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377D8-E313-402B-A718-5C569DA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69" y="37054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FA999-5CC0-4F50-B423-1ED5F14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164" y="62761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E757D-24FA-4A6E-9575-EDDA9158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164" y="62761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E2D1B-8852-4948-9AC8-712A717A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48" y="3344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A2B3D-A706-4AF0-8F51-FEF4176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48" y="3344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62809-DB16-4FF0-885A-FABEC32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573" y="34831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AFB13-F3B0-4678-B7A4-6E1CDC6A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573" y="34831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A7F9E-7B55-4F50-B702-277C2DC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222" y="54106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7AFB3-E9B9-449C-AB8F-46A92224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222" y="54106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97C26-E0D7-48D9-ACFC-A62B248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305" y="49924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E064B-6A0B-4B37-8746-585C1C72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305" y="49924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59972-017F-4C01-ACF9-AA27569D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54" y="31879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73539-0002-4E3A-A895-615E424A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54" y="31879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4DD53-DB07-442E-BABC-B1A40DEA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887" y="37665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65F4D-6AB0-46DA-A478-437D0273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887" y="37665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CAF12-D966-4BE3-A9E3-13387ECF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611" y="57059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AA1D9-73EE-446A-9133-32CF1198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611" y="57059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D687F-5C7B-4590-BCE0-D986CB1B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88" y="34348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5A464-64FB-41AA-A233-B707AE0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88" y="34348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3155E-C330-4053-B215-D784DB8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70" y="54418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744CA-EFD6-45AF-9B14-07D816A2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70" y="54418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FB53E-4F53-4B95-9F02-30DBD0BE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84" y="58203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A9C4A-2940-48B5-9EB2-14336CF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84" y="58203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05942-5E07-4C4E-A117-8768504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464" y="56029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CA30F-C793-41CB-A0DF-6EC7681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464" y="56029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E4157-F2E0-4ACE-81D4-D162C92D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592" y="57345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C456B-8A40-4152-8F3E-9292FED0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592" y="57345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27A6D-7138-454C-AB2F-AAD4DA85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070" y="33617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91B0A-DC9E-4D3B-88FC-BB322289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070" y="33617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B64C7-2B7F-4CDA-B860-FD6E4AC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22" y="33814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57E5F-1C48-4103-9228-990617E5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22" y="33814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18928-72C3-4221-A4E7-98910894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51" y="34478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CDEDD-7F8F-4AD1-83AC-BA3A8E6D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51" y="34478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5501F-0276-426E-A92E-B36AEA6F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69" y="48472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555E5-592F-427C-9B79-57A47193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69" y="48472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1AC79-E806-472C-963F-F8E2293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47" y="53028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599D4-1765-4418-8759-22E6EAE5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47" y="53028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517D9-719A-46B8-A77D-B7316803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94" y="34219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38EB1-9CF9-426C-87E1-16312CE2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94" y="34219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4E4D9-081B-4D5F-BE92-C4A0F1CB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679" y="48214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FCAE2-3986-40FF-8590-2EFBCA33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679" y="48214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35404-2991-46D8-B61A-73FB42C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946" y="51723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3219E-3F3A-4FE8-A5DD-D9BA4275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946" y="51723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890DC-2C9B-43D2-82CA-0AFD4FD8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290" y="54030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ACDBD-5CF1-4002-89D8-0965A68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290" y="54030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070D2-148F-4ADA-A1B7-799106D8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147" y="36477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F1616-480F-4DEC-93E2-6DCF0F9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147" y="36477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57357-2266-4EC6-81A8-D91BABC9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449" y="36780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7F7EC-F343-4A52-B9E8-EF467583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449" y="36780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47E32-2AB8-49C6-B099-60E4CF52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514" y="56029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1BE2E-A19A-459E-A1E1-83C6E11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514" y="56029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8F611-FAC1-4A22-8C7A-4F7D7810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977" y="45158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7F93C-BBAC-42E2-B04E-DAC0D4CF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977" y="45158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800F4-81E8-447F-B2A0-F3500E68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696" y="55308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5B23A-8A81-4113-8418-DAA4CD7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696" y="55308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EDECB-948A-4DBD-8752-D190D788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94" y="42361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D6EEC-0F4A-45B5-B272-E96B139C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94" y="42361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03B15-80B9-4AAA-B6B8-7DA16163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81" y="37041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28F9A-0D9D-47F8-859C-26259873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81" y="37041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928FE-809E-4731-8177-85A3BA5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318" y="60227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4027A-20B3-442E-B18C-1CFCF124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318" y="60227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5C4C4-2DC6-4C1D-B15E-426DD6E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233" y="47844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940A7-8452-4DD6-B10A-6B362F3F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233" y="47844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D65F5-0AF1-4613-9361-C2DC809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598" y="37571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748E3-2920-44FD-8512-DAD73BB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598" y="37571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AE400-4D77-43A4-9FDC-5623ACCE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094" y="35753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74705-6837-478B-AFC6-73BE0B4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094" y="35753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3F11F-9840-4BE5-9769-DEB21127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832" y="35035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423E9-FABD-4294-9247-689557BF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832" y="35035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B8CEE-44C5-46A1-9B08-5337B35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905" y="34234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9B320-1FAF-44D1-823D-9967CB70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905" y="34234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4BD1C-0AF5-43A5-93C7-0A5F3D01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698" y="38099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FFF53-5748-46D1-8221-A77DEC8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698" y="38099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EA210-3D60-4B61-A6D4-2E74615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76" y="41554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095C0-CA5D-4E6E-9D09-A4639567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76" y="41554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79594-847D-45BC-AAD7-83FE64EC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088" y="35169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AACED-77FA-4574-8A4B-22D2662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088" y="35169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146F8-602B-47AD-82E9-4464A694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06" y="46562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EC994-78E1-4AE0-B9E1-1A441E4F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06" y="46562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4447B-9866-4B1F-9C8B-EC7191D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690" y="42363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D509E-7FD9-49DC-8CC3-5176DDF7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690" y="42363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57FC1-61AD-45F5-BF1C-3F2D4AFA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21" y="34351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0030D-16E2-46F2-AF7C-1AEECA2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21" y="34351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672E5-E694-4DCD-9085-A540F7D1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162" y="39508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44B9C-26E4-41B6-9503-5015B5BB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162" y="39508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34427-4E9B-4ADC-AB39-B9E7D84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190" y="51102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57002-10C1-4FC1-842F-5420680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190" y="51102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BD271-B6DA-44C4-BD82-9C7E3A49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70" y="44334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21D06-01E4-456B-A83B-BDBE5E8E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70" y="44334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66361-BB8C-4733-84A9-5DBCAF64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164" y="3757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36A32-F7DE-4142-99DA-55B6774E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164" y="3757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1F35E-D99C-4412-A979-09FE1BB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663" y="33810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A5FBE-07C2-49CE-A835-3D3AF190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663" y="33810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FA050-6ACC-4C4F-A5B4-69C22F76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897" y="5334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EC8CF-1D3A-46E1-848E-C42EC9F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897" y="5334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2C43A-A567-4382-A403-49893259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38" y="62141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F03CC-3CBE-4A90-A1C5-649A0EB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38" y="62141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E043B-3C30-4AF9-B9A5-00917C2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616" y="38727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54F9B-5BAB-41F5-9A31-547399C3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616" y="38727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3826D-795E-4935-AAE2-D1D387F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240" y="42406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7C2E1-B2AC-4F3F-BCF3-9E896413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240" y="42406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1F839-20AB-4670-B4BC-AB25830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160" y="41954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ACE97-41B6-4097-96F3-ADEC9835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160" y="41954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F2118-7EB5-49F1-B2A6-514B992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276" y="41775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61F89-A92A-4CBB-8983-233AEE3B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276" y="41775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008B8-A84C-477F-937D-E36383F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937" y="38784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CF5D8-F5A1-40E5-8A03-E936B6A1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937" y="38784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A3CE7-88BA-44CE-9D74-C39F8393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13" y="52838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F749F-9DF0-4954-8F65-EDF7FAF9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13" y="52838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509E8-3BB3-4CF2-89EF-B2B4794D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17" y="52732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18DC8-17E7-4F6D-BBCE-18ED0831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17" y="52732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0B6C3-C6F3-4DFA-A76E-2386057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362" y="51064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64161-BE96-4C15-8544-9850693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362" y="51064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2F246-EEF9-4595-9BFC-6090731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3" y="32139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94AD7-8815-451F-81A5-B5FFA8BD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3" y="32139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4333C-123F-4532-A127-F3869A5C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758" y="54585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FE287-68DC-4929-A406-4C950FA2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758" y="54585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93F86-9373-4BD3-9937-0CC47C18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44" y="37474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0BE42-D48F-428A-ABBB-668BA6F2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44" y="37474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E2199-514B-4D91-AEFE-10061F2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654" y="44538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EF792-F06F-4F0C-ACAA-4A04037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654" y="44538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00B5D-D58A-4BED-B94A-272476F8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100" y="32640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BBFEF-2380-49EE-B115-8374B91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100" y="32640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21C8A-EBC8-430E-A74C-2A065B08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02" y="34447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B84FAB-B46B-4DB9-9674-978D2C6C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02" y="34447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C3BBC-7B94-4D6A-B8AB-53489E1B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721" y="48921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C031B-8C07-4D5C-9478-63936C8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721" y="48921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44874-1FE8-4691-ACF1-556803F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39" y="32163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D4C69-26AE-4D35-9C75-FD97023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39" y="32163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37200-84A7-4C65-B347-B7ED690B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772" y="52426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F84D1-6BC1-4E57-A12A-6CBCAA7B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772" y="52426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26615-B902-4F84-A712-8E01FC7D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527" y="37648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FB61D-AE1F-4623-A64C-497BE0C1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527" y="37648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030E6-1351-427F-80A1-96F133A9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981" y="35466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DAEB9-116B-484F-B730-14E9DAE1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981" y="35466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75595-9966-49B1-B638-86978C25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137" y="38363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C1A5A-4E7E-40E8-97F1-479A7CC2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137" y="38363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AB679-BD31-4ACD-8846-7533B88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749" y="35576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52D12-5D3C-40C5-A8E9-F87CCC0A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749" y="35576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F3CC0-7322-41FB-BDBC-4981F977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740" y="36881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05CEB-3FFE-43AC-81AE-0D218D2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740" y="36881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5C735-D3B9-41A6-AD91-0CD5762B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11" y="37159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F4FD7-56C1-411D-90EA-BC5CB8AE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11" y="37159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F2A22-CA25-400A-95EF-89C5307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77" y="38091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EF77C-38E8-4B14-A6DA-BCB45E2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77" y="38091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D9E6A-25F4-46E6-AB51-264F65A6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197" y="41927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0E499-D5C0-4C1C-BA63-689BC485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197" y="41927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7F517-4461-4166-8BED-2B93705D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348" y="30539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30D0D-4330-4B40-9BAB-5EFEEEB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348" y="30539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08BCE-D654-433E-AD4E-CDF9B6C4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053" y="51425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BA36F-3797-4CF9-8CF6-36C5B9A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053" y="51425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E8102-817D-4CA0-859D-9B7F69E9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10" y="33758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DF628-E952-48F6-97BD-EFF33FC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10" y="33758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7FED6-1329-4DA4-B4C4-11A985F3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378" y="50704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F7C1F-9D67-4F5A-8FD8-80DCA23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378" y="50704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0B215-E582-496B-8192-3466A4DA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11" y="63183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AB776-A2D9-4011-9FB7-936843C1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11" y="63183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512C7-A39A-43BE-8B93-8C23842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932" y="13483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09420-7B51-492B-A176-CA2472CF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932" y="13483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B0D05-3CF0-4211-B9BE-CD66DE30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76" y="34452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2169F-2FD3-46D1-AC19-42F2AF2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76" y="34452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17DC1-522E-4377-B41F-65877C91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76" y="55921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3784D-A4CA-47D0-994E-214D552B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76" y="55921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09EB6-15B3-49FE-B3D9-75D4899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70" y="3905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4506F-8F6C-4193-B081-58770AE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70" y="3905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7A2C1-4129-4D0C-901E-93BE8A07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461" y="44172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1F027-37D7-48EB-98CF-3798F737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461" y="44172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0E2AE-5C1A-4B8B-91E5-E02103BA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07" y="52163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59DC2-D27E-4BD7-B7CC-D95B8AF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07" y="52163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1EB5E-AEE7-4D17-BA25-7DCB9AF1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463" y="41822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F2054-035B-4EBB-B031-59D0BC5A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463" y="41822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58609-359A-4C6D-B7A7-D755DFF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80" y="45270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9A820-BEF0-4826-B72D-70C774A2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780" y="45270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E11CC-162B-4EB0-8353-F2969A5B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127" y="54635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5DB16-5270-40F7-AB25-FB8C5C39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127" y="54635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7C414-2329-4CC6-8373-C2593D05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532" y="26290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E0461-3778-4152-9ACB-1369701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532" y="26290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5FABE-745A-4ECE-B49C-BED6801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520" y="52824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649B8-D1DB-46D9-98E0-E621CD4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520" y="52824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E4275-1DB5-4D78-8F4E-31A83E8A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45" y="41896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97EFF-2C8F-4F00-9685-A0A2E514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45" y="41896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8EF84-EE75-4CAD-9BD2-F1038F68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330" y="35773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5D970-EF7A-4137-9955-D68A309B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330" y="35773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2410D-623E-480A-ACED-5AD7A602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429" y="58872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2CAE5-09EB-4D6E-B6DB-F9A4F880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429" y="58872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1AE4D-D62E-4202-8395-4F98EA51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556" y="12790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7105A-A2BA-4F19-83EC-9E832A56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556" y="12790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9BE1E-022C-43EF-9AD7-E3BB99FA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958" y="34941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FEEB0-B7DC-4CBF-BF43-7FB8534A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958" y="34941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78E09-B685-4641-BC28-8F6A891C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847" y="41354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93705-CDFC-4773-A724-F5D83DE7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847" y="41354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D35B2-B993-42B8-AD11-D84C8AC2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088" y="42125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03E3F-1C5C-47AA-A84A-D57D1B5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088" y="42125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D2029-73F0-43DB-BABF-0910BED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099" y="37487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7E828-0175-480F-861E-9CD9F05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099" y="37487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38EF2-F157-4E2F-92DE-255E3FA0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687" y="49288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C17AB-3786-44AB-9F35-F2D2CC94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687" y="49288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2C581-EF68-45B5-B300-FAEA014E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6" y="56140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88DBE-9427-4F0A-9ED5-8AB94FD5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6" y="56140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7C2EE-2B9B-4154-BF2B-63C4BD10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566" y="57084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4E754-85D4-4C38-94D7-E685C83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566" y="57084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051B7-4B16-4170-A9C7-708B4FCF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056" y="33212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ABA6D-4D16-4131-90AC-027F864C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056" y="33212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FD786-182C-4957-A60D-2E0C9FDF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8" y="17239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7AB4E-6157-4AD9-9F9B-26211DBE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8" y="17239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3BADC-E236-4245-A882-2CF80741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20" y="43271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C8524-791D-4EDB-851A-5405ED47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20" y="43271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AF3C0-3B34-47AC-A09C-AFB5E773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657" y="37742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013E1-501A-496E-8535-1C921023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657" y="37742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8F5A9-D164-4F06-B872-EB297A8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26" y="37707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327C8-8CD4-467F-B86B-DE20FF9C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26" y="37707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DDB4B-470F-4DE5-8FC5-4181EBE3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52" y="55960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20026-2C6D-4B95-A17C-41E3042F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52" y="55960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31910-54DD-4F94-B899-2993AF5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972" y="12912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7D86E-5A26-4155-9DC3-FEE300A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972" y="12912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48553-2875-48F3-9137-F87B2DFB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147" y="47555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85A9F-D26F-44BC-8D29-763BA62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147" y="47555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F4FCF-6488-443D-B416-45858F4C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307" y="38304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D68C7-A613-4E65-9641-1EC34996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307" y="38304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E3FA6-3635-441B-B5E5-61F40BA4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736" y="40307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0D0BA-B381-4E9F-9330-6A4C94FF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736" y="40307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68481-BE23-450D-A9D2-41228CDE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17" y="35891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C962F6-4D8D-45C8-89D6-5D073C5D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17" y="35891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9F3EF-1407-4599-9502-B9969AA0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906" y="53773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EBD4B-4230-480F-8358-7169C6A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906" y="53773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CEC05-6D53-4312-A3BE-D0FB8CD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79" y="32669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5BF62-0EF8-425D-90F5-71A213A4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879" y="32669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F83C4-AD55-49C9-ACD5-9E3EF27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553" y="32365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EFC07-C4AB-4EAC-B367-952B3A24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553" y="32365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7B8A7-DC46-4498-B21A-BDC7C1FF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81" y="39297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26A7B-DF84-4D38-B17B-B85758A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81" y="39297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E6B9D-E2D9-41F2-B85B-1AC9585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095" y="61874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8BAB4-D48B-4EF7-8BB5-0D3AA21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095" y="61874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2442A-B2EC-410C-A243-D0AC003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42" y="37852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D0943-C959-4CD6-ABD0-DB3E1A00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42" y="37852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357E2-79E6-41E1-849E-F652AFE7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98" y="37327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037FC-F3BD-429C-A8F6-08E9442E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98" y="37327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C606C-CFA6-4482-991E-505B9ECD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26" y="32432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F05DA-7A5B-47C7-8DA5-D6726281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26" y="32432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D7B4F-6350-48B4-8118-C905B1C7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130" y="55425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0BA60-5391-478A-A3A7-63CB288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130" y="55425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DDAD1-C735-41E2-BC26-08958F85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6" y="12885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B23A8-D28E-433F-9E9B-99107129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6" y="12885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EFA7C-CB12-4562-8A26-7BCADC2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005" y="48033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25E8D-46B0-4BFE-AEB0-D70F41A0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005" y="48033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F66D1-6BB3-40E0-A46E-A2485947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633" y="37704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52B4B-80DB-4E50-ACAB-4C731ABF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633" y="37704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4BB74-9974-49F6-853F-C79395DD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282" y="37135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BEC48-923C-4AAE-8F61-56BB772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282" y="37135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A042E-B5DD-4FA1-8DCF-D8E1AF0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891" y="41803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765C1-C7F7-4DEA-BB72-035A955A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891" y="41803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CCD28-964C-4BCB-8237-4E8B093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60" y="13162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E7A93-CC22-4DDF-A4AD-AC35FB9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60" y="13162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DA133-16C7-4362-8EAD-3B25D2C1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211" y="51963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0D891-0917-4FFA-B31A-4DA284D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211" y="51963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7F731-A1E5-4135-8828-B0F05AA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7" y="50991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EC842-9D94-469D-8E96-1677DCAF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7" y="50991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39AF3-D33D-4B14-8F69-A75989FA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97" y="32031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05218-1F45-418D-A05F-0AC03341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97" y="32031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9BC54-7CDF-4AF6-9A07-DC6DB06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28" y="56807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25E75-5DB9-44D9-8EB4-65AE489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28" y="56807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B40BB-4720-4B24-8D0B-B69682DC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146" y="53255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4E3AA-891F-423D-ABB1-B3BB1AD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146" y="53255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5FDC9-8EC4-4DA5-80BA-771C34A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101" y="55267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C6779-E6BB-4EB4-B774-D5AF3CF3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101" y="55267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3EAFB-F4F7-45A8-ADE8-B8274B1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260" y="34439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E393E-91B3-413E-93E9-258C9C6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260" y="34439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F15EC-37B3-4A31-9343-C1A63E3B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89" y="5505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FF19E-4498-4684-A474-0DEA086C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89" y="5505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AFAAC-EE3F-4629-9CE6-4A95D8B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23" y="35159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4D4D8-862C-4B35-A0AF-F667652B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23" y="35159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6A85D-BAF7-4625-87FE-B34FF2DE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392" y="37753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FE340-009C-4351-9651-9CE80CC1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392" y="37753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B5282-091C-4122-9836-8A47673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2" y="40873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58AA7-4724-4C0D-8DB4-64DD93B5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2" y="40873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84EF1-48DE-44A3-9BD4-F04957C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00" y="35441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CF4D0-1EBE-47E8-B727-0A65974C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00" y="35441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CC2FF-2C72-42C1-9C56-03534E2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27" y="53195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DD2F5-2E44-4782-9901-F2685A24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27" y="53195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2EA92-8BD8-406F-A37A-3F611580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654" y="35200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12608-E2FD-44E3-8854-FA10899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654" y="35200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5699C-D3CC-4DC4-B2A6-A27A20DC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983" y="36359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A9D62-603E-4B0F-AE4B-515F613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983" y="36359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E074B-4B45-4940-9202-71C7437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891" y="34157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410FB-8D4B-4480-BC4B-4FEF06D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891" y="34157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4D7FA-54FC-4A4A-A19B-DD5C1B89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70" y="35594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EC52C-8ABC-46AC-A47B-BA97A473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70" y="35594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34BA6-72C0-4D84-B443-FF675F5D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241" y="52749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CCA09-8C55-47D8-83C6-C7990E0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241" y="52749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3FBBE-F968-49FA-8A58-EA7E56F4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899" y="35627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7F3A4-29CC-4CDA-A12E-6C51E5FE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899" y="35627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64C3C-9E39-4F73-A89A-EFA6036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429" y="45104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02172-B12B-4194-B61A-15BE1FB7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429" y="45104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6BC70-F44E-4FD3-8ECD-2417CBE7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836" y="61753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41419-21B8-4A60-A812-8557AB0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836" y="61753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FE4EB-81CE-4E62-8073-C70BA6A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77" y="35413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3B88F-CAC4-4830-920F-9AC8E0AF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77" y="35413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57F7D-085A-4D75-969E-3D26AB2B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074" y="37581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EF07C-6433-4641-B272-4ADECB37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074" y="37581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4A1AF-72D1-480C-B91A-7E20271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655" y="31506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E6C84-0F76-4E9E-A69D-83AD3B44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655" y="31506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BB676-4533-490D-8138-A82742F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731" y="13117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32D1D-746F-4002-A23F-83611FA4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731" y="13117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F7084-F657-4B9F-B119-58D6A89E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08" y="13469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BBDAE-C48E-4498-9803-E4D75F1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08" y="13469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25F4D-73AC-4150-ADE4-3B5E873B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85" y="35305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7C6D9-09AC-480C-9B57-E15CB80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885" y="35305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D4D2B-4B48-47E7-9A74-E6DB6C0E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009" y="32477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ECC50-363C-4AB1-93FE-CCEBAE54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009" y="32477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98E45-A05F-4296-87CB-8AC6329F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186" y="44799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D5B4C-3F98-417A-8A16-2C711CE3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186" y="44799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54BC4-C194-46AD-85E5-9E5795DE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909" y="13394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D8FB5-EF84-4FFA-A760-C47EC5FC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909" y="13394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364B1-F00B-484D-8D54-8DFFB17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796" y="33502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31B61-78A7-408F-B047-DC3607E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796" y="33502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C594B-C3BE-462D-9859-9A1B93E8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109" y="38715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DC471-9622-4FCA-ABF3-CF9894B9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109" y="38715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0A0AD-2F74-464C-971D-95A0EEDA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312" y="41244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D522C-7BA8-4EB5-B607-82EB91FD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312" y="41244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C41F6-F7F6-4A23-BC8F-F02FACD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52" y="59318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50595-5A07-419A-B5A3-11D67894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52" y="59318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9F482-A091-432E-86A9-A751D07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39" y="35034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5DA48-95E6-477A-B11C-256DA635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39" y="35034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F4DB6-B6A6-45FF-89D9-B9FCB13C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70" y="36348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B2DB8-FCFF-47DB-BF41-A1D36A5C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70" y="36348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3B7FE-20C7-4640-9AC4-EE01CAF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81" y="55398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124A7-BEEF-4B5C-8933-2E281EA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81" y="55398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B3BE7-F630-4709-AC29-88A61F3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300" y="41801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141F5-DDD5-42C2-9C6F-9F727F3D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300" y="41801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DC583-3DE5-4402-A8E9-212D6C3C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862" y="13128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D4681-65F8-4EA7-BF2E-91882FA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862" y="13128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B369C-89F9-452D-938E-A059215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526" y="32351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33E25-2A91-437D-A4DE-B1175512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526" y="32351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F76E4-9D5B-4C25-A8DB-09AAB73F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59" y="61566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3E3BE-1223-4743-91D8-E968B2E1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59" y="61566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49F31-17E5-43A7-9833-6DF40F8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068" y="29996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D7931-C6E4-41A2-B64F-556E846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068" y="29996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BB96C-5C8F-418C-BE90-DD3E62E1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07" y="54578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2C882-29C6-4F23-9196-A6BF7C5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07" y="54578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714D7-4790-4624-810D-0D03A3DF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1" y="32357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72F65-A257-435E-9B86-8A91E4F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1" y="32357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1145A-E53C-47A6-97EB-E1DD5D1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49" y="37446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0E571-63C7-4DA5-8E8F-9FF71059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49" y="37446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70876-5D91-49E7-9FB8-E32171DE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24" y="51025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4FF13-1652-4759-98D0-F3CF2626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24" y="51025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EE1DD-C39A-47B7-93DE-A02B79DD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80" y="63532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ABAA7-1217-4743-B402-E69A37F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80" y="63532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CD3E8-12F1-4999-AA65-AD72613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5" y="36558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3AA32-F01B-4673-84D7-E1D315B8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5" y="36558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8E3B5-4DA2-4238-91F4-4581CE95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903" y="38454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A5E1A-6905-456D-A097-F4A3670D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903" y="38454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16377-FFEC-4287-B382-49D73A9D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081" y="57099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82372-9C50-401A-9B03-6E0A928B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081" y="57099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0F6DC-1CAF-4577-9760-B8ED95A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46" y="46401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09B3A-AF30-437D-A1EE-9D32270C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46" y="46401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794C8-70A3-45EA-AC09-0B226DB8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850" y="35356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B279F-693B-4D7E-9EC7-5A4186D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850" y="35356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7F7AA-00C7-4D9E-B429-7A4BBF4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223" y="52697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500E6-13CC-4E0E-810F-4F90C530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223" y="52697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EB1EC-9C62-4656-A47F-F01FD614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99" y="34305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C9E31-42BE-4B9A-B04C-648BBA0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99" y="34305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F0B93-588B-4771-8A2B-0F8B9125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126" y="36827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4AD13-0473-49B0-B94C-CE19B70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126" y="36827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7E588-3C6D-451E-A102-E2B75A1D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112" y="13540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275A3-502B-490B-AB29-4D950C1D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112" y="13540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A2176-08C4-4777-A65C-9A7B0CEC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027" y="38389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9CA8A-BABE-4BE5-B017-91D0CF9A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027" y="38389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C6970-EA5D-4B9B-82C6-2EB3930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03" y="34963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4921C-0F4D-4A51-BEEC-659C849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03" y="34963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D07DE-B510-4639-B5C9-1857B72A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850" y="13861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C83DF-B9AB-446A-A36A-30E0D829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850" y="13861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B1372-2C0F-4F20-8FFB-F47CFA31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948" y="5351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75A9F-0E5E-40A1-A661-82B2246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948" y="5351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A172F-7D64-40C7-A008-CA1DB9A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357" y="37314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461EE-5390-406F-9BF9-6578C4DD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357" y="37314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FEA13-4BD7-41B5-8546-F52F5B32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361" y="55830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E7348-6AF8-4680-BDA4-BBA7AAA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361" y="55830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C04E4-E21B-4111-869C-47DC50D2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52" y="55404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8C2D5-C694-4412-B63D-9228D956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52" y="55404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72FBA-54F4-4B85-8A6A-5140604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165" y="33040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BEB56-3A3D-4DB5-96E9-10728876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165" y="33040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93B30-F189-4080-92D2-CCCC7D4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17" y="43271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9B991-DB33-44F5-924A-B558780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17" y="43271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AA4DD-F1F7-43BA-918B-7FDF59DC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861" y="31358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C3FB2-AECD-4031-BE47-1138E58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861" y="31358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BF203-3160-4372-9A26-3D8DB7C0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430" y="57016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D6ED7-F33F-46F9-98DF-D2A3E86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430" y="57016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428AE-C0CF-4E62-8E1F-747F3DB2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82" y="5183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F148B-4DA1-4C72-A4C3-F9A7303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82" y="5183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45770-B8ED-43C6-85B6-7BB6D092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35" y="52475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15F64-8618-44BD-B2B1-3FE609AF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35" y="52475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7CF33-618F-409F-BD29-51575851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12" y="33588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F9D3A-A968-4007-BB94-30BE4AEB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12" y="33588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ABDBF-6BBE-48C8-B1B7-C6C6019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521" y="51100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1B520-2C49-409D-BD47-4A1D233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521" y="51100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D08D2-710E-43DC-AC8D-4CA02FA6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72" y="51121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55782-F53D-407C-A6C9-234CCEE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72" y="51121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AD78B-5609-4B40-AE2E-F3ABBB1F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22" y="57018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6B28E-AD16-4E03-81DE-C2AD77B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22" y="57018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6BA5D-E4A0-4250-BA20-DCABFAEF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70" y="38613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1EE1B-2F06-40B1-A4E2-90B45053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70" y="38613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D5BEC-1810-4A3B-BAD4-723A43B4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509" y="34465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769C7-391B-49DC-9A97-A562387E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509" y="34465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DE838-435E-41CB-B85C-3E9066B6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063" y="52793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390C0-8DD6-4610-87F6-E57FC5A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063" y="52793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26353-010D-4E67-8F9F-B46F099B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707" y="63704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8686C-C779-4891-BB88-997CB68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707" y="63704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DE027-F31E-459B-B19A-9FE2EDDB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94" y="48083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63048-E344-4F09-8381-E4DF7A2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94" y="48083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91562-8433-4B92-B1CB-03111024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9" y="45023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40CCE-26B1-4C91-9602-C934AB3B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9" y="45023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B6748-97A5-453A-9477-31EA244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182" y="43498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61818-AEB3-48F4-BB14-8FBC26A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182" y="43498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EC66A-F177-4FE9-BB84-2FCBB6C6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217" y="53156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80CE4-58AA-427F-9698-31204B5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217" y="53156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2D2C8-0324-48AF-821E-0A7D56D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90" y="32975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28611-133F-4773-9778-95374CF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90" y="32975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63510-153E-4B14-8EF6-8CFE3FA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22" y="41338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47A63-B659-4F6C-B501-1A1899CD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22" y="41338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F30C8-36FA-4C9B-A992-40590E2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75" y="35866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3557F-777C-42F6-A801-4435CFDB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75" y="35866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AC33A-9065-4E43-A8C7-A33827D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16" y="30691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B00D3-93EF-44E5-AB8D-9285B56A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16" y="30691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C2A9B-F1A2-4420-9932-8F2F0DB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378" y="32818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FB440-9424-4C8C-8C8F-B5BE61A2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378" y="32818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34564-9328-40ED-ACAB-FCD0F70B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4" y="40768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7FD62-101C-4ED4-8054-691A88F2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4" y="40768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DCED8-E37E-4544-9428-F64C6467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878" y="38441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F622B-7242-4853-9203-BDB5BA59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878" y="38441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E49A6-F324-442D-A80E-31DDB2A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7" y="47681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E0454-7A8A-44A4-A098-A718AC1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7" y="47681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BE1FD-5B12-41DC-B6D9-39636D12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" y="35223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4DC57-B27F-4EC6-ADC1-B37E7951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" y="35223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CC9C5-BE3D-4E06-A0B3-5FA3A7EA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15" y="17513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D2F91-8DC9-4B4B-A7E4-673D744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15" y="17513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C8538-B9DF-4A9C-B35E-B105DB8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0" y="41514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6249D-4434-42FA-952F-4B0B1CBA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0" y="41514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A734A-1863-4F46-AF8B-DA86CDD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387" y="57298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17798-73D4-4BEB-833E-8322EEE7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387" y="57298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4B952-B726-4907-9EA6-DFD5E8C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94" y="63415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D14B8-4A34-4538-8754-F2EBB50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94" y="63415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5B937-F6A9-4B67-8C48-8EA1020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367" y="57906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AA720-F112-48B8-A0BF-9D4C0540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367" y="57906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6B4FD-9BA2-4FA9-A759-53C33D3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76" y="49004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9BCF5-9E2A-421F-BA1B-3EEC32B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76" y="49004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E5516-F887-4E2C-B156-65D2615C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220" y="19719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77EB7-4AE6-4BE5-9278-51C88B1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220" y="19719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8A5D2-B863-4864-BEE4-57DD918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271" y="32421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0F3EB-11CF-444F-8F2B-EC70A8F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271" y="32421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1F16F-BDCB-40EE-B94E-3DD31239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601" y="50112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5FDA5-7110-4F87-8E37-B08C8BD4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601" y="50112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EC77A-DB52-48AA-87C8-67CAEAA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45923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AC6E3-0B8B-4BAD-BFD4-5126B84E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45923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7D94D-DA37-4302-B84E-29BC327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175" y="32413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40462-3917-4B01-AFFB-EFB6BA8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175" y="32413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458AE-AE62-402F-88D6-496C3EE7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776" y="48059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E2C74-E73F-4343-BD42-E04C21C4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776" y="48059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EF266-A5A5-4CC2-93C8-A0D45CA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54" y="24919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C580A-EEAC-4CA8-8729-A94EE23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54" y="24919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F5673-BAFA-4C53-A4DB-DA579ACB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93" y="40911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A5901-3390-4A9A-A8A8-2F08EB3F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93" y="40911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5D216-DFF3-4431-AB1B-B99587C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033" y="12350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ED418-EEBD-4DD7-B8D1-A84AF01B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033" y="12350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9FC25-543D-4602-A685-1ADE336E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76" y="17466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864E3-5A7E-471A-A34A-A906F3E9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76" y="17466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8D90E-FEFA-4FD8-B67B-B9D576A5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1" y="30969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F170C-AA6E-4E48-A6C1-CF09E7DF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1" y="30969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09BCB-2C03-49F3-A19B-2B7787E0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22" y="58968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88413-D541-4510-BB7C-32E94052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22" y="58968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E2EE7-9D02-4887-8C1F-17AE25F5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268" y="43885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94720-BD23-4E24-BA1F-F21C6180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268" y="43885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1FD37-5DC0-44D5-BCDF-847A0D94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596" y="45399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79F68-F5D6-456A-85C4-BA2C720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596" y="45399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D1B0B-A244-4069-950A-1A228FAA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125" y="48099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1AE81-C8D7-4100-A0B5-83D250C4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125" y="48099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AE635-6FC2-413C-AD20-61A1DBF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30" y="41126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534EF-D4BC-42C6-AC7E-27E7F79C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30" y="41126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631EB-E5B0-4C93-963C-8F0769AC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95" y="19348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F909C-4E50-4555-BA01-944EC75D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95" y="19348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68851-5515-4AD9-921E-E6F3759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80" y="63397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487FF-80AB-44EF-8096-07000E6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80" y="63397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D859-13CE-45B9-872A-D0418A5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734" y="54676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3C2DB-AE25-4A9A-B77A-33F8AEAF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734" y="54676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3AA44-0E2B-4E79-ABB6-E1C870F8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315" y="57531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7827B-5792-46B0-9612-3DF63CC9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315" y="57531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D6F58-0D40-4D7E-BC5B-A1494E4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96" y="32439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37B40-43F8-489B-827E-4F59DED8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96" y="32439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37800-BD37-46A2-9ED1-54C4E3D9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81" y="52457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742C3-22E6-48CC-808A-35B0EAFB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681" y="52457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B027C-4F13-4C79-87C1-FB520DE2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25" y="48254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494E9-69A0-47B5-B8A7-8483889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25" y="48254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BE73B-6B91-4444-A8E7-1E7DE2B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965" y="51535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7C346-23B7-43E6-876E-2A55C8DB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965" y="51535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87243-9278-4912-AF29-C49F9A21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256" y="61409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BB268-6F71-42CA-B3B9-88178B5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256" y="61409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5E6D3-D8CB-4687-A0E8-E5D024A9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69" y="17878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4E4BA-BC95-4633-A813-E97AC43C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69" y="17878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6DFA0-F475-4294-9F23-2837AEA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12" y="30596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1E965-D5E9-4989-A9AB-0366168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12" y="30596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3AA26-AA3F-4E4D-866E-D4297E9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930" y="30190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34CDA-A45F-4004-99E2-FA7D39AE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930" y="30190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35C65-E346-49CD-B4A2-507C44E7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67" y="61366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DC213-945B-4196-B643-919FDF3C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67" y="61366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32AC8-28DF-4B07-8E96-C45415FA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69" y="63300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E5BCC-E026-4E6C-B0F2-15F4DC78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69" y="63300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455FD-03B8-44EE-82DF-CE0FE26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32" y="37594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C52D3-09A3-4317-BBBA-51DD54C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32" y="37594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C16FD-0E87-486B-8BD1-86077FD9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069" y="13862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4FEC7-4CBA-4E9E-B525-06098717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069" y="13862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74F69-7A30-4A43-9FDA-F831980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612" y="48001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E3886-561B-4237-A79B-6854C28A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612" y="48001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4091B-0666-4A5E-9B09-AA547FD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85" y="38246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16B61-E82A-40E8-8507-55980F7F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85" y="38246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6E155-E3FF-4330-B006-0BDD4B9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05" y="42458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05473-093C-4A40-B52F-9BE5AE1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05" y="42458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5535A-668D-4899-BD88-70E2AAC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4" y="31054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97946-0210-44C0-B88B-D4732702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4" y="31054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C3A02-607E-4C31-9FCE-9FC15026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01" y="33665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C0B27-F4C1-4F6F-8877-0CB0A99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01" y="33665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933EB-E950-4726-8D95-C83DAF01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88" y="52434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14EDD-0FFA-4310-95BF-11EAA65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88" y="52434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25AFF-17E4-4D03-B207-88C421F3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704" y="61087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A40BC-637B-4027-9A99-34B17C3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704" y="61087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B2B3E-1489-44F7-B539-1AA7DE76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93" y="31475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8F01C-3B14-4026-8D38-A14B7CB3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93" y="31475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6CC4A-C842-4FBE-9395-0B78A229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297" y="45435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E8C01-76FC-444A-B92D-4FA87B42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297" y="45435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F1FF0-B7F1-4872-AE1D-A0E00308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547" y="62024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AD9CA-895B-45C3-AE5F-1EAF3454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547" y="62024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1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EEE2B-F563-4F39-BC56-F2ED73F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751" y="62495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264CA-227F-47DB-82A5-0F039C8E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751" y="62495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396BD-A9AA-40E3-9FB3-DDBAF12D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93" y="62109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10D35-C586-42E9-B281-A5A8E266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93" y="62109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30F1D-1340-419F-B907-485F5EBB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975" y="52668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7C1DC-D3F8-42BA-9828-D46FA76F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975" y="52668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CFCF5-8591-4802-BC5A-3D6D2E3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53" y="17850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9834E-0525-4F33-87EA-CC61603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53" y="17850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179DD-B0E8-471A-B121-1E2FEB0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16" y="24901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40142-AB72-4466-BFC8-79011DBD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16" y="24901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7D574-DE27-452C-8E68-02A2D641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528" y="61483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E88DE-8450-4CA3-89D9-70B9CA2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528" y="61483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54F05-2814-40E8-8B10-03B14F4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309" y="60957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74062-3585-4B25-A2A9-9DD5A91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309" y="60957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D596A-7F0E-4445-A1FE-5CE7C915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03" y="34563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B650A-467B-46ED-99DB-D55B7A79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03" y="34563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219F2-35DA-4D8D-A872-8A03AB1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324" y="17383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8974D-7675-4A3D-83A5-3F120E6E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324" y="17383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8C06E-7B6A-4239-A571-47CA508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1" y="62677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0467D-EAD8-449C-AA8F-AAF611F5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1" y="62677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08A40-BA98-4F95-8536-4224A62C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096" y="41940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B3AC0-8E6B-4486-8C4F-53F45A4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096" y="41940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46B13-FF5A-491D-8615-C117B4B1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84" y="47400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E6C4B-FEFA-4960-9562-D63AAFE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84" y="47400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0E486-EEF5-45F7-8578-6678F67A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39" y="35746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071E9-BAE5-4FB1-917F-E2BF466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39" y="35746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7B702-FD77-4B4A-893E-1CED466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959" y="32973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263F2-8DB3-4949-B25F-6D9CEFBF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959" y="32973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33468-202F-4E19-BA76-04CA08D7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750" y="54931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13147-DFA3-48F8-A99C-088C302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750" y="54931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ADBEF-4F60-404A-9660-6CADC580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759" y="44487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651B6-5030-432A-AE8C-A8A88A0F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759" y="44487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37D80-372A-4AB6-8C54-B437432B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63" y="17624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67EA5-9540-4F81-A079-4B9BC47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63" y="17624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017D1-3944-4A70-A512-B9E3F4E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415" y="6156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394CA-E8B4-474B-96C0-E349F049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415" y="6156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17C6C-988C-4AFC-94E1-75AA595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645" y="62157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6F951-7398-4A77-8CB2-8A7BC97D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645" y="62157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03EA4-95F8-4CF5-89AB-0204CEEA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216" y="50860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C322A-9B9B-4A2D-806E-C2907D65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216" y="50860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E2D46-3C82-4F03-A180-7BE1297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520" y="45835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8024D-E03A-477B-9C6F-E48E7CC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520" y="45835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9C76C-54EE-4C92-820E-2DF9BA9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211" y="4479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4EB14-7D67-400D-B628-D41D8450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211" y="4479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256B6-FC23-42A3-9508-6DD0EE1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76" y="31677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42A9F-82C2-4E8B-B05B-10179C7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76" y="31677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AF346-6D17-4E70-8FAE-6AAD8F7E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669" y="38635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61A51-B801-403B-982F-9C0527D5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669" y="38635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05298-627A-4BDF-9282-F5B7A71E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420" y="39895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F10BB-12EE-4538-930F-7DAD8F7D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420" y="39895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FC597-44E8-4465-8106-DC3FFB87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214" y="61663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CB05E-17DC-4573-9C15-5F5DB7EE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214" y="61663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89BB5-6116-495B-8D5A-02E3F7D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75" y="43901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D8CC8-A900-4B26-BFCA-16AE85B4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75" y="43901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9776E-474B-44D4-BCF2-65B3DD8D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50" y="37421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2CE0C-E7E3-42C8-A5E5-4404B318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50" y="37421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6D7FB-6AEC-4810-B9FB-A4BEBDE8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44" y="50007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7B072-01AB-4D11-BD11-3DA6594E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44" y="50007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27109-4612-42AF-9182-3951494B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611" y="62812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828B2-3E97-45E0-A54E-3B90D135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611" y="62812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8868A-4E43-4781-A958-0DD4C28B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942" y="60994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5B945-658B-4AE3-8AD9-54A299FA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942" y="60994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5350C-4222-4DB9-918E-917A19D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76" y="62864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900D0-A735-4445-B4C1-97F76941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76" y="62864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A7BC6-DBB6-479A-AEFC-F536FE31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665" y="62431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A5FA4-E93B-4924-9BFD-7EC3594C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665" y="62431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F54FD-F242-40CE-B7F1-081F61C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003" y="61276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74825-474E-43F1-B232-5564335E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003" y="61276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E2525-7A96-44DB-A11E-9F2803C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798" y="62192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40636-62C8-4BF7-B608-6020D9A7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798" y="62192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3D765-764B-491A-AECA-E602AF9C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360" y="44386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F9ABB-EEBF-4585-973F-C56C0A7E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360" y="44386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C92B6-C114-4D76-85A1-581F59F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91" y="51591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94FC0-51DD-4D78-AC50-59249FA5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91" y="51591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F2B55-70A5-4504-A877-3159C0A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205" y="60460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EE993-083B-4F1E-A79C-B999AA5F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205" y="60460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36F0E-EBB4-48CB-9575-6C0FEC3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33" y="61852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9B8D9-9E17-46EA-B056-12CAE60E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33" y="61852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0C974-6890-436A-97BF-38DDEAB9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68" y="38608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C3248-E626-44AE-BFF9-091E4BA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68" y="38608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0F202-EF02-4B6D-B1AE-DCE44179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91" y="41979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21871-8DB3-44DE-9D2A-08D3D44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91" y="41979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1F3F7-C6CE-4FF7-B192-3760A2B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760" y="62071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8B1E5-F9C7-4F5D-A556-9A22117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760" y="62071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758A4-7860-412A-B336-9B7FE42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42" y="60051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7B674-5812-4E24-8E8D-875C933D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42" y="60051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7582B-FA19-42E5-A4D6-2CF2A8FF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00" y="60327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701B0-536E-406E-AFCA-9910041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00" y="60327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D3FF8-55B0-48DF-9577-0AA0F98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98" y="46006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39006-A309-4C52-9E09-AB9FA71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298" y="46006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26651-AB02-4970-B5EF-E07CDB2C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063" y="35376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C8370-6913-49A4-814C-6673A569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063" y="35376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AE74A-D405-4BA5-9F16-DB6FDD7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635" y="53583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D597C-0EA5-4D66-B257-27709A6E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635" y="53583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EF1EB-3CA4-4DFD-9791-A59ACE80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965" y="32636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AD715-CBE5-466B-BE6A-F1CB2528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965" y="32636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DAC9A-8334-432B-9E20-88C5D04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389" y="55335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52B07-C8AC-4DB4-8FC7-FC33203A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389" y="55335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1DCED-DBA3-4D94-9C41-D98682F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97" y="42180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7E7D3-C3FA-4B03-9037-FFEBAB4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97" y="42180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18D5D-EB8C-4872-B387-2C58CB26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215" y="42645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92BB8-C02B-4F55-9580-B52F74DD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215" y="42645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48E15-2F36-479E-B977-2B1092DD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55" y="38499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2CE26-9E67-405F-93A6-B25A930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55" y="38499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410F9-7F06-43EC-ADE0-42E32E47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19" y="53314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EB912-11D9-4D14-9F3F-8303B73B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19" y="53314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53AFE-B184-41A4-A43B-17402AB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86" y="62028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C8E3D-6673-4A61-8A89-1DB033F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86" y="62028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74BD4-6EAC-4FB3-98E0-2C905790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83" y="62864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F7C72-E2F9-430C-ACE1-FDD0A085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83" y="62864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9CE26-B63C-49E3-B018-7DB4456A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60" y="26636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EA696-1FF9-43B4-8AAE-CF3C0ED3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60" y="26636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3EC89-B27D-4A32-9EC9-FEC363A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131" y="2698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8BC2F-C3BC-4CC5-9F96-06278E8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131" y="2698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887CB-6A51-4856-A37E-E5A673F5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06" y="33503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C9681-5783-4AB9-A469-046B4AF7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06" y="33503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F7F25-D836-440B-A8A4-AE7649E9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970" y="25162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67670-F689-46E2-A003-E1215B99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970" y="25162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01849-01A0-4E31-BD12-384BCA7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650" y="33490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27429-A566-4C7B-9F30-AB59A87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650" y="33490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B2811-9068-4F09-92BF-3C668236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50" y="33487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2E9C3-7445-4EF7-A24F-9717356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50" y="33487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35891-FE87-4CE1-9C67-F85E88C9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934" y="37404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12335-1298-419F-BF61-47F46832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934" y="37404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ADFE3-8C34-40D2-B531-6EEA5669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84" y="33014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69644-4D4C-46D8-9BA4-6283133B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84" y="33014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B1EE9-8180-4D52-9E30-949F5C9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4" y="21470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B36EB-3741-4414-AE62-C0851AB4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4" y="21470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1643A-39C0-434F-894F-2A8B2F9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13" y="33204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D7D89-A45C-4E7D-9302-C3E0786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13" y="33204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4A076-24D0-4866-B827-58B8553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89" y="28506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A17BF-0689-4E5A-9097-0E575213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89" y="28506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131D3-6197-4FEE-BC75-76365A25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36" y="29858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F2F01-305A-4094-80E6-6C1BA639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36" y="29858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B13B1-4C9D-4DC5-B419-0D67E43B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199" y="28670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DD3C2-C1E9-420F-B2BF-E3E21B2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199" y="28670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7AC8F-0A1C-4641-9391-CE2BA11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594" y="2948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F24BA-34CA-4EB7-AD9B-7CC53094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594" y="2948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19133-7059-4ED7-8A03-2D765BCB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11" y="27583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F433D-67F2-479F-9F0C-89519FB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11" y="27583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B25FE-7D88-4A6B-938F-14D220F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14" y="28889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8FDC7-22A3-492B-B68D-2106E012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14" y="28889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AECE8-C103-4A5D-A0BD-044E653D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1" y="28765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5F7A6-2701-402A-89E4-E10A22C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1" y="28765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E46F5-7772-433E-B70F-9A4E0AA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89" y="29752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3D3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2D70D-C006-4A11-85D2-B9BC4843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89" y="29752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3D3D3"/>
            </a:solidFill>
            <a:round/>
          </a:ln>
        </p:spPr>
      </p:sp>
      <p:sp>
        <p:nvSpPr>
          <p:cNvPr id="2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66FF7-E562-4090-94A3-552D34B6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430" y="57016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6637D-0501-41A3-B6CC-1772B32B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430" y="57016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10233-F5F2-4A0A-B5C8-E592C501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041" y="49651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DCB6B-2C8B-4753-8BB1-4BFAE184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041" y="49651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4A5E3-E1A6-4B90-8B44-6A251A2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72" y="51121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3B602-67D0-4A7C-9DC6-F8E94E1C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72" y="51121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DAEA1-A834-4862-A514-9E143F53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679" y="48214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B8397-61F0-44C9-9E9D-AAD99A74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679" y="48214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90D04-4D59-4593-951D-5D3470D0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101" y="55267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68592-BD01-420B-9F57-8F7A73E7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101" y="55267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1EC99-E8AF-4113-967B-A4CFA6B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945" y="42154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A7A64-0962-4898-AF4F-215CE84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945" y="42154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9C30A-103E-43A3-B0B4-46BC9E62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372" y="42172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5F37B-786D-48FA-8D4D-5C7318A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372" y="42172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DF376-6FB6-48D0-80F1-71C78B0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048" y="55426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AB377-6E1D-49AB-8383-4532FAA3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048" y="55426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4A086-19B4-46A2-B6BD-E27ACD56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605" y="4739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90110-B9FE-41A5-90CF-E59DAD0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605" y="4739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B1E23-004D-4EF8-B905-475428B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51" y="49656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3E433-4D6B-40F0-A755-3487ED01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51" y="49656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C8BDE-043D-4275-B710-6F7CD0E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660" y="54427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B5FFF-6DA9-4350-A03C-6978996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660" y="54427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B2BE3-9D87-478F-B0D6-34352CC1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8" y="50390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6F334-E674-4508-B929-87E8F8EA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8" y="50390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A6F8D-6F01-4143-8928-33AC911A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696" y="55308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56A09-7C8F-476F-B962-B9DE4696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696" y="55308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CA34E-0D26-436F-B514-33DF6F62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59" y="47399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F1D11-472F-4C73-BC8D-631B144A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59" y="47399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99EBC-3E8B-457E-90FB-66B46FC9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10" y="55500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7DC73-0925-4ABC-9D8E-11BCBE90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10" y="55500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CF0E8-B070-489C-963F-02D543D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98" y="41147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6A4D1-346C-4BCB-AD3F-486FF593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98" y="41147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DA551-D8C0-4215-BDBD-86887A00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23" y="55800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15706-D56F-459B-A61B-9CEE6A5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23" y="55800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9AE6F-2474-49AF-A3EE-3D497E31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8" y="50991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6B824-82D1-4CF2-AFAE-16800ACE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148" y="50991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51741-897E-41CD-86B8-87D66ED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109" y="38715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16F30-AE60-476A-96D8-30FEAFC5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109" y="38715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3D731-3C08-4E10-B9F6-A395CE1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889" y="52444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51832-9467-43DF-9C51-BEE24A1E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889" y="52444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34841-E225-4791-9C05-F172A00C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811" y="49334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E9345-E9BC-4E56-8716-5D0EA7D6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811" y="49334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C5A05-C293-488F-9DCE-3D680AD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70" y="54418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09326-919C-41FC-A012-A173452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70" y="54418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107DB-C0C6-4211-8023-70F2451D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270" y="48936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525AE-1D86-40E7-B37E-9FE83BD6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270" y="48936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A572D-5C51-4CC1-950F-808F50B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57" y="56507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5ED16-2E9B-4D36-827A-92F8462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57" y="56507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4793C-9464-42F2-89E6-DEF8136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59" y="51226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B5AD2-17F6-43F2-9743-D282478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459" y="51226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78847-8A88-44B4-A602-3AEC7F1E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25" y="49965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A2157-B62E-4B7E-B1EF-7654401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25" y="49965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9CAB0-7AA6-4A89-8653-D58F42C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40" y="54231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39590-CD2F-4A53-8A74-C97C6D6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40" y="54231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EDBB0-3F9D-45EB-9A02-776865B0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697" y="50978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B57DD-1AB6-45FC-8DD1-F19E332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697" y="50978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E7FF7-2FB0-42C8-B015-E0D5FE25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92" y="53333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FE2A9-5D20-4808-806A-178AC303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92" y="53333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A4DA3-2A84-4BFB-9544-22B5E6E1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72" y="31765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02CC1-2F42-44A7-B1F0-A4FC4C0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72" y="31765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30E01-4B1F-4E9F-B588-767BBE49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81" y="37041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A0040-7748-4CFD-BC11-CDD29DE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81" y="37041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C2B08-B799-4FD5-9064-183657B6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54" y="42193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F7037-E28C-47A3-9045-4427CB9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054" y="42193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D3BDA-6B40-448C-A5F8-49B7BC71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68" y="42310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C4085-9303-4938-9053-61B36E3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68" y="42310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A4595-4BB5-429D-9F03-B3AF34F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98" y="49037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0DC3B-23F0-4EA7-8503-728B208B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98" y="49037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58E09-3DA9-4451-A12B-DC93A49F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451" y="49931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CC1F8-86AC-44C1-96F3-53D5E6D7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451" y="49931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F08AC-1708-47D8-8C29-16D1E6E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00" y="34305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430F2-A57A-4E7A-99AE-1DCCE85F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00" y="34305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25742-29F5-4E9A-A291-EF2950E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22" y="57018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A4E1D-E598-4D7D-992A-9B2AB96E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022" y="57018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D4801-0E85-41E0-BEA7-8F4379CD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0" y="3150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CCF46-EAB0-44B8-94A3-A7DE05B8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0" y="3150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6896A-5E08-4026-9706-B719B084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26" y="31321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62FA2-10E8-4694-8BF0-2199E016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26" y="31321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1AFC9-F5E1-4EEC-9FA2-141B42D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452" y="52836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EA197-B401-4D4A-9102-F86E7449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452" y="52836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D6879-3211-4754-9EDC-9288794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130" y="55425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51BFC-6002-4EC0-84D0-EE0E8212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130" y="55425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2C8CC-E099-404F-BC04-410014F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54" y="48805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3A9EB-810B-43BA-9E5E-79C0B859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54" y="48805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AD4B7-24A7-42E9-B3BB-C5B3A702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7" y="50390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6F530-7E4C-4560-9E5B-004E81D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67" y="50390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DF7B4-BFF3-424D-B276-88DCACD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13" y="52838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CBD92-5588-4BD1-A62A-94574A7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13" y="52838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95A9C-2DB1-429F-AB97-C4768F0D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76" y="41554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081EA-CDAB-43CB-ACAD-B4EF45C5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76" y="41554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1E60D-DA9B-42E6-B8CF-F9A52502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66" y="53126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22E22-74A6-45C0-826A-41C70E8C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66" y="53126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E953F-B767-469D-834C-26859AD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52" y="559604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7B145-710F-4432-A8DD-978AA8FF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52" y="559604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DC93E-4AF5-481B-B186-1E65292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05" y="55500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2C177-3017-4A8A-BB4C-087527E6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05" y="55500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AD748-8895-4C76-AC83-A3E7830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36" y="47399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C2BF6-BAF8-4C52-9F23-F1D55AC0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536" y="47399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3E824-3A7F-478A-82FF-FA8A1633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81" y="55398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1E02F-7C0A-4923-A411-71B427D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81" y="55398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A0AA6-77A7-4B12-A51B-53DD1BC3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206" y="53819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850AE-AF1F-4559-9E5C-19E7D9CC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206" y="53819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EBAC5-1145-4F14-9136-34B28F0D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162" y="53808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69C17-F714-47DA-8A2F-76476447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162" y="53808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07D91-6CAE-4E06-BDFE-22CF881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497" y="32448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3542D-29E8-402E-A2F2-1C9B6B4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497" y="32448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5CBFF-5AB8-4719-929D-DF49831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286" y="36698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D0177-6D38-43AA-91C9-9E5C04CD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286" y="36698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FBCB9-204D-482A-B1A6-45922EB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89" y="55052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1E8A4-337F-4D12-B47B-7878745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89" y="55052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CAEE0-876A-4B80-89C1-EC85470B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84" y="47400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E9DA5-CC6B-46D5-B57E-CDF94D32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84" y="47400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3C4DD-494D-4C21-AFAC-BA6E361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004" y="50961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7ADBC-C6B0-4324-A4C2-BCA3922C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004" y="50961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79677-7D24-4E92-9C6B-B7D57B99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389" y="55335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33C31-02C1-496E-A672-23AC848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389" y="55335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A5588-8EDF-4C46-9DB0-2DBAC8B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189" y="51102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A7319-6E83-4FA3-8CF7-23CBF8EC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189" y="51102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AF271-5DDD-42AA-A5A3-9FEB2A69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20" y="54725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97AA7-DFBF-4E1F-83DE-621D3C2F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20" y="54725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47629-36F8-4476-AB8F-92BBBFC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18" y="55551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66725-9F68-454F-ADD1-EC235BF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18" y="55551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5632D-2E91-4C7C-9790-20D6D489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127" y="54635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270E4-203B-46B7-B7CF-06D25FC8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127" y="54635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7EB39-89BF-4554-B687-E1793AC5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45" y="57370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356C7-9F7F-4D5C-BE1B-AB27C16B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45" y="57370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6562A-E57F-4E59-889F-6B4C8DB6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750" y="54931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57D00-8383-43D1-82E3-9E97F24E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750" y="54931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216CA-07A1-438B-8BC7-D5B06C7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237" y="50588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35536-ED9B-40D1-92F0-81753954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237" y="50588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33119-60E8-4435-8E40-E7DE8091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93" y="31475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9314E-1163-4497-BC8A-AB5CBDB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93" y="31475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E418F-2A7C-4DD8-8273-B934BED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536" y="56553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4D224-F1BA-457E-B887-A5EBCA7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536" y="56553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E1A9C-4374-49C3-9845-087C0C23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146" y="53255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C141A-8FE6-44D9-8A03-BFD2E01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146" y="53255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7EE59-F404-4D0B-89E7-0C52D92C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97" y="42180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014B7-619A-4538-B5B8-ADDAE8BC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97" y="42180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F77B4"/>
            </a:solidFill>
            <a:round/>
          </a:ln>
        </p:spPr>
      </p:sp>
      <p:sp>
        <p:nvSpPr>
          <p:cNvPr id="2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9F362-8B7D-4D75-8B32-F6910C4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35" y="52475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B5895-7C68-44DF-951B-27F26614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35" y="52475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BC749-164B-443F-B006-9818DA9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136" y="53684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6A40D-FBD9-4EDB-9FAB-E7971B4B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136" y="53684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E9AA2-D05B-42C2-BD9B-B65505A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14" y="43639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1A117-B209-44D7-A921-D187376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14" y="43639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380A4-3624-4E37-9838-A7748D2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85" y="49048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288E6-FD6B-41C9-91DA-BB31BEB8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85" y="49048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9C790-70D8-4D12-9034-F883C4DC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98" y="53025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A3E99-D469-476C-A295-1FAECADB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698" y="53025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F4BDE-1F21-42F2-8C70-72F3A45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6" y="56140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55973-1D73-4783-83A4-A18837D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6" y="56140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6EEB7-CB27-4691-911C-115DEAB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97" y="58211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DD6CF-D070-40B1-8276-B117A4B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097" y="58211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A502C-DC83-4607-ACD5-33120415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57" y="35628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F1F9A-6CB9-4CD4-B596-A2AA50B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57" y="35628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41266-E1C4-47A5-B947-4A4CC063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691" y="42363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021C2-1CA9-4BA8-8003-CC02C0DC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691" y="42363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3665A-83C3-43BD-8315-011CEBA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28" y="53195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6EB7C-6454-4150-B729-8FEB869E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628" y="53195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98BE7-316D-4E0B-8A08-7BBB50E8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125" y="48948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1F50A-64AA-4C06-82C2-A39BB1A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125" y="48948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A4900-FAAB-4F38-BEB1-AADDDE45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984" y="36359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2D125-9533-4B91-8BE8-9A78C20A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984" y="36359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9200B-5D26-4523-ADB3-4EF17832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15" y="17513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4E860-829F-41ED-81A2-09A0C63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15" y="17513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A4899-389A-4E22-95EC-17731B40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673" y="39772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DB498-FE95-43A3-B264-7446A54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673" y="39772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E541F-35DE-4A8F-86BC-7765FE6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186" y="44799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E07FB-078C-445F-98C9-9CCC6FA6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186" y="44799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F0B10-0E31-493F-B0B7-634D512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64" y="53027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D94D9-0CE7-424D-88B3-4A2C87E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664" y="53027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446CA-FC64-4C49-BFF2-791DED71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69" y="4847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DD9B7-0F7C-413A-AEDA-943FBF68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69" y="4847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B4AF3-7051-4DF4-994A-5793820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976" y="52668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D964B-A79A-4554-81BC-C816A6D9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976" y="52668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3995B-3E2A-4ADA-AD4A-A5215820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03" y="51267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9F608-230F-4B95-821D-6D5DA13D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03" y="51267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0927A-9294-4242-A20C-AEED5A0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089" y="42125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33901-58FE-4ECC-9836-EE56E27F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089" y="42125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8B934-C483-4783-A6DE-507D6BA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784" y="29354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4A31B-B7D1-4670-9EF7-74F41023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784" y="29354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8769F-4767-4BD0-902A-8160A872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04" y="28643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F89AF-1774-452B-8B43-02BE3FF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704" y="28643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36DB7-71E8-412F-9A53-4D9DFF16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334" y="28473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09CAB-906D-4010-9F25-C8A5166F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334" y="28473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FD3BB-FB29-4E6B-A70B-C15F1552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197" y="41927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A426D-C8E1-4E2A-AB4F-B36827C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197" y="41927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7F878-6F61-49E2-96B5-E3168F7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217" y="53156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A6A68-4ADC-48C1-8166-73FD06B4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217" y="53156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50507-20E1-4BEE-92B0-10C68AD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13" y="30596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D5BBD-7513-4565-B627-140696C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13" y="30596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07865-434D-43A5-95A7-BDB4399C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713" y="44604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CBCE5-68D7-4705-B0AD-2268A4F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713" y="44604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CFA4F-7CE4-4C45-B1A6-7CABA15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35" y="27706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634F2-498C-454A-BB1D-29B39655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235" y="27706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DF371-987A-46A2-B059-1C1C0D9C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94" y="42361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E59D2-CE09-4372-B9F5-C1A31AF4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94" y="42361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FCF28-5030-473A-89F7-33C3FE22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978" y="45158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C3E8A-787A-4C43-8713-A54192AC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978" y="45158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29C0F-3C18-472C-9515-F116330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362" y="55830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0D7D7-F6DF-4D7B-9C3B-E7EE9778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362" y="55830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1F6DD-CF2E-42B4-BA1E-A097981B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11" y="56240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54907-6091-4CDF-B5F9-71ECB41A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11" y="56240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7E541-5BAC-4F99-BF2C-53E78D61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210" y="42171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0A931-D6D9-4101-B57C-FACB25B2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210" y="42171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E07C9-A4D1-4032-88B1-D3A00FC4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6" y="36558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CF720-802B-4869-9511-62E71DF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76" y="36558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DA64D-8806-4B9A-A29F-05638EE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53461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5C171-212A-49B5-B4C5-DAD3FEA5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53461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6DAA9-5849-4C2B-84D3-9521C55F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965" y="51535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97CF0-26BE-49B7-8BA3-1037DC21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965" y="51535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A6E36-90E7-4660-9D78-955FFFBB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996" y="18075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09BF9-36E1-4564-831D-34469364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996" y="18075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93466-BD68-483F-9AE2-58F96527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40" y="35746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A68B8-B626-4B27-9045-A988A051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40" y="35746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97470-F2FE-4045-8835-023457A3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688" y="49288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ED711-5E2E-4014-884D-3D8C105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688" y="49288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C190C-2EB5-4AFA-98D0-ADC4DC1F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45" y="50008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0D548-89AA-4FF0-A688-3EC90906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845" y="50008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23429-D7B9-4416-8877-F6483D06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52" y="59318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7CCE3-11D6-4EA0-8306-30F4E962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452" y="59318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96FED-0763-4702-B2CE-2EC94145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88" y="51038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49DC4-53C1-4A09-B1DB-DC59D222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88" y="51038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42F52-B578-4BEF-A88D-13A63F61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041" y="41211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2D468-D5CB-4D66-AF53-D2FFDFA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041" y="41211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7D701-8F21-4E8B-9955-FB651305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80" y="52430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9EF1B-EA8A-4517-BDF0-BC31739F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80" y="52430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91471-8C2B-454C-9C8F-C2DA519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77" y="49004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6686D-3D3B-4F68-8FE6-50E507F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077" y="49004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1E817-9E55-487F-B1E5-EE965974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44" y="56013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56647-AD6B-401B-BEF1-59263CA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044" y="56013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02014-9B2E-4F70-A7E9-E4AD63C4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857" y="44170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EC8C7-9234-49F0-9DAC-E2A7134C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857" y="44170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0CFDB-90CC-4116-BBA6-4AF2355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329" y="50380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C0E88-A2E7-440D-8340-B5C5660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329" y="50380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67D62-06EC-45A0-BD0F-5EBC4812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01" y="57008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0B752-13B5-4916-BA92-EB3FA4F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01" y="57008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6EE1D-2D43-4705-8BF8-A68A0AF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81" y="39297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34A40-35FF-499E-A1C8-9647B17F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81" y="39297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118B7-A44E-4042-9550-F68A53EE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048" y="25754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B5A3A-027A-4F4B-A98A-26026C6E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048" y="25754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4035B-B4C6-4165-B58E-0773FA5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81" y="63532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A3293-65A0-4B06-8AD5-AA27DA6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781" y="63532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43F8C-BF1D-4007-8F01-CA0C5CDA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161" y="41954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4252A-272E-41E5-B13D-811EA551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161" y="41954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44260-B821-4013-82F2-EE97CCE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661" y="37086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00A74-AE1B-4396-A13C-5226607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661" y="37086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F55B8-57CE-464C-B425-787C6896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319" y="53025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B47AA-1D48-4C0A-9381-A8CD0EAA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319" y="53025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9D497-2B4E-4D3F-90EB-07CFF33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3" y="29180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0B95A-9E64-40B1-8353-A400ADE3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3" y="29180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8D3C2-0053-4BDB-9B43-8A65C1B1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11" y="63183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BBDDF-134F-4A0E-95BC-75734115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11" y="63183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A09EF-4328-4504-A1F5-77B47B8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7" y="53040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E1CA5-701F-4ACB-80D2-701D92C9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957" y="53040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4B205-1670-4CBC-BD76-0AB5A49F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04" y="44670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C0CA1-DF20-44DC-B754-E175FCF0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04" y="44670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2F96D-D9AD-46BD-9C04-C933F5EC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66" y="60344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A4E61-B9D9-4ACC-B56D-F083E751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66" y="60344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9D439-86A4-4035-B72F-1256E65A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792" y="49038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27736-EC9C-422B-83E5-D5410CA5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792" y="49038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4D8E5-DEFE-4F3F-ACF7-D36F460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358" y="37314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85727-D0C5-4A51-9FFB-3739CCE2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358" y="37314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FA691-E1EB-417A-875E-ADC523FB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948" y="54329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F4167-233E-4878-91F6-7FE1841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948" y="54329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E369B-59C5-4696-8BD6-278AEA7F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296" y="47357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48390-E28A-49E2-809F-F4F6B585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296" y="47357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93301-BA7C-4A8A-AC77-4FA58B8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70" y="6330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801E7-263D-4021-A373-18889D5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370" y="6330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D4233-5C49-4DC6-A95B-0FA0EED8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31" y="46223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E2217-0AE7-4BE4-AB97-58A4EFB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31" y="46223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EF155-3BEF-4A4B-B9E7-A5AE7D0B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65" y="17624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A6E4B-7994-4EDD-8552-7D116D25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65" y="17624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7F438-68A5-4CE0-BB78-D31E1214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704" y="50466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831DF-2261-4E0D-9F05-0BBCBA3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704" y="50466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F25D3-7F3C-4F70-9C44-B13650AE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77" y="17466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DC241-D712-4A62-89DD-9FDB6240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577" y="17466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F6A90-32D9-4A9B-9866-DDCF9B2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99" y="28644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509F0-956E-4190-9EF2-E39FD6F1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99" y="28644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1BBEC-45E2-4CDC-9D8D-0BAF2960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45281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C4872-6422-47F9-8487-E560EA6C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600" y="45281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63C2A-9245-4040-92D0-AE90561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278" y="41775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E8FEC-E2AD-4F71-B0BF-31503BF5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278" y="41775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C0989-DE56-4F61-B37B-57EA281D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705" y="61087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C3CAC-4A24-4795-A79F-2BD6463A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705" y="61087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CE0E8-DF9D-46B5-A8FA-284F457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829" y="53276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1ADF0-A295-45C5-9710-29AC50F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829" y="53276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2DD64-B26B-42D9-A548-4CC2FF1D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775" y="28894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75ECA-C0BC-46D7-9CBA-53371CD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775" y="28894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40106-6FA6-4BAB-A295-B0D0E99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388" y="57298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235DD-8997-4A9F-9375-546C5958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388" y="57298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7E6CF-E8AC-49E9-ABF6-EEB19A83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71" y="36348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73CB0-DE75-4D93-A4BC-6930986D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71" y="36348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96975-AFF7-494C-8DFA-05E52B3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464" y="41823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FC754-2A96-4D06-BE44-5CB9D7A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464" y="41823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35727-213E-4013-A77E-D2735D4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387" y="57509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81FBE-D64B-40D6-BDCB-847C0A2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387" y="57509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FAC62-B837-48B9-BB30-09A6D60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59" y="30949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6F12E-2B97-4F8A-8CC9-4EE74F3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59" y="30949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6919E-0115-478C-AD53-027D7C3A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95" y="63415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C02FD-9214-46BC-BF6A-44B7A9F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95" y="63415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E93DC-7D50-41A5-AEAE-4181E3EA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83" y="51839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34AC1-4CC4-4CAF-9A70-C96E1D1D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83" y="51839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065B5-7A18-4AB5-B102-E3DCC5C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31" y="41127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0344E-485A-4640-8869-4B2EB15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731" y="41127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98BB4-1D3C-4A13-8862-057A496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217" y="50860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B0315-750F-484E-8337-954DD49E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217" y="50860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7665B-E191-46C7-9503-ABA17D0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766" y="50736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8C547-DB86-4848-A010-518785D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766" y="50736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6DCD7-CD13-403B-82EF-31D35DE8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163" y="63626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51743-5445-4DAC-8436-F21737A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163" y="63626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6FB07-B080-480B-91C4-4A8588B2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84" y="40421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8C33D-5F03-4A85-AE74-87E33E7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84" y="40421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A5A58-72E6-48EA-8A03-A4C50751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310" y="60957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F562E-79CD-4CF1-B61D-BD03F95A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310" y="60957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6E62C-C3F8-42E7-801C-CD9207CC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33" y="41702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C9CE1-6C82-4250-97B1-1AF77C4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33" y="41702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33B50-0F1F-4D58-8958-F1A779DA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4" y="4076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48BA9-81C4-4A8B-BE70-F984F1B1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4" y="4076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B700D-A7A1-4D06-AD8D-E0FD6681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241" y="42406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4EC9C-6024-479F-B23D-06471D32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241" y="42406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0C5CA-BECC-4705-AEE8-D9666C4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51" y="37421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735E2-E110-4915-924E-ABBE4A22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51" y="37421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294B5-D74C-4083-8D65-D3D45307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262" y="46141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DFDF0-0D08-4ABA-8A72-AF32F126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262" y="46141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20002-290E-4DC8-9A7C-33EDAF23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20" y="59010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7D92A-C277-4D06-BD2A-C100D185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20" y="59010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5C1CC-B165-49CD-80AE-85B1F66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30" y="56808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7FADC-CA15-41DB-BD0D-24318638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30" y="56808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F87FB-841B-4F17-9F5C-33851E82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25" y="57498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97630-509A-474D-83FD-849FE583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425" y="57498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14924-3C30-4DDC-9D23-8BD67DFB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839" y="29836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7BC92-AAA8-4E9A-9F43-FA77BDB3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839" y="29836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75DCD-F8A7-4335-A430-04E1EF4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302" y="39858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66CCD-40E8-45D5-8EA8-C36A52A5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302" y="39858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D4A76-71FB-461C-843A-2ED36CB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089" y="29070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CEFA8-8403-40DD-AD7A-F4ED5D26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089" y="29070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D599A-6351-424E-9E3B-83E18D05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216" y="42645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8A28B-5CF6-4E76-8BB7-64481C6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216" y="42645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FB5F4-53D1-41C2-9C9B-4A3E54E4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920" y="49137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F048D-7234-426F-BC7C-896E227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920" y="49137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29316-B307-4127-86AE-1201210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612" y="62812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2F960-6E35-4C1B-9959-0A71B9D5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612" y="62812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FF3FD-9E52-45F7-9BDC-607E57C3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536" y="53605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1A6AC-E8E6-4B59-A3D7-CEB9CD8B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536" y="53605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267B8-146B-49D2-8407-085F76B9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211" y="46793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EB1C0-84C4-4167-BDAB-650E937B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211" y="46793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CF5DC-FDE1-45F9-B391-FF7F0D0B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3" y="29180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BC6EB-188E-43E6-A185-033F429D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83" y="29180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D5CB5-9B53-4834-87FA-F83F6F83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767" y="43758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007DA-AF4C-4D69-826B-51386AA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767" y="43758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CEEB9-0894-4478-BB0C-5A7FF692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938" y="38784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52789-D85B-4AE0-B7A9-D572B01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938" y="38784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22C96-FFB8-4F36-AD50-4ED6C4E5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385" y="29480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FA84E-C418-4B56-B637-5DD6FF6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385" y="29480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18EF4-09DF-4C81-8661-27332DE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11" y="51788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35F91-44E1-41E4-83CC-3A5C9427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911" y="51788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7EBB8-8FCB-4245-B216-05E582C4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127" y="36827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D8CBC-EE45-4EA9-B37E-951493BA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127" y="36827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070D2-F285-4E0F-A00A-B94E18A9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81" y="63397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4B1A7-AB79-412C-9590-6F87302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781" y="63397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9BA05-8929-4B9D-B908-ADA1719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33" y="37594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637F7-BBE5-45BE-9963-4AB559E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033" y="37594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2626F-69BE-4471-9CDC-D995D0A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07" y="44569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FACA0-F544-4FE5-AD9E-4AA3012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07" y="44569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F1BD6-F5CC-47CE-A139-D9FC61F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054" y="51425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A5686-5F0A-47C2-B7CA-30F8EB5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054" y="51425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D2B8C-A8FE-4F69-B081-B082F58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79" y="28583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EEC4A-0053-43F8-B692-EA3321F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279" y="28583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B1C10-0F6F-49EF-99C7-65025EC8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73" y="43758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46E94-E551-4A31-8DB5-5C289ADB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73" y="43758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66780-1C77-4317-9642-8B11C7F5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202" y="478415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93C9C-AA9E-4C53-BCD7-21CBCAC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202" y="478415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03EAC-CF60-476D-90BA-BB62EB6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07" y="35313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7A039-0495-4F16-8619-AAC68BE5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07" y="35313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BCE1B-9F1E-48D4-9C38-508A6C39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0" y="41514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69688-B9F4-4243-A626-3A1F27F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0" y="41514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25D42-D88D-4CF0-9A48-C9ACC0FF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169" y="63849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26F36-561C-4EFC-976B-1C8186C5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169" y="63849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12FF6-4FA7-434A-BB15-7A7259C3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91" y="43178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0FE44-D502-43AB-BBFD-E549AB22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91" y="43178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C7B30-1BF4-4F27-9284-463CE5F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547" y="49970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3C559-FC6A-47BE-99B5-00EFB60D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547" y="49970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F7141-2E0D-43CD-93AD-0B1075BF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607" y="51707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6D54A-A0B7-481B-87AC-1DE6467D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607" y="51707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E78C9-E7CA-414D-BD57-3B0A3EA2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713" y="49801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F61CF-F017-424A-96B6-E5F98B27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713" y="49801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75584-AEB3-48E9-9A61-19046751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224" y="52697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E0193-122D-4081-A90B-13EBE94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224" y="52697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934B9-57AD-460E-880B-4F5A392C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" y="35075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EE852-0A37-41AF-B73D-DD79565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" y="35075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B5F24-F822-4623-96DC-988EDCB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45" y="44322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AB135-B5B0-428C-9B26-9D98A1E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45" y="44322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70182-6F2E-43E9-BE52-44F8ADA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1" y="45923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E7ADD-9073-486D-8549-FB870C1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1" y="45923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F206D-3A14-4B49-BF2C-F28A0038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715" y="51168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6D382-ACE9-436C-AE84-B3295E6F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715" y="51168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9A97A-D39B-491B-8F84-BBC0DDA6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78" y="51686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DA8B9-A473-4DC5-B2EF-2436B2A9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78" y="51686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80FDE-EC9F-453C-93CD-27BA841B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260" y="59452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2ADAA-768D-4530-AB89-2A4D3D2A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260" y="59452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E1CD5-7241-42B6-B46A-2C27CEFB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86" y="58203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69016-51AF-404D-8D9D-FE0FDA8C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86" y="58203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A030C-F32D-42AF-A6A9-0E7A45B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654" y="30987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240C6-7E94-46B9-B95B-909AE89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654" y="30987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34AD6-0B68-4073-B854-593A78D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847" y="51849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6F5AAB-08C6-4742-B662-46316705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847" y="51849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788DC-6E0A-4E25-9B0C-0ADE09CF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08" y="51936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ABF00-99AF-4778-B34B-6DB7C6E9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208" y="51936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C032C-A1FA-4429-8A37-1E19692E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82" y="50788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1E4DA-2B44-44D0-80F7-976F03A9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082" y="50788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2E9F5-2AE4-451E-9BFC-0661C60A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85" y="62864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DE047-AFF9-4B91-B45A-51B2A143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85" y="62864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B910E-BEF1-4B78-ABD6-464863E0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598" y="4539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8B771-5393-4E4D-AD96-25C20B0B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598" y="4539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F29CA-7C18-4AA7-8047-BDF0E334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872" y="40812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ED700-E54E-489B-85D9-A79C3A0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872" y="40812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EA267-3B8B-4EFE-98F9-7492BD8F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646" y="62157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D2AEC-DEF8-4FC4-88F5-8DE21D4D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646" y="62157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EAD2C-91DA-4C32-8240-BB8268F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521" y="45835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CE1AB-0549-4E46-A5CC-F91D87E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521" y="45835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D5450-EF22-49C6-B874-91ECCB18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406" y="55618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48027-6560-4D63-B89E-A595516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406" y="55618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95439-606A-491E-B057-DD5F4DF2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48" y="36088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AA90F-2A41-4DF3-A4CF-0AC7C46C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48" y="36088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3E02E-9450-42C7-9BCB-0C8FBE74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98" y="32439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BC675-B41F-4FCC-B646-BD3CF39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98" y="32439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509AD-B588-418F-A7A3-F73F515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54" y="55404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6DBF1-940C-442B-9FBD-13C97A70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54" y="55404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95D60-D5DA-45D5-90CB-8261CFF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70" y="38608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AA598-652C-45CF-9025-1E81956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170" y="38608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FF500-1987-49E9-94A8-4588F259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065" y="52793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FCF08-64D4-45B5-87C6-9004DC5A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065" y="52793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13BF5-6FF1-4147-8774-3E41F5E1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49" y="51826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D5705-2BAB-4B45-ADB7-37C2CBD3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349" y="51826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F3EBE-8AC0-4E35-9F38-2B389CF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35" y="61852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419E4-56A4-448A-9BD2-230F4439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535" y="61852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650F8-4A53-4927-BFA8-D61E8D0D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394" y="37753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EAEC7-D4C9-4BA0-8216-01111064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394" y="37753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6D865-0AAE-4624-A5DA-27343491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753" y="62495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69E84-1E1D-41E6-82C0-90EB3BF7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753" y="62495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526FB-9461-47EB-89BA-69A8713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212" y="51963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6FEC3-A2BE-4F9E-99F4-7CDFD2AE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212" y="51963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54908-27C6-47A6-8F8F-954BA375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096" y="618742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09CA9-25FD-47C0-830C-41BD578D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096" y="618742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3B60D-C76E-4638-9349-879CBBD1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005" y="61276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5F61A-7112-4E73-B766-F8FF83F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005" y="61276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98E22-41A4-415C-8954-A9085E4F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2" y="62677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1A96E-F03E-482A-9ABD-CEF97616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092" y="62677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FC4A3-BD63-437F-8642-AF768238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667" y="62431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EE20F-F72B-41C2-98CE-C192AB7E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4667" y="62431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C7065-35C7-4F8C-918F-EC131F2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08" y="52163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F050E-CB1E-4F6D-AD4F-FC51AFA9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08" y="52163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2B644-87AF-46BA-A952-9B0A843C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7" y="31181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6A347-0C17-4748-AFD2-DC1AA94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7" y="31181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25B10-2492-46E0-9CEF-46E4CDA4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94" y="62109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B6552-74DE-427B-B6D9-26A29AEE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594" y="62109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5CCD2-A41C-4562-8DD4-2D544F86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898" y="53349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E701B-C458-4BD3-99F2-E131A538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898" y="53349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03008-2F9B-4298-98C9-3FF6EDFA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258" y="61409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DF862-4EC3-44F1-A5DF-070F3447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258" y="61409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114CD-A532-4F53-B608-9132C1C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18" y="57333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C699D-83FA-4E78-9BB5-BA0476AE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618" y="57333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E8BEB-F84B-486B-AA71-71FABB8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529" y="61483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7AA6F-1B47-47E6-8FDD-1B03B819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529" y="61483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0F685-CD96-40F7-AF20-FBA15E1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53" y="32172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E3338-68A5-45FB-8550-5BDF152A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53" y="32172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A0BB9-3614-49B3-8DC5-6B6AC1E2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96" y="48083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CA390-B46A-44ED-9795-7C73994E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396" y="48083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940C0-D201-4D43-A7DE-30938873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78" y="62864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62C2E-0842-41D3-9DA0-5BEC5E82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78" y="62864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66F11-0E47-4371-93CF-25C04A0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773" y="52426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9372A-3FA5-4265-80CB-5F85E57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773" y="52426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672E1-71CC-456C-B68B-DAACFE1A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60" y="61566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8588E-495E-4D73-901F-B3AA9E6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60" y="61566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76754-B25F-4356-82B6-74CA8FE7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856" y="51856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EDCB8-9BB4-46E1-8405-1C503B23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856" y="51856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1A9AC-9FE5-441C-B3FB-687C2519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944" y="60994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761EF-82BB-4716-B097-8E6DCD0E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944" y="60994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08103-8DB5-45A9-9A08-AFAD6AB8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3" y="31863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CEB04-2521-4047-8E79-4E87963D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63" y="31863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518DA-25BF-4BF8-A32C-628155E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3" y="35268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F915B-96CC-41FE-94FC-88E63AB6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3" y="35268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CB9BE-57AB-48FA-A707-21E70397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148" y="47555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674E6-67F8-4ABF-9276-6089CBEF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148" y="47555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D44FC-4B3A-438A-B1F2-ABCD13A0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762" y="62072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FC1FF-5CA7-4E7F-AE56-BA5B390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762" y="62072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48ECF-687A-453C-B790-D56139CC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44" y="60051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1F2ED-0278-4553-9E3D-6F623CEA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44" y="60051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488EE-8427-4EC4-BD99-E9D12F39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18" y="43271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25DD9-6808-4644-91BC-997DEE66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18" y="43271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DEAA1-2934-498F-972C-258D11A1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570" y="48496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67B27-835E-4702-80A8-9BA2F939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570" y="48496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65585-1EEA-4EA3-A512-514D0F62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49" y="53028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2B122-1359-4167-9C52-DED4BBBC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49" y="53028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6B420-69C1-44A5-915B-93C805C8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08" y="46563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9B01F-4151-4AE0-871B-1A857B9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408" y="46563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8D2E3-9398-477C-AB23-83B450C6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88" y="48325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C3CCC-7E6D-4045-95AF-17D1637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88" y="48325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6777F-7E42-4ACE-B47B-2FF4EBA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43" y="43114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74B51-5325-445A-BD7D-C9A5217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43" y="43114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EA3DF-618B-4742-B758-9AF50C3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33" y="48600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3D31E-91E1-4B5A-A8C0-BFD3EC0B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33" y="48600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844F0-BA17-43DA-9E4D-EAEACAB2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559" y="51015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D5D07-B1DE-402E-B158-A9E21299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559" y="51015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D2943-4AF7-46B6-AB03-816DA9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849" y="41354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543B2-FE5F-48FB-BE09-7368188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849" y="41354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F061A-2C07-4B61-AF3C-B9B08951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95" y="40912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1107C-106E-46C3-8B66-DDA005CD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95" y="40912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FAD30-BFED-419C-A6CE-407A26B6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48" y="46401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9D2F4-6531-4489-AAC5-70A24ECB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48" y="46401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7E5A4-A7FD-4047-B215-CD38AABC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613" y="48001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D8BEB-136C-4C12-8A33-A3759FC7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613" y="48001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D3F76-74DC-456D-85E5-204EFD1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091" y="52235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B86DD-4A43-4401-9DCD-4D0D1A7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091" y="52235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F2E9E-9F0C-4836-A414-649FAD0A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37" y="45206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FAF42-4E75-400C-B9B0-44E98496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37" y="45206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3961F-7163-42EC-81F1-44CD7B3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419" y="45674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C8A74-3243-48F7-A985-BCB0AD42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419" y="45674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304E2-315A-43C7-970C-C6A10C19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007" y="48033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D451E-9183-4806-94EA-2F967ED5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007" y="48033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E975B-1C81-4B3A-85E9-149E3C96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476" y="42085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C8A89-2E0F-4555-BE11-F0B38C0D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476" y="42085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22AB0-C632-420F-9643-9E1DC2CA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88" y="62028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943E3-9F8E-498D-8ECE-BFB4764D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188" y="62028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6177A-D068-4EBA-8B30-0C0B1C3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637" y="53583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12C6B-749B-40B9-80FF-A65EA60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637" y="53583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D8A64-E2CF-4AD8-9B03-070E4295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21" y="43271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1D41B-11A1-405A-9E13-C9DA234C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21" y="43271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64E3F-F4DB-4AE1-910A-E51B5DD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24" y="58968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2871B-D61A-4954-8736-7735B808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24" y="58968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428F9-C9EB-45CD-BDB3-E0D237C0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208" y="60460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4D3AE-C71D-405D-88FF-F1E6277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208" y="60460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4B7CD-A4DC-49BA-9F43-E99273CB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216" y="61663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091A4-E557-45CC-BEB2-0894CB0B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216" y="61663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C36A8-9CEA-4760-81A7-90DBC66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00" y="53489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EC6E9-B594-4214-BDA6-D3B2F44B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00" y="53489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891D2-1399-485C-9837-C7010E2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56" y="55938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851D0-44FE-419F-9A1A-40A1A0E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56" y="55938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261C5-239E-44F1-9CEF-DA062B8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7" y="52048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BFBD2-094B-4179-AA08-BD85CCB3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7" y="52048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68E57-27CA-41D3-BE34-62E22D27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40" y="62141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61E45-32C9-4285-A185-6A6B20D0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40" y="62141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808B3-91D2-41A0-91E2-6EB7948C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21" y="53314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CC568-AD67-4830-B766-975FB9E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21" y="53314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78904-5788-4E6A-ABD5-1F61BBC2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550" y="62025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307B4-E300-4A31-8DC0-1B150B6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550" y="62025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7F87C-24E8-43B2-839A-7A79E2F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800" y="62192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F79EA-D691-4E8E-8D64-FBD37FE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800" y="62192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B7636-2A4A-437E-8887-1F0BCF7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24" y="4872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E9F17-BA75-4A23-9782-4AC07A3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24" y="4872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92EA7-53FE-457F-93FA-C2B70231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390" y="59376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6C7C8-0402-4124-AFAF-6DAF9CE8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390" y="59376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5DEB1-31D2-46C5-945A-524B0FDC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02" y="60327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FE581-A3EE-4457-B17A-BEC680CE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02" y="60327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A8A0B-A4DF-43B6-B271-1D7798E3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27" y="57457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9D007-5E07-4D04-8605-56015B87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27" y="57457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8F2BE-33B6-4C27-9CCE-28742616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913" y="62767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776DA-7C21-4184-A295-4E1259A6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913" y="62767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14993-7898-49C5-BF12-D4A813D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94" y="51591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4BCC0-324E-460B-BEBB-D3A629D5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94" y="51591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7C485-4496-46E7-95DE-EDF8EB08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235" y="47844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7772D-DB09-47D4-B43D-744CFE6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235" y="47844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0D372-8EF1-47DA-9800-E0CE9F81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84" y="38271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1965B-C9E1-4B18-8BD8-9E48974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084" y="38271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68C65-1322-4A4C-AB9A-84340720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94" y="33424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99659-3F4C-44A9-9282-4EB2AEA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94" y="33424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A8BE0-A684-4694-AB82-DBA0996F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3" y="51882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280F9-0E71-4227-9949-5D8837BC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3" y="51882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A0AF1-1677-45B1-A036-FD3DE815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837" y="61753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5AA57-8322-42AD-A999-06EB371F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837" y="61753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530E0-1769-4F21-BB5B-0186A757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778" y="48059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9D535-37B9-40E5-AB37-9F07E1D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778" y="48059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F2309-A2B2-4299-B2FB-BC3EA55F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69" y="61366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1DF94-8B4F-40BF-92AC-D78E936D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869" y="61366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D8FC0-A931-44DE-95DB-5315E6E9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77" y="31067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9A717-ED0C-41F2-BABF-6049345A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77" y="31067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0D01F-8E9C-456C-A1E5-70283D13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417" y="61562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38243-5639-410C-B980-C210985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417" y="61562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BAF3D-CD37-4CE3-8D96-D3CB4854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932" y="30190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94C90-9F95-440C-BFF9-5AAC34A0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932" y="30190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74F95-03D5-4872-9C85-929BBD8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165" y="62761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3C4BD-9181-4F00-9FAA-3A778B32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165" y="62761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73B98-2276-427C-8ABC-57CB0F1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2" y="30969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E35DA-0BF4-4825-996A-37CE2048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2" y="30969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7F0E"/>
            </a:solidFill>
            <a:round/>
          </a:ln>
        </p:spPr>
      </p:sp>
      <p:sp>
        <p:nvSpPr>
          <p:cNvPr id="2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57FF8-47F6-4F17-BFF0-63D2582A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198" y="25005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992A6-B459-4173-9086-3797C52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198" y="25005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51D2C-B4D7-470E-8708-D2DDB654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72" y="25515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D39C6-833C-4D66-BB2F-2A1DA31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772" y="25515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39662-F7E1-4CBC-80DC-04E4C05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307" y="29464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F90A2-EA7A-4F4F-A69F-F06E2AC1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307" y="29464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D97DE-5765-4050-AC4B-A93CFF85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28" y="25119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3D548-46C4-4FAD-8E1F-68EF5A4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28" y="25119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E7466-27A6-4907-BA56-77D97FE1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778" y="23780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74B07-E3DC-4440-AC66-12F825B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778" y="23780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A8B73-C077-4341-9E7B-51A1366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462" y="24187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65E7B-1746-4D0A-996D-F579D21C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462" y="24187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6EA32-DC80-427C-B245-CF1526B5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43" y="40272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DC671-A6C4-44EE-B020-2DD0772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43" y="40272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E1CEE-CA28-4D8F-9489-DE5E9FED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76" y="24851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A63E5-D529-476D-B945-460EA340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76" y="24851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685BB-CBD1-44D9-977F-B885BE5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D7779-213E-4165-8259-20AA445C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34280-64CB-4168-9380-478B873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72" y="26012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F9954-7661-4768-BCC7-96EFBB04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72" y="26012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D3C41-1759-4ADA-BF82-F6C5836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795" y="24529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26695-A1AD-42CD-B47F-5E5883E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795" y="24529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38FCA-C10B-408A-87C4-0679F1F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863" y="25262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74E17-1067-49BD-8075-663A88E5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863" y="25262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5A740-63C8-44F6-9DC5-472B18CB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49" y="29635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12942-01DC-46E6-BF5E-745781C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49" y="29635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FA1BA-9FB1-41EB-9FCA-E8037B1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301" y="25604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DE1D4-66C6-4502-AFA9-846BBA9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301" y="25604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139CB-FCAA-41B9-BDD3-219F1BEA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319" y="25654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D1EF9-62AC-4A2F-AF94-A012590D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319" y="25654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88172-1A35-467B-9BE8-947E634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347" y="44497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AC709-3AB9-4982-A673-032B450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347" y="44497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92FC6-C0F2-418C-BF1E-B5B6A60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513" y="28369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152B6-8140-4DCB-9207-445EBCC8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513" y="28369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C3810-19D2-4AF3-B7F8-7A714D67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968" y="24628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E20B5-0EEC-47C5-A651-6C4B39C5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968" y="24628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DEBF4-FFF7-4372-A061-A57F2F0B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635" y="23982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21D7D-A1F3-4675-96AC-9AA18D6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635" y="23982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06E47-DAB2-45AD-8AFF-F9F4B7DD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699" y="24253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3754E-312A-4A4A-8E7D-65055563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699" y="24253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4BAD6-FDE5-416B-A877-315C650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58" y="23696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3E344-1342-49BB-AA57-6946655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58" y="23696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F5FA7-5D16-4C96-AB4E-4C886A3E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46" y="23158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AC2CC-3871-4E89-9B0E-C54CF58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46" y="23158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B2333-E149-470B-BC0E-DCBAF655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315" y="27757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1B4FF-59D4-4DDA-A0E2-46D5BBDA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315" y="27757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B99B7-D05C-4DA0-A718-CC9C356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250" y="24828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D408E-5F72-47F1-9A07-6B16B5D8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250" y="24828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8C440-80C4-4F33-9F8B-F711618B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819" y="23974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66EE8-E54A-4FB7-8C44-D80E3540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819" y="23974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D61AE-043D-4913-8E22-4FDAE394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569" y="24148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15C75-FCD3-404A-B5E2-594D50FD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569" y="24148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4C97A-D6CD-4B72-BE38-BE255C4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540" y="25335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E2380-1AD5-4833-9A76-6103538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540" y="25335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C6E0C-5BAC-4443-8E4B-B7379153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050" y="29070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0BC50-DF26-4423-812E-1D7D660E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050" y="29070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A433B-2429-4717-A6C5-F4D4AD18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39" y="23269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3000D-237B-44D0-8055-26A976AB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639" y="23269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B4A8B-9083-4F89-8ED2-E86BDD73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9" y="23485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95C32-BCCB-4F94-9E2B-A60EFCA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9" y="23485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7199E-5A2D-474E-B42D-100A752D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568" y="24153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FAF63-9864-4CDF-81E0-0C62E3E9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568" y="24153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D4D33-7176-4507-B4ED-570235F0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907" y="29537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098ED-4624-4D58-B4CA-489E067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907" y="29537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9B6D9-09A7-4D08-8A71-B2D8ABF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A1FA9-88D4-445C-8C4E-2531783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85" y="24317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DC8E0-3AD2-4A12-BD84-77B1498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835" y="23808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55BCF-2D4E-425A-B082-4CA0266F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835" y="23808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9F19B-5306-40AD-A573-ECB7595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2" y="23485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F7F59-2B32-415A-A8ED-0684CF12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82" y="23485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CF816-34DD-4472-AED6-137A537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89" y="23073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FA485-B6B7-4258-AB83-9D81F0C6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389" y="23073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1AB64-C3E7-4800-B6EC-916DCB3F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06" y="23653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4FABF-8027-462F-A961-81803D7F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206" y="23653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23D38-E650-4D31-BA4E-02059E16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1" y="23863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CF966-E495-4C4C-9DAA-AC3829AD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1" y="23863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1BA78-4ECA-407D-900A-97B95306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014" y="23542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18DE6-F03F-40E2-ADF7-6034127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014" y="23542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076FA-D906-4E2C-A6B8-58BFCFA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09" y="24200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331F4-093F-4DDF-AEBC-27109952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09" y="24200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B7A14-9D59-4DAD-8B0F-C26FC3F4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448" y="24803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1B466-4154-4202-9CE2-2DD51CD9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448" y="24803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83598-7DFE-413F-89FA-754FCC53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157" y="24352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058F8-8B82-4E1F-8CE5-93D9FBF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157" y="24352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E32D9-6D36-4C6D-9F2D-E291E22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474" y="2798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317F0-CB2F-4BCE-826D-A959EE7D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474" y="2798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E4BE6-B27C-47F1-9D6D-0B7A10A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142" y="2410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75E85-42C9-4F06-A539-79DC35D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142" y="2410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9BE00-0503-4ED0-9207-711A00CC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250" y="48009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35EBE-7758-4230-8920-C39B933A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250" y="48009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51DFF-9C98-4B3E-A930-7A0BDDE6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3" y="24530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DCAB8-F113-406B-B3E6-CD483221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3" y="24530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06FEA-2096-4C4C-A694-BE4CE95B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97" y="24024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AE9E9-5CE4-48DB-9F46-67814B6E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97" y="24024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77E4A-6F5C-4EE8-99A0-B15E59AD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446" y="48009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AC4BD-D953-405E-9684-6452574E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446" y="48009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F1DD2-E043-44A2-9925-B62BE500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81" y="26064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DB0E8-717B-40D2-85C1-E13A6AF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81" y="26064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13B57-9D06-40A2-9005-5426F90B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47" y="48008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6A9F8-F01A-4252-9F7E-AE4857C0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747" y="48008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BFB62-D874-43F0-AB50-36212F0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39" y="43476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8E079-2EDF-40A8-92D5-8428A897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39" y="43476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835E1-9803-447C-9D8D-5F358A61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163" y="23577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EDEE0-8B3D-4930-947F-9AFA8B64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163" y="23577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E2C5E-D956-42B8-A5D5-4123DFD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55" y="23856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8EB85-47D6-4556-A4EF-68A8D527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955" y="23856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D7B77-3EB7-4545-9883-F31E8967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34" y="24207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A063D-6021-4F7D-A38E-13E0BF07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34" y="24207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07A9F-37A5-4001-8778-94AA567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391" y="25193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ACF1B-384C-40EE-B6A3-F7420EA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391" y="25193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F3259-C6F4-4104-8824-9FC43327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45" y="24401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742BD-2CD2-434A-BE0D-AAA37178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945" y="24401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AAA01-DA59-4322-AC77-7DC402F6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099" y="24770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CCCE0-3C2D-4BEF-9E5D-B4521B4E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099" y="24770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D223B-7D0F-4534-B658-28A9C4BE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34" y="24200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7B8D8-BBBD-4F29-9AC7-F609C21B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134" y="24200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9731A-79CF-4DF9-AB5E-AE7D438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45" y="43493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28669-80A3-4D31-901F-62A7B423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45" y="43493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7562F-FE41-4D00-BB0E-B652D81A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552" y="25021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6EC2B-C0E3-473E-97DE-0434A852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552" y="25021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D0C76-3C56-4F48-8082-6FB1402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771" y="23218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532EE-1BBF-4BFD-ABB6-3B05CFE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771" y="23218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C3135-4D9A-4F6D-A831-CD0DF7C9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44" y="23972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98D0E-222F-4E9B-BD41-D34AAE57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44" y="23972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2CA02C"/>
            </a:solidFill>
            <a:round/>
          </a:ln>
        </p:spPr>
      </p:sp>
      <p:sp>
        <p:nvSpPr>
          <p:cNvPr id="2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03855-2050-4CB2-B1F2-35ABC363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064" y="33775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8CDB3-2857-4454-9C82-DDE0AF0C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064" y="33775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07026-302C-4E93-B829-2288C34B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39" y="29833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B2EAC-8B0A-4300-95C1-095FF41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39" y="29833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BF9C7-39AF-4E86-9701-9E849414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520" y="29870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D94B3-F131-4EB4-BA57-F5C718E2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520" y="29870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C77AF-A6C8-4EC5-98BB-2499D1B9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978" y="37986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2EC7F-08D8-40C9-879A-49467895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978" y="37986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35B65-F369-4812-9761-33D20C01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49" y="41042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BC5B6-BE3C-4C86-9453-32C7B873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49" y="41042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507AF-C260-4239-B0C0-6D0FAC9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2" y="36209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76795-F49C-4022-94F5-D51936F7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572" y="36209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80B99-189F-4CB9-8363-DBDFA5C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85" y="40247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B8A91-EB50-441A-BBD8-0802EBA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485" y="40247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0CC8A-37D7-413A-8168-7F71BA46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20" y="38248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863E5-0043-45C4-B213-365515FA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20" y="38248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DEEFE-080F-410C-B660-A0250D7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675" y="39598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9746C-35DB-4EEF-8B0E-B08AF3A9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675" y="39598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277AF-AC41-4E1F-85A7-D4EBDA1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49" y="30294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889A7-33A2-40F1-8AC9-B95A751E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649" y="30294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E0579-80AE-4190-967E-FD6E1C92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62" y="37177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7B8AF-BF39-4259-BA2A-939271C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862" y="37177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B66ED-1AF2-4DB6-92A7-503A284E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27" y="31068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2E22B-8602-4B17-BE6B-7D91ECD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27" y="31068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7AAED-55B4-4CE6-8C32-029D40C4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904" y="37577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1CEF5-7555-4090-AAF2-DD6C4878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904" y="37577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55DCF-DA3F-454A-B54C-38F1C78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910" y="38921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05833-AFC2-4A13-909F-7AB2CA3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910" y="38921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3DFEB-A369-4FC6-8412-2A2D8F7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484" y="38867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86488-E49C-4C02-A6F0-42C0DCED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484" y="38867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F772D-55FE-4303-AE98-C56E8585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97" y="42763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D5208-A73F-4CF2-BA83-50CAFBB6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97" y="42763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DF916-A0B0-4277-A4E6-17F2B22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995" y="34374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3179E-77F4-4014-B371-8174FEF8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995" y="34374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4A94C-25B8-438F-AEBF-AFF9FC29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417" y="41150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1708D-5C68-4269-8A22-89D6D46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417" y="41150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0CA2A-843A-4E1E-8805-12F636A5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71" y="34187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6E789-5CD1-4ECF-876B-5127323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71" y="34187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DDC22-D25B-432F-B902-C587E8CE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054" y="41077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CC8E5-188C-44EB-BFE6-BFB024B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054" y="41077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9B03F-96B9-451A-BCDC-27B81BA6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92" y="35945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E8581-8BD1-4109-9821-EC2433D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92" y="35945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EBDD3-A103-4B6E-813A-1039F6B8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669" y="37780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3F529-9F54-409A-B712-C7902AE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669" y="37780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63587-4A6D-43C9-869D-2559667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78" y="40994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E3AE5-B1B1-4E47-8125-2B6FCFFC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78" y="40994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9B71E-4260-4630-9824-E213AB9F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569" y="37687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85747-7C1A-410A-876C-E080F25C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569" y="37687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99A74-DF50-490C-9F85-88B533EF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482" y="33431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F1C4E-7304-463E-8908-5A18D56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482" y="33431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E8E9B-6BF9-4B0B-8E62-57C7249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424" y="30998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BA84C-8972-492E-A439-D55C3BE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424" y="30998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560DD-5007-49A7-BF11-9844701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31" y="37962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C9D21-B450-4956-8F9C-0C22142A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31" y="37962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6770B-D021-4C33-91BD-4B1BB514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43" y="37196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F0B98-E6C7-4424-80FB-B9DC2D9F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43" y="37196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966AF-5AE8-4371-AFE3-D154C6D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893" y="37399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C4EBC-0A36-4491-947E-78D55CA6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893" y="37399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2F08F-F0CA-4DA2-813D-53F2799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132" y="3403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B4F38-9F5C-4953-8B62-595C277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132" y="3403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4C600-8CF0-418B-9391-C6D26203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941" y="38271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6F9F7-97C4-4D38-B0D2-76DC174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941" y="38271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EDE94-62CA-4757-BB5A-E14FB790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077" y="38778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64357-DA41-43ED-AAB1-79942044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077" y="38778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E89A9-B5DE-409F-8922-8A1E2BDC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169" y="41294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A6CAD-33E6-4073-8982-B77A937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169" y="41294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EB7BF-19C9-4886-9F58-B94E3CDC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350" y="41195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24316-E42B-4A30-B858-3F4BAA8A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350" y="41195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4F36D-5E93-427F-8509-FFF23AF8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558" y="33950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DB43D-4B40-431D-A5F1-4604C746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558" y="33950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32F91-6B0E-45A3-8E13-6B0EDD88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990" y="42602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1343A-A198-44C0-AA80-9221847E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990" y="42602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F9C6A-6FE1-4E69-9783-34A5562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373" y="33630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530E7-9E1A-46EF-A140-D514DA3A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373" y="33630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90CB5-E18A-4E3F-A1F0-1BBD847A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629" y="37688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782AF-8253-4D56-BB6B-629A1020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629" y="37688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8B7E8-E76F-4878-8B6B-7D54081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199" y="364405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FCC50-B2E7-4158-885B-1F66841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199" y="364405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09995-29A6-4F11-8069-9A3547B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395" y="37494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67799-068B-4F3C-A862-55D6CEF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395" y="37494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ABBA4-ABA5-455D-AB5B-614BB6C0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372" y="37173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0E3BE-8566-48BD-8E06-714CE17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372" y="37173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FB61D-2669-41E0-9980-530FA81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389" y="30467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C4DE9-4ADA-4760-ABB9-28CCF181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389" y="30467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755C8-B3E3-43FF-9DB8-6D4006B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79" y="38296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F4A71-E7DC-4758-885E-EFA1C4F0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79" y="38296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B1D15-EC40-4696-A1EA-A5495083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680" y="42570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76C4F-349A-41CB-A25D-A7873C18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680" y="42570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4F8A9-F9FD-485F-8EB9-44A1930F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387" y="38730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3D3A1-F665-48C2-A164-9D9E7271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387" y="38730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FF2D4-F538-42A3-8681-A436C92E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32" y="29936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0EE68-1A7C-45D4-8ED4-5188ED8F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32" y="29936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06BFE-6A5A-4240-97C8-43B713A5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61" y="37600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423BC-9BCA-4AD6-99D2-5236ED9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761" y="37600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886FC-3023-41E6-94EF-E0427F6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636" y="35057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17163-F8E3-4DE4-B24B-F4F28F2D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636" y="35057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2ADF3-8AEE-47EA-BAD4-6D9255DA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617" y="38133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1481E-BCCC-46F4-9DAE-3530661D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617" y="38133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971C9-2E20-458E-9D68-F545B296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967" y="34979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1953E-894A-47D9-8C2F-8D5AF420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967" y="34979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ED8EB-7055-496E-8051-F43450F5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36" y="37810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D7B3C-A9A8-4312-A6AF-6C9B14E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36" y="37810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2D29D-C2AB-4C37-969F-11DF477C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697" y="37262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D4A3D-60CE-4F18-9AD7-D3A897C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697" y="37262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F6A9B-F96C-480C-96C5-06615205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181" y="32673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FA6AB-A589-44D1-B682-6F52607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181" y="32673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90209-4D3D-4CDD-8544-08DCF6D9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39" y="32336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01090-319C-4DAA-A43B-00DFFAD6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39" y="32336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E8F0E-1B27-4B0E-A746-08C3FE28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057" y="36018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8C374-FC7A-4BAE-9262-3F53C478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057" y="36018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51871-0E12-4820-BDE1-A2AEB6CD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882" y="39101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1F049-D14E-4141-8AD7-A7B29B7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882" y="39101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9DA3F-C57D-4B9E-B453-F2D28948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18" y="33569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DBDD4-0ECF-4BC7-AB92-BCC2B90B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18" y="33569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68019-FD3B-4742-83D3-B77E0A8A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3837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5C67A-66E4-42C4-AB0B-1A151586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715" y="33837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3D790-AFE0-4F0A-9BE1-D58C74C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76" y="30327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E837C-9AF1-4872-8E82-E0BD42B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76" y="30327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457C5-C533-4416-80A1-F24E6B9E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59" y="31421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37E9D-F73A-48CA-BE6F-59711A40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359" y="31421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26058-644A-48DA-BFF1-D8CBF163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313" y="30412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A58EC-4B8B-4FA4-AA34-C9FD691D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313" y="30412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05EC8-5A6E-4AC3-80CB-D29A422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861" y="35872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59E7E-0CAD-40EC-874B-CCF04A6F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861" y="35872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E3619-EE98-4290-8B98-348A2D8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927" y="35522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3ADA2-767C-40BB-AA6B-8E5DB151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927" y="35522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DC18C-5590-41D6-A969-380B9650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393" y="38806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DB168-519B-4674-98F1-41F09B89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393" y="38806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9FF92-0587-4618-B7D4-FFDB17ED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019" y="40619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54EC4-50DD-4A37-B3AB-63BDD2F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019" y="40619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51502-26AD-4A80-94BF-260F96CA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14" y="3510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FC34F-F80D-4A96-8DC1-0F1AF0E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414" y="3510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46394-B6AA-4772-8466-88A2C34F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96" y="36759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AA74E-EAEF-4544-B4E2-D637060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96" y="36759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CEEE8-401A-4AFF-8ED6-A05C9FF5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284" y="33755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BC2CD-C84F-4E8F-8128-2FF2CAB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284" y="33755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A3459-4CA4-49BE-8521-F8E10A83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095" y="37903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B21C5-05CF-4331-B757-54CA24CB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095" y="37903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14611-5E15-4AB2-A4E0-D1DAAC6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92" y="35188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4E1D7-FEA4-4E92-B5B6-A3B2B18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92" y="35188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D37E7-F929-4B44-A2B9-CF50EAC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013" y="38874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6B137-31B2-4CF3-AFDC-04245531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013" y="38874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9BF09-A42C-457F-92DF-BFDE34A3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54" y="33896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E41C8-5FB9-497D-AA08-D18A79E9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54" y="33896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FE4C8-2FB5-47BB-A780-D4E9414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746" y="34765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6782A-EB1F-4043-A41B-78C0E20F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746" y="34765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2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A83A2-4090-4843-B619-95447623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43" y="37630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31097-2D3B-4EE4-A86C-E483E935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243" y="37630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3FC29-6566-4FC2-ACB2-978839B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67" y="37477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991CE-6E3E-4FD7-B633-BDAD269A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67" y="37477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6A84C-179B-4E3D-97EC-E3A41276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259" y="32541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AAD0C-33CD-41BE-A989-08B2B0C8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259" y="32541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3C044-BC5C-4E2B-897A-42CB137F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989" y="39288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31D75-DD2C-4347-BA4E-D9121ED7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989" y="39288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176A6-91C3-471C-84C6-663B127D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91" y="38575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F96FD-4BB7-4CC0-8B70-A507733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91" y="38575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F56A2-71C0-426B-B8FD-66618D81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411" y="38619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6E5DD-FAE9-410F-9BAD-3893DE7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411" y="38619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167895-83A3-42FE-8C96-DE693946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72" y="39403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9DB5C-F649-47E7-9167-1E6AF282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72" y="39403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32C64-131C-48A9-BB78-AE2F200C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754" y="38309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F3D79-80AD-4D4C-BEB0-58CDDD85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754" y="38309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43E8C-DC39-4D0D-8BB4-E57C313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383" y="34194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D2447-98DD-45D5-A46F-2D20BB50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383" y="34194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4064C-E81E-464D-903F-B18E5677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724" y="33791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8F9AE-9684-4C38-B583-5FA5BB65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724" y="33791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16A10-C6A3-419E-B4BC-B7749B97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239" y="34074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CF1DB-965C-446B-9181-984AFC99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239" y="34074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E705C-FD97-41A6-9810-35FB9518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587" y="38376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B2AE3-D29E-49C8-B98A-C2E5137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587" y="38376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DEE44-F19C-4157-8E95-1CFF4A9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648" y="336041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6D3CD-D3B4-445D-A061-00E4080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648" y="336041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ED940-F889-46D6-81D1-FDEC118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340" y="36989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B177B-AACE-414F-8A4D-49433884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340" y="36989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E97E9-B22C-4BFA-9EE2-A05CABA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243" y="36615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78D58-6BAC-4970-B500-6DBCD27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243" y="36615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D4901-B567-4079-BBC1-10680AA3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42" y="36451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796F0-53AA-4518-A4F9-FA46933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742" y="36451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A00D6-A30E-450E-9A1F-5EBDCE25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624" y="30054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E64FD-D6D6-4BBB-BBE4-39BFC78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624" y="30054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A1237-A74D-49CF-A58F-F9EDD6D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197" y="388261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E9DF3-B1CB-4F9D-8C85-0097667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197" y="388261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C71E2-C0B1-48FD-A276-281D4A43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73" y="38787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408F0-B803-4E9A-994D-3A1B3267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473" y="38787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C3865-17AF-424E-8DF8-05E237D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783" y="38885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8D353-451A-4589-BACE-7B49E92E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783" y="38885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6A49C-3A2B-4D9D-9FF4-F97F854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6" y="39068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494AC-AF28-4574-B03F-A5C9254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6" y="39068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A370D-554E-4F81-9AD1-C9C12E60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174" y="3201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D56ED-6B02-44E8-AAD6-03BF78E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174" y="3201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04D5B-D4A2-4E89-8014-332674DA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393" y="38491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0B144-CB2E-452C-8692-4BCE0D67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393" y="38491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FDE55-BB4A-4E3B-991C-7787360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38" y="38583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753E1-27A6-4923-B523-6BF7DC9C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38" y="38583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B340B-3642-472B-B077-25F680F3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86" y="39194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1185D-ECC1-499F-BFD3-9830864B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86" y="39194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446C3-601E-4D0B-90DA-2C50638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441" y="37609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7912B-BEB4-4AFE-9502-40E8062C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441" y="37609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FCB60-724E-4ACF-A105-1E01107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4" y="378692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B3420-F18B-4B63-9CD9-3B27394F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24" y="378692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C2E8C-CF00-436A-8675-9F31F88D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286" y="32835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11092-24A0-4FEA-81D1-36BE197B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286" y="32835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F59FF-F0F1-48D0-9FED-92CC067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163" y="37560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BFE9F-81F0-45F1-8E80-EA594BFF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163" y="37560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71BE9-24CF-491E-B407-DD15F386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821" y="35223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D6B9E-18CE-4B9B-9DA2-004A112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821" y="35223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B51C6-166A-4AB4-B392-52201379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646" y="40325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62D20-C558-41DB-A1CB-21E88B9B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646" y="40325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2C404-9B38-4F94-90A5-D347B8D9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82" y="38824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918A0-31FC-4498-89C2-A1049267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82" y="38824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90E4C-CF0C-449F-BB64-2B3C006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595" y="35825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BA3D0-2AE8-4337-9D3D-CA911F7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595" y="35825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657EC-04EE-4548-8C28-5029D01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10" y="35778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2BA55-021D-4D8B-84BB-33EB2FA6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010" y="35778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F2864-F6B8-4F00-8592-3D17B76F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687" y="37877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76E61-4743-4BA6-B414-262D1AFB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687" y="37877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3BDDE-97FF-48A8-B119-C699ACD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305" y="33589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8F4C2-463B-4145-847F-79828C26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305" y="33589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DBEFB-C933-4DE9-B482-89444D92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273" y="36710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0991B-C480-4B5E-A240-0D6E6EF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273" y="36710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066E0-035F-48E9-98CB-97F28DB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690" y="30828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A60A8-4AB7-4AFB-A24F-99E5638C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690" y="30828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7ABC4-530A-4739-9175-A4C6F0AF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30" y="37964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D8666-002B-44FF-AB07-43B04F37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30" y="37964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5A110-5FBF-4893-A3DD-09662BB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78" y="35899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B91F6-94FC-4703-90C8-BE1E7E8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78" y="35899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27C19-AECA-4F53-AD85-2BB588FC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398" y="41574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E10DF-A10A-4351-A89C-228D584A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398" y="41574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11737-1C0F-4CF5-8B7F-71464CE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52" y="38973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0D39B-90EF-4B85-AB33-7F3D0DF6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952" y="38973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408F0-82FC-4984-8375-76C6D24F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359" y="38144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5FBEC-50ED-45DD-AA03-C4CF835B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359" y="38144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95B7E-6360-4ABD-9753-0149161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066" y="37776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BD935-83E2-4238-A21E-C2BA224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066" y="37776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5DAB6-45EB-47F9-9701-A6E1983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5" y="33971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96111-99BC-4499-A007-030B0CA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5" y="33971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7A50A-F539-4CA7-9D90-D3F25B9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56" y="35897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A0CD2-3ABC-4A8A-913A-438E497F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856" y="35897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21CDC-FD08-4D41-B36B-39B59837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12" y="36184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DF370-1DA2-4F23-94FE-0E7C6936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12" y="36184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6A743-D1FA-455F-95EE-B341BD3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865" y="38777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54D88-6704-43B5-8B16-32F5D2E6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865" y="38777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A614D-D4C4-471E-B4BD-9E8D1954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404" y="40303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20561-BBBF-4868-BE7F-8BF71A60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404" y="40303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E66DB-FB18-4C13-9EC7-7C5C71CE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96" y="34347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CB042-3F8A-4488-BDFE-63B32AF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96" y="34347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F1483-DE53-460D-B54F-0CEFB946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34" y="37488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F50F9-250B-45CE-981A-0138CC7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534" y="37488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6BD84-CB7F-4135-9BA1-5660184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262" y="39707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89DCC-D8D1-4D49-9B93-92CC3E0B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262" y="39707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5AFBC-BBEF-4290-9C12-8478BEA8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24" y="39751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04263-6F32-4959-ADD6-D1A07D47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824" y="39751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E8C68-C7B8-42FB-BC64-54688385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590" y="35094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A7303-8277-4645-9ED2-8C0BDEA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590" y="35094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C74FB-AE0F-40D6-AD0D-A9EB1C32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257" y="3829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FCFBF-259E-4807-BA40-30B17C39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257" y="3829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BDF33-7A19-4CAE-A341-DD0C8EF6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32" y="36757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8451E-6881-4DA0-9DA5-126D69F5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32" y="36757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FBC66-B01F-4770-AB05-7A987AF6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874" y="37309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560FF-1E0B-42A8-950A-580F995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874" y="37309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F57EE-1F23-4101-B0F8-8B7D4A5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50" y="33177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C4096-FE77-4274-B845-0D9C169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50" y="33177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064CB-2A4E-458F-A809-415CE418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5" y="34195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D2FD8-48AC-4EE1-9D5B-24747A5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5" y="34195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EC266-0D5D-441A-873A-B096B94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318" y="3377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58DDC-DDE3-4B3A-BB2C-3C18785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318" y="3377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63771-8F39-4DF3-9D88-2F7840A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063" y="4002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F0DA1-9C05-43EA-97EB-722F47B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063" y="4002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FDD3C-9096-4324-8118-1365D526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5" y="35768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66A01-FF87-4078-B021-14DD13C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5" y="35768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691FB-4C2A-4F6A-A253-FB09066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500" y="37695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F251D-0CDF-47A4-9AA3-219237C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500" y="37695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677FA-85C2-4451-8CCB-E1165E84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48" y="31021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8E742-BE96-4878-AD5F-8155594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48" y="31021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322B4-DE81-409A-82D8-6880B20E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061" y="34818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6F259-CCC6-44F2-B88F-2E0DABA4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061" y="34818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49531-1AA9-45CF-BC7B-0A9499A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367" y="34881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6A95F-DD38-4C42-9EDB-FB11C04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367" y="34881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8E0D3-50A1-4FFA-8041-A72F88C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704" y="38855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6BACD-79B4-496A-B896-4499E439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704" y="38855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7DA60-3811-4B7E-8CBB-0482F459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35" y="37445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76B22-C068-4063-8417-7DF08301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535" y="37445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610D5-9D71-4A27-85D5-DA89ACC8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78" y="35489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C4C85-46FB-4B97-9473-181EA3B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78" y="35489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F72C0-ED1A-4720-968D-2AF385B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400" y="37442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FF305-5E2A-45BF-8CB6-46E58C1A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400" y="37442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A368A-9FE7-4A8F-A927-CAA5119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80" y="35098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37A0F-FB62-4738-9C9C-009777E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80" y="35098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3A4B2-6700-48C3-A923-0A0AD3B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795" y="33867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392AD-F81D-41D2-9777-99327D80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795" y="33867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4B704-81DD-47A4-8CB1-6D83D2C0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649" y="37411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5ABD6-864D-4FE0-AA60-242C48F3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649" y="37411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31B77-362F-4F2F-A6F6-342D4D10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907" y="36905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3EDF5-F8E4-4740-960E-C26F229D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907" y="36905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B1319-F82D-424B-AECC-B2304F20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309" y="318601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ABB1E-3478-4918-9212-A15FE72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309" y="318601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E1D9E-7B8F-4F19-B669-F8CD0663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250" y="39443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65376-63AC-43DB-88AC-4AF8C44B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250" y="39443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14700-92B2-4F11-A9D4-54D52A32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58" y="365306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4E41F-5CB6-41C1-B548-C72BF80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358" y="365306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85692-3269-4816-B3DC-D78BE7BF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99" y="34878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6D38A-A69A-4FD6-AC1C-59B463F8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99" y="34878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CEF18-E27B-49F8-99FF-E02AB206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057" y="35930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495D6-0A51-40DB-BFFE-C406E37A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057" y="35930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026C6-2FF9-47AF-B0D9-D1076EB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963" y="34353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98C8F-D4FF-4F92-8059-205A5D22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963" y="34353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3F127-0FF1-4D03-A854-8D781417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165" y="33453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62D1D-CDFE-4143-83BB-FD0C902E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165" y="33453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3F5BA-5FEA-412B-AD53-920A459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33" y="33629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5BF87-9DF1-4AB5-933B-19DA59D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933" y="33629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C6BBD-7867-424A-83EE-B7256AE5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697" y="368187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4A544-5118-413D-8D79-3244107B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697" y="368187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83F93-20E8-4AF0-8B59-A6E2FB8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387" y="37141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957B4-567F-42A3-BD34-E5DBD164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387" y="37141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F2A59-AB89-4BBF-839F-3474033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9" y="3846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BA6B2-BE99-4899-9129-79ADFF88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9" y="3846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9036D-4EF9-4B75-B237-B0FD57A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62" y="36433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C655D-849F-4FCA-8F0B-A8889ED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62" y="36433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D3A45-B168-4C81-84C7-5875969E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74" y="377643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F1FF0-FE94-40F7-B6B8-FBC7B77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74" y="377643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94208-6773-4F6A-A767-16F2A997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24" y="35707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BF870-E1B0-40BE-B50B-332DE7A1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224" y="35707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44F8F-B729-4585-B4AC-28255962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69" y="37054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17F60-39C8-42AC-B159-E40A54B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69" y="37054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2FB41-38AC-4A35-914D-DFAFE523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573" y="34831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4261E-2F43-4B72-8A23-397B37F2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573" y="34831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30195-AA4A-4797-B341-58887064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887" y="37665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C9C6D-C939-4C11-8E02-82F9A31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887" y="37665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8AF65-FD1B-4C23-8AE7-E1E10CD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88" y="34348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1965B-C706-4410-BF6B-31B5D3A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888" y="34348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D59D3-E78F-43F7-A9A6-E4C9F75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070" y="33617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60545-E98D-4731-ABE1-137AD3D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070" y="33617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164B4-E2C5-4402-9A63-475D653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22" y="338142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B800E-1BDC-49FD-9C4D-CA375DD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22" y="338142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C0784-E800-4CE5-A8D5-E2357FFD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51" y="344780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71F1F-0C80-466D-A134-46300A7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51" y="344780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36EC4-020C-4070-BD8C-D2A50A0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147" y="36477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27ACC-7448-4CC0-8522-7D0E8A59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147" y="36477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404F2-21B3-4FCC-9731-8A89AE1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449" y="3678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A0DB5-23C2-41B9-88F2-07755BE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449" y="3678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1C61C-34E1-4A0C-9068-3DC4A793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598" y="37571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A0DEA-1BAD-4E16-B0FA-51E6BB15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598" y="37571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639D6-E9A0-4566-AA1F-C871D64F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094" y="35753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20B0C-66C3-4F69-8808-BEE3B90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094" y="35753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31363-CCE8-4CD4-8222-4E16FD82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832" y="35035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B6AB6-3FED-47BC-801C-B8DA37A0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832" y="35035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A590C-82D9-439C-BBC2-905E6603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905" y="34234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EBEC3-8452-41C0-9986-B2F9CE65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905" y="34234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BBC87-9AA9-4E4D-8D3A-D09782A6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698" y="38099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C0B03-BEC3-4E40-AB52-7367E5D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698" y="38099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AAC1C-76C0-4502-9CF1-FBB9F78F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088" y="35169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850A9-CA2C-4C18-85A9-D18BC60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088" y="35169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51455-9883-4630-A728-312D32F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21" y="343519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DDB99-D677-4DC6-905C-0CCBC680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221" y="343519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A68EF-58EE-4E0D-B13E-63A4A57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162" y="39508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0DE76-D3BD-4AC6-8D5B-D3CB8CD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162" y="39508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7C839-FE0F-4C87-A298-ABB754E2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164" y="37579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ECEA0-5594-4022-9CD2-69624BE3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164" y="37579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FD6BA-05DB-4644-834B-56CC0C0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663" y="33810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1BE89-03F1-4737-90A3-2D009AC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663" y="33810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9DD89-1810-444A-9052-FFF50022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616" y="387271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29ECE-B1BC-4571-9D67-555B000A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616" y="387271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A21B3-C349-485D-8466-FC01201C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44" y="37474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7C0DC-1998-4519-8FC3-C7262767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144" y="37474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66701-1A5E-4568-A0A2-C59186BD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38" y="32163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466C5-2650-401D-9836-E445A50A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38" y="32163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6A8EB-D6ED-40FF-A594-9CCC3FA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527" y="376481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A8698-D0F3-4279-BE07-665F44D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527" y="376481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F5FCE-09FB-4D29-BABF-0908E266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981" y="35466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69990-0B84-4A78-8CBA-662F9E82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981" y="35466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D056B-62F5-4C37-A463-024FA0BE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137" y="38363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D7BDB-1585-4367-9C43-18B5B5B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137" y="38363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19BDE-136E-48BB-851E-6C92EF3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748" y="35576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30171-9DF3-48B3-8915-4D4D799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748" y="35576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C6F2D-6EED-41F8-B7E0-867DA662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740" y="36881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F6B48-92FB-43F0-8138-BA88B4E8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740" y="36881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4F26C-8693-4400-98F5-1C3E97EA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10" y="37159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5C42D-1FEB-48A9-A74E-28E550FE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210" y="37159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B4FE3-FC71-4BA7-82CA-AC2B5EB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77" y="380918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B8C1A-D128-4D72-956E-806048B7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77" y="380918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99C6F-60AA-45AE-8ABB-32514FAE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347" y="30539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9F4AD-BA7E-4363-AD6A-9FAF4208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347" y="30539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ECC20-DA10-4A25-B2FF-1C7016C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75" y="344527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E5397-5487-4FA5-B951-64A839FA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475" y="344527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966D9-6D76-4C2A-A900-5346B95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70" y="39059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B2794-5648-4DB5-8DC5-BED0CBC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70" y="39059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55177-F1CA-4564-938E-9A14AE18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330" y="35773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77339-B517-4FCF-BC53-04C722D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330" y="35773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4E84C-E187-45E2-B291-4C5DEAEC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958" y="34941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BD807-FFFD-4ADF-89EB-624D4C98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958" y="34941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A7949-23BB-41EE-9131-87EF3B5B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099" y="37487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F9E9A-643D-4C28-B7F7-6009F20F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099" y="37487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CB523-AFC5-4FA8-8DE5-EAC5DFF7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26" y="377076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2D4EC-2F5B-4141-B2F1-424D3BE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26" y="377076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A4EC3-C3F7-4C5E-B014-A780EBD7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307" y="383047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2A071-402C-42F5-B87A-4F293E9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307" y="383047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C9429-80D6-4AF6-92B2-453075CF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736" y="40307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46E6C-871B-4D43-8DEF-105D32E6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736" y="40307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2A82C-7665-4461-980D-DE6267B1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17" y="35891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05A17-E07C-4BD9-8BAA-5D16A59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17" y="35891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D9109-BA89-4C48-8433-1FF8F05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42" y="378522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D2AA0-2DFE-45E4-ACD6-CA892695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42" y="378522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F4356-DD91-453E-A5A9-7766BBD8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98" y="37327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0ED53-8A9F-4277-8BED-F23CAE89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98" y="37327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BDCFA-E1C4-49C6-896C-57EA456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633" y="37704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61F80-A756-42BA-9236-1923F716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633" y="37704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94121-8AF7-43BF-80AC-8385107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282" y="37135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03228-4625-423A-BD72-6CB7FA7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282" y="37135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3F8E5-F1AD-4771-8164-42C52F97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891" y="41803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1DBC9-4107-419B-9272-2F76B8D2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891" y="41803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5FE0A-D8C3-4CA8-BCE8-E3D14623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259" y="34439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DF6CF-D924-4A49-A444-1DAD24D3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259" y="34439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5B54F-8F0D-45A9-B4DF-FEBFD3F7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00" y="35441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8E131-549F-4059-9D4C-2013C358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00" y="35441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73A30-DDC9-4EF2-8F19-055B51A9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654" y="35200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3954D-4513-4144-AF7E-965F68C9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654" y="35200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F6146-9DD6-43A9-8B1F-CB95A03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70" y="35594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6BFFD-487B-4ED2-97C7-7B92588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770" y="35594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3A22D-968E-44D2-8315-90322ED8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899" y="35627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64518-6A19-45C9-917A-571BC618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899" y="35627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D857C-55F2-468F-A64D-732EAAD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073" y="375818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81D05-A214-4DE2-9A9F-5BE0769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073" y="375818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BF9B2-3365-41D3-9B0F-730127D2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655" y="31506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23512-582D-4FE1-A7D1-1C074573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655" y="31506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24F2E-D7CF-4122-B71D-6DFD071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39" y="35034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AF0FC-36AD-4D6F-9493-721DA48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539" y="35034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E13D5-308F-4893-897E-5EB2656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99" y="41801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8EE26-85B2-4F89-8A75-8F254722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99" y="41801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3862E-0827-478D-94B6-23103B2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526" y="32351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E218C-C867-4710-91EE-587CE36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526" y="32351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7A614-5CD8-4236-A07A-1A73D98A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904" y="38454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CD5F0-46C4-4600-A8F5-EDA7065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904" y="38454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A1082-57AD-4A4B-991A-666B27A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851" y="35356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9A6F8-456A-4BC1-9F5F-5ED8802A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851" y="35356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DD65C-3565-4112-BDE8-6698C891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027" y="383893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FDFD5-D8B1-42D0-B792-6FDEE908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027" y="383893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38424-6901-43E9-944D-CE21145F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861" y="31358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43405-5697-47A7-9B35-B8846549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861" y="31358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54D5B-3EE8-4C31-A26C-0CDCD9B0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71" y="38613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C710F-57C9-45E2-9C3D-45152092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71" y="38613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34E7C-B371-48F8-AA1B-3072054A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509" y="34466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27BE1-55B8-4E08-ACF6-E0849559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509" y="34466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2370F-0854-46F8-BA88-626D47CE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75" y="35866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4A53F-83E2-46E8-BBB7-28696DCB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75" y="35866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AB4E7-EF94-43DC-B1BF-AF700444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16" y="30691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F87E4-9E5B-4275-A3A7-9D1E5BBC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616" y="30691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B4CB6-8814-4D16-A58B-8017312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879" y="38441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21C4E-CD52-4F8B-9373-1317D89E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879" y="38441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47E0F-5664-4FB4-A17A-D2DEC666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85" y="38246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9811F-E5B6-46F2-9983-1DA0CFAE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85" y="38246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45015-D54A-4FAC-B869-C08AE77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03" y="34563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4C30C-A484-4F0D-BA3F-429369EF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03" y="34563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8BAE2-116C-4F47-A675-9E74096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76" y="31677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8C04B-CB49-4484-8750-F55D2EC2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76" y="31677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5CEA3-9D34-438A-A885-C8B0DED3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670" y="38635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90AFD-4BC0-4EF1-BE53-98052E3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670" y="38635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A1D77-3C6D-451E-984C-E3128272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421" y="398959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34691-979A-417F-9AAC-518BA4CC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421" y="398959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9209F-8FB9-4A3A-B93F-F91CB050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064" y="35376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ACC54-8F92-4CDF-9AD0-67617D2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064" y="35376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5AAD7-1495-4A16-A07E-DBFBC6DC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966" y="32636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17B76-0D9F-409A-9B6E-AEF62FE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966" y="32636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E81E4-B104-4284-BCB9-B72F75D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56" y="38499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0283D-77EC-41BF-94B7-C279699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56" y="38499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D62728"/>
            </a:solidFill>
            <a:round/>
          </a:ln>
        </p:spPr>
      </p:sp>
      <p:sp>
        <p:nvSpPr>
          <p:cNvPr id="3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5A741-A23A-4944-AD5F-6D1F8FB6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08" y="18275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7AC5A-7238-45AD-90AE-05549986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08" y="18275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93601-8D62-48B1-9962-4C8DB3BA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55" y="329862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CFBF3-52E0-4F21-8608-354C759A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55" y="329862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37F24-1808-4575-BD7B-B1A8966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871" y="19455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46BC7-365C-4DED-BDE3-E88CC8DF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871" y="19455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A6F18-5A8F-4ACE-ADAD-7E47B402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5" y="15855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9E534-B5E0-4BF6-B7FE-E9A24B11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615" y="15855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6B67A-B36E-4AAB-B9CA-0EB4E9B2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75" y="16797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87762-1360-490F-9DE2-3519B255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75" y="16797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5AFD7-CA18-455E-A7C7-FC54367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274" y="16965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97E7B-577A-47FD-97BE-88D45D7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274" y="16965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05712-9BFD-4CD8-BF63-C643DF48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547" y="16486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B8A47-E212-4105-9C8B-8BC0360A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547" y="16486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25065-8A52-46E8-BE4E-684545D7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502" y="14397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A97A4-A01C-4555-864B-F455B459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502" y="14397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25E73-CAEA-486C-A6A4-C8A147C3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624" y="167570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EE02A-14B3-4E4C-8890-5B568E61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624" y="167570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31AC2-EA00-4440-977F-42D604B6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83" y="13319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7FC2B-0BC7-40A7-9192-BBCDE97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83" y="13319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BFEB4-F925-4E57-A8A3-868BBE2B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405" y="127625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82AD1-DEC7-4E8B-A84B-89230C0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405" y="127625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C25AC-457B-45B6-9084-4B94320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773" y="12282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0A90A-E6A5-452B-AE72-7C05A989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773" y="12282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C588A-B528-4489-B0CF-C0D64B6B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523" y="14942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6E336-B882-4E5E-B663-E99FB84E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523" y="14942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40334-6541-4243-8BEC-62D79585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6" y="32398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99DA7-9D3E-4D1C-B0FA-1D774AB8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6" y="32398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08609-82CE-433D-A117-711ACB20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87" y="32202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F85D7-7FA8-4FD4-9496-8052D969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87" y="32202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DFA3A-6B15-443E-9E3C-B683FEC3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050" y="169027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6AD19-968C-49D8-B160-3A1FBD27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050" y="169027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C5D96-06DB-46AD-99B9-2D98FA82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324" y="33062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C3C84-C885-4966-82C3-F838F3B1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324" y="33062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65985-9176-4D47-9281-805815FD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99" y="241428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D95CC-B59F-413A-8BC5-177EDCEF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99" y="241428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D8E73-C660-4139-8EBE-41BE0463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2" y="34700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FB61B-9AF4-4BAB-959B-C32ABBD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2" y="34700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8448B-ED20-4B9C-B63C-1F1D473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348" y="441691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074A4-9D7D-4C62-A875-BE2D6C65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348" y="441691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E505E-1852-4571-974C-CF47886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259" y="44111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C35B7-E70A-402A-96C9-723A58D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259" y="44111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4311A-AFA8-489E-913C-74B6E089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50" y="33254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23EE0-0774-4B05-A9F3-247B16D1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050" y="33254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E0A3F-D1CE-40D0-BBF9-92A533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58" y="262020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7CF59-2F46-42A1-86B8-E28CBAC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58" y="262020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22EE5-E4CB-4F88-9302-4C41B0B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353" y="31398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FF30D-83CD-4707-B8D4-9BE1F2F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353" y="31398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5DE3E-0209-4180-A3F6-4413B66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19" y="148906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C05A8-B898-4A41-835F-16110F81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19" y="148906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4C8A3-B800-4A16-9A43-D73075F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430" y="31461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BDE68-18A3-4FBC-ADCD-0DB132AE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430" y="31461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E92F9-BAAB-4FD6-86C3-626FD18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52" y="441284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F558A-240C-48AF-80E2-928A6F09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52" y="441284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770F6-548D-494C-919A-C5EB55D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019" y="127509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AF70F-622F-4A78-AD5C-E835B59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019" y="127509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C9D1D-689D-411F-9E58-F0E816FD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22" y="32613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AB44C-5E59-4227-9986-E5BD4CC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22" y="32613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AC52B-54B8-4BF6-A9C0-1CAEDF4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41" y="32993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F3B00-24B7-4F33-AB76-50D8A096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41" y="32993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80ADF-6A25-4175-AA44-F6EBD972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79" y="554104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4C888-342F-45B6-AE92-AE1ED5FB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79" y="554104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7EE06-A0CB-48BC-8DBA-69A5DCE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817" y="13978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881C5-7903-4DED-84EE-B7B6B33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817" y="13978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C6E23-9A39-4363-986D-B089DC37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785" y="15051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B5B20-1387-4C03-A0EE-47193EA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785" y="15051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231D2-973A-4C49-BE6A-127A0A93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322" y="13043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5D170-A1DC-4DCA-82B9-E5CAC07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322" y="13043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6A9DB-17B8-49DC-AD78-FFA1807A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7" y="1723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55C93-65B5-4B17-8E9C-51C3E34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7" y="1723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88DE4-7FDC-4741-A28F-8DB1565E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280" y="25850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1F917-5E74-45E4-BC5C-7019002C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280" y="25850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B36F6-5B15-420E-86F1-556E285E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226" y="380528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98A4C-0808-4EE7-96A8-3A92A700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226" y="380528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43287-F7E8-4075-96DC-22190E69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79" y="34202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D02A7-EC3B-46C5-82C4-78677D2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79" y="34202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DB810-F776-40AB-B49E-48012113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474" y="380106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EEB3B-66D6-4CF6-9D83-20775C6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474" y="380106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F8159-777E-4440-AB39-2C76AF70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153" y="145402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5709E-F443-4EFD-9757-BF61043F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153" y="145402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79EAC-21E8-45AE-8E95-57D8CAEE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60" y="16725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F6BB1-1FD3-43B3-A938-087EC05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60" y="16725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A7EAF-00B7-41A4-8830-F46C44A2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48" y="33449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7E8DF-A842-40D9-AD71-B8440DE2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148" y="33449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3E9FF-AE81-4278-A933-D660B2DE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10" y="33758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5EDF4-F7DA-467B-9237-55830D4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10" y="33758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ABF76-C3D9-4EB5-89E6-068580D2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533" y="26290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1486D-C7A6-47E8-982A-011BB463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533" y="26290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8A48A-E9CA-4233-8D90-005F674D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8" y="17239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A0959-58D7-45C2-86CC-1A9C479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318" y="17239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8FB1A-3A47-44BE-AA22-CDF52CF6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657" y="377428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91A68-AFD7-421D-8E75-606566D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657" y="377428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39CB1-A8D1-4EE2-8C02-6F40B63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09" y="13469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3E548-73F4-4ECE-99B6-8EDA82C9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09" y="13469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7D64C-CDC3-47A8-AAD0-95CBC01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1" y="32357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8F37F-0EBD-4E7E-8B5D-D2BC759B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1" y="32357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25385-C3B7-49C5-99D2-B9B4365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49" y="37446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2C514D-5364-4990-87B2-2A64A74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649" y="37446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EA751-84F2-49DA-B67B-740B7D29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113" y="13540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B8C86-CC9E-48F0-8D4A-3FCBE0F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113" y="13540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74E4A-B2E5-4BE4-A94D-DAB662E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220" y="19719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B1DDE-8B58-46C7-A807-DAB19FAE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220" y="19719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7AC78-9023-424F-92C8-5C82327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95" y="19348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BECCF-01C2-4B34-AACC-BEFE7347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95" y="19348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90076-1133-4BA9-AA78-2E6ED0C0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70" y="178789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A06DA-1BA8-4422-AC05-CAD936C4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70" y="178789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8E550-B333-4583-9184-DB2F8252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54" y="17850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8FB28-5B73-4806-A82A-355F2649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54" y="17850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9467BD"/>
            </a:solidFill>
            <a:round/>
          </a:ln>
        </p:spPr>
      </p:sp>
      <p:sp>
        <p:nvSpPr>
          <p:cNvPr id="3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4D56F-B8F4-4B2B-85AE-1D5E7E32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93" y="12379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5D15C-581E-4780-8F29-002085A9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93" y="12379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5DEFC-8097-437F-9533-4000B9FE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683" y="139000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A4FA4-6A56-4651-988C-417F4951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683" y="139000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F4974-E1C3-43F1-A6A7-8FB58DC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848" y="133395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F89DA-367A-4BBF-85E3-383F859D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848" y="133395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F2A97-562E-449A-A379-A31592C3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239" y="17275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A693F-6C03-49C3-AF74-5A9FA7F3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239" y="17275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55B06-F9F8-4BC4-9E0D-2B45F4C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186" y="1357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D5909-1494-42BF-9854-FF8F7F3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186" y="1357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1666B-493F-40CB-B843-EF6D8DE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59" y="12534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1682D-F99A-4B69-A515-41D94AB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59" y="12534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2DD0D-3E93-4F7C-89B8-EBFC733E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696" y="20016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71149-5E0C-410E-9CDF-A45302C7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696" y="20016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CE13F-DDC3-4A80-A2A8-3A5FE00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173" y="14181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41CA6-251E-485C-87C9-1C453AF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173" y="14181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D9586-6924-4266-8645-B5462A46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931" y="13483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D2F2F-0EC6-4F8A-AD74-CC7E35B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931" y="13483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C102F-9B67-4A53-957D-19B4A50B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556" y="12790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2CD8B-4448-414C-8E99-24F1103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556" y="12790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A9FBF-99D7-46B5-8E59-D95E2344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972" y="129126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7BDDF-5449-4998-ADE6-B91CA06F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972" y="129126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09509-CED5-446D-9FE7-082ADF61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6" y="128854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28440-26EE-4C59-A956-8D8B127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6" y="128854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D8DB3-C909-4162-9D89-14693167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60" y="13162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DFF89-1618-40F1-8966-E892C68C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860" y="13162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05A6A-DE94-4F90-9BB6-754A5CF3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730" y="131174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5777B-2085-4BE6-90EB-0BC15C7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730" y="131174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570FD-3FF7-4317-9D46-B39FBE69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909" y="13394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BB296-0B96-43E5-9CA4-C9B65684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909" y="13394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96698-28E2-45A9-8FCD-33F5BF34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861" y="1312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B3897-9AAA-463A-8C5D-CFB40740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861" y="1312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C25ED-507F-44BE-AF4E-14434BEC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851" y="13862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34317-B733-4613-9C07-AC9672E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851" y="13862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0AE52-6938-4B74-97F0-267607EC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068" y="138630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11E62-3CFA-47D9-9699-BA9023DD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068" y="138630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86683-A331-4941-B41B-519D3DE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323" y="17383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C6CDD-A68B-4DA2-A67B-30A7449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323" y="17383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C564B"/>
            </a:solidFill>
            <a:round/>
          </a:ln>
        </p:spPr>
      </p:sp>
      <p:sp>
        <p:nvSpPr>
          <p:cNvPr id="3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842B0-4A00-4868-A159-12318E4B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745" y="447089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3DA7F-3447-4D16-83CB-37C9C7C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745" y="447089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03202-4A9C-4729-B709-DD97A737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58" y="33571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69AC6-91EC-4009-B5EA-D5FAC7B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958" y="33571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D2BC3-E1BD-410C-8047-B2810CC6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582" y="45700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82DE0-0D0A-41EA-A92A-55DD1A05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582" y="45700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88BAB-DE39-431D-A1A5-DA9A8272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" y="31801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63D3A-0E27-4E47-A593-70B5611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3" y="31801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1EA43-8B45-4201-B225-974940F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3" y="31456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6246B-A813-48E1-BAE0-0280B80A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3" y="31456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5DA4C-4503-4DC0-B3CD-87C70B7E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976" y="45402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E70D1-F179-4671-94DF-CEF1B7B9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976" y="45402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5370D-88F8-4999-9F9F-086D02F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3" y="324706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C9E34-5C51-4A22-AC34-5FBFB6EF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3" y="324706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05B89-1D83-40AE-B00D-101914C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821" y="297503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B258F-40BC-4BCB-81AE-C43A10D1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821" y="297503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FC57D-D381-448C-954B-F5C93BD4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36" y="33076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1EE56-E8C4-40A9-BEE9-057B391D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036" y="33076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AFE6A-B428-4BBD-B632-376BFFB8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096" y="44649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251C4-2B98-4E24-B510-AF844EC0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096" y="44649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6FF5F-C01B-4F9E-B6F5-09C050AE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319" y="45437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8E0CC-EB4E-4631-8758-EDBBF78A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319" y="45437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6007E-460C-4AAC-BCF8-6F8C73EB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3" y="314562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77087-7BED-4ED3-933F-F5AEFD65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23" y="314562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02560-C645-4558-BF54-1409E3A0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52" y="36324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895FB-9A1D-4C6F-9F39-3CBAD4F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52" y="36324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6043D-EFD8-4647-A407-1A394E1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56" y="32698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18973-AB51-43CA-B739-6BAB996E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56" y="32698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7A2A3-21BD-4E5C-B1BB-9F8505B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628" y="45645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8FE81-9505-4C7C-8556-8275AA14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628" y="45645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8CAC1-97D7-43D1-BBBB-9F9F3C53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75" y="330604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87BFF-48CF-43E3-8786-4171B576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75" y="330604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5DFBC-9865-4C9F-8D88-F07547CE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600" y="363317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90CC7-92C9-44E9-A843-03257DB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600" y="363317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4948B-0261-418C-B6D1-00367E92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78" y="379956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4C7FB-AA63-41D6-A496-BE47AF01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78" y="379956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E377C2"/>
            </a:solidFill>
            <a:round/>
          </a:ln>
        </p:spPr>
      </p:sp>
      <p:sp>
        <p:nvSpPr>
          <p:cNvPr id="3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803E4-2122-4BDF-949C-B535079D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69" y="413462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B5EA2-39CB-4FF8-9361-8C1B19D9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69" y="413462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8A42D-CB9E-440C-B2ED-2AF8CFFA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09" y="418504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4F87F-94A9-442E-9B1D-F04AE403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09" y="418504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9FE8A-BF05-4ADE-B2A4-F0CA53F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86" y="42443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15A12-9099-4D36-88C4-1353784D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86" y="42443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65252-9226-44C3-97F8-D78149C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0" y="42871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83FED-B712-4686-A279-EDC58A65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0" y="42871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ADF6D-D8E8-4A76-B02B-799A9F78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65" y="412218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EC21C-E403-4ADA-A44D-0A8C435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65" y="412218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9A2F3-9AEB-4B78-A209-B2D6759C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15" y="42323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887F5-2F85-436C-AC05-048D67F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15" y="42323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3CFA6-6A01-4ED1-B1D8-E2AA19F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77" y="42539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7A41D-B21B-4520-B70C-3CB4D65D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77" y="42539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E587B-24E3-4111-ACA4-8053A875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34" y="41546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4D4FD-3E91-4770-A9F3-309ED5F5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34" y="41546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CBBCF-1D94-4F96-83FA-BB8F0B07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52" y="421745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28B05-003F-4EBD-9095-D0759157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52" y="421745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101AD-41AB-42A7-9062-DA86CF4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423929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8DF73-0694-4915-9C39-2901048E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423929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5BC60-A120-4A48-A495-F52ABA29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93" y="426089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5F746-A780-445F-8674-7B17CC3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93" y="426089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BBF17-6073-4BAB-B995-5F5232A7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42" y="42550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E507C-25C5-43A5-9D93-36DF6C1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42" y="42550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7A9DF-9D55-4023-AC39-86E8EDF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33" y="417055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EB652-6815-45F8-BA76-3237A20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33" y="417055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0DA3F-0E29-48A1-9148-4BD37C46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3" y="321394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48755-6445-4617-84E1-6428445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43" y="321394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34D6F-AF39-4623-A907-51262B1B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2" y="408738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182CF-BFD7-444C-B355-01D8BCA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2" y="408738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7F7F7F"/>
            </a:solidFill>
            <a:round/>
          </a:ln>
        </p:spPr>
      </p:sp>
      <p:sp>
        <p:nvSpPr>
          <p:cNvPr id="3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DA26A-47C2-406B-92F7-CA113D8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15" y="340235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614C6-9F2B-4D70-9759-9ECCCD8B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15" y="340235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E5797-63F1-4A90-BF72-B78DD624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35" y="331925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A5DA4-E671-4E82-95C8-9A03C6C3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35" y="331925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DF408-F248-4621-B10D-0E2AC1D9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56" y="335616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91527-182C-464B-A686-684F8C25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56" y="335616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596B8-60BB-4B37-946A-B5830D7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708" y="34300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9A21C-6B56-4B18-9F45-80C55C1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708" y="34300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C6F73-22FA-4BD2-858F-22328C9D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65" y="346127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AB275-8AC3-4366-ACAC-37343E1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765" y="346127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34833-570E-47A2-9D7D-C59DAA2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33" y="349706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22C8A-3CE8-4A73-9DAB-7077B473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33" y="349706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80532-F2CB-4343-89DE-F9C78387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29" y="343299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4D8C7-D660-4459-BF05-8ADF4841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29" y="343299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EDD40-E1A9-4827-A5ED-3B8C93DC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454" y="35168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1E852-19B0-4351-8C05-D59F8850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454" y="35168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F2CDE-1E3E-4030-B9F1-E18BDD4B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574" y="347893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EC14C-7C75-405D-8351-24D52D27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574" y="347893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A330F-34D9-42FD-80E4-B13FEC0C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755" y="33927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C1503-1B08-4A5B-8C73-47A61A4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755" y="33927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F976B-11A0-4F46-8093-3381BC9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1" y="337211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22D94-B4F9-4A5F-9845-8A399417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21" y="337211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7A3BD-0F02-4492-AE1A-89E22595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891" y="341577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85D42-D6EF-49BB-A371-CE9B7BEB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891" y="341577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BCBD22"/>
            </a:solidFill>
            <a:round/>
          </a:ln>
        </p:spPr>
      </p:sp>
      <p:sp>
        <p:nvSpPr>
          <p:cNvPr id="3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89DF8-FAC5-4073-91B0-3E0C2CB8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25" y="421461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70A06-B273-415C-A316-254453C4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25" y="421461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F62A9-8B24-4EB4-BAD8-2B6DDB6A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182" y="54261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F0922-4CF6-4A21-8A0A-5AB27E35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182" y="54261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9E5C0-1ADA-4462-9165-8E407E1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30" y="39300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ABB42-1550-4D14-A045-D65F21ED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30" y="39300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B219A-47A8-4ED4-A823-B804EFA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80" y="390551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0162B-A870-4027-8424-22005DE9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80" y="390551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24374-E6B6-47A0-AA98-683490CE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57" y="38801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ABFB1-CB03-47F7-A8C5-31320BCF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957" y="38801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370D7-ADF5-444B-B249-05CEA64C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71" y="388939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149D7-8B81-4435-98B4-62416DE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71" y="388939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08F1A-1BBF-4837-A42B-13FE7BA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43" y="336105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282A2-A834-4E78-9787-5D59717A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43" y="336105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37206-78D9-48F4-ACED-6742267D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24" y="334713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610B2-6FFB-4BAC-8888-65632F1F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24" y="334713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88886-314F-4867-8B0B-A9BAC6B1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31" y="38696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2530A-F6DA-4574-B929-94571813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31" y="38696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5F422-C84C-4487-B16B-B4E5FC79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81" y="390024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AB570-6231-4DD8-A623-74B59869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81" y="390024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A9845-9316-4471-9F30-CF1C16D9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03" y="34963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879CD-96E3-4575-8B05-6E662B19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03" y="34963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7BECF"/>
            </a:solidFill>
            <a:round/>
          </a:ln>
        </p:spPr>
      </p:sp>
      <p:sp>
        <p:nvSpPr>
          <p:cNvPr id="3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C98CE-A9F5-49FD-8172-C832776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987" y="289870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BDDD3-9B22-49BB-97CA-43BEB6D7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987" y="289870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C2D33-C6B9-472F-BC1F-B07AFF0B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397" y="252602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654D5-1DA0-4898-93AD-A768CD7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397" y="252602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BCFA8-CBD5-48CE-9989-994721DF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71" y="298687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AF1EE-5401-4FDB-8F90-C600409F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71" y="298687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F7121-C6FE-4D97-8E3A-1A12717C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177" y="297260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59238-A985-40AC-90D0-D91F21EE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177" y="297260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CD1D9-F704-4FE4-9DE4-70BE2B52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50" y="277228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2B6F2-F0B3-4B13-AF3B-46AA864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50" y="277228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A54BD-B6AD-4728-A400-4B794FAD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769" y="29239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6915F-1E28-42CA-90D1-439F36A9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769" y="29239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15271-541F-4BC7-858D-3644A1E8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67" y="2562470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9657D-FB67-4A77-9411-4BED0733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167" y="2562470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BDFE5-28C8-4098-BC81-F715D971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06" y="256971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64950-5337-4DAF-9967-EC3E30C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606" y="256971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5AC63-CFA5-4B56-92EB-A3E0BC3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60" y="266360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85553-5ECA-4463-9FC4-1D11545D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260" y="266360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4F3DC-F7EC-469E-91EE-498734E0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131" y="269828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F0F36-5E5B-4994-A62F-B29CC7B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131" y="269828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F9B96-5FBB-4384-8835-ABEDFB3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06" y="3350336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0F3FE-240D-4A63-9E71-08C37BDB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06" y="3350336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1485C-9CE2-43FC-B019-588CB1E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970" y="25162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9ABD7-0980-415F-8FBB-6FE7BDA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970" y="25162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4DB0A-7F63-4646-8603-A93B7EA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650" y="334908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EC78C-4D63-4353-A036-BEA3605A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650" y="334908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2811C-A98A-4814-8671-0D7635A4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50" y="3348733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6F755-D432-4EFA-8306-FA5C334D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50" y="3348733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64395-4F54-442D-A516-F89474B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934" y="374049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FB6B5-0439-408C-BD88-80693131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934" y="374049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8EE61-FAC3-45FC-9466-572547B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84" y="330144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21B65-AF9B-496A-9FF3-E3A9144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84" y="330144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FCFC0-2DAD-4C80-BFAB-D59C0602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4" y="2147067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AA681-1F4F-4846-B82E-78B8EBB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034" y="2147067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30BBC-98E0-479C-97B0-AA00180E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13" y="332047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1C782-E633-4260-9B3C-B00AB2E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513" y="332047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96775-51D0-428E-B0CB-BC03C30F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89" y="2850609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23C6D-81A7-40C2-BC9A-7083B740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89" y="2850609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AA832-62AE-4170-B03E-B4D6C2D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36" y="2985832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0CECD-5907-444C-AC74-7B5016D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36" y="2985832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E635A-D81B-4CB4-97EC-54492D3F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199" y="286703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1732F-1A67-4A1F-8977-737D433B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199" y="286703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54DCA-0CD7-4995-80A2-A281E4A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594" y="29480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CE69D-787E-4B42-AF51-B86CBB6E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594" y="29480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1FD81-565B-466D-B5B1-7B03E06B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11" y="2758324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C9B00-3574-472E-B3EC-ECA1FE7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11" y="2758324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F30EC-6E8C-4DD5-9B71-A2843F3A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14" y="2888908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4E9A8-4521-4E4B-826D-624F2877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14" y="2888908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5165C-66F2-4710-996A-6393FEC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1" y="2876555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40EBF-C84D-49DA-8D1A-9FD024F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841" y="2876555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642DC-BD4F-491C-9E4F-6422E35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89" y="2975231"/>
            <a:ext cx="48128" cy="48128"/>
          </a:xfrm>
          <a:custGeom xmlns:a="http://schemas.openxmlformats.org/drawingml/2006/main">
            <a:pathLst>
              <a:path w="48128" h="48128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solidFill xmlns:a="http://schemas.openxmlformats.org/drawingml/2006/main">
            <a:srgbClr val="1919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291AF-F7A1-420C-A725-0578EF2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89" y="2975231"/>
            <a:ext cx="48128" cy="48128"/>
          </a:xfrm>
          <a:custGeom xmlns:a="http://schemas.openxmlformats.org/drawingml/2006/main">
            <a:pathLst>
              <a:path w="48128" h="48128" fill="none">
                <a:moveTo>
                  <a:pt x="24064" y="48128"/>
                </a:moveTo>
                <a:cubicBezTo>
                  <a:pt x="30446" y="48128"/>
                  <a:pt x="36567" y="45593"/>
                  <a:pt x="41080" y="41080"/>
                </a:cubicBezTo>
                <a:cubicBezTo>
                  <a:pt x="45593" y="36567"/>
                  <a:pt x="48128" y="30446"/>
                  <a:pt x="48128" y="24064"/>
                </a:cubicBezTo>
                <a:cubicBezTo>
                  <a:pt x="48128" y="17682"/>
                  <a:pt x="45593" y="11561"/>
                  <a:pt x="41080" y="7048"/>
                </a:cubicBezTo>
                <a:cubicBezTo>
                  <a:pt x="36567" y="2536"/>
                  <a:pt x="30446" y="0"/>
                  <a:pt x="24064" y="0"/>
                </a:cubicBezTo>
                <a:cubicBezTo>
                  <a:pt x="17682" y="0"/>
                  <a:pt x="11561" y="2536"/>
                  <a:pt x="7048" y="7048"/>
                </a:cubicBezTo>
                <a:cubicBezTo>
                  <a:pt x="2536" y="11561"/>
                  <a:pt x="0" y="17682"/>
                  <a:pt x="0" y="24064"/>
                </a:cubicBezTo>
                <a:cubicBezTo>
                  <a:pt x="0" y="30446"/>
                  <a:pt x="2536" y="36567"/>
                  <a:pt x="7048" y="41080"/>
                </a:cubicBezTo>
                <a:cubicBezTo>
                  <a:pt x="11561" y="45593"/>
                  <a:pt x="17682" y="48128"/>
                  <a:pt x="24064" y="481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91970"/>
            </a:solidFill>
            <a:round/>
          </a:ln>
        </p:spPr>
      </p:sp>
      <p:sp>
        <p:nvSpPr>
          <p:cNvPr id="3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B9296-0995-4154-9BE8-4D521B90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49" y="6666875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7649D-A941-4BAF-9E72-FB7DEFB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49" y="6666875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18910-333D-4ADF-85D4-4A0D6A0B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59" y="6754755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A71CF-9BF2-4734-83D4-341279E5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29" y="6753190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16747-B3B5-4B34-9473-BDA45C2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1" y="6799755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537A8-6477-4001-B04E-8DB4D974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003" y="6666875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B7579-9D1D-4E4E-B0CB-2CE11E73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003" y="6666875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219C9-CFC3-4CD5-BE02-1DE7AE5E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701" y="6753190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1D0BE-1560-4D47-BDAA-B5F3AAE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383" y="6753190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3FFB6-CFA6-4FB2-A573-97606B3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56" y="6799755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375CE-4861-4D84-8F79-F5197AB9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958" y="6666875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01006-30B1-4D17-98B7-E314A09D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958" y="6666875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BC36E-89B9-4AB7-996B-5D4E31DE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640" y="6753190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64730-1359-48B9-8465-6B2723A8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912" y="6666875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851B7-E469-4ECB-A1FF-32AB6CFF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912" y="6666875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DDC10-F5DF-48CD-A688-0BE8D23F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79" y="6753190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CF231-94D6-40CB-8144-6FE005F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61" y="6753190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CE094C-1F08-4269-9EA9-B31ABE7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67" y="6666875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70FFD-CFDE-4AD1-9F9F-0182B65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867" y="6666875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B4C27-5EF1-46B3-8CAF-F79883D1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246" y="6754755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92658-CD75-42B6-AC1F-D001903C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815" y="6753190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AB385-D30E-4790-B07E-51DF0DA7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6111250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6DBD3-D8DE-4BF2-9FF8-579F9FA7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6111250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70EE1-6AD0-40CC-818E-1631CB9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6" y="6069221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6D528-AB19-42D8-9FC5-C2201E8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6" y="6067656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DD078-A25C-41EF-9C7F-45B1FD1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9" y="6114221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A39DA-4014-48E5-9E7C-5D4CD552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5010295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B563C-7B89-45C4-9CCC-325840F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5010295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23A08-19D9-4BFF-B0C5-5B6962B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4" y="4966702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0A41E-BACC-4DF6-B9CE-1054CA4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6" y="496670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E24CE-2159-4646-80A5-D6C6BD46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9" y="5013266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1C8BD-B98F-4330-9B55-15D2E4BA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3909341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C2274-915F-4F78-AC1B-91D3CBE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3909341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9EBFA-C72E-40F3-A97F-6DD98E00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2" y="3865747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4B22C-0794-4349-986A-5DE5D21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2808386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513AE-B9D6-4370-AB21-B4AE955A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2808386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89508-5EF1-445E-ACB4-42BFBC2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57" y="2764793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2D971-DA54-49C7-948E-704F5402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9" y="2764793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3CBE9-F91D-47CE-BE4C-C5A94EFC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1707432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44D52-4732-4BBD-9652-CF89F73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1707432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3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5AF55-5ABC-4A8C-96ED-E37E5CB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69" y="1665402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CF495-7752-41FE-9F75-62E3834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9" y="1663838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63A3E-6928-49A5-AEBA-54709B3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42" y="2478100"/>
            <a:ext cx="20214" cy="330298"/>
          </a:xfrm>
          <a:custGeom xmlns:a="http://schemas.openxmlformats.org/drawingml/2006/main">
            <a:pathLst>
              <a:path w="20214" h="330298" fill="none">
                <a:moveTo>
                  <a:pt x="20214" y="33029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13C5B-AD89-4C81-B110-3FBE262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83" y="2698290"/>
            <a:ext cx="668502" cy="300810"/>
          </a:xfrm>
          <a:custGeom xmlns:a="http://schemas.openxmlformats.org/drawingml/2006/main">
            <a:pathLst>
              <a:path w="668502" h="300810" fill="none">
                <a:moveTo>
                  <a:pt x="668502" y="3008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074B6-ABA0-44D0-8F01-4794C22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838" y="2257909"/>
            <a:ext cx="252785" cy="655565"/>
          </a:xfrm>
          <a:custGeom xmlns:a="http://schemas.openxmlformats.org/drawingml/2006/main">
            <a:pathLst>
              <a:path w="252785" h="655565" fill="none">
                <a:moveTo>
                  <a:pt x="0" y="655565"/>
                </a:moveTo>
                <a:lnTo>
                  <a:pt x="252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9110F-61A8-432F-932E-3E69D32C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955" y="1982670"/>
            <a:ext cx="112704" cy="989401"/>
          </a:xfrm>
          <a:custGeom xmlns:a="http://schemas.openxmlformats.org/drawingml/2006/main">
            <a:pathLst>
              <a:path w="112704" h="989401" fill="none">
                <a:moveTo>
                  <a:pt x="112704" y="9894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77EA5-88C1-492C-9B15-76539BAD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580" y="3011084"/>
            <a:ext cx="267004" cy="166122"/>
          </a:xfrm>
          <a:custGeom xmlns:a="http://schemas.openxmlformats.org/drawingml/2006/main">
            <a:pathLst>
              <a:path w="267004" h="166122" fill="none">
                <a:moveTo>
                  <a:pt x="267004" y="0"/>
                </a:moveTo>
                <a:lnTo>
                  <a:pt x="0" y="166122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7EE45-2E32-4941-A1FE-E2AF584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960" y="2202861"/>
            <a:ext cx="194293" cy="169756"/>
          </a:xfrm>
          <a:custGeom xmlns:a="http://schemas.openxmlformats.org/drawingml/2006/main">
            <a:pathLst>
              <a:path w="194293" h="169756" fill="none">
                <a:moveTo>
                  <a:pt x="194293" y="1697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52411-8DC4-42CA-BD29-4B875914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85" y="1542289"/>
            <a:ext cx="328050" cy="139059"/>
          </a:xfrm>
          <a:custGeom xmlns:a="http://schemas.openxmlformats.org/drawingml/2006/main">
            <a:pathLst>
              <a:path w="328050" h="139059" fill="none">
                <a:moveTo>
                  <a:pt x="0" y="139059"/>
                </a:moveTo>
                <a:lnTo>
                  <a:pt x="328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ACD71-BF8A-4798-B37F-1D2D9C7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838" y="1252307"/>
            <a:ext cx="283597" cy="14744"/>
          </a:xfrm>
          <a:custGeom xmlns:a="http://schemas.openxmlformats.org/drawingml/2006/main">
            <a:pathLst>
              <a:path w="283597" h="14744" fill="none">
                <a:moveTo>
                  <a:pt x="0" y="0"/>
                </a:moveTo>
                <a:lnTo>
                  <a:pt x="283597" y="14744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C0FF0-CBB2-414C-AF4C-7F03F5E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479" y="1927623"/>
            <a:ext cx="552769" cy="985349"/>
          </a:xfrm>
          <a:custGeom xmlns:a="http://schemas.openxmlformats.org/drawingml/2006/main">
            <a:pathLst>
              <a:path w="552769" h="985349" fill="none">
                <a:moveTo>
                  <a:pt x="0" y="985349"/>
                </a:moveTo>
                <a:lnTo>
                  <a:pt x="552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DB6EE-8787-47C9-818A-2F5CEE8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405" y="3722991"/>
            <a:ext cx="284080" cy="516636"/>
          </a:xfrm>
          <a:custGeom xmlns:a="http://schemas.openxmlformats.org/drawingml/2006/main">
            <a:pathLst>
              <a:path w="284080" h="516636" fill="none">
                <a:moveTo>
                  <a:pt x="0" y="0"/>
                </a:moveTo>
                <a:lnTo>
                  <a:pt x="284080" y="516636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EFF19-4B8B-4141-9515-EF4D2395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646" y="4594117"/>
            <a:ext cx="285457" cy="140940"/>
          </a:xfrm>
          <a:custGeom xmlns:a="http://schemas.openxmlformats.org/drawingml/2006/main">
            <a:pathLst>
              <a:path w="285457" h="140940" fill="none">
                <a:moveTo>
                  <a:pt x="0" y="0"/>
                </a:moveTo>
                <a:lnTo>
                  <a:pt x="285457" y="14094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FCAE9-D3F5-4AC5-A792-BB2BEB8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020" y="5328126"/>
            <a:ext cx="493797" cy="397790"/>
          </a:xfrm>
          <a:custGeom xmlns:a="http://schemas.openxmlformats.org/drawingml/2006/main">
            <a:pathLst>
              <a:path w="493797" h="397790" fill="none">
                <a:moveTo>
                  <a:pt x="0" y="0"/>
                </a:moveTo>
                <a:lnTo>
                  <a:pt x="493797" y="39779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41486-930D-4DB2-9E1E-26BA904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32" y="6111250"/>
            <a:ext cx="540585" cy="297789"/>
          </a:xfrm>
          <a:custGeom xmlns:a="http://schemas.openxmlformats.org/drawingml/2006/main">
            <a:pathLst>
              <a:path w="540585" h="297789" fill="none">
                <a:moveTo>
                  <a:pt x="0" y="297789"/>
                </a:moveTo>
                <a:lnTo>
                  <a:pt x="5405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2F1C4-5639-4C87-9D2D-7536225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50" y="4268446"/>
            <a:ext cx="288428" cy="81277"/>
          </a:xfrm>
          <a:custGeom xmlns:a="http://schemas.openxmlformats.org/drawingml/2006/main">
            <a:pathLst>
              <a:path w="288428" h="81277" fill="none">
                <a:moveTo>
                  <a:pt x="0" y="0"/>
                </a:moveTo>
                <a:lnTo>
                  <a:pt x="288428" y="81277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25094-127B-4249-A9AF-4829D8DC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26" y="5121916"/>
            <a:ext cx="457236" cy="879238"/>
          </a:xfrm>
          <a:custGeom xmlns:a="http://schemas.openxmlformats.org/drawingml/2006/main">
            <a:pathLst>
              <a:path w="457236" h="879238" fill="none">
                <a:moveTo>
                  <a:pt x="457236" y="0"/>
                </a:moveTo>
                <a:lnTo>
                  <a:pt x="0" y="879238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C7253-417D-4B51-B06D-54F7BB95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669" y="4724047"/>
            <a:ext cx="341665" cy="193645"/>
          </a:xfrm>
          <a:custGeom xmlns:a="http://schemas.openxmlformats.org/drawingml/2006/main">
            <a:pathLst>
              <a:path w="341665" h="193645" fill="none">
                <a:moveTo>
                  <a:pt x="341665" y="193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808080"/>
            </a:solidFill>
            <a:custDash>
              <a:ds d="370000" sp="160000"/>
            </a:custDash>
            <a:round/>
          </a:ln>
        </p:spPr>
      </p:sp>
      <p:sp>
        <p:nvSpPr>
          <p:cNvPr id="3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F3C11-EF8F-4EB9-B9B3-7D7D705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994470"/>
            <a:ext cx="10" cy="5672405"/>
          </a:xfrm>
          <a:custGeom xmlns:a="http://schemas.openxmlformats.org/drawingml/2006/main">
            <a:pathLst>
              <a:path w="1" h="5672405" fill="none">
                <a:moveTo>
                  <a:pt x="0" y="56724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3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B913B-F5F5-4DEC-830E-F12485FD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18" y="994470"/>
            <a:ext cx="10" cy="5672405"/>
          </a:xfrm>
          <a:custGeom xmlns:a="http://schemas.openxmlformats.org/drawingml/2006/main">
            <a:pathLst>
              <a:path w="1" h="5672405" fill="none">
                <a:moveTo>
                  <a:pt x="0" y="56724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3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86E93-801B-4776-BAE3-B8BFB454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6666875"/>
            <a:ext cx="5694786" cy="10"/>
          </a:xfrm>
          <a:custGeom xmlns:a="http://schemas.openxmlformats.org/drawingml/2006/main">
            <a:pathLst>
              <a:path w="5694786" h="1" fill="none">
                <a:moveTo>
                  <a:pt x="0" y="0"/>
                </a:moveTo>
                <a:lnTo>
                  <a:pt x="5694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3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9C3A3-EF65-41C2-BBD0-6446773D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994470"/>
            <a:ext cx="5694786" cy="10"/>
          </a:xfrm>
          <a:custGeom xmlns:a="http://schemas.openxmlformats.org/drawingml/2006/main">
            <a:pathLst>
              <a:path w="5694786" h="1" fill="none">
                <a:moveTo>
                  <a:pt x="0" y="0"/>
                </a:moveTo>
                <a:lnTo>
                  <a:pt x="5694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3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CBD84-9A92-42E2-87D2-8DEC81DC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660" y="2390507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49BFC-EAD0-4008-A417-3968ED1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27" y="2368296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7DAE1-49B7-49AC-B515-0C0295E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088" y="2390507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A8A30-F3E8-4B01-8008-BC241CDA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082" y="2390507"/>
            <a:ext cx="63505" cy="87594"/>
          </a:xfrm>
          <a:custGeom xmlns:a="http://schemas.openxmlformats.org/drawingml/2006/main">
            <a:pathLst>
              <a:path w="63505" h="87594">
                <a:moveTo>
                  <a:pt x="63505" y="25340"/>
                </a:moveTo>
                <a:cubicBezTo>
                  <a:pt x="61003" y="24245"/>
                  <a:pt x="58657" y="23463"/>
                  <a:pt x="56310" y="22837"/>
                </a:cubicBezTo>
                <a:cubicBezTo>
                  <a:pt x="53964" y="22368"/>
                  <a:pt x="51618" y="22055"/>
                  <a:pt x="49271" y="22055"/>
                </a:cubicBezTo>
                <a:cubicBezTo>
                  <a:pt x="42233" y="22055"/>
                  <a:pt x="36758" y="24401"/>
                  <a:pt x="33004" y="28781"/>
                </a:cubicBezTo>
                <a:cubicBezTo>
                  <a:pt x="29250" y="33317"/>
                  <a:pt x="27373" y="39730"/>
                  <a:pt x="27373" y="4817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6111"/>
                </a:lnTo>
                <a:cubicBezTo>
                  <a:pt x="30814" y="10480"/>
                  <a:pt x="34725" y="6413"/>
                  <a:pt x="39417" y="3910"/>
                </a:cubicBezTo>
                <a:cubicBezTo>
                  <a:pt x="43953" y="1408"/>
                  <a:pt x="49428" y="0"/>
                  <a:pt x="55841" y="0"/>
                </a:cubicBezTo>
                <a:cubicBezTo>
                  <a:pt x="56780" y="0"/>
                  <a:pt x="57718" y="156"/>
                  <a:pt x="58813" y="156"/>
                </a:cubicBezTo>
                <a:cubicBezTo>
                  <a:pt x="59751" y="156"/>
                  <a:pt x="61316" y="313"/>
                  <a:pt x="63505" y="626"/>
                </a:cubicBezTo>
                <a:lnTo>
                  <a:pt x="63505" y="2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82BB0-FB94-46D4-A519-2C384380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783" y="2390507"/>
            <a:ext cx="75550" cy="89627"/>
          </a:xfrm>
          <a:custGeom xmlns:a="http://schemas.openxmlformats.org/drawingml/2006/main">
            <a:pathLst>
              <a:path w="75550" h="89627">
                <a:moveTo>
                  <a:pt x="75550" y="4693"/>
                </a:moveTo>
                <a:lnTo>
                  <a:pt x="75550" y="27060"/>
                </a:lnTo>
                <a:cubicBezTo>
                  <a:pt x="71796" y="24558"/>
                  <a:pt x="68042" y="22681"/>
                  <a:pt x="64288" y="21429"/>
                </a:cubicBezTo>
                <a:cubicBezTo>
                  <a:pt x="60534" y="20178"/>
                  <a:pt x="56623" y="19552"/>
                  <a:pt x="52713" y="19552"/>
                </a:cubicBezTo>
                <a:cubicBezTo>
                  <a:pt x="45048" y="19552"/>
                  <a:pt x="39104" y="21898"/>
                  <a:pt x="34881" y="26278"/>
                </a:cubicBezTo>
                <a:cubicBezTo>
                  <a:pt x="30501" y="30658"/>
                  <a:pt x="28468" y="36915"/>
                  <a:pt x="28468" y="44892"/>
                </a:cubicBezTo>
                <a:cubicBezTo>
                  <a:pt x="28468" y="53025"/>
                  <a:pt x="30501" y="59282"/>
                  <a:pt x="34881" y="63662"/>
                </a:cubicBezTo>
                <a:cubicBezTo>
                  <a:pt x="39104" y="68042"/>
                  <a:pt x="45048" y="70231"/>
                  <a:pt x="52713" y="70231"/>
                </a:cubicBezTo>
                <a:cubicBezTo>
                  <a:pt x="56936" y="70231"/>
                  <a:pt x="61003" y="69606"/>
                  <a:pt x="64913" y="68354"/>
                </a:cubicBezTo>
                <a:cubicBezTo>
                  <a:pt x="68667" y="67103"/>
                  <a:pt x="72265" y="65226"/>
                  <a:pt x="75550" y="62723"/>
                </a:cubicBezTo>
                <a:lnTo>
                  <a:pt x="75550" y="85091"/>
                </a:lnTo>
                <a:cubicBezTo>
                  <a:pt x="71170" y="86655"/>
                  <a:pt x="66790" y="87750"/>
                  <a:pt x="62411" y="88532"/>
                </a:cubicBezTo>
                <a:cubicBezTo>
                  <a:pt x="58031" y="89158"/>
                  <a:pt x="53651" y="89627"/>
                  <a:pt x="49271" y="89627"/>
                </a:cubicBezTo>
                <a:cubicBezTo>
                  <a:pt x="33786" y="89627"/>
                  <a:pt x="21742" y="85717"/>
                  <a:pt x="12983" y="77896"/>
                </a:cubicBezTo>
                <a:cubicBezTo>
                  <a:pt x="4223" y="70075"/>
                  <a:pt x="0" y="58969"/>
                  <a:pt x="0" y="44892"/>
                </a:cubicBezTo>
                <a:cubicBezTo>
                  <a:pt x="0" y="30814"/>
                  <a:pt x="4223" y="19865"/>
                  <a:pt x="12983" y="11888"/>
                </a:cubicBezTo>
                <a:cubicBezTo>
                  <a:pt x="21742" y="4067"/>
                  <a:pt x="33786" y="0"/>
                  <a:pt x="49271" y="0"/>
                </a:cubicBezTo>
                <a:cubicBezTo>
                  <a:pt x="53651" y="0"/>
                  <a:pt x="58031" y="469"/>
                  <a:pt x="62411" y="1251"/>
                </a:cubicBezTo>
                <a:cubicBezTo>
                  <a:pt x="66790" y="2033"/>
                  <a:pt x="71170" y="3128"/>
                  <a:pt x="75550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CD7BF-537E-447D-982F-EBA2325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539" y="2390507"/>
            <a:ext cx="94007" cy="89627"/>
          </a:xfrm>
          <a:custGeom xmlns:a="http://schemas.openxmlformats.org/drawingml/2006/main">
            <a:pathLst>
              <a:path w="94007" h="89627">
                <a:moveTo>
                  <a:pt x="47082" y="19552"/>
                </a:moveTo>
                <a:cubicBezTo>
                  <a:pt x="40981" y="19552"/>
                  <a:pt x="36289" y="21742"/>
                  <a:pt x="33160" y="26122"/>
                </a:cubicBezTo>
                <a:cubicBezTo>
                  <a:pt x="30032" y="30501"/>
                  <a:pt x="28468" y="36758"/>
                  <a:pt x="28468" y="44892"/>
                </a:cubicBezTo>
                <a:cubicBezTo>
                  <a:pt x="28468" y="53182"/>
                  <a:pt x="30032" y="59439"/>
                  <a:pt x="33160" y="63818"/>
                </a:cubicBezTo>
                <a:cubicBezTo>
                  <a:pt x="36289" y="68198"/>
                  <a:pt x="40981" y="70231"/>
                  <a:pt x="47082" y="70231"/>
                </a:cubicBezTo>
                <a:cubicBezTo>
                  <a:pt x="53025" y="70231"/>
                  <a:pt x="57562" y="68198"/>
                  <a:pt x="60690" y="63818"/>
                </a:cubicBezTo>
                <a:cubicBezTo>
                  <a:pt x="63818" y="59439"/>
                  <a:pt x="65539" y="53182"/>
                  <a:pt x="65539" y="44892"/>
                </a:cubicBezTo>
                <a:cubicBezTo>
                  <a:pt x="65539" y="36758"/>
                  <a:pt x="63818" y="30501"/>
                  <a:pt x="60690" y="26122"/>
                </a:cubicBezTo>
                <a:cubicBezTo>
                  <a:pt x="57562" y="21742"/>
                  <a:pt x="53025" y="19552"/>
                  <a:pt x="47082" y="19552"/>
                </a:cubicBezTo>
                <a:close/>
                <a:moveTo>
                  <a:pt x="47082" y="0"/>
                </a:moveTo>
                <a:cubicBezTo>
                  <a:pt x="61785" y="0"/>
                  <a:pt x="73203" y="4067"/>
                  <a:pt x="81493" y="11888"/>
                </a:cubicBezTo>
                <a:cubicBezTo>
                  <a:pt x="89784" y="19865"/>
                  <a:pt x="94007" y="30814"/>
                  <a:pt x="94007" y="44892"/>
                </a:cubicBezTo>
                <a:cubicBezTo>
                  <a:pt x="94007" y="58969"/>
                  <a:pt x="89784" y="70075"/>
                  <a:pt x="81493" y="77896"/>
                </a:cubicBezTo>
                <a:cubicBezTo>
                  <a:pt x="73203" y="85717"/>
                  <a:pt x="61785" y="89627"/>
                  <a:pt x="47082" y="89627"/>
                </a:cubicBezTo>
                <a:cubicBezTo>
                  <a:pt x="32378" y="89627"/>
                  <a:pt x="20804" y="85717"/>
                  <a:pt x="12513" y="77896"/>
                </a:cubicBezTo>
                <a:cubicBezTo>
                  <a:pt x="4067" y="70075"/>
                  <a:pt x="0" y="58969"/>
                  <a:pt x="0" y="44892"/>
                </a:cubicBezTo>
                <a:cubicBezTo>
                  <a:pt x="0" y="30814"/>
                  <a:pt x="4067" y="19865"/>
                  <a:pt x="12513" y="11888"/>
                </a:cubicBezTo>
                <a:cubicBezTo>
                  <a:pt x="20804" y="4067"/>
                  <a:pt x="32378" y="0"/>
                  <a:pt x="470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A458D-31E5-4851-9AF3-C5EA5515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310" y="2359224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ECCFA-46B0-457A-85C9-8E20611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992" y="239050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9AD47-9895-48EF-9BD5-DE116D3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56" y="2390507"/>
            <a:ext cx="63505" cy="87594"/>
          </a:xfrm>
          <a:custGeom xmlns:a="http://schemas.openxmlformats.org/drawingml/2006/main">
            <a:pathLst>
              <a:path w="63505" h="87594">
                <a:moveTo>
                  <a:pt x="63505" y="25340"/>
                </a:moveTo>
                <a:cubicBezTo>
                  <a:pt x="61003" y="24245"/>
                  <a:pt x="58657" y="23463"/>
                  <a:pt x="56310" y="22837"/>
                </a:cubicBezTo>
                <a:cubicBezTo>
                  <a:pt x="53964" y="22368"/>
                  <a:pt x="51618" y="22055"/>
                  <a:pt x="49271" y="22055"/>
                </a:cubicBezTo>
                <a:cubicBezTo>
                  <a:pt x="42233" y="22055"/>
                  <a:pt x="36758" y="24401"/>
                  <a:pt x="33004" y="28781"/>
                </a:cubicBezTo>
                <a:cubicBezTo>
                  <a:pt x="29250" y="33317"/>
                  <a:pt x="27373" y="39730"/>
                  <a:pt x="27373" y="4817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6111"/>
                </a:lnTo>
                <a:cubicBezTo>
                  <a:pt x="30814" y="10480"/>
                  <a:pt x="34725" y="6413"/>
                  <a:pt x="39417" y="3910"/>
                </a:cubicBezTo>
                <a:cubicBezTo>
                  <a:pt x="43953" y="1408"/>
                  <a:pt x="49428" y="0"/>
                  <a:pt x="55841" y="0"/>
                </a:cubicBezTo>
                <a:cubicBezTo>
                  <a:pt x="56780" y="0"/>
                  <a:pt x="57718" y="156"/>
                  <a:pt x="58813" y="156"/>
                </a:cubicBezTo>
                <a:cubicBezTo>
                  <a:pt x="59751" y="156"/>
                  <a:pt x="61316" y="313"/>
                  <a:pt x="63505" y="626"/>
                </a:cubicBezTo>
                <a:lnTo>
                  <a:pt x="63505" y="2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BFC83-D5D4-4524-A59F-5347CAE3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88" y="2362039"/>
            <a:ext cx="82901" cy="116062"/>
          </a:xfrm>
          <a:custGeom xmlns:a="http://schemas.openxmlformats.org/drawingml/2006/main">
            <a:pathLst>
              <a:path w="82901" h="116062">
                <a:moveTo>
                  <a:pt x="32691" y="94476"/>
                </a:moveTo>
                <a:lnTo>
                  <a:pt x="82901" y="94476"/>
                </a:lnTo>
                <a:lnTo>
                  <a:pt x="82901" y="116062"/>
                </a:lnTo>
                <a:lnTo>
                  <a:pt x="0" y="116062"/>
                </a:lnTo>
                <a:lnTo>
                  <a:pt x="0" y="94476"/>
                </a:lnTo>
                <a:lnTo>
                  <a:pt x="41607" y="57718"/>
                </a:lnTo>
                <a:cubicBezTo>
                  <a:pt x="45361" y="54433"/>
                  <a:pt x="48020" y="51148"/>
                  <a:pt x="49897" y="47864"/>
                </a:cubicBezTo>
                <a:cubicBezTo>
                  <a:pt x="51618" y="44735"/>
                  <a:pt x="52556" y="41294"/>
                  <a:pt x="52556" y="37853"/>
                </a:cubicBezTo>
                <a:cubicBezTo>
                  <a:pt x="52556" y="32535"/>
                  <a:pt x="50679" y="28312"/>
                  <a:pt x="47082" y="25027"/>
                </a:cubicBezTo>
                <a:cubicBezTo>
                  <a:pt x="43484" y="21742"/>
                  <a:pt x="38792" y="20021"/>
                  <a:pt x="32848" y="20021"/>
                </a:cubicBezTo>
                <a:cubicBezTo>
                  <a:pt x="28155" y="20021"/>
                  <a:pt x="23150" y="21116"/>
                  <a:pt x="17832" y="22993"/>
                </a:cubicBezTo>
                <a:cubicBezTo>
                  <a:pt x="12357" y="25027"/>
                  <a:pt x="6570" y="27999"/>
                  <a:pt x="313" y="31753"/>
                </a:cubicBezTo>
                <a:lnTo>
                  <a:pt x="313" y="6726"/>
                </a:lnTo>
                <a:cubicBezTo>
                  <a:pt x="6882" y="4536"/>
                  <a:pt x="13452" y="2972"/>
                  <a:pt x="20021" y="1721"/>
                </a:cubicBezTo>
                <a:cubicBezTo>
                  <a:pt x="26435" y="626"/>
                  <a:pt x="32691" y="0"/>
                  <a:pt x="38948" y="0"/>
                </a:cubicBezTo>
                <a:cubicBezTo>
                  <a:pt x="52556" y="0"/>
                  <a:pt x="63193" y="3128"/>
                  <a:pt x="70701" y="9072"/>
                </a:cubicBezTo>
                <a:cubicBezTo>
                  <a:pt x="78209" y="15016"/>
                  <a:pt x="82119" y="23463"/>
                  <a:pt x="82119" y="34099"/>
                </a:cubicBezTo>
                <a:cubicBezTo>
                  <a:pt x="82119" y="40356"/>
                  <a:pt x="80399" y="46300"/>
                  <a:pt x="77270" y="51618"/>
                </a:cubicBezTo>
                <a:cubicBezTo>
                  <a:pt x="73985" y="56936"/>
                  <a:pt x="67259" y="64131"/>
                  <a:pt x="57092" y="73047"/>
                </a:cubicBezTo>
                <a:lnTo>
                  <a:pt x="32691" y="94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A24DE-5AC2-4C09-94F1-1EB92A5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44" y="2421947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159A3-54A9-4847-9480-3821B691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691" y="2364073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C470B-B83F-4BE6-A221-082D34B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216" y="2359224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E7DDE-18BF-4C55-9468-CB933ED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36" y="2610697"/>
            <a:ext cx="75550" cy="89627"/>
          </a:xfrm>
          <a:custGeom xmlns:a="http://schemas.openxmlformats.org/drawingml/2006/main">
            <a:pathLst>
              <a:path w="75550" h="89627">
                <a:moveTo>
                  <a:pt x="75550" y="4693"/>
                </a:moveTo>
                <a:lnTo>
                  <a:pt x="75550" y="27060"/>
                </a:lnTo>
                <a:cubicBezTo>
                  <a:pt x="71796" y="24558"/>
                  <a:pt x="68042" y="22681"/>
                  <a:pt x="64288" y="21429"/>
                </a:cubicBezTo>
                <a:cubicBezTo>
                  <a:pt x="60534" y="20178"/>
                  <a:pt x="56623" y="19552"/>
                  <a:pt x="52713" y="19552"/>
                </a:cubicBezTo>
                <a:cubicBezTo>
                  <a:pt x="45048" y="19552"/>
                  <a:pt x="39104" y="21898"/>
                  <a:pt x="34881" y="26278"/>
                </a:cubicBezTo>
                <a:cubicBezTo>
                  <a:pt x="30501" y="30658"/>
                  <a:pt x="28468" y="36915"/>
                  <a:pt x="28468" y="44892"/>
                </a:cubicBezTo>
                <a:cubicBezTo>
                  <a:pt x="28468" y="53025"/>
                  <a:pt x="30501" y="59282"/>
                  <a:pt x="34881" y="63662"/>
                </a:cubicBezTo>
                <a:cubicBezTo>
                  <a:pt x="39104" y="68042"/>
                  <a:pt x="45048" y="70231"/>
                  <a:pt x="52713" y="70231"/>
                </a:cubicBezTo>
                <a:cubicBezTo>
                  <a:pt x="56936" y="70231"/>
                  <a:pt x="61003" y="69606"/>
                  <a:pt x="64913" y="68354"/>
                </a:cubicBezTo>
                <a:cubicBezTo>
                  <a:pt x="68667" y="67103"/>
                  <a:pt x="72265" y="65226"/>
                  <a:pt x="75550" y="62723"/>
                </a:cubicBezTo>
                <a:lnTo>
                  <a:pt x="75550" y="85091"/>
                </a:lnTo>
                <a:cubicBezTo>
                  <a:pt x="71170" y="86655"/>
                  <a:pt x="66790" y="87750"/>
                  <a:pt x="62411" y="88532"/>
                </a:cubicBezTo>
                <a:cubicBezTo>
                  <a:pt x="58031" y="89158"/>
                  <a:pt x="53651" y="89627"/>
                  <a:pt x="49271" y="89627"/>
                </a:cubicBezTo>
                <a:cubicBezTo>
                  <a:pt x="33786" y="89627"/>
                  <a:pt x="21742" y="85717"/>
                  <a:pt x="12983" y="77896"/>
                </a:cubicBezTo>
                <a:cubicBezTo>
                  <a:pt x="4223" y="70075"/>
                  <a:pt x="0" y="58969"/>
                  <a:pt x="0" y="44892"/>
                </a:cubicBezTo>
                <a:cubicBezTo>
                  <a:pt x="0" y="30814"/>
                  <a:pt x="4223" y="19865"/>
                  <a:pt x="12983" y="11888"/>
                </a:cubicBezTo>
                <a:cubicBezTo>
                  <a:pt x="21742" y="4067"/>
                  <a:pt x="33786" y="0"/>
                  <a:pt x="49271" y="0"/>
                </a:cubicBezTo>
                <a:cubicBezTo>
                  <a:pt x="53651" y="0"/>
                  <a:pt x="58031" y="469"/>
                  <a:pt x="62411" y="1251"/>
                </a:cubicBezTo>
                <a:cubicBezTo>
                  <a:pt x="66790" y="2033"/>
                  <a:pt x="71170" y="3128"/>
                  <a:pt x="75550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357B2-E35D-44A0-B6C0-20E3D5DB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91" y="2610697"/>
            <a:ext cx="94007" cy="89627"/>
          </a:xfrm>
          <a:custGeom xmlns:a="http://schemas.openxmlformats.org/drawingml/2006/main">
            <a:pathLst>
              <a:path w="94007" h="89627">
                <a:moveTo>
                  <a:pt x="47082" y="19552"/>
                </a:moveTo>
                <a:cubicBezTo>
                  <a:pt x="40981" y="19552"/>
                  <a:pt x="36289" y="21742"/>
                  <a:pt x="33160" y="26122"/>
                </a:cubicBezTo>
                <a:cubicBezTo>
                  <a:pt x="30032" y="30501"/>
                  <a:pt x="28468" y="36758"/>
                  <a:pt x="28468" y="44892"/>
                </a:cubicBezTo>
                <a:cubicBezTo>
                  <a:pt x="28468" y="53182"/>
                  <a:pt x="30032" y="59439"/>
                  <a:pt x="33160" y="63818"/>
                </a:cubicBezTo>
                <a:cubicBezTo>
                  <a:pt x="36289" y="68198"/>
                  <a:pt x="40981" y="70231"/>
                  <a:pt x="47082" y="70231"/>
                </a:cubicBezTo>
                <a:cubicBezTo>
                  <a:pt x="53025" y="70231"/>
                  <a:pt x="57562" y="68198"/>
                  <a:pt x="60690" y="63818"/>
                </a:cubicBezTo>
                <a:cubicBezTo>
                  <a:pt x="63818" y="59439"/>
                  <a:pt x="65539" y="53182"/>
                  <a:pt x="65539" y="44892"/>
                </a:cubicBezTo>
                <a:cubicBezTo>
                  <a:pt x="65539" y="36758"/>
                  <a:pt x="63818" y="30501"/>
                  <a:pt x="60690" y="26122"/>
                </a:cubicBezTo>
                <a:cubicBezTo>
                  <a:pt x="57562" y="21742"/>
                  <a:pt x="53025" y="19552"/>
                  <a:pt x="47082" y="19552"/>
                </a:cubicBezTo>
                <a:close/>
                <a:moveTo>
                  <a:pt x="47082" y="0"/>
                </a:moveTo>
                <a:cubicBezTo>
                  <a:pt x="61785" y="0"/>
                  <a:pt x="73203" y="4067"/>
                  <a:pt x="81493" y="11888"/>
                </a:cubicBezTo>
                <a:cubicBezTo>
                  <a:pt x="89784" y="19865"/>
                  <a:pt x="94007" y="30814"/>
                  <a:pt x="94007" y="44892"/>
                </a:cubicBezTo>
                <a:cubicBezTo>
                  <a:pt x="94007" y="58969"/>
                  <a:pt x="89784" y="70075"/>
                  <a:pt x="81493" y="77896"/>
                </a:cubicBezTo>
                <a:cubicBezTo>
                  <a:pt x="73203" y="85717"/>
                  <a:pt x="61785" y="89627"/>
                  <a:pt x="47082" y="89627"/>
                </a:cubicBezTo>
                <a:cubicBezTo>
                  <a:pt x="32378" y="89627"/>
                  <a:pt x="20804" y="85717"/>
                  <a:pt x="12513" y="77896"/>
                </a:cubicBezTo>
                <a:cubicBezTo>
                  <a:pt x="4067" y="70075"/>
                  <a:pt x="0" y="58969"/>
                  <a:pt x="0" y="44892"/>
                </a:cubicBezTo>
                <a:cubicBezTo>
                  <a:pt x="0" y="30814"/>
                  <a:pt x="4067" y="19865"/>
                  <a:pt x="12513" y="11888"/>
                </a:cubicBezTo>
                <a:cubicBezTo>
                  <a:pt x="20804" y="4067"/>
                  <a:pt x="32378" y="0"/>
                  <a:pt x="470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08A5F-8D48-42CC-9DF0-F41E3135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63" y="2579414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B449D-46C7-4070-81F6-777B86C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45" y="261069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53FF8-07FD-4455-8238-F6CDA9D8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09" y="2610854"/>
            <a:ext cx="91817" cy="121067"/>
          </a:xfrm>
          <a:custGeom xmlns:a="http://schemas.openxmlformats.org/drawingml/2006/main">
            <a:pathLst>
              <a:path w="91817" h="121067">
                <a:moveTo>
                  <a:pt x="64288" y="72890"/>
                </a:moveTo>
                <a:cubicBezTo>
                  <a:pt x="60534" y="77896"/>
                  <a:pt x="56310" y="81650"/>
                  <a:pt x="51774" y="83996"/>
                </a:cubicBezTo>
                <a:cubicBezTo>
                  <a:pt x="47238" y="86342"/>
                  <a:pt x="42076" y="87437"/>
                  <a:pt x="36132" y="87437"/>
                </a:cubicBezTo>
                <a:cubicBezTo>
                  <a:pt x="25652" y="87437"/>
                  <a:pt x="17049" y="83370"/>
                  <a:pt x="10167" y="75080"/>
                </a:cubicBezTo>
                <a:cubicBezTo>
                  <a:pt x="3285" y="66947"/>
                  <a:pt x="0" y="56467"/>
                  <a:pt x="0" y="43640"/>
                </a:cubicBezTo>
                <a:cubicBezTo>
                  <a:pt x="0" y="30971"/>
                  <a:pt x="3285" y="20491"/>
                  <a:pt x="10167" y="12357"/>
                </a:cubicBezTo>
                <a:cubicBezTo>
                  <a:pt x="17049" y="4223"/>
                  <a:pt x="25652" y="0"/>
                  <a:pt x="36132" y="0"/>
                </a:cubicBezTo>
                <a:cubicBezTo>
                  <a:pt x="42076" y="0"/>
                  <a:pt x="47238" y="1251"/>
                  <a:pt x="51774" y="3598"/>
                </a:cubicBezTo>
                <a:cubicBezTo>
                  <a:pt x="56310" y="5944"/>
                  <a:pt x="60534" y="9541"/>
                  <a:pt x="64288" y="14547"/>
                </a:cubicBezTo>
                <a:lnTo>
                  <a:pt x="64288" y="1877"/>
                </a:lnTo>
                <a:lnTo>
                  <a:pt x="91817" y="1877"/>
                </a:lnTo>
                <a:lnTo>
                  <a:pt x="91817" y="78834"/>
                </a:lnTo>
                <a:cubicBezTo>
                  <a:pt x="91817" y="92443"/>
                  <a:pt x="87437" y="102923"/>
                  <a:pt x="78678" y="110118"/>
                </a:cubicBezTo>
                <a:cubicBezTo>
                  <a:pt x="69919" y="117313"/>
                  <a:pt x="57405" y="121067"/>
                  <a:pt x="40981" y="121067"/>
                </a:cubicBezTo>
                <a:cubicBezTo>
                  <a:pt x="35663" y="121067"/>
                  <a:pt x="30501" y="120598"/>
                  <a:pt x="25496" y="119816"/>
                </a:cubicBezTo>
                <a:cubicBezTo>
                  <a:pt x="20491" y="118877"/>
                  <a:pt x="15485" y="117626"/>
                  <a:pt x="10480" y="116062"/>
                </a:cubicBezTo>
                <a:lnTo>
                  <a:pt x="10480" y="94789"/>
                </a:lnTo>
                <a:cubicBezTo>
                  <a:pt x="15172" y="97448"/>
                  <a:pt x="19865" y="99481"/>
                  <a:pt x="24558" y="100889"/>
                </a:cubicBezTo>
                <a:cubicBezTo>
                  <a:pt x="29094" y="102141"/>
                  <a:pt x="33630" y="102923"/>
                  <a:pt x="38322" y="102923"/>
                </a:cubicBezTo>
                <a:cubicBezTo>
                  <a:pt x="47238" y="102923"/>
                  <a:pt x="53808" y="100889"/>
                  <a:pt x="58031" y="96979"/>
                </a:cubicBezTo>
                <a:cubicBezTo>
                  <a:pt x="62098" y="93068"/>
                  <a:pt x="64288" y="87124"/>
                  <a:pt x="64288" y="78834"/>
                </a:cubicBezTo>
                <a:lnTo>
                  <a:pt x="64288" y="72890"/>
                </a:lnTo>
                <a:close/>
                <a:moveTo>
                  <a:pt x="46300" y="19709"/>
                </a:moveTo>
                <a:cubicBezTo>
                  <a:pt x="40669" y="19709"/>
                  <a:pt x="36132" y="21898"/>
                  <a:pt x="33004" y="25965"/>
                </a:cubicBezTo>
                <a:cubicBezTo>
                  <a:pt x="29876" y="30189"/>
                  <a:pt x="28312" y="36132"/>
                  <a:pt x="28312" y="43640"/>
                </a:cubicBezTo>
                <a:cubicBezTo>
                  <a:pt x="28312" y="51461"/>
                  <a:pt x="29719" y="57405"/>
                  <a:pt x="32848" y="61472"/>
                </a:cubicBezTo>
                <a:cubicBezTo>
                  <a:pt x="35976" y="65539"/>
                  <a:pt x="40356" y="67572"/>
                  <a:pt x="46300" y="67572"/>
                </a:cubicBezTo>
                <a:cubicBezTo>
                  <a:pt x="51931" y="67572"/>
                  <a:pt x="56467" y="65539"/>
                  <a:pt x="59595" y="61316"/>
                </a:cubicBezTo>
                <a:cubicBezTo>
                  <a:pt x="62723" y="57249"/>
                  <a:pt x="64288" y="51305"/>
                  <a:pt x="64288" y="43640"/>
                </a:cubicBezTo>
                <a:cubicBezTo>
                  <a:pt x="64288" y="36132"/>
                  <a:pt x="62723" y="30189"/>
                  <a:pt x="59595" y="25965"/>
                </a:cubicBezTo>
                <a:cubicBezTo>
                  <a:pt x="56467" y="21898"/>
                  <a:pt x="51931" y="19709"/>
                  <a:pt x="46300" y="197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15C1D-F12D-4D3A-8418-77C5D5F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91" y="261069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7AA13-B313-4F2E-BD5D-540779C6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98" y="2610697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41BEA-B867-4A22-BD50-F76E4888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85" y="2610697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E77EE-9E6B-4D11-9A74-14E935DA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816" y="2610697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47B60-AF95-4092-8BDA-EF823EDB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118" y="2642137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3A714-FD3C-4DAC-91CD-F36D1EB2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941" y="2582229"/>
            <a:ext cx="82901" cy="116062"/>
          </a:xfrm>
          <a:custGeom xmlns:a="http://schemas.openxmlformats.org/drawingml/2006/main">
            <a:pathLst>
              <a:path w="82901" h="116062">
                <a:moveTo>
                  <a:pt x="32691" y="94476"/>
                </a:moveTo>
                <a:lnTo>
                  <a:pt x="82901" y="94476"/>
                </a:lnTo>
                <a:lnTo>
                  <a:pt x="82901" y="116062"/>
                </a:lnTo>
                <a:lnTo>
                  <a:pt x="0" y="116062"/>
                </a:lnTo>
                <a:lnTo>
                  <a:pt x="0" y="94476"/>
                </a:lnTo>
                <a:lnTo>
                  <a:pt x="41607" y="57718"/>
                </a:lnTo>
                <a:cubicBezTo>
                  <a:pt x="45361" y="54433"/>
                  <a:pt x="48020" y="51148"/>
                  <a:pt x="49897" y="47864"/>
                </a:cubicBezTo>
                <a:cubicBezTo>
                  <a:pt x="51618" y="44735"/>
                  <a:pt x="52556" y="41294"/>
                  <a:pt x="52556" y="37853"/>
                </a:cubicBezTo>
                <a:cubicBezTo>
                  <a:pt x="52556" y="32535"/>
                  <a:pt x="50679" y="28312"/>
                  <a:pt x="47082" y="25027"/>
                </a:cubicBezTo>
                <a:cubicBezTo>
                  <a:pt x="43484" y="21742"/>
                  <a:pt x="38792" y="20021"/>
                  <a:pt x="32848" y="20021"/>
                </a:cubicBezTo>
                <a:cubicBezTo>
                  <a:pt x="28155" y="20021"/>
                  <a:pt x="23150" y="21116"/>
                  <a:pt x="17832" y="22993"/>
                </a:cubicBezTo>
                <a:cubicBezTo>
                  <a:pt x="12357" y="25027"/>
                  <a:pt x="6570" y="27999"/>
                  <a:pt x="313" y="31753"/>
                </a:cubicBezTo>
                <a:lnTo>
                  <a:pt x="313" y="6726"/>
                </a:lnTo>
                <a:cubicBezTo>
                  <a:pt x="6882" y="4536"/>
                  <a:pt x="13452" y="2972"/>
                  <a:pt x="20021" y="1721"/>
                </a:cubicBezTo>
                <a:cubicBezTo>
                  <a:pt x="26435" y="626"/>
                  <a:pt x="32691" y="0"/>
                  <a:pt x="38948" y="0"/>
                </a:cubicBezTo>
                <a:cubicBezTo>
                  <a:pt x="52556" y="0"/>
                  <a:pt x="63193" y="3128"/>
                  <a:pt x="70701" y="9072"/>
                </a:cubicBezTo>
                <a:cubicBezTo>
                  <a:pt x="78209" y="15016"/>
                  <a:pt x="82119" y="23463"/>
                  <a:pt x="82119" y="34099"/>
                </a:cubicBezTo>
                <a:cubicBezTo>
                  <a:pt x="82119" y="40356"/>
                  <a:pt x="80399" y="46300"/>
                  <a:pt x="77270" y="51618"/>
                </a:cubicBezTo>
                <a:cubicBezTo>
                  <a:pt x="73985" y="56936"/>
                  <a:pt x="67259" y="64131"/>
                  <a:pt x="57092" y="73047"/>
                </a:cubicBezTo>
                <a:lnTo>
                  <a:pt x="32691" y="94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BDF60-6664-45A7-BA29-E07C0C7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590" y="2579414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12A00-53BF-4B8C-B093-6C3A86E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5" y="2141848"/>
            <a:ext cx="96979" cy="118095"/>
          </a:xfrm>
          <a:custGeom xmlns:a="http://schemas.openxmlformats.org/drawingml/2006/main">
            <a:pathLst>
              <a:path w="96979" h="118095">
                <a:moveTo>
                  <a:pt x="96979" y="109805"/>
                </a:moveTo>
                <a:cubicBezTo>
                  <a:pt x="91504" y="112621"/>
                  <a:pt x="85873" y="114810"/>
                  <a:pt x="80086" y="116062"/>
                </a:cubicBezTo>
                <a:cubicBezTo>
                  <a:pt x="74142" y="117313"/>
                  <a:pt x="68042" y="118095"/>
                  <a:pt x="61785" y="118095"/>
                </a:cubicBezTo>
                <a:cubicBezTo>
                  <a:pt x="42702" y="118095"/>
                  <a:pt x="27686" y="112933"/>
                  <a:pt x="16580" y="102297"/>
                </a:cubicBezTo>
                <a:cubicBezTo>
                  <a:pt x="5475" y="91817"/>
                  <a:pt x="0" y="77427"/>
                  <a:pt x="0" y="59126"/>
                </a:cubicBezTo>
                <a:cubicBezTo>
                  <a:pt x="0" y="40981"/>
                  <a:pt x="5475" y="26591"/>
                  <a:pt x="16580" y="15955"/>
                </a:cubicBezTo>
                <a:cubicBezTo>
                  <a:pt x="27686" y="5318"/>
                  <a:pt x="42702" y="0"/>
                  <a:pt x="61785" y="0"/>
                </a:cubicBezTo>
                <a:cubicBezTo>
                  <a:pt x="68042" y="0"/>
                  <a:pt x="74142" y="782"/>
                  <a:pt x="80086" y="2190"/>
                </a:cubicBezTo>
                <a:cubicBezTo>
                  <a:pt x="85873" y="3598"/>
                  <a:pt x="91504" y="5631"/>
                  <a:pt x="96979" y="8447"/>
                </a:cubicBezTo>
                <a:lnTo>
                  <a:pt x="96979" y="32066"/>
                </a:lnTo>
                <a:cubicBezTo>
                  <a:pt x="91504" y="28312"/>
                  <a:pt x="86186" y="25652"/>
                  <a:pt x="80868" y="23932"/>
                </a:cubicBezTo>
                <a:cubicBezTo>
                  <a:pt x="75550" y="22211"/>
                  <a:pt x="69919" y="21273"/>
                  <a:pt x="64131" y="21273"/>
                </a:cubicBezTo>
                <a:cubicBezTo>
                  <a:pt x="53495" y="21273"/>
                  <a:pt x="45205" y="24714"/>
                  <a:pt x="39261" y="31440"/>
                </a:cubicBezTo>
                <a:cubicBezTo>
                  <a:pt x="33317" y="38166"/>
                  <a:pt x="30345" y="47394"/>
                  <a:pt x="30345" y="59126"/>
                </a:cubicBezTo>
                <a:cubicBezTo>
                  <a:pt x="30345" y="71013"/>
                  <a:pt x="33317" y="80242"/>
                  <a:pt x="39261" y="86968"/>
                </a:cubicBezTo>
                <a:cubicBezTo>
                  <a:pt x="45205" y="93694"/>
                  <a:pt x="53495" y="96979"/>
                  <a:pt x="64131" y="96979"/>
                </a:cubicBezTo>
                <a:cubicBezTo>
                  <a:pt x="69919" y="96979"/>
                  <a:pt x="75550" y="96197"/>
                  <a:pt x="80868" y="94476"/>
                </a:cubicBezTo>
                <a:cubicBezTo>
                  <a:pt x="86186" y="92756"/>
                  <a:pt x="91504" y="89940"/>
                  <a:pt x="96979" y="86186"/>
                </a:cubicBezTo>
                <a:lnTo>
                  <a:pt x="96979" y="109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43107-07C1-4414-8D5A-0E2D83E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80" y="2170316"/>
            <a:ext cx="94007" cy="89627"/>
          </a:xfrm>
          <a:custGeom xmlns:a="http://schemas.openxmlformats.org/drawingml/2006/main">
            <a:pathLst>
              <a:path w="94007" h="89627">
                <a:moveTo>
                  <a:pt x="47082" y="19552"/>
                </a:moveTo>
                <a:cubicBezTo>
                  <a:pt x="40981" y="19552"/>
                  <a:pt x="36289" y="21742"/>
                  <a:pt x="33160" y="26122"/>
                </a:cubicBezTo>
                <a:cubicBezTo>
                  <a:pt x="30032" y="30501"/>
                  <a:pt x="28468" y="36758"/>
                  <a:pt x="28468" y="44892"/>
                </a:cubicBezTo>
                <a:cubicBezTo>
                  <a:pt x="28468" y="53182"/>
                  <a:pt x="30032" y="59439"/>
                  <a:pt x="33160" y="63818"/>
                </a:cubicBezTo>
                <a:cubicBezTo>
                  <a:pt x="36289" y="68198"/>
                  <a:pt x="40981" y="70231"/>
                  <a:pt x="47082" y="70231"/>
                </a:cubicBezTo>
                <a:cubicBezTo>
                  <a:pt x="53025" y="70231"/>
                  <a:pt x="57562" y="68198"/>
                  <a:pt x="60690" y="63818"/>
                </a:cubicBezTo>
                <a:cubicBezTo>
                  <a:pt x="63818" y="59439"/>
                  <a:pt x="65539" y="53182"/>
                  <a:pt x="65539" y="44892"/>
                </a:cubicBezTo>
                <a:cubicBezTo>
                  <a:pt x="65539" y="36758"/>
                  <a:pt x="63818" y="30501"/>
                  <a:pt x="60690" y="26122"/>
                </a:cubicBezTo>
                <a:cubicBezTo>
                  <a:pt x="57562" y="21742"/>
                  <a:pt x="53025" y="19552"/>
                  <a:pt x="47082" y="19552"/>
                </a:cubicBezTo>
                <a:close/>
                <a:moveTo>
                  <a:pt x="47082" y="0"/>
                </a:moveTo>
                <a:cubicBezTo>
                  <a:pt x="61785" y="0"/>
                  <a:pt x="73203" y="4067"/>
                  <a:pt x="81493" y="11888"/>
                </a:cubicBezTo>
                <a:cubicBezTo>
                  <a:pt x="89784" y="19865"/>
                  <a:pt x="94007" y="30814"/>
                  <a:pt x="94007" y="44892"/>
                </a:cubicBezTo>
                <a:cubicBezTo>
                  <a:pt x="94007" y="58969"/>
                  <a:pt x="89784" y="70075"/>
                  <a:pt x="81493" y="77896"/>
                </a:cubicBezTo>
                <a:cubicBezTo>
                  <a:pt x="73203" y="85717"/>
                  <a:pt x="61785" y="89627"/>
                  <a:pt x="47082" y="89627"/>
                </a:cubicBezTo>
                <a:cubicBezTo>
                  <a:pt x="32378" y="89627"/>
                  <a:pt x="20804" y="85717"/>
                  <a:pt x="12513" y="77896"/>
                </a:cubicBezTo>
                <a:cubicBezTo>
                  <a:pt x="4067" y="70075"/>
                  <a:pt x="0" y="58969"/>
                  <a:pt x="0" y="44892"/>
                </a:cubicBezTo>
                <a:cubicBezTo>
                  <a:pt x="0" y="30814"/>
                  <a:pt x="4067" y="19865"/>
                  <a:pt x="12513" y="11888"/>
                </a:cubicBezTo>
                <a:cubicBezTo>
                  <a:pt x="20804" y="4067"/>
                  <a:pt x="32378" y="0"/>
                  <a:pt x="470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9ED9C-E901-4A41-99FA-063518E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52" y="2139033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3AD96-D42D-4015-A04B-94EBCDC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34" y="2170316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711B7-E281-4323-8FC3-36F01387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49" y="2143882"/>
            <a:ext cx="81024" cy="114028"/>
          </a:xfrm>
          <a:custGeom xmlns:a="http://schemas.openxmlformats.org/drawingml/2006/main">
            <a:pathLst>
              <a:path w="81024" h="114028">
                <a:moveTo>
                  <a:pt x="0" y="0"/>
                </a:moveTo>
                <a:lnTo>
                  <a:pt x="29406" y="0"/>
                </a:lnTo>
                <a:lnTo>
                  <a:pt x="29406" y="91817"/>
                </a:lnTo>
                <a:lnTo>
                  <a:pt x="81024" y="91817"/>
                </a:lnTo>
                <a:lnTo>
                  <a:pt x="81024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B1646-8BDD-4DAE-870F-FBF93AF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236" y="2139033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81FE2-7BB9-4307-8C39-27B50E93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74" y="2170316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8EF93-4651-4D52-9987-8699882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12" y="2170316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9A108-2173-42BC-B05A-1CB93FB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042" y="2170316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6D690-D8E8-486E-A7D0-06038685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345" y="2201756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959E1-11E7-4F75-9855-3C8CA567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292" y="2143882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6607C-E274-4F67-8CCA-AC8A1EA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817" y="2139033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D0D3E-0194-46DB-9E1C-EA706464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119" y="2201756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A1585-0FF8-4BFB-B140-A1CF0E0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977" y="2143882"/>
            <a:ext cx="29406" cy="114028"/>
          </a:xfrm>
          <a:custGeom xmlns:a="http://schemas.openxmlformats.org/drawingml/2006/main">
            <a:pathLst>
              <a:path w="29406" h="114028">
                <a:moveTo>
                  <a:pt x="0" y="0"/>
                </a:moveTo>
                <a:lnTo>
                  <a:pt x="29406" y="0"/>
                </a:lnTo>
                <a:lnTo>
                  <a:pt x="29406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63A3C-E090-4E0C-99F8-5E603FA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912" y="2170316"/>
            <a:ext cx="86030" cy="87594"/>
          </a:xfrm>
          <a:custGeom xmlns:a="http://schemas.openxmlformats.org/drawingml/2006/main">
            <a:pathLst>
              <a:path w="86030" h="87594">
                <a:moveTo>
                  <a:pt x="86030" y="35507"/>
                </a:moveTo>
                <a:lnTo>
                  <a:pt x="86030" y="87594"/>
                </a:lnTo>
                <a:lnTo>
                  <a:pt x="58500" y="87594"/>
                </a:lnTo>
                <a:lnTo>
                  <a:pt x="58500" y="79147"/>
                </a:lnTo>
                <a:lnTo>
                  <a:pt x="58500" y="47707"/>
                </a:lnTo>
                <a:cubicBezTo>
                  <a:pt x="58500" y="40356"/>
                  <a:pt x="58344" y="35350"/>
                  <a:pt x="58031" y="32535"/>
                </a:cubicBezTo>
                <a:cubicBezTo>
                  <a:pt x="57718" y="29719"/>
                  <a:pt x="57092" y="27686"/>
                  <a:pt x="56310" y="26278"/>
                </a:cubicBezTo>
                <a:cubicBezTo>
                  <a:pt x="55215" y="24558"/>
                  <a:pt x="53808" y="23150"/>
                  <a:pt x="51931" y="22211"/>
                </a:cubicBezTo>
                <a:cubicBezTo>
                  <a:pt x="50054" y="21273"/>
                  <a:pt x="47864" y="20647"/>
                  <a:pt x="45674" y="20647"/>
                </a:cubicBezTo>
                <a:cubicBezTo>
                  <a:pt x="39886" y="20647"/>
                  <a:pt x="35350" y="22837"/>
                  <a:pt x="32222" y="27217"/>
                </a:cubicBezTo>
                <a:cubicBezTo>
                  <a:pt x="28937" y="31596"/>
                  <a:pt x="27373" y="37697"/>
                  <a:pt x="27373" y="4551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440" y="9541"/>
                  <a:pt x="35663" y="5944"/>
                  <a:pt x="40356" y="3598"/>
                </a:cubicBezTo>
                <a:cubicBezTo>
                  <a:pt x="45048" y="1251"/>
                  <a:pt x="50210" y="0"/>
                  <a:pt x="55841" y="0"/>
                </a:cubicBezTo>
                <a:cubicBezTo>
                  <a:pt x="65695" y="0"/>
                  <a:pt x="73203" y="3128"/>
                  <a:pt x="78365" y="9072"/>
                </a:cubicBezTo>
                <a:cubicBezTo>
                  <a:pt x="83370" y="15172"/>
                  <a:pt x="86030" y="23932"/>
                  <a:pt x="86030" y="35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D0369-71C9-49E8-9442-E2BB7F40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276" y="2170316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AB72C-F462-4ADF-804F-28884EF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44" y="2148105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F212F-81A1-4D7E-BFA3-5EC5CFDC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17" y="2170316"/>
            <a:ext cx="63505" cy="87594"/>
          </a:xfrm>
          <a:custGeom xmlns:a="http://schemas.openxmlformats.org/drawingml/2006/main">
            <a:pathLst>
              <a:path w="63505" h="87594">
                <a:moveTo>
                  <a:pt x="63505" y="25340"/>
                </a:moveTo>
                <a:cubicBezTo>
                  <a:pt x="61003" y="24245"/>
                  <a:pt x="58657" y="23463"/>
                  <a:pt x="56310" y="22837"/>
                </a:cubicBezTo>
                <a:cubicBezTo>
                  <a:pt x="53964" y="22368"/>
                  <a:pt x="51618" y="22055"/>
                  <a:pt x="49271" y="22055"/>
                </a:cubicBezTo>
                <a:cubicBezTo>
                  <a:pt x="42233" y="22055"/>
                  <a:pt x="36758" y="24401"/>
                  <a:pt x="33004" y="28781"/>
                </a:cubicBezTo>
                <a:cubicBezTo>
                  <a:pt x="29250" y="33317"/>
                  <a:pt x="27373" y="39730"/>
                  <a:pt x="27373" y="4817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6111"/>
                </a:lnTo>
                <a:cubicBezTo>
                  <a:pt x="30814" y="10480"/>
                  <a:pt x="34725" y="6413"/>
                  <a:pt x="39417" y="3910"/>
                </a:cubicBezTo>
                <a:cubicBezTo>
                  <a:pt x="43953" y="1408"/>
                  <a:pt x="49428" y="0"/>
                  <a:pt x="55841" y="0"/>
                </a:cubicBezTo>
                <a:cubicBezTo>
                  <a:pt x="56780" y="0"/>
                  <a:pt x="57718" y="156"/>
                  <a:pt x="58813" y="156"/>
                </a:cubicBezTo>
                <a:cubicBezTo>
                  <a:pt x="59751" y="156"/>
                  <a:pt x="61316" y="313"/>
                  <a:pt x="63505" y="626"/>
                </a:cubicBezTo>
                <a:lnTo>
                  <a:pt x="63505" y="2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C1D1B-6164-4D4C-A641-A716FE7D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293" y="2172350"/>
            <a:ext cx="86030" cy="87594"/>
          </a:xfrm>
          <a:custGeom xmlns:a="http://schemas.openxmlformats.org/drawingml/2006/main">
            <a:pathLst>
              <a:path w="86030" h="87594">
                <a:moveTo>
                  <a:pt x="0" y="52243"/>
                </a:moveTo>
                <a:lnTo>
                  <a:pt x="0" y="0"/>
                </a:lnTo>
                <a:lnTo>
                  <a:pt x="27529" y="0"/>
                </a:lnTo>
                <a:lnTo>
                  <a:pt x="27529" y="8603"/>
                </a:lnTo>
                <a:cubicBezTo>
                  <a:pt x="27529" y="13295"/>
                  <a:pt x="27373" y="19083"/>
                  <a:pt x="27373" y="26122"/>
                </a:cubicBezTo>
                <a:cubicBezTo>
                  <a:pt x="27373" y="33160"/>
                  <a:pt x="27373" y="37853"/>
                  <a:pt x="27373" y="40043"/>
                </a:cubicBezTo>
                <a:cubicBezTo>
                  <a:pt x="27373" y="46925"/>
                  <a:pt x="27529" y="51931"/>
                  <a:pt x="27842" y="54902"/>
                </a:cubicBezTo>
                <a:cubicBezTo>
                  <a:pt x="28155" y="58031"/>
                  <a:pt x="28781" y="60221"/>
                  <a:pt x="29719" y="61472"/>
                </a:cubicBezTo>
                <a:cubicBezTo>
                  <a:pt x="30814" y="63349"/>
                  <a:pt x="32222" y="64757"/>
                  <a:pt x="34099" y="65695"/>
                </a:cubicBezTo>
                <a:cubicBezTo>
                  <a:pt x="35820" y="66634"/>
                  <a:pt x="37853" y="67103"/>
                  <a:pt x="40356" y="67103"/>
                </a:cubicBezTo>
                <a:cubicBezTo>
                  <a:pt x="45987" y="67103"/>
                  <a:pt x="50523" y="64913"/>
                  <a:pt x="53808" y="60534"/>
                </a:cubicBezTo>
                <a:cubicBezTo>
                  <a:pt x="56936" y="56154"/>
                  <a:pt x="58657" y="50054"/>
                  <a:pt x="58657" y="42233"/>
                </a:cubicBezTo>
                <a:lnTo>
                  <a:pt x="58657" y="0"/>
                </a:lnTo>
                <a:lnTo>
                  <a:pt x="86030" y="0"/>
                </a:lnTo>
                <a:lnTo>
                  <a:pt x="86030" y="85560"/>
                </a:lnTo>
                <a:lnTo>
                  <a:pt x="58657" y="85560"/>
                </a:lnTo>
                <a:lnTo>
                  <a:pt x="58657" y="73203"/>
                </a:lnTo>
                <a:cubicBezTo>
                  <a:pt x="54590" y="78209"/>
                  <a:pt x="50210" y="81963"/>
                  <a:pt x="45517" y="84153"/>
                </a:cubicBezTo>
                <a:cubicBezTo>
                  <a:pt x="40825" y="86342"/>
                  <a:pt x="35820" y="87594"/>
                  <a:pt x="30345" y="87594"/>
                </a:cubicBezTo>
                <a:cubicBezTo>
                  <a:pt x="20334" y="87594"/>
                  <a:pt x="12826" y="84622"/>
                  <a:pt x="7664" y="78678"/>
                </a:cubicBezTo>
                <a:cubicBezTo>
                  <a:pt x="2503" y="72734"/>
                  <a:pt x="0" y="63818"/>
                  <a:pt x="0" y="522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20484-00A3-4EEA-9B84-6883B7C0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187" y="2170316"/>
            <a:ext cx="75550" cy="89627"/>
          </a:xfrm>
          <a:custGeom xmlns:a="http://schemas.openxmlformats.org/drawingml/2006/main">
            <a:pathLst>
              <a:path w="75550" h="89627">
                <a:moveTo>
                  <a:pt x="75550" y="4693"/>
                </a:moveTo>
                <a:lnTo>
                  <a:pt x="75550" y="27060"/>
                </a:lnTo>
                <a:cubicBezTo>
                  <a:pt x="71796" y="24558"/>
                  <a:pt x="68042" y="22681"/>
                  <a:pt x="64288" y="21429"/>
                </a:cubicBezTo>
                <a:cubicBezTo>
                  <a:pt x="60534" y="20178"/>
                  <a:pt x="56623" y="19552"/>
                  <a:pt x="52713" y="19552"/>
                </a:cubicBezTo>
                <a:cubicBezTo>
                  <a:pt x="45048" y="19552"/>
                  <a:pt x="39104" y="21898"/>
                  <a:pt x="34881" y="26278"/>
                </a:cubicBezTo>
                <a:cubicBezTo>
                  <a:pt x="30501" y="30658"/>
                  <a:pt x="28468" y="36915"/>
                  <a:pt x="28468" y="44892"/>
                </a:cubicBezTo>
                <a:cubicBezTo>
                  <a:pt x="28468" y="53025"/>
                  <a:pt x="30501" y="59282"/>
                  <a:pt x="34881" y="63662"/>
                </a:cubicBezTo>
                <a:cubicBezTo>
                  <a:pt x="39104" y="68042"/>
                  <a:pt x="45048" y="70231"/>
                  <a:pt x="52713" y="70231"/>
                </a:cubicBezTo>
                <a:cubicBezTo>
                  <a:pt x="56936" y="70231"/>
                  <a:pt x="61003" y="69606"/>
                  <a:pt x="64913" y="68354"/>
                </a:cubicBezTo>
                <a:cubicBezTo>
                  <a:pt x="68667" y="67103"/>
                  <a:pt x="72265" y="65226"/>
                  <a:pt x="75550" y="62723"/>
                </a:cubicBezTo>
                <a:lnTo>
                  <a:pt x="75550" y="85091"/>
                </a:lnTo>
                <a:cubicBezTo>
                  <a:pt x="71170" y="86655"/>
                  <a:pt x="66790" y="87750"/>
                  <a:pt x="62411" y="88532"/>
                </a:cubicBezTo>
                <a:cubicBezTo>
                  <a:pt x="58031" y="89158"/>
                  <a:pt x="53651" y="89627"/>
                  <a:pt x="49271" y="89627"/>
                </a:cubicBezTo>
                <a:cubicBezTo>
                  <a:pt x="33786" y="89627"/>
                  <a:pt x="21742" y="85717"/>
                  <a:pt x="12983" y="77896"/>
                </a:cubicBezTo>
                <a:cubicBezTo>
                  <a:pt x="4223" y="70075"/>
                  <a:pt x="0" y="58969"/>
                  <a:pt x="0" y="44892"/>
                </a:cubicBezTo>
                <a:cubicBezTo>
                  <a:pt x="0" y="30814"/>
                  <a:pt x="4223" y="19865"/>
                  <a:pt x="12983" y="11888"/>
                </a:cubicBezTo>
                <a:cubicBezTo>
                  <a:pt x="21742" y="4067"/>
                  <a:pt x="33786" y="0"/>
                  <a:pt x="49271" y="0"/>
                </a:cubicBezTo>
                <a:cubicBezTo>
                  <a:pt x="53651" y="0"/>
                  <a:pt x="58031" y="469"/>
                  <a:pt x="62411" y="1251"/>
                </a:cubicBezTo>
                <a:cubicBezTo>
                  <a:pt x="66790" y="2033"/>
                  <a:pt x="71170" y="3128"/>
                  <a:pt x="75550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2E466-7592-46DC-A904-2F58041B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250" y="2148105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45000-EA46-4A2E-9FD5-18B61451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431" y="2201756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9F64A-B8FB-4057-9666-2E9C91DA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037" y="2139033"/>
            <a:ext cx="86030" cy="118877"/>
          </a:xfrm>
          <a:custGeom xmlns:a="http://schemas.openxmlformats.org/drawingml/2006/main">
            <a:pathLst>
              <a:path w="86030" h="118877">
                <a:moveTo>
                  <a:pt x="86030" y="66790"/>
                </a:moveTo>
                <a:lnTo>
                  <a:pt x="86030" y="118877"/>
                </a:lnTo>
                <a:lnTo>
                  <a:pt x="58500" y="118877"/>
                </a:lnTo>
                <a:lnTo>
                  <a:pt x="58500" y="110431"/>
                </a:lnTo>
                <a:lnTo>
                  <a:pt x="58500" y="79147"/>
                </a:lnTo>
                <a:cubicBezTo>
                  <a:pt x="58500" y="71639"/>
                  <a:pt x="58344" y="66634"/>
                  <a:pt x="58031" y="63818"/>
                </a:cubicBezTo>
                <a:cubicBezTo>
                  <a:pt x="57718" y="61003"/>
                  <a:pt x="57092" y="58969"/>
                  <a:pt x="56310" y="57562"/>
                </a:cubicBezTo>
                <a:cubicBezTo>
                  <a:pt x="55215" y="55841"/>
                  <a:pt x="53808" y="54433"/>
                  <a:pt x="51931" y="53495"/>
                </a:cubicBezTo>
                <a:cubicBezTo>
                  <a:pt x="50054" y="52556"/>
                  <a:pt x="47864" y="51931"/>
                  <a:pt x="45674" y="51931"/>
                </a:cubicBezTo>
                <a:cubicBezTo>
                  <a:pt x="39886" y="51931"/>
                  <a:pt x="35350" y="54120"/>
                  <a:pt x="32222" y="58500"/>
                </a:cubicBezTo>
                <a:cubicBezTo>
                  <a:pt x="28937" y="62880"/>
                  <a:pt x="27373" y="68980"/>
                  <a:pt x="27373" y="76801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ubicBezTo>
                  <a:pt x="31440" y="40825"/>
                  <a:pt x="35663" y="37227"/>
                  <a:pt x="40356" y="34881"/>
                </a:cubicBezTo>
                <a:cubicBezTo>
                  <a:pt x="45048" y="32535"/>
                  <a:pt x="50210" y="31283"/>
                  <a:pt x="55841" y="31283"/>
                </a:cubicBezTo>
                <a:cubicBezTo>
                  <a:pt x="65695" y="31283"/>
                  <a:pt x="73203" y="34412"/>
                  <a:pt x="78365" y="40356"/>
                </a:cubicBezTo>
                <a:cubicBezTo>
                  <a:pt x="83370" y="46456"/>
                  <a:pt x="86030" y="55215"/>
                  <a:pt x="86030" y="66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D9573-862B-4856-8AD0-7D35319D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239" y="2139033"/>
            <a:ext cx="66477" cy="118877"/>
          </a:xfrm>
          <a:custGeom xmlns:a="http://schemas.openxmlformats.org/drawingml/2006/main">
            <a:pathLst>
              <a:path w="66477" h="118877">
                <a:moveTo>
                  <a:pt x="66477" y="0"/>
                </a:moveTo>
                <a:lnTo>
                  <a:pt x="66477" y="17988"/>
                </a:lnTo>
                <a:lnTo>
                  <a:pt x="51305" y="17988"/>
                </a:lnTo>
                <a:cubicBezTo>
                  <a:pt x="47394" y="17988"/>
                  <a:pt x="44735" y="18770"/>
                  <a:pt x="43171" y="20178"/>
                </a:cubicBezTo>
                <a:cubicBezTo>
                  <a:pt x="41607" y="21586"/>
                  <a:pt x="40981" y="23932"/>
                  <a:pt x="40981" y="27373"/>
                </a:cubicBezTo>
                <a:lnTo>
                  <a:pt x="40981" y="33317"/>
                </a:lnTo>
                <a:lnTo>
                  <a:pt x="64288" y="33317"/>
                </a:lnTo>
                <a:lnTo>
                  <a:pt x="64288" y="52869"/>
                </a:lnTo>
                <a:lnTo>
                  <a:pt x="40981" y="52869"/>
                </a:lnTo>
                <a:lnTo>
                  <a:pt x="40981" y="118877"/>
                </a:lnTo>
                <a:lnTo>
                  <a:pt x="13608" y="118877"/>
                </a:lnTo>
                <a:lnTo>
                  <a:pt x="13608" y="52869"/>
                </a:lnTo>
                <a:lnTo>
                  <a:pt x="0" y="52869"/>
                </a:lnTo>
                <a:lnTo>
                  <a:pt x="0" y="33317"/>
                </a:lnTo>
                <a:lnTo>
                  <a:pt x="13608" y="33317"/>
                </a:lnTo>
                <a:lnTo>
                  <a:pt x="13608" y="27373"/>
                </a:lnTo>
                <a:cubicBezTo>
                  <a:pt x="13608" y="18144"/>
                  <a:pt x="16111" y="11262"/>
                  <a:pt x="21429" y="6726"/>
                </a:cubicBezTo>
                <a:cubicBezTo>
                  <a:pt x="26591" y="2346"/>
                  <a:pt x="34568" y="0"/>
                  <a:pt x="45517" y="0"/>
                </a:cubicBezTo>
                <a:lnTo>
                  <a:pt x="664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874DA-BD2D-48C1-9E28-2DC59450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49" y="1863793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C706B-E1E4-4DE6-8394-E8FF595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31" y="189507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7D41D-CB5E-480E-896F-41C1DB2B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82" y="189507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B27E5-9A38-4C2E-B1C3-BE5CCCF0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46" y="1895077"/>
            <a:ext cx="91817" cy="119972"/>
          </a:xfrm>
          <a:custGeom xmlns:a="http://schemas.openxmlformats.org/drawingml/2006/main">
            <a:pathLst>
              <a:path w="91817" h="119972">
                <a:moveTo>
                  <a:pt x="27373" y="75237"/>
                </a:moveTo>
                <a:lnTo>
                  <a:pt x="27373" y="119972"/>
                </a:lnTo>
                <a:lnTo>
                  <a:pt x="0" y="119972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127" y="9541"/>
                  <a:pt x="35194" y="5944"/>
                  <a:pt x="39886" y="3598"/>
                </a:cubicBezTo>
                <a:cubicBezTo>
                  <a:pt x="44423" y="1251"/>
                  <a:pt x="49741" y="0"/>
                  <a:pt x="55685" y="0"/>
                </a:cubicBezTo>
                <a:cubicBezTo>
                  <a:pt x="66165" y="0"/>
                  <a:pt x="74768" y="4223"/>
                  <a:pt x="81650" y="12670"/>
                </a:cubicBezTo>
                <a:cubicBezTo>
                  <a:pt x="88376" y="21116"/>
                  <a:pt x="91817" y="31909"/>
                  <a:pt x="91817" y="45048"/>
                </a:cubicBezTo>
                <a:cubicBezTo>
                  <a:pt x="91817" y="58187"/>
                  <a:pt x="88376" y="68980"/>
                  <a:pt x="81650" y="77270"/>
                </a:cubicBezTo>
                <a:cubicBezTo>
                  <a:pt x="74768" y="85560"/>
                  <a:pt x="66165" y="89627"/>
                  <a:pt x="55685" y="89627"/>
                </a:cubicBezTo>
                <a:cubicBezTo>
                  <a:pt x="49741" y="89627"/>
                  <a:pt x="44423" y="88376"/>
                  <a:pt x="39886" y="86186"/>
                </a:cubicBezTo>
                <a:cubicBezTo>
                  <a:pt x="35194" y="83996"/>
                  <a:pt x="31127" y="80242"/>
                  <a:pt x="27373" y="75237"/>
                </a:cubicBezTo>
                <a:close/>
                <a:moveTo>
                  <a:pt x="45517" y="19865"/>
                </a:moveTo>
                <a:cubicBezTo>
                  <a:pt x="39574" y="19865"/>
                  <a:pt x="35194" y="22055"/>
                  <a:pt x="32066" y="26278"/>
                </a:cubicBezTo>
                <a:cubicBezTo>
                  <a:pt x="28937" y="30658"/>
                  <a:pt x="27373" y="36758"/>
                  <a:pt x="27373" y="44892"/>
                </a:cubicBezTo>
                <a:cubicBezTo>
                  <a:pt x="27373" y="53025"/>
                  <a:pt x="28937" y="59282"/>
                  <a:pt x="32066" y="63505"/>
                </a:cubicBezTo>
                <a:cubicBezTo>
                  <a:pt x="35194" y="67885"/>
                  <a:pt x="39574" y="69919"/>
                  <a:pt x="45517" y="69919"/>
                </a:cubicBezTo>
                <a:cubicBezTo>
                  <a:pt x="51305" y="69919"/>
                  <a:pt x="55685" y="67885"/>
                  <a:pt x="58813" y="63505"/>
                </a:cubicBezTo>
                <a:cubicBezTo>
                  <a:pt x="61941" y="59282"/>
                  <a:pt x="63505" y="53025"/>
                  <a:pt x="63505" y="44892"/>
                </a:cubicBezTo>
                <a:cubicBezTo>
                  <a:pt x="63505" y="36758"/>
                  <a:pt x="61941" y="30658"/>
                  <a:pt x="58813" y="26278"/>
                </a:cubicBezTo>
                <a:cubicBezTo>
                  <a:pt x="55685" y="22055"/>
                  <a:pt x="51305" y="19865"/>
                  <a:pt x="45517" y="19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21DA8-BA48-493F-9242-5B784D85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35" y="1895077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EE585-0FAC-4102-BD8E-CE73119B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96" y="189507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F4C00-9A32-49E3-B93C-D581F5D0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47" y="189507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0046B-339E-4A74-B34D-427DD875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1" y="1863793"/>
            <a:ext cx="93850" cy="118877"/>
          </a:xfrm>
          <a:custGeom xmlns:a="http://schemas.openxmlformats.org/drawingml/2006/main">
            <a:pathLst>
              <a:path w="93850" h="118877">
                <a:moveTo>
                  <a:pt x="0" y="0"/>
                </a:moveTo>
                <a:lnTo>
                  <a:pt x="27373" y="0"/>
                </a:lnTo>
                <a:lnTo>
                  <a:pt x="27373" y="64757"/>
                </a:lnTo>
                <a:lnTo>
                  <a:pt x="58813" y="33317"/>
                </a:lnTo>
                <a:lnTo>
                  <a:pt x="90566" y="33317"/>
                </a:lnTo>
                <a:lnTo>
                  <a:pt x="48802" y="72578"/>
                </a:lnTo>
                <a:lnTo>
                  <a:pt x="93850" y="118877"/>
                </a:lnTo>
                <a:lnTo>
                  <a:pt x="60690" y="118877"/>
                </a:lnTo>
                <a:lnTo>
                  <a:pt x="27373" y="83214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0D944-86F5-4B15-B836-434789B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36" y="1926517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4051C-5263-4139-9C78-C47D380B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729" y="1895077"/>
            <a:ext cx="75550" cy="89627"/>
          </a:xfrm>
          <a:custGeom xmlns:a="http://schemas.openxmlformats.org/drawingml/2006/main">
            <a:pathLst>
              <a:path w="75550" h="89627">
                <a:moveTo>
                  <a:pt x="75550" y="4693"/>
                </a:moveTo>
                <a:lnTo>
                  <a:pt x="75550" y="27060"/>
                </a:lnTo>
                <a:cubicBezTo>
                  <a:pt x="71796" y="24558"/>
                  <a:pt x="68042" y="22681"/>
                  <a:pt x="64288" y="21429"/>
                </a:cubicBezTo>
                <a:cubicBezTo>
                  <a:pt x="60534" y="20178"/>
                  <a:pt x="56623" y="19552"/>
                  <a:pt x="52713" y="19552"/>
                </a:cubicBezTo>
                <a:cubicBezTo>
                  <a:pt x="45048" y="19552"/>
                  <a:pt x="39104" y="21898"/>
                  <a:pt x="34881" y="26278"/>
                </a:cubicBezTo>
                <a:cubicBezTo>
                  <a:pt x="30501" y="30658"/>
                  <a:pt x="28468" y="36915"/>
                  <a:pt x="28468" y="44892"/>
                </a:cubicBezTo>
                <a:cubicBezTo>
                  <a:pt x="28468" y="53025"/>
                  <a:pt x="30501" y="59282"/>
                  <a:pt x="34881" y="63662"/>
                </a:cubicBezTo>
                <a:cubicBezTo>
                  <a:pt x="39104" y="68042"/>
                  <a:pt x="45048" y="70231"/>
                  <a:pt x="52713" y="70231"/>
                </a:cubicBezTo>
                <a:cubicBezTo>
                  <a:pt x="56936" y="70231"/>
                  <a:pt x="61003" y="69606"/>
                  <a:pt x="64913" y="68354"/>
                </a:cubicBezTo>
                <a:cubicBezTo>
                  <a:pt x="68667" y="67103"/>
                  <a:pt x="72265" y="65226"/>
                  <a:pt x="75550" y="62723"/>
                </a:cubicBezTo>
                <a:lnTo>
                  <a:pt x="75550" y="85091"/>
                </a:lnTo>
                <a:cubicBezTo>
                  <a:pt x="71170" y="86655"/>
                  <a:pt x="66790" y="87750"/>
                  <a:pt x="62411" y="88532"/>
                </a:cubicBezTo>
                <a:cubicBezTo>
                  <a:pt x="58031" y="89158"/>
                  <a:pt x="53651" y="89627"/>
                  <a:pt x="49271" y="89627"/>
                </a:cubicBezTo>
                <a:cubicBezTo>
                  <a:pt x="33786" y="89627"/>
                  <a:pt x="21742" y="85717"/>
                  <a:pt x="12983" y="77896"/>
                </a:cubicBezTo>
                <a:cubicBezTo>
                  <a:pt x="4223" y="70075"/>
                  <a:pt x="0" y="58969"/>
                  <a:pt x="0" y="44892"/>
                </a:cubicBezTo>
                <a:cubicBezTo>
                  <a:pt x="0" y="30814"/>
                  <a:pt x="4223" y="19865"/>
                  <a:pt x="12983" y="11888"/>
                </a:cubicBezTo>
                <a:cubicBezTo>
                  <a:pt x="21742" y="4067"/>
                  <a:pt x="33786" y="0"/>
                  <a:pt x="49271" y="0"/>
                </a:cubicBezTo>
                <a:cubicBezTo>
                  <a:pt x="53651" y="0"/>
                  <a:pt x="58031" y="469"/>
                  <a:pt x="62411" y="1251"/>
                </a:cubicBezTo>
                <a:cubicBezTo>
                  <a:pt x="66790" y="2033"/>
                  <a:pt x="71170" y="3128"/>
                  <a:pt x="75550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64265-1DCF-4B14-9837-9F259B4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484" y="1895077"/>
            <a:ext cx="94007" cy="89627"/>
          </a:xfrm>
          <a:custGeom xmlns:a="http://schemas.openxmlformats.org/drawingml/2006/main">
            <a:pathLst>
              <a:path w="94007" h="89627">
                <a:moveTo>
                  <a:pt x="47082" y="19552"/>
                </a:moveTo>
                <a:cubicBezTo>
                  <a:pt x="40981" y="19552"/>
                  <a:pt x="36289" y="21742"/>
                  <a:pt x="33160" y="26122"/>
                </a:cubicBezTo>
                <a:cubicBezTo>
                  <a:pt x="30032" y="30501"/>
                  <a:pt x="28468" y="36758"/>
                  <a:pt x="28468" y="44892"/>
                </a:cubicBezTo>
                <a:cubicBezTo>
                  <a:pt x="28468" y="53182"/>
                  <a:pt x="30032" y="59439"/>
                  <a:pt x="33160" y="63818"/>
                </a:cubicBezTo>
                <a:cubicBezTo>
                  <a:pt x="36289" y="68198"/>
                  <a:pt x="40981" y="70231"/>
                  <a:pt x="47082" y="70231"/>
                </a:cubicBezTo>
                <a:cubicBezTo>
                  <a:pt x="53025" y="70231"/>
                  <a:pt x="57562" y="68198"/>
                  <a:pt x="60690" y="63818"/>
                </a:cubicBezTo>
                <a:cubicBezTo>
                  <a:pt x="63818" y="59439"/>
                  <a:pt x="65539" y="53182"/>
                  <a:pt x="65539" y="44892"/>
                </a:cubicBezTo>
                <a:cubicBezTo>
                  <a:pt x="65539" y="36758"/>
                  <a:pt x="63818" y="30501"/>
                  <a:pt x="60690" y="26122"/>
                </a:cubicBezTo>
                <a:cubicBezTo>
                  <a:pt x="57562" y="21742"/>
                  <a:pt x="53025" y="19552"/>
                  <a:pt x="47082" y="19552"/>
                </a:cubicBezTo>
                <a:close/>
                <a:moveTo>
                  <a:pt x="47082" y="0"/>
                </a:moveTo>
                <a:cubicBezTo>
                  <a:pt x="61785" y="0"/>
                  <a:pt x="73203" y="4067"/>
                  <a:pt x="81493" y="11888"/>
                </a:cubicBezTo>
                <a:cubicBezTo>
                  <a:pt x="89784" y="19865"/>
                  <a:pt x="94007" y="30814"/>
                  <a:pt x="94007" y="44892"/>
                </a:cubicBezTo>
                <a:cubicBezTo>
                  <a:pt x="94007" y="58969"/>
                  <a:pt x="89784" y="70075"/>
                  <a:pt x="81493" y="77896"/>
                </a:cubicBezTo>
                <a:cubicBezTo>
                  <a:pt x="73203" y="85717"/>
                  <a:pt x="61785" y="89627"/>
                  <a:pt x="47082" y="89627"/>
                </a:cubicBezTo>
                <a:cubicBezTo>
                  <a:pt x="32378" y="89627"/>
                  <a:pt x="20804" y="85717"/>
                  <a:pt x="12513" y="77896"/>
                </a:cubicBezTo>
                <a:cubicBezTo>
                  <a:pt x="4067" y="70075"/>
                  <a:pt x="0" y="58969"/>
                  <a:pt x="0" y="44892"/>
                </a:cubicBezTo>
                <a:cubicBezTo>
                  <a:pt x="0" y="30814"/>
                  <a:pt x="4067" y="19865"/>
                  <a:pt x="12513" y="11888"/>
                </a:cubicBezTo>
                <a:cubicBezTo>
                  <a:pt x="20804" y="4067"/>
                  <a:pt x="32378" y="0"/>
                  <a:pt x="470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3C0E5-92EF-4D3B-A3C5-CA2D0DE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56" y="1863793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9246E-C196-4A1D-BA41-FB4CC47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938" y="189507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21F835-2418-4D9D-88D7-DEEF5012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402" y="1895077"/>
            <a:ext cx="63505" cy="87594"/>
          </a:xfrm>
          <a:custGeom xmlns:a="http://schemas.openxmlformats.org/drawingml/2006/main">
            <a:pathLst>
              <a:path w="63505" h="87594">
                <a:moveTo>
                  <a:pt x="63505" y="25340"/>
                </a:moveTo>
                <a:cubicBezTo>
                  <a:pt x="61003" y="24245"/>
                  <a:pt x="58657" y="23463"/>
                  <a:pt x="56310" y="22837"/>
                </a:cubicBezTo>
                <a:cubicBezTo>
                  <a:pt x="53964" y="22368"/>
                  <a:pt x="51618" y="22055"/>
                  <a:pt x="49271" y="22055"/>
                </a:cubicBezTo>
                <a:cubicBezTo>
                  <a:pt x="42233" y="22055"/>
                  <a:pt x="36758" y="24401"/>
                  <a:pt x="33004" y="28781"/>
                </a:cubicBezTo>
                <a:cubicBezTo>
                  <a:pt x="29250" y="33317"/>
                  <a:pt x="27373" y="39730"/>
                  <a:pt x="27373" y="4817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6111"/>
                </a:lnTo>
                <a:cubicBezTo>
                  <a:pt x="30814" y="10480"/>
                  <a:pt x="34725" y="6413"/>
                  <a:pt x="39417" y="3910"/>
                </a:cubicBezTo>
                <a:cubicBezTo>
                  <a:pt x="43953" y="1408"/>
                  <a:pt x="49428" y="0"/>
                  <a:pt x="55841" y="0"/>
                </a:cubicBezTo>
                <a:cubicBezTo>
                  <a:pt x="56780" y="0"/>
                  <a:pt x="57718" y="156"/>
                  <a:pt x="58813" y="156"/>
                </a:cubicBezTo>
                <a:cubicBezTo>
                  <a:pt x="59751" y="156"/>
                  <a:pt x="61316" y="313"/>
                  <a:pt x="63505" y="626"/>
                </a:cubicBezTo>
                <a:lnTo>
                  <a:pt x="63505" y="2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AF25E-8620-4A12-91EE-B6AF64DE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23" y="1926517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1DF70-B767-4860-BEBA-FD2858B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965" y="1868642"/>
            <a:ext cx="80399" cy="114028"/>
          </a:xfrm>
          <a:custGeom xmlns:a="http://schemas.openxmlformats.org/drawingml/2006/main">
            <a:pathLst>
              <a:path w="80399" h="114028">
                <a:moveTo>
                  <a:pt x="626" y="93694"/>
                </a:moveTo>
                <a:lnTo>
                  <a:pt x="26591" y="93694"/>
                </a:lnTo>
                <a:lnTo>
                  <a:pt x="26591" y="20021"/>
                </a:lnTo>
                <a:lnTo>
                  <a:pt x="0" y="25496"/>
                </a:lnTo>
                <a:lnTo>
                  <a:pt x="0" y="5475"/>
                </a:lnTo>
                <a:lnTo>
                  <a:pt x="26435" y="0"/>
                </a:lnTo>
                <a:lnTo>
                  <a:pt x="54433" y="0"/>
                </a:lnTo>
                <a:lnTo>
                  <a:pt x="54433" y="93694"/>
                </a:lnTo>
                <a:lnTo>
                  <a:pt x="80399" y="93694"/>
                </a:lnTo>
                <a:lnTo>
                  <a:pt x="80399" y="114028"/>
                </a:lnTo>
                <a:lnTo>
                  <a:pt x="626" y="114028"/>
                </a:lnTo>
                <a:lnTo>
                  <a:pt x="626" y="93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F0FDD-665D-4932-95B9-524AF8B1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111" y="1953108"/>
            <a:ext cx="27529" cy="29563"/>
          </a:xfrm>
          <a:custGeom xmlns:a="http://schemas.openxmlformats.org/drawingml/2006/main">
            <a:pathLst>
              <a:path w="27529" h="29563">
                <a:moveTo>
                  <a:pt x="0" y="0"/>
                </a:moveTo>
                <a:lnTo>
                  <a:pt x="27529" y="0"/>
                </a:lnTo>
                <a:lnTo>
                  <a:pt x="27529" y="29563"/>
                </a:lnTo>
                <a:lnTo>
                  <a:pt x="0" y="29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98C2D-4604-4BFB-BCD2-11AF145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075" y="1866609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383BB-AFD4-4657-865C-C15192FE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601" y="1863793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6923A-D431-43CF-8C28-9231A7E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903" y="1926517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28E05-0AD2-474F-B79D-DB77628F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509" y="1863793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185A3-8E67-4BCE-ABD7-412A91AA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90" y="1895077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4E58C-5FE2-46D8-AC44-D61B5E87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080" y="1895077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4B6DA-76DC-41A1-BCCF-518F138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740" y="1895077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1833F-2B7E-4E59-8B41-99B7CE8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825" y="3173273"/>
            <a:ext cx="126854" cy="114028"/>
          </a:xfrm>
          <a:custGeom xmlns:a="http://schemas.openxmlformats.org/drawingml/2006/main">
            <a:pathLst>
              <a:path w="126854" h="114028">
                <a:moveTo>
                  <a:pt x="0" y="0"/>
                </a:moveTo>
                <a:lnTo>
                  <a:pt x="37384" y="0"/>
                </a:lnTo>
                <a:lnTo>
                  <a:pt x="63349" y="61003"/>
                </a:lnTo>
                <a:lnTo>
                  <a:pt x="89471" y="0"/>
                </a:lnTo>
                <a:lnTo>
                  <a:pt x="126854" y="0"/>
                </a:lnTo>
                <a:lnTo>
                  <a:pt x="126854" y="114028"/>
                </a:lnTo>
                <a:lnTo>
                  <a:pt x="99012" y="114028"/>
                </a:lnTo>
                <a:lnTo>
                  <a:pt x="99012" y="30658"/>
                </a:lnTo>
                <a:lnTo>
                  <a:pt x="72734" y="92130"/>
                </a:lnTo>
                <a:lnTo>
                  <a:pt x="54120" y="92130"/>
                </a:lnTo>
                <a:lnTo>
                  <a:pt x="27842" y="30658"/>
                </a:lnTo>
                <a:lnTo>
                  <a:pt x="27842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703B1-A23D-46BC-88DA-52E67FDE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9" y="3168425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33317"/>
                </a:moveTo>
                <a:lnTo>
                  <a:pt x="27373" y="33317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33317"/>
                </a:lnTo>
                <a:close/>
                <a:moveTo>
                  <a:pt x="0" y="0"/>
                </a:moveTo>
                <a:lnTo>
                  <a:pt x="27373" y="0"/>
                </a:lnTo>
                <a:lnTo>
                  <a:pt x="27373" y="22368"/>
                </a:lnTo>
                <a:lnTo>
                  <a:pt x="0" y="22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31EEE-BC0E-432C-8CE6-ABBF6490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55" y="3199708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78EFD-A1CC-4578-A290-87C1F08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823" y="3177497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6AABF-6FE1-41FD-9FEA-B2A1810E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696" y="3199708"/>
            <a:ext cx="63505" cy="87594"/>
          </a:xfrm>
          <a:custGeom xmlns:a="http://schemas.openxmlformats.org/drawingml/2006/main">
            <a:pathLst>
              <a:path w="63505" h="87594">
                <a:moveTo>
                  <a:pt x="63505" y="25340"/>
                </a:moveTo>
                <a:cubicBezTo>
                  <a:pt x="61003" y="24245"/>
                  <a:pt x="58657" y="23463"/>
                  <a:pt x="56310" y="22837"/>
                </a:cubicBezTo>
                <a:cubicBezTo>
                  <a:pt x="53964" y="22368"/>
                  <a:pt x="51618" y="22055"/>
                  <a:pt x="49271" y="22055"/>
                </a:cubicBezTo>
                <a:cubicBezTo>
                  <a:pt x="42233" y="22055"/>
                  <a:pt x="36758" y="24401"/>
                  <a:pt x="33004" y="28781"/>
                </a:cubicBezTo>
                <a:cubicBezTo>
                  <a:pt x="29250" y="33317"/>
                  <a:pt x="27373" y="39730"/>
                  <a:pt x="27373" y="4817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6111"/>
                </a:lnTo>
                <a:cubicBezTo>
                  <a:pt x="30814" y="10480"/>
                  <a:pt x="34725" y="6413"/>
                  <a:pt x="39417" y="3910"/>
                </a:cubicBezTo>
                <a:cubicBezTo>
                  <a:pt x="43953" y="1408"/>
                  <a:pt x="49428" y="0"/>
                  <a:pt x="55841" y="0"/>
                </a:cubicBezTo>
                <a:cubicBezTo>
                  <a:pt x="56780" y="0"/>
                  <a:pt x="57718" y="156"/>
                  <a:pt x="58813" y="156"/>
                </a:cubicBezTo>
                <a:cubicBezTo>
                  <a:pt x="59751" y="156"/>
                  <a:pt x="61316" y="313"/>
                  <a:pt x="63505" y="626"/>
                </a:cubicBezTo>
                <a:lnTo>
                  <a:pt x="63505" y="2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5CEDD-4314-4272-9F27-B48F7D8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97" y="3199708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F8153-55AE-49F2-BF0D-4E7584EA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392" y="3168425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DCF59-1A5C-4142-8678-95DE8262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350" y="3231148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BCEEC-0DDC-451C-BADC-CCC9595E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297" y="3173273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85BE5-F02E-4177-992E-5F961998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074" y="3173273"/>
            <a:ext cx="93850" cy="114028"/>
          </a:xfrm>
          <a:custGeom xmlns:a="http://schemas.openxmlformats.org/drawingml/2006/main">
            <a:pathLst>
              <a:path w="93850" h="114028">
                <a:moveTo>
                  <a:pt x="45674" y="44110"/>
                </a:moveTo>
                <a:cubicBezTo>
                  <a:pt x="50210" y="44110"/>
                  <a:pt x="53651" y="43171"/>
                  <a:pt x="56154" y="41138"/>
                </a:cubicBezTo>
                <a:cubicBezTo>
                  <a:pt x="58500" y="39104"/>
                  <a:pt x="59751" y="36132"/>
                  <a:pt x="59751" y="32066"/>
                </a:cubicBezTo>
                <a:cubicBezTo>
                  <a:pt x="59751" y="28155"/>
                  <a:pt x="58500" y="25183"/>
                  <a:pt x="56154" y="23150"/>
                </a:cubicBezTo>
                <a:cubicBezTo>
                  <a:pt x="53651" y="21116"/>
                  <a:pt x="50210" y="20021"/>
                  <a:pt x="45674" y="20021"/>
                </a:cubicBezTo>
                <a:lnTo>
                  <a:pt x="29406" y="20021"/>
                </a:lnTo>
                <a:lnTo>
                  <a:pt x="29406" y="44110"/>
                </a:lnTo>
                <a:lnTo>
                  <a:pt x="45674" y="44110"/>
                </a:lnTo>
                <a:close/>
                <a:moveTo>
                  <a:pt x="46612" y="94007"/>
                </a:moveTo>
                <a:cubicBezTo>
                  <a:pt x="52556" y="94007"/>
                  <a:pt x="56936" y="92756"/>
                  <a:pt x="59908" y="90253"/>
                </a:cubicBezTo>
                <a:cubicBezTo>
                  <a:pt x="62880" y="87750"/>
                  <a:pt x="64444" y="83996"/>
                  <a:pt x="64444" y="78991"/>
                </a:cubicBezTo>
                <a:cubicBezTo>
                  <a:pt x="64444" y="74142"/>
                  <a:pt x="62880" y="70388"/>
                  <a:pt x="59908" y="67885"/>
                </a:cubicBezTo>
                <a:cubicBezTo>
                  <a:pt x="56936" y="65382"/>
                  <a:pt x="52556" y="64131"/>
                  <a:pt x="46612" y="64131"/>
                </a:cubicBezTo>
                <a:lnTo>
                  <a:pt x="29406" y="64131"/>
                </a:lnTo>
                <a:lnTo>
                  <a:pt x="29406" y="94007"/>
                </a:lnTo>
                <a:lnTo>
                  <a:pt x="46612" y="94007"/>
                </a:lnTo>
                <a:close/>
                <a:moveTo>
                  <a:pt x="73985" y="53025"/>
                </a:moveTo>
                <a:cubicBezTo>
                  <a:pt x="80242" y="54902"/>
                  <a:pt x="85091" y="58187"/>
                  <a:pt x="88532" y="63193"/>
                </a:cubicBezTo>
                <a:cubicBezTo>
                  <a:pt x="91973" y="68198"/>
                  <a:pt x="93850" y="74142"/>
                  <a:pt x="93850" y="81337"/>
                </a:cubicBezTo>
                <a:cubicBezTo>
                  <a:pt x="93850" y="92286"/>
                  <a:pt x="90096" y="100576"/>
                  <a:pt x="82588" y="105895"/>
                </a:cubicBezTo>
                <a:cubicBezTo>
                  <a:pt x="75080" y="111369"/>
                  <a:pt x="63818" y="114028"/>
                  <a:pt x="48802" y="114028"/>
                </a:cubicBezTo>
                <a:lnTo>
                  <a:pt x="0" y="114028"/>
                </a:lnTo>
                <a:lnTo>
                  <a:pt x="0" y="0"/>
                </a:lnTo>
                <a:lnTo>
                  <a:pt x="44110" y="0"/>
                </a:lnTo>
                <a:cubicBezTo>
                  <a:pt x="59908" y="0"/>
                  <a:pt x="71326" y="2503"/>
                  <a:pt x="78522" y="7195"/>
                </a:cubicBezTo>
                <a:cubicBezTo>
                  <a:pt x="85560" y="12044"/>
                  <a:pt x="89158" y="19709"/>
                  <a:pt x="89158" y="30189"/>
                </a:cubicBezTo>
                <a:cubicBezTo>
                  <a:pt x="89158" y="35820"/>
                  <a:pt x="87750" y="40512"/>
                  <a:pt x="85247" y="44423"/>
                </a:cubicBezTo>
                <a:cubicBezTo>
                  <a:pt x="82588" y="48333"/>
                  <a:pt x="78834" y="51148"/>
                  <a:pt x="73985" y="53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2BD87-559B-467F-B4F5-547477D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0" y="3231148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C6412-DEE4-46B4-A6A3-3DD5F110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133" y="3201741"/>
            <a:ext cx="97292" cy="85560"/>
          </a:xfrm>
          <a:custGeom xmlns:a="http://schemas.openxmlformats.org/drawingml/2006/main">
            <a:pathLst>
              <a:path w="97292" h="85560">
                <a:moveTo>
                  <a:pt x="0" y="0"/>
                </a:moveTo>
                <a:lnTo>
                  <a:pt x="27373" y="0"/>
                </a:lnTo>
                <a:lnTo>
                  <a:pt x="48646" y="59126"/>
                </a:lnTo>
                <a:lnTo>
                  <a:pt x="69919" y="0"/>
                </a:lnTo>
                <a:lnTo>
                  <a:pt x="97292" y="0"/>
                </a:lnTo>
                <a:lnTo>
                  <a:pt x="63662" y="85560"/>
                </a:lnTo>
                <a:lnTo>
                  <a:pt x="33630" y="855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58099-6D53-4623-AED1-52405018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279" y="3171240"/>
            <a:ext cx="93850" cy="118095"/>
          </a:xfrm>
          <a:custGeom xmlns:a="http://schemas.openxmlformats.org/drawingml/2006/main">
            <a:pathLst>
              <a:path w="93850" h="118095">
                <a:moveTo>
                  <a:pt x="64444" y="58969"/>
                </a:moveTo>
                <a:cubicBezTo>
                  <a:pt x="64444" y="44735"/>
                  <a:pt x="63036" y="34725"/>
                  <a:pt x="60377" y="28781"/>
                </a:cubicBezTo>
                <a:cubicBezTo>
                  <a:pt x="57718" y="22993"/>
                  <a:pt x="53182" y="20021"/>
                  <a:pt x="46925" y="20021"/>
                </a:cubicBezTo>
                <a:cubicBezTo>
                  <a:pt x="40669" y="20021"/>
                  <a:pt x="36132" y="22993"/>
                  <a:pt x="33473" y="28781"/>
                </a:cubicBezTo>
                <a:cubicBezTo>
                  <a:pt x="30658" y="34725"/>
                  <a:pt x="29406" y="44735"/>
                  <a:pt x="29406" y="58969"/>
                </a:cubicBezTo>
                <a:cubicBezTo>
                  <a:pt x="29406" y="73360"/>
                  <a:pt x="30658" y="83527"/>
                  <a:pt x="33473" y="89471"/>
                </a:cubicBezTo>
                <a:cubicBezTo>
                  <a:pt x="36132" y="95415"/>
                  <a:pt x="40669" y="98230"/>
                  <a:pt x="46925" y="98230"/>
                </a:cubicBezTo>
                <a:cubicBezTo>
                  <a:pt x="53182" y="98230"/>
                  <a:pt x="57562" y="95415"/>
                  <a:pt x="60377" y="89471"/>
                </a:cubicBezTo>
                <a:cubicBezTo>
                  <a:pt x="63036" y="83527"/>
                  <a:pt x="64444" y="73360"/>
                  <a:pt x="64444" y="58969"/>
                </a:cubicBezTo>
                <a:close/>
                <a:moveTo>
                  <a:pt x="93850" y="59126"/>
                </a:moveTo>
                <a:cubicBezTo>
                  <a:pt x="93850" y="78052"/>
                  <a:pt x="89784" y="92599"/>
                  <a:pt x="81650" y="102766"/>
                </a:cubicBezTo>
                <a:cubicBezTo>
                  <a:pt x="73516" y="113090"/>
                  <a:pt x="61941" y="118095"/>
                  <a:pt x="46925" y="118095"/>
                </a:cubicBezTo>
                <a:cubicBezTo>
                  <a:pt x="31909" y="118095"/>
                  <a:pt x="20334" y="113090"/>
                  <a:pt x="12201" y="102766"/>
                </a:cubicBezTo>
                <a:cubicBezTo>
                  <a:pt x="4067" y="92599"/>
                  <a:pt x="0" y="78052"/>
                  <a:pt x="0" y="59126"/>
                </a:cubicBezTo>
                <a:cubicBezTo>
                  <a:pt x="0" y="40356"/>
                  <a:pt x="4067" y="25809"/>
                  <a:pt x="12201" y="15485"/>
                </a:cubicBezTo>
                <a:cubicBezTo>
                  <a:pt x="20334" y="5162"/>
                  <a:pt x="31909" y="0"/>
                  <a:pt x="46925" y="0"/>
                </a:cubicBezTo>
                <a:cubicBezTo>
                  <a:pt x="61941" y="0"/>
                  <a:pt x="73516" y="5162"/>
                  <a:pt x="81650" y="15485"/>
                </a:cubicBezTo>
                <a:cubicBezTo>
                  <a:pt x="89784" y="25809"/>
                  <a:pt x="93850" y="40356"/>
                  <a:pt x="93850" y="591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141C2-E76B-4D23-829F-4123C67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592" y="3257739"/>
            <a:ext cx="27529" cy="29563"/>
          </a:xfrm>
          <a:custGeom xmlns:a="http://schemas.openxmlformats.org/drawingml/2006/main">
            <a:pathLst>
              <a:path w="27529" h="29563">
                <a:moveTo>
                  <a:pt x="0" y="0"/>
                </a:moveTo>
                <a:lnTo>
                  <a:pt x="27529" y="0"/>
                </a:lnTo>
                <a:lnTo>
                  <a:pt x="27529" y="29563"/>
                </a:lnTo>
                <a:lnTo>
                  <a:pt x="0" y="29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9B7C3-1C8B-464E-BBFF-1F65832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56" y="3171240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96F56-3364-42B8-BDF2-E37977DD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682" y="2088834"/>
            <a:ext cx="126854" cy="114028"/>
          </a:xfrm>
          <a:custGeom xmlns:a="http://schemas.openxmlformats.org/drawingml/2006/main">
            <a:pathLst>
              <a:path w="126854" h="114028">
                <a:moveTo>
                  <a:pt x="0" y="0"/>
                </a:moveTo>
                <a:lnTo>
                  <a:pt x="37384" y="0"/>
                </a:lnTo>
                <a:lnTo>
                  <a:pt x="63349" y="61003"/>
                </a:lnTo>
                <a:lnTo>
                  <a:pt x="89471" y="0"/>
                </a:lnTo>
                <a:lnTo>
                  <a:pt x="126854" y="0"/>
                </a:lnTo>
                <a:lnTo>
                  <a:pt x="126854" y="114028"/>
                </a:lnTo>
                <a:lnTo>
                  <a:pt x="99012" y="114028"/>
                </a:lnTo>
                <a:lnTo>
                  <a:pt x="99012" y="30658"/>
                </a:lnTo>
                <a:lnTo>
                  <a:pt x="72734" y="92130"/>
                </a:lnTo>
                <a:lnTo>
                  <a:pt x="54120" y="92130"/>
                </a:lnTo>
                <a:lnTo>
                  <a:pt x="27842" y="30658"/>
                </a:lnTo>
                <a:lnTo>
                  <a:pt x="27842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965BD-211D-4E5F-A1A2-5EA23B83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653" y="211526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DE2C6-5B53-46CB-A8CA-5937AD4D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011" y="2093057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FD813-1BBA-42A9-B83E-D680F96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472" y="2115269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27B6E-095C-42E6-8370-36554C83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74" y="214670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4AD9A-8101-4071-AC5C-EBD4E637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630" y="2088834"/>
            <a:ext cx="81024" cy="114028"/>
          </a:xfrm>
          <a:custGeom xmlns:a="http://schemas.openxmlformats.org/drawingml/2006/main">
            <a:pathLst>
              <a:path w="81024" h="114028">
                <a:moveTo>
                  <a:pt x="0" y="0"/>
                </a:moveTo>
                <a:lnTo>
                  <a:pt x="29406" y="0"/>
                </a:lnTo>
                <a:lnTo>
                  <a:pt x="29406" y="91817"/>
                </a:lnTo>
                <a:lnTo>
                  <a:pt x="81024" y="91817"/>
                </a:lnTo>
                <a:lnTo>
                  <a:pt x="81024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09639-9D32-48C0-B928-1ED59041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017" y="2083985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35946-F85D-4094-A328-1A2109D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255" y="2115269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D7584-9137-4D0F-95B7-7DB39A3E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094" y="2115269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E8441-816B-47F1-9508-E7D6BA5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824" y="2115269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6DFAC-FEDA-4824-ABE0-D1C578D1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26" y="214670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88958-1685-456C-A651-C0A40B5E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73" y="2086801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58D91-A2FD-4FEF-BA3A-EC25C346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906" y="214670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C716A-9673-40E8-87D3-A659D37D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914" y="2086801"/>
            <a:ext cx="89627" cy="118095"/>
          </a:xfrm>
          <a:custGeom xmlns:a="http://schemas.openxmlformats.org/drawingml/2006/main">
            <a:pathLst>
              <a:path w="89627" h="118095">
                <a:moveTo>
                  <a:pt x="44892" y="65070"/>
                </a:moveTo>
                <a:cubicBezTo>
                  <a:pt x="39261" y="65070"/>
                  <a:pt x="35037" y="66634"/>
                  <a:pt x="32222" y="69606"/>
                </a:cubicBezTo>
                <a:cubicBezTo>
                  <a:pt x="29250" y="72578"/>
                  <a:pt x="27842" y="76801"/>
                  <a:pt x="27842" y="82432"/>
                </a:cubicBezTo>
                <a:cubicBezTo>
                  <a:pt x="27842" y="88063"/>
                  <a:pt x="29250" y="92443"/>
                  <a:pt x="32222" y="95415"/>
                </a:cubicBezTo>
                <a:cubicBezTo>
                  <a:pt x="35037" y="98387"/>
                  <a:pt x="39261" y="99794"/>
                  <a:pt x="44892" y="99794"/>
                </a:cubicBezTo>
                <a:cubicBezTo>
                  <a:pt x="50210" y="99794"/>
                  <a:pt x="54433" y="98387"/>
                  <a:pt x="57405" y="95415"/>
                </a:cubicBezTo>
                <a:cubicBezTo>
                  <a:pt x="60221" y="92443"/>
                  <a:pt x="61785" y="88063"/>
                  <a:pt x="61785" y="82432"/>
                </a:cubicBezTo>
                <a:cubicBezTo>
                  <a:pt x="61785" y="76801"/>
                  <a:pt x="60221" y="72578"/>
                  <a:pt x="57405" y="69606"/>
                </a:cubicBezTo>
                <a:cubicBezTo>
                  <a:pt x="54433" y="66634"/>
                  <a:pt x="50210" y="65070"/>
                  <a:pt x="44892" y="65070"/>
                </a:cubicBezTo>
                <a:close/>
                <a:moveTo>
                  <a:pt x="23463" y="55372"/>
                </a:moveTo>
                <a:cubicBezTo>
                  <a:pt x="16580" y="53338"/>
                  <a:pt x="11262" y="50210"/>
                  <a:pt x="7821" y="45830"/>
                </a:cubicBezTo>
                <a:cubicBezTo>
                  <a:pt x="4223" y="41451"/>
                  <a:pt x="2503" y="36132"/>
                  <a:pt x="2503" y="29563"/>
                </a:cubicBezTo>
                <a:cubicBezTo>
                  <a:pt x="2503" y="19865"/>
                  <a:pt x="6100" y="12513"/>
                  <a:pt x="13295" y="7508"/>
                </a:cubicBezTo>
                <a:cubicBezTo>
                  <a:pt x="20491" y="2503"/>
                  <a:pt x="30971" y="0"/>
                  <a:pt x="44892" y="0"/>
                </a:cubicBezTo>
                <a:cubicBezTo>
                  <a:pt x="58657" y="0"/>
                  <a:pt x="69136" y="2503"/>
                  <a:pt x="76332" y="7508"/>
                </a:cubicBezTo>
                <a:cubicBezTo>
                  <a:pt x="83527" y="12513"/>
                  <a:pt x="87124" y="19865"/>
                  <a:pt x="87124" y="29563"/>
                </a:cubicBezTo>
                <a:cubicBezTo>
                  <a:pt x="87124" y="36132"/>
                  <a:pt x="85247" y="41451"/>
                  <a:pt x="81806" y="45830"/>
                </a:cubicBezTo>
                <a:cubicBezTo>
                  <a:pt x="78209" y="50210"/>
                  <a:pt x="73047" y="53338"/>
                  <a:pt x="66165" y="55372"/>
                </a:cubicBezTo>
                <a:cubicBezTo>
                  <a:pt x="73829" y="57562"/>
                  <a:pt x="79616" y="61003"/>
                  <a:pt x="83683" y="65852"/>
                </a:cubicBezTo>
                <a:cubicBezTo>
                  <a:pt x="87594" y="70701"/>
                  <a:pt x="89627" y="76801"/>
                  <a:pt x="89627" y="83996"/>
                </a:cubicBezTo>
                <a:cubicBezTo>
                  <a:pt x="89627" y="95258"/>
                  <a:pt x="85873" y="103861"/>
                  <a:pt x="78365" y="109492"/>
                </a:cubicBezTo>
                <a:cubicBezTo>
                  <a:pt x="70857" y="115280"/>
                  <a:pt x="59595" y="118095"/>
                  <a:pt x="44892" y="118095"/>
                </a:cubicBezTo>
                <a:cubicBezTo>
                  <a:pt x="30032" y="118095"/>
                  <a:pt x="18770" y="115280"/>
                  <a:pt x="11262" y="109492"/>
                </a:cubicBezTo>
                <a:cubicBezTo>
                  <a:pt x="3754" y="103861"/>
                  <a:pt x="0" y="95258"/>
                  <a:pt x="0" y="83996"/>
                </a:cubicBezTo>
                <a:cubicBezTo>
                  <a:pt x="0" y="76801"/>
                  <a:pt x="1877" y="70701"/>
                  <a:pt x="5944" y="65852"/>
                </a:cubicBezTo>
                <a:cubicBezTo>
                  <a:pt x="9854" y="61003"/>
                  <a:pt x="15642" y="57562"/>
                  <a:pt x="23463" y="55372"/>
                </a:cubicBezTo>
                <a:close/>
                <a:moveTo>
                  <a:pt x="30345" y="32535"/>
                </a:moveTo>
                <a:cubicBezTo>
                  <a:pt x="30345" y="37071"/>
                  <a:pt x="31596" y="40512"/>
                  <a:pt x="34099" y="43015"/>
                </a:cubicBezTo>
                <a:cubicBezTo>
                  <a:pt x="36602" y="45517"/>
                  <a:pt x="40199" y="46612"/>
                  <a:pt x="44892" y="46612"/>
                </a:cubicBezTo>
                <a:cubicBezTo>
                  <a:pt x="49428" y="46612"/>
                  <a:pt x="53025" y="45517"/>
                  <a:pt x="55528" y="43015"/>
                </a:cubicBezTo>
                <a:cubicBezTo>
                  <a:pt x="58031" y="40512"/>
                  <a:pt x="59282" y="37071"/>
                  <a:pt x="59282" y="32535"/>
                </a:cubicBezTo>
                <a:cubicBezTo>
                  <a:pt x="59282" y="27999"/>
                  <a:pt x="58031" y="24558"/>
                  <a:pt x="55528" y="22055"/>
                </a:cubicBezTo>
                <a:cubicBezTo>
                  <a:pt x="53025" y="19709"/>
                  <a:pt x="49428" y="18457"/>
                  <a:pt x="44892" y="18457"/>
                </a:cubicBezTo>
                <a:cubicBezTo>
                  <a:pt x="40199" y="18457"/>
                  <a:pt x="36602" y="19709"/>
                  <a:pt x="34099" y="22211"/>
                </a:cubicBezTo>
                <a:cubicBezTo>
                  <a:pt x="31596" y="24714"/>
                  <a:pt x="30345" y="28155"/>
                  <a:pt x="30345" y="325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4BFDF-CA98-478F-8025-4B463F15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630" y="2088834"/>
            <a:ext cx="93850" cy="114028"/>
          </a:xfrm>
          <a:custGeom xmlns:a="http://schemas.openxmlformats.org/drawingml/2006/main">
            <a:pathLst>
              <a:path w="93850" h="114028">
                <a:moveTo>
                  <a:pt x="45674" y="44110"/>
                </a:moveTo>
                <a:cubicBezTo>
                  <a:pt x="50210" y="44110"/>
                  <a:pt x="53651" y="43171"/>
                  <a:pt x="56154" y="41138"/>
                </a:cubicBezTo>
                <a:cubicBezTo>
                  <a:pt x="58500" y="39104"/>
                  <a:pt x="59751" y="36132"/>
                  <a:pt x="59751" y="32066"/>
                </a:cubicBezTo>
                <a:cubicBezTo>
                  <a:pt x="59751" y="28155"/>
                  <a:pt x="58500" y="25183"/>
                  <a:pt x="56154" y="23150"/>
                </a:cubicBezTo>
                <a:cubicBezTo>
                  <a:pt x="53651" y="21116"/>
                  <a:pt x="50210" y="20021"/>
                  <a:pt x="45674" y="20021"/>
                </a:cubicBezTo>
                <a:lnTo>
                  <a:pt x="29406" y="20021"/>
                </a:lnTo>
                <a:lnTo>
                  <a:pt x="29406" y="44110"/>
                </a:lnTo>
                <a:lnTo>
                  <a:pt x="45674" y="44110"/>
                </a:lnTo>
                <a:close/>
                <a:moveTo>
                  <a:pt x="46612" y="94007"/>
                </a:moveTo>
                <a:cubicBezTo>
                  <a:pt x="52556" y="94007"/>
                  <a:pt x="56936" y="92756"/>
                  <a:pt x="59908" y="90253"/>
                </a:cubicBezTo>
                <a:cubicBezTo>
                  <a:pt x="62880" y="87750"/>
                  <a:pt x="64444" y="83996"/>
                  <a:pt x="64444" y="78991"/>
                </a:cubicBezTo>
                <a:cubicBezTo>
                  <a:pt x="64444" y="74142"/>
                  <a:pt x="62880" y="70388"/>
                  <a:pt x="59908" y="67885"/>
                </a:cubicBezTo>
                <a:cubicBezTo>
                  <a:pt x="56936" y="65382"/>
                  <a:pt x="52556" y="64131"/>
                  <a:pt x="46612" y="64131"/>
                </a:cubicBezTo>
                <a:lnTo>
                  <a:pt x="29406" y="64131"/>
                </a:lnTo>
                <a:lnTo>
                  <a:pt x="29406" y="94007"/>
                </a:lnTo>
                <a:lnTo>
                  <a:pt x="46612" y="94007"/>
                </a:lnTo>
                <a:close/>
                <a:moveTo>
                  <a:pt x="73985" y="53025"/>
                </a:moveTo>
                <a:cubicBezTo>
                  <a:pt x="80242" y="54902"/>
                  <a:pt x="85091" y="58187"/>
                  <a:pt x="88532" y="63193"/>
                </a:cubicBezTo>
                <a:cubicBezTo>
                  <a:pt x="91973" y="68198"/>
                  <a:pt x="93850" y="74142"/>
                  <a:pt x="93850" y="81337"/>
                </a:cubicBezTo>
                <a:cubicBezTo>
                  <a:pt x="93850" y="92286"/>
                  <a:pt x="90096" y="100576"/>
                  <a:pt x="82588" y="105895"/>
                </a:cubicBezTo>
                <a:cubicBezTo>
                  <a:pt x="75080" y="111369"/>
                  <a:pt x="63818" y="114028"/>
                  <a:pt x="48802" y="114028"/>
                </a:cubicBezTo>
                <a:lnTo>
                  <a:pt x="0" y="114028"/>
                </a:lnTo>
                <a:lnTo>
                  <a:pt x="0" y="0"/>
                </a:lnTo>
                <a:lnTo>
                  <a:pt x="44110" y="0"/>
                </a:lnTo>
                <a:cubicBezTo>
                  <a:pt x="59908" y="0"/>
                  <a:pt x="71326" y="2503"/>
                  <a:pt x="78522" y="7195"/>
                </a:cubicBezTo>
                <a:cubicBezTo>
                  <a:pt x="85560" y="12044"/>
                  <a:pt x="89158" y="19709"/>
                  <a:pt x="89158" y="30189"/>
                </a:cubicBezTo>
                <a:cubicBezTo>
                  <a:pt x="89158" y="35820"/>
                  <a:pt x="87750" y="40512"/>
                  <a:pt x="85247" y="44423"/>
                </a:cubicBezTo>
                <a:cubicBezTo>
                  <a:pt x="82588" y="48333"/>
                  <a:pt x="78834" y="51148"/>
                  <a:pt x="73985" y="53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165B6-B0D9-4C23-9833-362680DF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474" y="1454851"/>
            <a:ext cx="91817" cy="121067"/>
          </a:xfrm>
          <a:custGeom xmlns:a="http://schemas.openxmlformats.org/drawingml/2006/main">
            <a:pathLst>
              <a:path w="91817" h="121067">
                <a:moveTo>
                  <a:pt x="64288" y="72890"/>
                </a:moveTo>
                <a:cubicBezTo>
                  <a:pt x="60534" y="77896"/>
                  <a:pt x="56310" y="81650"/>
                  <a:pt x="51774" y="83996"/>
                </a:cubicBezTo>
                <a:cubicBezTo>
                  <a:pt x="47238" y="86342"/>
                  <a:pt x="42076" y="87437"/>
                  <a:pt x="36132" y="87437"/>
                </a:cubicBezTo>
                <a:cubicBezTo>
                  <a:pt x="25652" y="87437"/>
                  <a:pt x="17049" y="83370"/>
                  <a:pt x="10167" y="75080"/>
                </a:cubicBezTo>
                <a:cubicBezTo>
                  <a:pt x="3285" y="66947"/>
                  <a:pt x="0" y="56467"/>
                  <a:pt x="0" y="43640"/>
                </a:cubicBezTo>
                <a:cubicBezTo>
                  <a:pt x="0" y="30971"/>
                  <a:pt x="3285" y="20491"/>
                  <a:pt x="10167" y="12357"/>
                </a:cubicBezTo>
                <a:cubicBezTo>
                  <a:pt x="17049" y="4223"/>
                  <a:pt x="25652" y="0"/>
                  <a:pt x="36132" y="0"/>
                </a:cubicBezTo>
                <a:cubicBezTo>
                  <a:pt x="42076" y="0"/>
                  <a:pt x="47238" y="1251"/>
                  <a:pt x="51774" y="3598"/>
                </a:cubicBezTo>
                <a:cubicBezTo>
                  <a:pt x="56310" y="5944"/>
                  <a:pt x="60534" y="9541"/>
                  <a:pt x="64288" y="14547"/>
                </a:cubicBezTo>
                <a:lnTo>
                  <a:pt x="64288" y="1877"/>
                </a:lnTo>
                <a:lnTo>
                  <a:pt x="91817" y="1877"/>
                </a:lnTo>
                <a:lnTo>
                  <a:pt x="91817" y="78834"/>
                </a:lnTo>
                <a:cubicBezTo>
                  <a:pt x="91817" y="92443"/>
                  <a:pt x="87437" y="102923"/>
                  <a:pt x="78678" y="110118"/>
                </a:cubicBezTo>
                <a:cubicBezTo>
                  <a:pt x="69919" y="117313"/>
                  <a:pt x="57405" y="121067"/>
                  <a:pt x="40981" y="121067"/>
                </a:cubicBezTo>
                <a:cubicBezTo>
                  <a:pt x="35663" y="121067"/>
                  <a:pt x="30501" y="120598"/>
                  <a:pt x="25496" y="119816"/>
                </a:cubicBezTo>
                <a:cubicBezTo>
                  <a:pt x="20491" y="118877"/>
                  <a:pt x="15485" y="117626"/>
                  <a:pt x="10480" y="116062"/>
                </a:cubicBezTo>
                <a:lnTo>
                  <a:pt x="10480" y="94789"/>
                </a:lnTo>
                <a:cubicBezTo>
                  <a:pt x="15172" y="97448"/>
                  <a:pt x="19865" y="99481"/>
                  <a:pt x="24558" y="100889"/>
                </a:cubicBezTo>
                <a:cubicBezTo>
                  <a:pt x="29094" y="102141"/>
                  <a:pt x="33630" y="102923"/>
                  <a:pt x="38322" y="102923"/>
                </a:cubicBezTo>
                <a:cubicBezTo>
                  <a:pt x="47238" y="102923"/>
                  <a:pt x="53808" y="100889"/>
                  <a:pt x="58031" y="96979"/>
                </a:cubicBezTo>
                <a:cubicBezTo>
                  <a:pt x="62098" y="93068"/>
                  <a:pt x="64288" y="87124"/>
                  <a:pt x="64288" y="78834"/>
                </a:cubicBezTo>
                <a:lnTo>
                  <a:pt x="64288" y="72890"/>
                </a:lnTo>
                <a:close/>
                <a:moveTo>
                  <a:pt x="46300" y="19709"/>
                </a:moveTo>
                <a:cubicBezTo>
                  <a:pt x="40669" y="19709"/>
                  <a:pt x="36132" y="21898"/>
                  <a:pt x="33004" y="25965"/>
                </a:cubicBezTo>
                <a:cubicBezTo>
                  <a:pt x="29876" y="30189"/>
                  <a:pt x="28312" y="36132"/>
                  <a:pt x="28312" y="43640"/>
                </a:cubicBezTo>
                <a:cubicBezTo>
                  <a:pt x="28312" y="51461"/>
                  <a:pt x="29719" y="57405"/>
                  <a:pt x="32848" y="61472"/>
                </a:cubicBezTo>
                <a:cubicBezTo>
                  <a:pt x="35976" y="65539"/>
                  <a:pt x="40356" y="67572"/>
                  <a:pt x="46300" y="67572"/>
                </a:cubicBezTo>
                <a:cubicBezTo>
                  <a:pt x="51931" y="67572"/>
                  <a:pt x="56467" y="65539"/>
                  <a:pt x="59595" y="61316"/>
                </a:cubicBezTo>
                <a:cubicBezTo>
                  <a:pt x="62723" y="57249"/>
                  <a:pt x="64288" y="51305"/>
                  <a:pt x="64288" y="43640"/>
                </a:cubicBezTo>
                <a:cubicBezTo>
                  <a:pt x="64288" y="36132"/>
                  <a:pt x="62723" y="30189"/>
                  <a:pt x="59595" y="25965"/>
                </a:cubicBezTo>
                <a:cubicBezTo>
                  <a:pt x="56467" y="21898"/>
                  <a:pt x="51931" y="19709"/>
                  <a:pt x="46300" y="197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C1EDF-CE2D-4559-A95B-B1DE5BA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69" y="1454695"/>
            <a:ext cx="91817" cy="119972"/>
          </a:xfrm>
          <a:custGeom xmlns:a="http://schemas.openxmlformats.org/drawingml/2006/main">
            <a:pathLst>
              <a:path w="91817" h="119972">
                <a:moveTo>
                  <a:pt x="27373" y="75237"/>
                </a:moveTo>
                <a:lnTo>
                  <a:pt x="27373" y="119972"/>
                </a:lnTo>
                <a:lnTo>
                  <a:pt x="0" y="119972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127" y="9541"/>
                  <a:pt x="35194" y="5944"/>
                  <a:pt x="39886" y="3598"/>
                </a:cubicBezTo>
                <a:cubicBezTo>
                  <a:pt x="44423" y="1251"/>
                  <a:pt x="49741" y="0"/>
                  <a:pt x="55685" y="0"/>
                </a:cubicBezTo>
                <a:cubicBezTo>
                  <a:pt x="66165" y="0"/>
                  <a:pt x="74768" y="4223"/>
                  <a:pt x="81650" y="12670"/>
                </a:cubicBezTo>
                <a:cubicBezTo>
                  <a:pt x="88376" y="21116"/>
                  <a:pt x="91817" y="31909"/>
                  <a:pt x="91817" y="45048"/>
                </a:cubicBezTo>
                <a:cubicBezTo>
                  <a:pt x="91817" y="58187"/>
                  <a:pt x="88376" y="68980"/>
                  <a:pt x="81650" y="77270"/>
                </a:cubicBezTo>
                <a:cubicBezTo>
                  <a:pt x="74768" y="85560"/>
                  <a:pt x="66165" y="89627"/>
                  <a:pt x="55685" y="89627"/>
                </a:cubicBezTo>
                <a:cubicBezTo>
                  <a:pt x="49741" y="89627"/>
                  <a:pt x="44423" y="88376"/>
                  <a:pt x="39886" y="86186"/>
                </a:cubicBezTo>
                <a:cubicBezTo>
                  <a:pt x="35194" y="83996"/>
                  <a:pt x="31127" y="80242"/>
                  <a:pt x="27373" y="75237"/>
                </a:cubicBezTo>
                <a:close/>
                <a:moveTo>
                  <a:pt x="45517" y="19865"/>
                </a:moveTo>
                <a:cubicBezTo>
                  <a:pt x="39574" y="19865"/>
                  <a:pt x="35194" y="22055"/>
                  <a:pt x="32066" y="26278"/>
                </a:cubicBezTo>
                <a:cubicBezTo>
                  <a:pt x="28937" y="30658"/>
                  <a:pt x="27373" y="36758"/>
                  <a:pt x="27373" y="44892"/>
                </a:cubicBezTo>
                <a:cubicBezTo>
                  <a:pt x="27373" y="53025"/>
                  <a:pt x="28937" y="59282"/>
                  <a:pt x="32066" y="63505"/>
                </a:cubicBezTo>
                <a:cubicBezTo>
                  <a:pt x="35194" y="67885"/>
                  <a:pt x="39574" y="69919"/>
                  <a:pt x="45517" y="69919"/>
                </a:cubicBezTo>
                <a:cubicBezTo>
                  <a:pt x="51305" y="69919"/>
                  <a:pt x="55685" y="67885"/>
                  <a:pt x="58813" y="63505"/>
                </a:cubicBezTo>
                <a:cubicBezTo>
                  <a:pt x="61941" y="59282"/>
                  <a:pt x="63505" y="53025"/>
                  <a:pt x="63505" y="44892"/>
                </a:cubicBezTo>
                <a:cubicBezTo>
                  <a:pt x="63505" y="36758"/>
                  <a:pt x="61941" y="30658"/>
                  <a:pt x="58813" y="26278"/>
                </a:cubicBezTo>
                <a:cubicBezTo>
                  <a:pt x="55685" y="22055"/>
                  <a:pt x="51305" y="19865"/>
                  <a:pt x="45517" y="19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E2305-4D5C-4694-AAD5-AF3EF2B3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458" y="1432484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B20BF-E087-41B7-BC0F-EECF2FD2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8" y="1486135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DABD5-AB48-4F1B-A25B-87084597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244" y="1454695"/>
            <a:ext cx="86030" cy="87594"/>
          </a:xfrm>
          <a:custGeom xmlns:a="http://schemas.openxmlformats.org/drawingml/2006/main">
            <a:pathLst>
              <a:path w="86030" h="87594">
                <a:moveTo>
                  <a:pt x="86030" y="35507"/>
                </a:moveTo>
                <a:lnTo>
                  <a:pt x="86030" y="87594"/>
                </a:lnTo>
                <a:lnTo>
                  <a:pt x="58500" y="87594"/>
                </a:lnTo>
                <a:lnTo>
                  <a:pt x="58500" y="79147"/>
                </a:lnTo>
                <a:lnTo>
                  <a:pt x="58500" y="47707"/>
                </a:lnTo>
                <a:cubicBezTo>
                  <a:pt x="58500" y="40356"/>
                  <a:pt x="58344" y="35350"/>
                  <a:pt x="58031" y="32535"/>
                </a:cubicBezTo>
                <a:cubicBezTo>
                  <a:pt x="57718" y="29719"/>
                  <a:pt x="57092" y="27686"/>
                  <a:pt x="56310" y="26278"/>
                </a:cubicBezTo>
                <a:cubicBezTo>
                  <a:pt x="55215" y="24558"/>
                  <a:pt x="53808" y="23150"/>
                  <a:pt x="51931" y="22211"/>
                </a:cubicBezTo>
                <a:cubicBezTo>
                  <a:pt x="50054" y="21273"/>
                  <a:pt x="47864" y="20647"/>
                  <a:pt x="45674" y="20647"/>
                </a:cubicBezTo>
                <a:cubicBezTo>
                  <a:pt x="39886" y="20647"/>
                  <a:pt x="35350" y="22837"/>
                  <a:pt x="32222" y="27217"/>
                </a:cubicBezTo>
                <a:cubicBezTo>
                  <a:pt x="28937" y="31596"/>
                  <a:pt x="27373" y="37697"/>
                  <a:pt x="27373" y="4551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440" y="9541"/>
                  <a:pt x="35663" y="5944"/>
                  <a:pt x="40356" y="3598"/>
                </a:cubicBezTo>
                <a:cubicBezTo>
                  <a:pt x="45048" y="1251"/>
                  <a:pt x="50210" y="0"/>
                  <a:pt x="55841" y="0"/>
                </a:cubicBezTo>
                <a:cubicBezTo>
                  <a:pt x="65695" y="0"/>
                  <a:pt x="73203" y="3128"/>
                  <a:pt x="78365" y="9072"/>
                </a:cubicBezTo>
                <a:cubicBezTo>
                  <a:pt x="83370" y="15172"/>
                  <a:pt x="86030" y="23932"/>
                  <a:pt x="86030" y="35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DDA86-55A8-462A-86F3-2DE2B47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200" y="1454695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7FBC8-53E4-48B1-A43F-A6B608A9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251" y="1454695"/>
            <a:ext cx="94007" cy="89627"/>
          </a:xfrm>
          <a:custGeom xmlns:a="http://schemas.openxmlformats.org/drawingml/2006/main">
            <a:pathLst>
              <a:path w="94007" h="89627">
                <a:moveTo>
                  <a:pt x="47082" y="19552"/>
                </a:moveTo>
                <a:cubicBezTo>
                  <a:pt x="40981" y="19552"/>
                  <a:pt x="36289" y="21742"/>
                  <a:pt x="33160" y="26122"/>
                </a:cubicBezTo>
                <a:cubicBezTo>
                  <a:pt x="30032" y="30501"/>
                  <a:pt x="28468" y="36758"/>
                  <a:pt x="28468" y="44892"/>
                </a:cubicBezTo>
                <a:cubicBezTo>
                  <a:pt x="28468" y="53182"/>
                  <a:pt x="30032" y="59439"/>
                  <a:pt x="33160" y="63818"/>
                </a:cubicBezTo>
                <a:cubicBezTo>
                  <a:pt x="36289" y="68198"/>
                  <a:pt x="40981" y="70231"/>
                  <a:pt x="47082" y="70231"/>
                </a:cubicBezTo>
                <a:cubicBezTo>
                  <a:pt x="53025" y="70231"/>
                  <a:pt x="57562" y="68198"/>
                  <a:pt x="60690" y="63818"/>
                </a:cubicBezTo>
                <a:cubicBezTo>
                  <a:pt x="63818" y="59439"/>
                  <a:pt x="65539" y="53182"/>
                  <a:pt x="65539" y="44892"/>
                </a:cubicBezTo>
                <a:cubicBezTo>
                  <a:pt x="65539" y="36758"/>
                  <a:pt x="63818" y="30501"/>
                  <a:pt x="60690" y="26122"/>
                </a:cubicBezTo>
                <a:cubicBezTo>
                  <a:pt x="57562" y="21742"/>
                  <a:pt x="53025" y="19552"/>
                  <a:pt x="47082" y="19552"/>
                </a:cubicBezTo>
                <a:close/>
                <a:moveTo>
                  <a:pt x="47082" y="0"/>
                </a:moveTo>
                <a:cubicBezTo>
                  <a:pt x="61785" y="0"/>
                  <a:pt x="73203" y="4067"/>
                  <a:pt x="81493" y="11888"/>
                </a:cubicBezTo>
                <a:cubicBezTo>
                  <a:pt x="89784" y="19865"/>
                  <a:pt x="94007" y="30814"/>
                  <a:pt x="94007" y="44892"/>
                </a:cubicBezTo>
                <a:cubicBezTo>
                  <a:pt x="94007" y="58969"/>
                  <a:pt x="89784" y="70075"/>
                  <a:pt x="81493" y="77896"/>
                </a:cubicBezTo>
                <a:cubicBezTo>
                  <a:pt x="73203" y="85717"/>
                  <a:pt x="61785" y="89627"/>
                  <a:pt x="47082" y="89627"/>
                </a:cubicBezTo>
                <a:cubicBezTo>
                  <a:pt x="32378" y="89627"/>
                  <a:pt x="20804" y="85717"/>
                  <a:pt x="12513" y="77896"/>
                </a:cubicBezTo>
                <a:cubicBezTo>
                  <a:pt x="4067" y="70075"/>
                  <a:pt x="0" y="58969"/>
                  <a:pt x="0" y="44892"/>
                </a:cubicBezTo>
                <a:cubicBezTo>
                  <a:pt x="0" y="30814"/>
                  <a:pt x="4067" y="19865"/>
                  <a:pt x="12513" y="11888"/>
                </a:cubicBezTo>
                <a:cubicBezTo>
                  <a:pt x="20804" y="4067"/>
                  <a:pt x="32378" y="0"/>
                  <a:pt x="470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9C567-6BCC-4730-A3E4-799EBEB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431" y="1486135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BA2E6-68DA-4730-B3D9-CC4E2B33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573" y="1428260"/>
            <a:ext cx="80399" cy="114028"/>
          </a:xfrm>
          <a:custGeom xmlns:a="http://schemas.openxmlformats.org/drawingml/2006/main">
            <a:pathLst>
              <a:path w="80399" h="114028">
                <a:moveTo>
                  <a:pt x="626" y="93694"/>
                </a:moveTo>
                <a:lnTo>
                  <a:pt x="26591" y="93694"/>
                </a:lnTo>
                <a:lnTo>
                  <a:pt x="26591" y="20021"/>
                </a:lnTo>
                <a:lnTo>
                  <a:pt x="0" y="25496"/>
                </a:lnTo>
                <a:lnTo>
                  <a:pt x="0" y="5475"/>
                </a:lnTo>
                <a:lnTo>
                  <a:pt x="26435" y="0"/>
                </a:lnTo>
                <a:lnTo>
                  <a:pt x="54433" y="0"/>
                </a:lnTo>
                <a:lnTo>
                  <a:pt x="54433" y="93694"/>
                </a:lnTo>
                <a:lnTo>
                  <a:pt x="80399" y="93694"/>
                </a:lnTo>
                <a:lnTo>
                  <a:pt x="80399" y="114028"/>
                </a:lnTo>
                <a:lnTo>
                  <a:pt x="626" y="114028"/>
                </a:lnTo>
                <a:lnTo>
                  <a:pt x="626" y="93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FC5F7-AFF5-4C7A-9CAF-6475BF9F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719" y="1512726"/>
            <a:ext cx="27529" cy="29563"/>
          </a:xfrm>
          <a:custGeom xmlns:a="http://schemas.openxmlformats.org/drawingml/2006/main">
            <a:pathLst>
              <a:path w="27529" h="29563">
                <a:moveTo>
                  <a:pt x="0" y="0"/>
                </a:moveTo>
                <a:lnTo>
                  <a:pt x="27529" y="0"/>
                </a:lnTo>
                <a:lnTo>
                  <a:pt x="27529" y="29563"/>
                </a:lnTo>
                <a:lnTo>
                  <a:pt x="0" y="29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A4E1F-CBBA-4748-B4B3-881FFDA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682" y="1426227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7E07B-5957-400A-945B-D52B100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459" y="1428260"/>
            <a:ext cx="93850" cy="114028"/>
          </a:xfrm>
          <a:custGeom xmlns:a="http://schemas.openxmlformats.org/drawingml/2006/main">
            <a:pathLst>
              <a:path w="93850" h="114028">
                <a:moveTo>
                  <a:pt x="45674" y="44110"/>
                </a:moveTo>
                <a:cubicBezTo>
                  <a:pt x="50210" y="44110"/>
                  <a:pt x="53651" y="43171"/>
                  <a:pt x="56154" y="41138"/>
                </a:cubicBezTo>
                <a:cubicBezTo>
                  <a:pt x="58500" y="39104"/>
                  <a:pt x="59751" y="36132"/>
                  <a:pt x="59751" y="32066"/>
                </a:cubicBezTo>
                <a:cubicBezTo>
                  <a:pt x="59751" y="28155"/>
                  <a:pt x="58500" y="25183"/>
                  <a:pt x="56154" y="23150"/>
                </a:cubicBezTo>
                <a:cubicBezTo>
                  <a:pt x="53651" y="21116"/>
                  <a:pt x="50210" y="20021"/>
                  <a:pt x="45674" y="20021"/>
                </a:cubicBezTo>
                <a:lnTo>
                  <a:pt x="29406" y="20021"/>
                </a:lnTo>
                <a:lnTo>
                  <a:pt x="29406" y="44110"/>
                </a:lnTo>
                <a:lnTo>
                  <a:pt x="45674" y="44110"/>
                </a:lnTo>
                <a:close/>
                <a:moveTo>
                  <a:pt x="46612" y="94007"/>
                </a:moveTo>
                <a:cubicBezTo>
                  <a:pt x="52556" y="94007"/>
                  <a:pt x="56936" y="92756"/>
                  <a:pt x="59908" y="90253"/>
                </a:cubicBezTo>
                <a:cubicBezTo>
                  <a:pt x="62880" y="87750"/>
                  <a:pt x="64444" y="83996"/>
                  <a:pt x="64444" y="78991"/>
                </a:cubicBezTo>
                <a:cubicBezTo>
                  <a:pt x="64444" y="74142"/>
                  <a:pt x="62880" y="70388"/>
                  <a:pt x="59908" y="67885"/>
                </a:cubicBezTo>
                <a:cubicBezTo>
                  <a:pt x="56936" y="65382"/>
                  <a:pt x="52556" y="64131"/>
                  <a:pt x="46612" y="64131"/>
                </a:cubicBezTo>
                <a:lnTo>
                  <a:pt x="29406" y="64131"/>
                </a:lnTo>
                <a:lnTo>
                  <a:pt x="29406" y="94007"/>
                </a:lnTo>
                <a:lnTo>
                  <a:pt x="46612" y="94007"/>
                </a:lnTo>
                <a:close/>
                <a:moveTo>
                  <a:pt x="73985" y="53025"/>
                </a:moveTo>
                <a:cubicBezTo>
                  <a:pt x="80242" y="54902"/>
                  <a:pt x="85091" y="58187"/>
                  <a:pt x="88532" y="63193"/>
                </a:cubicBezTo>
                <a:cubicBezTo>
                  <a:pt x="91973" y="68198"/>
                  <a:pt x="93850" y="74142"/>
                  <a:pt x="93850" y="81337"/>
                </a:cubicBezTo>
                <a:cubicBezTo>
                  <a:pt x="93850" y="92286"/>
                  <a:pt x="90096" y="100576"/>
                  <a:pt x="82588" y="105895"/>
                </a:cubicBezTo>
                <a:cubicBezTo>
                  <a:pt x="75080" y="111369"/>
                  <a:pt x="63818" y="114028"/>
                  <a:pt x="48802" y="114028"/>
                </a:cubicBezTo>
                <a:lnTo>
                  <a:pt x="0" y="114028"/>
                </a:lnTo>
                <a:lnTo>
                  <a:pt x="0" y="0"/>
                </a:lnTo>
                <a:lnTo>
                  <a:pt x="44110" y="0"/>
                </a:lnTo>
                <a:cubicBezTo>
                  <a:pt x="59908" y="0"/>
                  <a:pt x="71326" y="2503"/>
                  <a:pt x="78522" y="7195"/>
                </a:cubicBezTo>
                <a:cubicBezTo>
                  <a:pt x="85560" y="12044"/>
                  <a:pt x="89158" y="19709"/>
                  <a:pt x="89158" y="30189"/>
                </a:cubicBezTo>
                <a:cubicBezTo>
                  <a:pt x="89158" y="35820"/>
                  <a:pt x="87750" y="40512"/>
                  <a:pt x="85247" y="44423"/>
                </a:cubicBezTo>
                <a:cubicBezTo>
                  <a:pt x="82588" y="48333"/>
                  <a:pt x="78834" y="51148"/>
                  <a:pt x="73985" y="53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62393-14B9-4ABB-8F27-FD53360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574" y="1234505"/>
            <a:ext cx="91817" cy="119972"/>
          </a:xfrm>
          <a:custGeom xmlns:a="http://schemas.openxmlformats.org/drawingml/2006/main">
            <a:pathLst>
              <a:path w="91817" h="119972">
                <a:moveTo>
                  <a:pt x="27373" y="75237"/>
                </a:moveTo>
                <a:lnTo>
                  <a:pt x="27373" y="119972"/>
                </a:lnTo>
                <a:lnTo>
                  <a:pt x="0" y="119972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127" y="9541"/>
                  <a:pt x="35194" y="5944"/>
                  <a:pt x="39886" y="3598"/>
                </a:cubicBezTo>
                <a:cubicBezTo>
                  <a:pt x="44423" y="1251"/>
                  <a:pt x="49741" y="0"/>
                  <a:pt x="55685" y="0"/>
                </a:cubicBezTo>
                <a:cubicBezTo>
                  <a:pt x="66165" y="0"/>
                  <a:pt x="74768" y="4223"/>
                  <a:pt x="81650" y="12670"/>
                </a:cubicBezTo>
                <a:cubicBezTo>
                  <a:pt x="88376" y="21116"/>
                  <a:pt x="91817" y="31909"/>
                  <a:pt x="91817" y="45048"/>
                </a:cubicBezTo>
                <a:cubicBezTo>
                  <a:pt x="91817" y="58187"/>
                  <a:pt x="88376" y="68980"/>
                  <a:pt x="81650" y="77270"/>
                </a:cubicBezTo>
                <a:cubicBezTo>
                  <a:pt x="74768" y="85560"/>
                  <a:pt x="66165" y="89627"/>
                  <a:pt x="55685" y="89627"/>
                </a:cubicBezTo>
                <a:cubicBezTo>
                  <a:pt x="49741" y="89627"/>
                  <a:pt x="44423" y="88376"/>
                  <a:pt x="39886" y="86186"/>
                </a:cubicBezTo>
                <a:cubicBezTo>
                  <a:pt x="35194" y="83996"/>
                  <a:pt x="31127" y="80242"/>
                  <a:pt x="27373" y="75237"/>
                </a:cubicBezTo>
                <a:close/>
                <a:moveTo>
                  <a:pt x="45517" y="19865"/>
                </a:moveTo>
                <a:cubicBezTo>
                  <a:pt x="39574" y="19865"/>
                  <a:pt x="35194" y="22055"/>
                  <a:pt x="32066" y="26278"/>
                </a:cubicBezTo>
                <a:cubicBezTo>
                  <a:pt x="28937" y="30658"/>
                  <a:pt x="27373" y="36758"/>
                  <a:pt x="27373" y="44892"/>
                </a:cubicBezTo>
                <a:cubicBezTo>
                  <a:pt x="27373" y="53025"/>
                  <a:pt x="28937" y="59282"/>
                  <a:pt x="32066" y="63505"/>
                </a:cubicBezTo>
                <a:cubicBezTo>
                  <a:pt x="35194" y="67885"/>
                  <a:pt x="39574" y="69919"/>
                  <a:pt x="45517" y="69919"/>
                </a:cubicBezTo>
                <a:cubicBezTo>
                  <a:pt x="51305" y="69919"/>
                  <a:pt x="55685" y="67885"/>
                  <a:pt x="58813" y="63505"/>
                </a:cubicBezTo>
                <a:cubicBezTo>
                  <a:pt x="61941" y="59282"/>
                  <a:pt x="63505" y="53025"/>
                  <a:pt x="63505" y="44892"/>
                </a:cubicBezTo>
                <a:cubicBezTo>
                  <a:pt x="63505" y="36758"/>
                  <a:pt x="61941" y="30658"/>
                  <a:pt x="58813" y="26278"/>
                </a:cubicBezTo>
                <a:cubicBezTo>
                  <a:pt x="55685" y="22055"/>
                  <a:pt x="51305" y="19865"/>
                  <a:pt x="45517" y="19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9D9C3-D2FB-4FAE-B837-740EAD6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307" y="1236538"/>
            <a:ext cx="97292" cy="119190"/>
          </a:xfrm>
          <a:custGeom xmlns:a="http://schemas.openxmlformats.org/drawingml/2006/main">
            <a:pathLst>
              <a:path w="97292" h="119190">
                <a:moveTo>
                  <a:pt x="0" y="0"/>
                </a:moveTo>
                <a:lnTo>
                  <a:pt x="27373" y="0"/>
                </a:lnTo>
                <a:lnTo>
                  <a:pt x="50366" y="58031"/>
                </a:lnTo>
                <a:lnTo>
                  <a:pt x="69919" y="0"/>
                </a:lnTo>
                <a:lnTo>
                  <a:pt x="97292" y="0"/>
                </a:lnTo>
                <a:lnTo>
                  <a:pt x="61316" y="93538"/>
                </a:lnTo>
                <a:cubicBezTo>
                  <a:pt x="57562" y="102923"/>
                  <a:pt x="53338" y="109649"/>
                  <a:pt x="48646" y="113403"/>
                </a:cubicBezTo>
                <a:cubicBezTo>
                  <a:pt x="43797" y="117157"/>
                  <a:pt x="37384" y="119190"/>
                  <a:pt x="29563" y="119190"/>
                </a:cubicBezTo>
                <a:lnTo>
                  <a:pt x="13765" y="119190"/>
                </a:lnTo>
                <a:lnTo>
                  <a:pt x="13765" y="101202"/>
                </a:lnTo>
                <a:lnTo>
                  <a:pt x="22368" y="101202"/>
                </a:lnTo>
                <a:cubicBezTo>
                  <a:pt x="26904" y="101202"/>
                  <a:pt x="30189" y="100420"/>
                  <a:pt x="32378" y="99012"/>
                </a:cubicBezTo>
                <a:cubicBezTo>
                  <a:pt x="34568" y="97448"/>
                  <a:pt x="36132" y="94789"/>
                  <a:pt x="37384" y="91035"/>
                </a:cubicBezTo>
                <a:lnTo>
                  <a:pt x="38166" y="88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F2D79-C1AC-4FB1-ADC2-BCCFF07E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447" y="1212294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CA73E-4523-4339-A69D-CE909C1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320" y="1203221"/>
            <a:ext cx="86030" cy="118877"/>
          </a:xfrm>
          <a:custGeom xmlns:a="http://schemas.openxmlformats.org/drawingml/2006/main">
            <a:pathLst>
              <a:path w="86030" h="118877">
                <a:moveTo>
                  <a:pt x="86030" y="66790"/>
                </a:moveTo>
                <a:lnTo>
                  <a:pt x="86030" y="118877"/>
                </a:lnTo>
                <a:lnTo>
                  <a:pt x="58500" y="118877"/>
                </a:lnTo>
                <a:lnTo>
                  <a:pt x="58500" y="110431"/>
                </a:lnTo>
                <a:lnTo>
                  <a:pt x="58500" y="79147"/>
                </a:lnTo>
                <a:cubicBezTo>
                  <a:pt x="58500" y="71639"/>
                  <a:pt x="58344" y="66634"/>
                  <a:pt x="58031" y="63818"/>
                </a:cubicBezTo>
                <a:cubicBezTo>
                  <a:pt x="57718" y="61003"/>
                  <a:pt x="57092" y="58969"/>
                  <a:pt x="56310" y="57562"/>
                </a:cubicBezTo>
                <a:cubicBezTo>
                  <a:pt x="55215" y="55841"/>
                  <a:pt x="53808" y="54433"/>
                  <a:pt x="51931" y="53495"/>
                </a:cubicBezTo>
                <a:cubicBezTo>
                  <a:pt x="50054" y="52556"/>
                  <a:pt x="47864" y="51931"/>
                  <a:pt x="45674" y="51931"/>
                </a:cubicBezTo>
                <a:cubicBezTo>
                  <a:pt x="39886" y="51931"/>
                  <a:pt x="35350" y="54120"/>
                  <a:pt x="32222" y="58500"/>
                </a:cubicBezTo>
                <a:cubicBezTo>
                  <a:pt x="28937" y="62880"/>
                  <a:pt x="27373" y="68980"/>
                  <a:pt x="27373" y="76801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ubicBezTo>
                  <a:pt x="31440" y="40825"/>
                  <a:pt x="35663" y="37227"/>
                  <a:pt x="40356" y="34881"/>
                </a:cubicBezTo>
                <a:cubicBezTo>
                  <a:pt x="45048" y="32535"/>
                  <a:pt x="50210" y="31283"/>
                  <a:pt x="55841" y="31283"/>
                </a:cubicBezTo>
                <a:cubicBezTo>
                  <a:pt x="65695" y="31283"/>
                  <a:pt x="73203" y="34412"/>
                  <a:pt x="78365" y="40356"/>
                </a:cubicBezTo>
                <a:cubicBezTo>
                  <a:pt x="83370" y="46456"/>
                  <a:pt x="86030" y="55215"/>
                  <a:pt x="86030" y="66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B9A51-1F17-4A49-A185-7382972D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690" y="1203221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33317"/>
                </a:moveTo>
                <a:lnTo>
                  <a:pt x="27373" y="33317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33317"/>
                </a:lnTo>
                <a:close/>
                <a:moveTo>
                  <a:pt x="0" y="0"/>
                </a:moveTo>
                <a:lnTo>
                  <a:pt x="27373" y="0"/>
                </a:lnTo>
                <a:lnTo>
                  <a:pt x="27373" y="22368"/>
                </a:lnTo>
                <a:lnTo>
                  <a:pt x="0" y="22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8AC43-6915-4059-B05A-387ED323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928" y="1234505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29E66-7D98-4A5C-B6D4-D01D0C4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230" y="1265945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AF0FA-1CBC-407E-9E8F-C780E909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372" y="1208070"/>
            <a:ext cx="80399" cy="114028"/>
          </a:xfrm>
          <a:custGeom xmlns:a="http://schemas.openxmlformats.org/drawingml/2006/main">
            <a:pathLst>
              <a:path w="80399" h="114028">
                <a:moveTo>
                  <a:pt x="626" y="93694"/>
                </a:moveTo>
                <a:lnTo>
                  <a:pt x="26591" y="93694"/>
                </a:lnTo>
                <a:lnTo>
                  <a:pt x="26591" y="20021"/>
                </a:lnTo>
                <a:lnTo>
                  <a:pt x="0" y="25496"/>
                </a:lnTo>
                <a:lnTo>
                  <a:pt x="0" y="5475"/>
                </a:lnTo>
                <a:lnTo>
                  <a:pt x="26435" y="0"/>
                </a:lnTo>
                <a:lnTo>
                  <a:pt x="54433" y="0"/>
                </a:lnTo>
                <a:lnTo>
                  <a:pt x="54433" y="93694"/>
                </a:lnTo>
                <a:lnTo>
                  <a:pt x="80399" y="93694"/>
                </a:lnTo>
                <a:lnTo>
                  <a:pt x="80399" y="114028"/>
                </a:lnTo>
                <a:lnTo>
                  <a:pt x="626" y="114028"/>
                </a:lnTo>
                <a:lnTo>
                  <a:pt x="626" y="93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4C917-4F92-4CD3-B6EA-9DFE974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920" y="1206037"/>
            <a:ext cx="82901" cy="116062"/>
          </a:xfrm>
          <a:custGeom xmlns:a="http://schemas.openxmlformats.org/drawingml/2006/main">
            <a:pathLst>
              <a:path w="82901" h="116062">
                <a:moveTo>
                  <a:pt x="32691" y="94476"/>
                </a:moveTo>
                <a:lnTo>
                  <a:pt x="82901" y="94476"/>
                </a:lnTo>
                <a:lnTo>
                  <a:pt x="82901" y="116062"/>
                </a:lnTo>
                <a:lnTo>
                  <a:pt x="0" y="116062"/>
                </a:lnTo>
                <a:lnTo>
                  <a:pt x="0" y="94476"/>
                </a:lnTo>
                <a:lnTo>
                  <a:pt x="41607" y="57718"/>
                </a:lnTo>
                <a:cubicBezTo>
                  <a:pt x="45361" y="54433"/>
                  <a:pt x="48020" y="51148"/>
                  <a:pt x="49897" y="47864"/>
                </a:cubicBezTo>
                <a:cubicBezTo>
                  <a:pt x="51618" y="44735"/>
                  <a:pt x="52556" y="41294"/>
                  <a:pt x="52556" y="37853"/>
                </a:cubicBezTo>
                <a:cubicBezTo>
                  <a:pt x="52556" y="32535"/>
                  <a:pt x="50679" y="28312"/>
                  <a:pt x="47082" y="25027"/>
                </a:cubicBezTo>
                <a:cubicBezTo>
                  <a:pt x="43484" y="21742"/>
                  <a:pt x="38792" y="20021"/>
                  <a:pt x="32848" y="20021"/>
                </a:cubicBezTo>
                <a:cubicBezTo>
                  <a:pt x="28155" y="20021"/>
                  <a:pt x="23150" y="21116"/>
                  <a:pt x="17832" y="22993"/>
                </a:cubicBezTo>
                <a:cubicBezTo>
                  <a:pt x="12357" y="25027"/>
                  <a:pt x="6570" y="27999"/>
                  <a:pt x="313" y="31753"/>
                </a:cubicBezTo>
                <a:lnTo>
                  <a:pt x="313" y="6726"/>
                </a:lnTo>
                <a:cubicBezTo>
                  <a:pt x="6882" y="4536"/>
                  <a:pt x="13452" y="2972"/>
                  <a:pt x="20021" y="1721"/>
                </a:cubicBezTo>
                <a:cubicBezTo>
                  <a:pt x="26435" y="626"/>
                  <a:pt x="32691" y="0"/>
                  <a:pt x="38948" y="0"/>
                </a:cubicBezTo>
                <a:cubicBezTo>
                  <a:pt x="52556" y="0"/>
                  <a:pt x="63193" y="3128"/>
                  <a:pt x="70701" y="9072"/>
                </a:cubicBezTo>
                <a:cubicBezTo>
                  <a:pt x="78209" y="15016"/>
                  <a:pt x="82119" y="23463"/>
                  <a:pt x="82119" y="34099"/>
                </a:cubicBezTo>
                <a:cubicBezTo>
                  <a:pt x="82119" y="40356"/>
                  <a:pt x="80399" y="46300"/>
                  <a:pt x="77270" y="51618"/>
                </a:cubicBezTo>
                <a:cubicBezTo>
                  <a:pt x="73985" y="56936"/>
                  <a:pt x="67259" y="64131"/>
                  <a:pt x="57092" y="73047"/>
                </a:cubicBezTo>
                <a:lnTo>
                  <a:pt x="32691" y="94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ABDB0-EE3B-4DC2-9C31-76D0972E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569" y="1203221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25CAD-5CEA-4BE8-8993-EC3F7637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475" y="1808746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38EC1-3DDE-44C2-90D8-8126AE96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157" y="184002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4598F-F81B-472E-82BE-9B36D894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208" y="184002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B4BFA-51BC-4BBA-9308-C04AB177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672" y="1840029"/>
            <a:ext cx="91817" cy="119972"/>
          </a:xfrm>
          <a:custGeom xmlns:a="http://schemas.openxmlformats.org/drawingml/2006/main">
            <a:pathLst>
              <a:path w="91817" h="119972">
                <a:moveTo>
                  <a:pt x="27373" y="75237"/>
                </a:moveTo>
                <a:lnTo>
                  <a:pt x="27373" y="119972"/>
                </a:lnTo>
                <a:lnTo>
                  <a:pt x="0" y="119972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127" y="9541"/>
                  <a:pt x="35194" y="5944"/>
                  <a:pt x="39886" y="3598"/>
                </a:cubicBezTo>
                <a:cubicBezTo>
                  <a:pt x="44423" y="1251"/>
                  <a:pt x="49741" y="0"/>
                  <a:pt x="55685" y="0"/>
                </a:cubicBezTo>
                <a:cubicBezTo>
                  <a:pt x="66165" y="0"/>
                  <a:pt x="74768" y="4223"/>
                  <a:pt x="81650" y="12670"/>
                </a:cubicBezTo>
                <a:cubicBezTo>
                  <a:pt x="88376" y="21116"/>
                  <a:pt x="91817" y="31909"/>
                  <a:pt x="91817" y="45048"/>
                </a:cubicBezTo>
                <a:cubicBezTo>
                  <a:pt x="91817" y="58187"/>
                  <a:pt x="88376" y="68980"/>
                  <a:pt x="81650" y="77270"/>
                </a:cubicBezTo>
                <a:cubicBezTo>
                  <a:pt x="74768" y="85560"/>
                  <a:pt x="66165" y="89627"/>
                  <a:pt x="55685" y="89627"/>
                </a:cubicBezTo>
                <a:cubicBezTo>
                  <a:pt x="49741" y="89627"/>
                  <a:pt x="44423" y="88376"/>
                  <a:pt x="39886" y="86186"/>
                </a:cubicBezTo>
                <a:cubicBezTo>
                  <a:pt x="35194" y="83996"/>
                  <a:pt x="31127" y="80242"/>
                  <a:pt x="27373" y="75237"/>
                </a:cubicBezTo>
                <a:close/>
                <a:moveTo>
                  <a:pt x="45517" y="19865"/>
                </a:moveTo>
                <a:cubicBezTo>
                  <a:pt x="39574" y="19865"/>
                  <a:pt x="35194" y="22055"/>
                  <a:pt x="32066" y="26278"/>
                </a:cubicBezTo>
                <a:cubicBezTo>
                  <a:pt x="28937" y="30658"/>
                  <a:pt x="27373" y="36758"/>
                  <a:pt x="27373" y="44892"/>
                </a:cubicBezTo>
                <a:cubicBezTo>
                  <a:pt x="27373" y="53025"/>
                  <a:pt x="28937" y="59282"/>
                  <a:pt x="32066" y="63505"/>
                </a:cubicBezTo>
                <a:cubicBezTo>
                  <a:pt x="35194" y="67885"/>
                  <a:pt x="39574" y="69919"/>
                  <a:pt x="45517" y="69919"/>
                </a:cubicBezTo>
                <a:cubicBezTo>
                  <a:pt x="51305" y="69919"/>
                  <a:pt x="55685" y="67885"/>
                  <a:pt x="58813" y="63505"/>
                </a:cubicBezTo>
                <a:cubicBezTo>
                  <a:pt x="61941" y="59282"/>
                  <a:pt x="63505" y="53025"/>
                  <a:pt x="63505" y="44892"/>
                </a:cubicBezTo>
                <a:cubicBezTo>
                  <a:pt x="63505" y="36758"/>
                  <a:pt x="61941" y="30658"/>
                  <a:pt x="58813" y="26278"/>
                </a:cubicBezTo>
                <a:cubicBezTo>
                  <a:pt x="55685" y="22055"/>
                  <a:pt x="51305" y="19865"/>
                  <a:pt x="45517" y="19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8726A-20E7-4C05-A3FF-EBD911A4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662" y="1840029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139E8-4FCF-4496-AE11-745BCBA1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22" y="184002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DA5A8-5BAF-49C2-98C4-0D819815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373" y="184002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AC2B0-3FCA-441F-82CF-183D87A0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838" y="1808746"/>
            <a:ext cx="93850" cy="118877"/>
          </a:xfrm>
          <a:custGeom xmlns:a="http://schemas.openxmlformats.org/drawingml/2006/main">
            <a:pathLst>
              <a:path w="93850" h="118877">
                <a:moveTo>
                  <a:pt x="0" y="0"/>
                </a:moveTo>
                <a:lnTo>
                  <a:pt x="27373" y="0"/>
                </a:lnTo>
                <a:lnTo>
                  <a:pt x="27373" y="64757"/>
                </a:lnTo>
                <a:lnTo>
                  <a:pt x="58813" y="33317"/>
                </a:lnTo>
                <a:lnTo>
                  <a:pt x="90566" y="33317"/>
                </a:lnTo>
                <a:lnTo>
                  <a:pt x="48802" y="72578"/>
                </a:lnTo>
                <a:lnTo>
                  <a:pt x="93850" y="118877"/>
                </a:lnTo>
                <a:lnTo>
                  <a:pt x="60690" y="118877"/>
                </a:lnTo>
                <a:lnTo>
                  <a:pt x="27373" y="83214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5A64B-B371-4AE6-B5FC-21370C87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162" y="187146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C0ED0-0B78-4D1A-8C42-34E4D6F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768" y="1808746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3D3D7-0A83-40DA-8823-821D14D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19" y="1808746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605AD-563C-49F5-A303-55B6825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914" y="1840029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32748-C449-41CF-B8FF-A25B86F7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365" y="187146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3FAE0-BD42-4C0A-BE5D-DF37653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311" y="1813595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1D585-2B56-4864-A566-A0A810EF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837" y="1808746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939D6-9C99-43A2-B218-DDB5A958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139" y="187146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FDEC5-FAF2-48F4-94A5-243F622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45" y="1808746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15CBB-1D5C-4EEB-A051-B587475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327" y="1840029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EFE3B-623A-4530-9A71-31E66741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6" y="1840029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D366D-F3C9-4FE5-902B-1E841599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77" y="184002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A11E0-9240-4EE2-9954-EC58E1A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921" y="4235695"/>
            <a:ext cx="126854" cy="114028"/>
          </a:xfrm>
          <a:custGeom xmlns:a="http://schemas.openxmlformats.org/drawingml/2006/main">
            <a:pathLst>
              <a:path w="126854" h="114028">
                <a:moveTo>
                  <a:pt x="0" y="0"/>
                </a:moveTo>
                <a:lnTo>
                  <a:pt x="37384" y="0"/>
                </a:lnTo>
                <a:lnTo>
                  <a:pt x="63349" y="61003"/>
                </a:lnTo>
                <a:lnTo>
                  <a:pt x="89471" y="0"/>
                </a:lnTo>
                <a:lnTo>
                  <a:pt x="126854" y="0"/>
                </a:lnTo>
                <a:lnTo>
                  <a:pt x="126854" y="114028"/>
                </a:lnTo>
                <a:lnTo>
                  <a:pt x="99012" y="114028"/>
                </a:lnTo>
                <a:lnTo>
                  <a:pt x="99012" y="30658"/>
                </a:lnTo>
                <a:lnTo>
                  <a:pt x="72734" y="92130"/>
                </a:lnTo>
                <a:lnTo>
                  <a:pt x="54120" y="92130"/>
                </a:lnTo>
                <a:lnTo>
                  <a:pt x="27842" y="30658"/>
                </a:lnTo>
                <a:lnTo>
                  <a:pt x="27842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A5C30-E8F7-4C71-B9F8-A7A6788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891" y="4262130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41B51-AA63-44F0-B82F-2670EE7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250" y="4239918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CF2B5-AD4D-4A98-8990-BA97CA94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710" y="4262130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3CB8E-F59A-4B33-BE7B-75C81591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956" y="4235695"/>
            <a:ext cx="126854" cy="114028"/>
          </a:xfrm>
          <a:custGeom xmlns:a="http://schemas.openxmlformats.org/drawingml/2006/main">
            <a:pathLst>
              <a:path w="126854" h="114028">
                <a:moveTo>
                  <a:pt x="0" y="0"/>
                </a:moveTo>
                <a:lnTo>
                  <a:pt x="37384" y="0"/>
                </a:lnTo>
                <a:lnTo>
                  <a:pt x="63349" y="61003"/>
                </a:lnTo>
                <a:lnTo>
                  <a:pt x="89471" y="0"/>
                </a:lnTo>
                <a:lnTo>
                  <a:pt x="126854" y="0"/>
                </a:lnTo>
                <a:lnTo>
                  <a:pt x="126854" y="114028"/>
                </a:lnTo>
                <a:lnTo>
                  <a:pt x="99012" y="114028"/>
                </a:lnTo>
                <a:lnTo>
                  <a:pt x="99012" y="30658"/>
                </a:lnTo>
                <a:lnTo>
                  <a:pt x="72734" y="92130"/>
                </a:lnTo>
                <a:lnTo>
                  <a:pt x="54120" y="92130"/>
                </a:lnTo>
                <a:lnTo>
                  <a:pt x="27842" y="30658"/>
                </a:lnTo>
                <a:lnTo>
                  <a:pt x="27842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0B614-AC10-4A45-AA35-AA45ADE4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4927" y="4262130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942BA-525C-4412-B408-A627BE18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816" y="4239918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2FFD9-44DC-424A-B55B-B1169887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689" y="4230846"/>
            <a:ext cx="86030" cy="118877"/>
          </a:xfrm>
          <a:custGeom xmlns:a="http://schemas.openxmlformats.org/drawingml/2006/main">
            <a:pathLst>
              <a:path w="86030" h="118877">
                <a:moveTo>
                  <a:pt x="86030" y="66790"/>
                </a:moveTo>
                <a:lnTo>
                  <a:pt x="86030" y="118877"/>
                </a:lnTo>
                <a:lnTo>
                  <a:pt x="58500" y="118877"/>
                </a:lnTo>
                <a:lnTo>
                  <a:pt x="58500" y="110431"/>
                </a:lnTo>
                <a:lnTo>
                  <a:pt x="58500" y="79147"/>
                </a:lnTo>
                <a:cubicBezTo>
                  <a:pt x="58500" y="71639"/>
                  <a:pt x="58344" y="66634"/>
                  <a:pt x="58031" y="63818"/>
                </a:cubicBezTo>
                <a:cubicBezTo>
                  <a:pt x="57718" y="61003"/>
                  <a:pt x="57092" y="58969"/>
                  <a:pt x="56310" y="57562"/>
                </a:cubicBezTo>
                <a:cubicBezTo>
                  <a:pt x="55215" y="55841"/>
                  <a:pt x="53808" y="54433"/>
                  <a:pt x="51931" y="53495"/>
                </a:cubicBezTo>
                <a:cubicBezTo>
                  <a:pt x="50054" y="52556"/>
                  <a:pt x="47864" y="51931"/>
                  <a:pt x="45674" y="51931"/>
                </a:cubicBezTo>
                <a:cubicBezTo>
                  <a:pt x="39886" y="51931"/>
                  <a:pt x="35350" y="54120"/>
                  <a:pt x="32222" y="58500"/>
                </a:cubicBezTo>
                <a:cubicBezTo>
                  <a:pt x="28937" y="62880"/>
                  <a:pt x="27373" y="68980"/>
                  <a:pt x="27373" y="76801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ubicBezTo>
                  <a:pt x="31440" y="40825"/>
                  <a:pt x="35663" y="37227"/>
                  <a:pt x="40356" y="34881"/>
                </a:cubicBezTo>
                <a:cubicBezTo>
                  <a:pt x="45048" y="32535"/>
                  <a:pt x="50210" y="31283"/>
                  <a:pt x="55841" y="31283"/>
                </a:cubicBezTo>
                <a:cubicBezTo>
                  <a:pt x="65695" y="31283"/>
                  <a:pt x="73203" y="34412"/>
                  <a:pt x="78365" y="40356"/>
                </a:cubicBezTo>
                <a:cubicBezTo>
                  <a:pt x="83370" y="46456"/>
                  <a:pt x="86030" y="55215"/>
                  <a:pt x="86030" y="66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33DCB-CE2E-4867-8D6A-6F7325FF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366" y="4293570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C5855-203B-4AFA-A722-4F05FE23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223" y="4235695"/>
            <a:ext cx="126854" cy="114028"/>
          </a:xfrm>
          <a:custGeom xmlns:a="http://schemas.openxmlformats.org/drawingml/2006/main">
            <a:pathLst>
              <a:path w="126854" h="114028">
                <a:moveTo>
                  <a:pt x="0" y="0"/>
                </a:moveTo>
                <a:lnTo>
                  <a:pt x="37384" y="0"/>
                </a:lnTo>
                <a:lnTo>
                  <a:pt x="63349" y="61003"/>
                </a:lnTo>
                <a:lnTo>
                  <a:pt x="89471" y="0"/>
                </a:lnTo>
                <a:lnTo>
                  <a:pt x="126854" y="0"/>
                </a:lnTo>
                <a:lnTo>
                  <a:pt x="126854" y="114028"/>
                </a:lnTo>
                <a:lnTo>
                  <a:pt x="99012" y="114028"/>
                </a:lnTo>
                <a:lnTo>
                  <a:pt x="99012" y="30658"/>
                </a:lnTo>
                <a:lnTo>
                  <a:pt x="72734" y="92130"/>
                </a:lnTo>
                <a:lnTo>
                  <a:pt x="54120" y="92130"/>
                </a:lnTo>
                <a:lnTo>
                  <a:pt x="27842" y="30658"/>
                </a:lnTo>
                <a:lnTo>
                  <a:pt x="27842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986EA-7848-4E2B-A9DC-9DD1A77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607" y="4230846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33317"/>
                </a:moveTo>
                <a:lnTo>
                  <a:pt x="27373" y="33317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33317"/>
                </a:lnTo>
                <a:close/>
                <a:moveTo>
                  <a:pt x="0" y="0"/>
                </a:moveTo>
                <a:lnTo>
                  <a:pt x="27373" y="0"/>
                </a:lnTo>
                <a:lnTo>
                  <a:pt x="27373" y="22368"/>
                </a:lnTo>
                <a:lnTo>
                  <a:pt x="0" y="22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4FD43-2AD2-445B-85B3-61CBA7F1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253" y="4262130"/>
            <a:ext cx="77583" cy="89627"/>
          </a:xfrm>
          <a:custGeom xmlns:a="http://schemas.openxmlformats.org/drawingml/2006/main">
            <a:pathLst>
              <a:path w="77583" h="89627">
                <a:moveTo>
                  <a:pt x="71796" y="4693"/>
                </a:moveTo>
                <a:lnTo>
                  <a:pt x="71796" y="25496"/>
                </a:lnTo>
                <a:cubicBezTo>
                  <a:pt x="65852" y="23150"/>
                  <a:pt x="60221" y="21273"/>
                  <a:pt x="54902" y="20021"/>
                </a:cubicBezTo>
                <a:cubicBezTo>
                  <a:pt x="49428" y="18770"/>
                  <a:pt x="44266" y="18144"/>
                  <a:pt x="39417" y="18144"/>
                </a:cubicBezTo>
                <a:cubicBezTo>
                  <a:pt x="34099" y="18144"/>
                  <a:pt x="30345" y="18927"/>
                  <a:pt x="27842" y="20178"/>
                </a:cubicBezTo>
                <a:cubicBezTo>
                  <a:pt x="25340" y="21429"/>
                  <a:pt x="24088" y="23463"/>
                  <a:pt x="24088" y="26122"/>
                </a:cubicBezTo>
                <a:cubicBezTo>
                  <a:pt x="24088" y="28312"/>
                  <a:pt x="25027" y="30032"/>
                  <a:pt x="26904" y="31127"/>
                </a:cubicBezTo>
                <a:cubicBezTo>
                  <a:pt x="28781" y="32378"/>
                  <a:pt x="32222" y="33160"/>
                  <a:pt x="37227" y="33786"/>
                </a:cubicBezTo>
                <a:lnTo>
                  <a:pt x="42076" y="34412"/>
                </a:lnTo>
                <a:cubicBezTo>
                  <a:pt x="55997" y="36289"/>
                  <a:pt x="65382" y="39104"/>
                  <a:pt x="70231" y="43171"/>
                </a:cubicBezTo>
                <a:cubicBezTo>
                  <a:pt x="75080" y="47238"/>
                  <a:pt x="77583" y="53651"/>
                  <a:pt x="77583" y="62411"/>
                </a:cubicBezTo>
                <a:cubicBezTo>
                  <a:pt x="77583" y="71483"/>
                  <a:pt x="74142" y="78365"/>
                  <a:pt x="67416" y="82901"/>
                </a:cubicBezTo>
                <a:cubicBezTo>
                  <a:pt x="60690" y="87437"/>
                  <a:pt x="50679" y="89627"/>
                  <a:pt x="37384" y="89627"/>
                </a:cubicBezTo>
                <a:cubicBezTo>
                  <a:pt x="31753" y="89627"/>
                  <a:pt x="25809" y="89158"/>
                  <a:pt x="19865" y="88376"/>
                </a:cubicBezTo>
                <a:cubicBezTo>
                  <a:pt x="13765" y="87594"/>
                  <a:pt x="7508" y="86342"/>
                  <a:pt x="1251" y="84465"/>
                </a:cubicBezTo>
                <a:lnTo>
                  <a:pt x="1251" y="63662"/>
                </a:lnTo>
                <a:cubicBezTo>
                  <a:pt x="6570" y="66477"/>
                  <a:pt x="12201" y="68511"/>
                  <a:pt x="17988" y="69762"/>
                </a:cubicBezTo>
                <a:cubicBezTo>
                  <a:pt x="23619" y="71013"/>
                  <a:pt x="29563" y="71639"/>
                  <a:pt x="35507" y="71639"/>
                </a:cubicBezTo>
                <a:cubicBezTo>
                  <a:pt x="40825" y="71639"/>
                  <a:pt x="44735" y="71013"/>
                  <a:pt x="47551" y="69449"/>
                </a:cubicBezTo>
                <a:cubicBezTo>
                  <a:pt x="50210" y="68042"/>
                  <a:pt x="51618" y="65852"/>
                  <a:pt x="51618" y="62880"/>
                </a:cubicBezTo>
                <a:cubicBezTo>
                  <a:pt x="51618" y="60377"/>
                  <a:pt x="50679" y="58657"/>
                  <a:pt x="48802" y="57405"/>
                </a:cubicBezTo>
                <a:cubicBezTo>
                  <a:pt x="46925" y="56154"/>
                  <a:pt x="43171" y="55215"/>
                  <a:pt x="37697" y="54590"/>
                </a:cubicBezTo>
                <a:lnTo>
                  <a:pt x="32848" y="53964"/>
                </a:lnTo>
                <a:cubicBezTo>
                  <a:pt x="20647" y="52556"/>
                  <a:pt x="12201" y="49741"/>
                  <a:pt x="7352" y="45517"/>
                </a:cubicBezTo>
                <a:cubicBezTo>
                  <a:pt x="2346" y="41451"/>
                  <a:pt x="0" y="35194"/>
                  <a:pt x="0" y="26747"/>
                </a:cubicBezTo>
                <a:cubicBezTo>
                  <a:pt x="0" y="17675"/>
                  <a:pt x="2972" y="10949"/>
                  <a:pt x="9229" y="6570"/>
                </a:cubicBezTo>
                <a:cubicBezTo>
                  <a:pt x="15485" y="2190"/>
                  <a:pt x="25027" y="0"/>
                  <a:pt x="37853" y="0"/>
                </a:cubicBezTo>
                <a:cubicBezTo>
                  <a:pt x="42858" y="0"/>
                  <a:pt x="48020" y="469"/>
                  <a:pt x="53651" y="1251"/>
                </a:cubicBezTo>
                <a:cubicBezTo>
                  <a:pt x="59282" y="2033"/>
                  <a:pt x="65226" y="3128"/>
                  <a:pt x="71796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40C67-132D-493F-B1E7-09C3B4E4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221" y="4239918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170A6-1951-48EA-87B3-6977F595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094" y="4262130"/>
            <a:ext cx="63505" cy="87594"/>
          </a:xfrm>
          <a:custGeom xmlns:a="http://schemas.openxmlformats.org/drawingml/2006/main">
            <a:pathLst>
              <a:path w="63505" h="87594">
                <a:moveTo>
                  <a:pt x="63505" y="25340"/>
                </a:moveTo>
                <a:cubicBezTo>
                  <a:pt x="61003" y="24245"/>
                  <a:pt x="58657" y="23463"/>
                  <a:pt x="56310" y="22837"/>
                </a:cubicBezTo>
                <a:cubicBezTo>
                  <a:pt x="53964" y="22368"/>
                  <a:pt x="51618" y="22055"/>
                  <a:pt x="49271" y="22055"/>
                </a:cubicBezTo>
                <a:cubicBezTo>
                  <a:pt x="42233" y="22055"/>
                  <a:pt x="36758" y="24401"/>
                  <a:pt x="33004" y="28781"/>
                </a:cubicBezTo>
                <a:cubicBezTo>
                  <a:pt x="29250" y="33317"/>
                  <a:pt x="27373" y="39730"/>
                  <a:pt x="27373" y="4817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6111"/>
                </a:lnTo>
                <a:cubicBezTo>
                  <a:pt x="30814" y="10480"/>
                  <a:pt x="34725" y="6413"/>
                  <a:pt x="39417" y="3910"/>
                </a:cubicBezTo>
                <a:cubicBezTo>
                  <a:pt x="43953" y="1408"/>
                  <a:pt x="49428" y="0"/>
                  <a:pt x="55841" y="0"/>
                </a:cubicBezTo>
                <a:cubicBezTo>
                  <a:pt x="56780" y="0"/>
                  <a:pt x="57718" y="156"/>
                  <a:pt x="58813" y="156"/>
                </a:cubicBezTo>
                <a:cubicBezTo>
                  <a:pt x="59751" y="156"/>
                  <a:pt x="61316" y="313"/>
                  <a:pt x="63505" y="626"/>
                </a:cubicBezTo>
                <a:lnTo>
                  <a:pt x="63505" y="25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75478-10A9-4609-9E51-CAC1F72C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795" y="4262130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AE720-ADDD-4411-94A1-4FFEDD3E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789" y="4230846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0E697-6931-4A4E-9820-2E7EEF5E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748" y="4293570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55746-1BD1-4C95-80B8-AA18AAF9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695" y="4235695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893C3-3C9E-4479-95AC-6D4DB3DD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72" y="4235695"/>
            <a:ext cx="93850" cy="114028"/>
          </a:xfrm>
          <a:custGeom xmlns:a="http://schemas.openxmlformats.org/drawingml/2006/main">
            <a:pathLst>
              <a:path w="93850" h="114028">
                <a:moveTo>
                  <a:pt x="45674" y="44110"/>
                </a:moveTo>
                <a:cubicBezTo>
                  <a:pt x="50210" y="44110"/>
                  <a:pt x="53651" y="43171"/>
                  <a:pt x="56154" y="41138"/>
                </a:cubicBezTo>
                <a:cubicBezTo>
                  <a:pt x="58500" y="39104"/>
                  <a:pt x="59751" y="36132"/>
                  <a:pt x="59751" y="32066"/>
                </a:cubicBezTo>
                <a:cubicBezTo>
                  <a:pt x="59751" y="28155"/>
                  <a:pt x="58500" y="25183"/>
                  <a:pt x="56154" y="23150"/>
                </a:cubicBezTo>
                <a:cubicBezTo>
                  <a:pt x="53651" y="21116"/>
                  <a:pt x="50210" y="20021"/>
                  <a:pt x="45674" y="20021"/>
                </a:cubicBezTo>
                <a:lnTo>
                  <a:pt x="29406" y="20021"/>
                </a:lnTo>
                <a:lnTo>
                  <a:pt x="29406" y="44110"/>
                </a:lnTo>
                <a:lnTo>
                  <a:pt x="45674" y="44110"/>
                </a:lnTo>
                <a:close/>
                <a:moveTo>
                  <a:pt x="46612" y="94007"/>
                </a:moveTo>
                <a:cubicBezTo>
                  <a:pt x="52556" y="94007"/>
                  <a:pt x="56936" y="92756"/>
                  <a:pt x="59908" y="90253"/>
                </a:cubicBezTo>
                <a:cubicBezTo>
                  <a:pt x="62880" y="87750"/>
                  <a:pt x="64444" y="83996"/>
                  <a:pt x="64444" y="78991"/>
                </a:cubicBezTo>
                <a:cubicBezTo>
                  <a:pt x="64444" y="74142"/>
                  <a:pt x="62880" y="70388"/>
                  <a:pt x="59908" y="67885"/>
                </a:cubicBezTo>
                <a:cubicBezTo>
                  <a:pt x="56936" y="65382"/>
                  <a:pt x="52556" y="64131"/>
                  <a:pt x="46612" y="64131"/>
                </a:cubicBezTo>
                <a:lnTo>
                  <a:pt x="29406" y="64131"/>
                </a:lnTo>
                <a:lnTo>
                  <a:pt x="29406" y="94007"/>
                </a:lnTo>
                <a:lnTo>
                  <a:pt x="46612" y="94007"/>
                </a:lnTo>
                <a:close/>
                <a:moveTo>
                  <a:pt x="73985" y="53025"/>
                </a:moveTo>
                <a:cubicBezTo>
                  <a:pt x="80242" y="54902"/>
                  <a:pt x="85091" y="58187"/>
                  <a:pt x="88532" y="63193"/>
                </a:cubicBezTo>
                <a:cubicBezTo>
                  <a:pt x="91973" y="68198"/>
                  <a:pt x="93850" y="74142"/>
                  <a:pt x="93850" y="81337"/>
                </a:cubicBezTo>
                <a:cubicBezTo>
                  <a:pt x="93850" y="92286"/>
                  <a:pt x="90096" y="100576"/>
                  <a:pt x="82588" y="105895"/>
                </a:cubicBezTo>
                <a:cubicBezTo>
                  <a:pt x="75080" y="111369"/>
                  <a:pt x="63818" y="114028"/>
                  <a:pt x="48802" y="114028"/>
                </a:cubicBezTo>
                <a:lnTo>
                  <a:pt x="0" y="114028"/>
                </a:lnTo>
                <a:lnTo>
                  <a:pt x="0" y="0"/>
                </a:lnTo>
                <a:lnTo>
                  <a:pt x="44110" y="0"/>
                </a:lnTo>
                <a:cubicBezTo>
                  <a:pt x="59908" y="0"/>
                  <a:pt x="71326" y="2503"/>
                  <a:pt x="78522" y="7195"/>
                </a:cubicBezTo>
                <a:cubicBezTo>
                  <a:pt x="85560" y="12044"/>
                  <a:pt x="89158" y="19709"/>
                  <a:pt x="89158" y="30189"/>
                </a:cubicBezTo>
                <a:cubicBezTo>
                  <a:pt x="89158" y="35820"/>
                  <a:pt x="87750" y="40512"/>
                  <a:pt x="85247" y="44423"/>
                </a:cubicBezTo>
                <a:cubicBezTo>
                  <a:pt x="82588" y="48333"/>
                  <a:pt x="78834" y="51148"/>
                  <a:pt x="73985" y="53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17960-17E2-40E1-B655-8FD53B76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808" y="4757715"/>
            <a:ext cx="91817" cy="121067"/>
          </a:xfrm>
          <a:custGeom xmlns:a="http://schemas.openxmlformats.org/drawingml/2006/main">
            <a:pathLst>
              <a:path w="91817" h="121067">
                <a:moveTo>
                  <a:pt x="64288" y="72890"/>
                </a:moveTo>
                <a:cubicBezTo>
                  <a:pt x="60534" y="77896"/>
                  <a:pt x="56310" y="81650"/>
                  <a:pt x="51774" y="83996"/>
                </a:cubicBezTo>
                <a:cubicBezTo>
                  <a:pt x="47238" y="86342"/>
                  <a:pt x="42076" y="87437"/>
                  <a:pt x="36132" y="87437"/>
                </a:cubicBezTo>
                <a:cubicBezTo>
                  <a:pt x="25652" y="87437"/>
                  <a:pt x="17049" y="83370"/>
                  <a:pt x="10167" y="75080"/>
                </a:cubicBezTo>
                <a:cubicBezTo>
                  <a:pt x="3285" y="66947"/>
                  <a:pt x="0" y="56467"/>
                  <a:pt x="0" y="43640"/>
                </a:cubicBezTo>
                <a:cubicBezTo>
                  <a:pt x="0" y="30971"/>
                  <a:pt x="3285" y="20491"/>
                  <a:pt x="10167" y="12357"/>
                </a:cubicBezTo>
                <a:cubicBezTo>
                  <a:pt x="17049" y="4223"/>
                  <a:pt x="25652" y="0"/>
                  <a:pt x="36132" y="0"/>
                </a:cubicBezTo>
                <a:cubicBezTo>
                  <a:pt x="42076" y="0"/>
                  <a:pt x="47238" y="1251"/>
                  <a:pt x="51774" y="3598"/>
                </a:cubicBezTo>
                <a:cubicBezTo>
                  <a:pt x="56310" y="5944"/>
                  <a:pt x="60534" y="9541"/>
                  <a:pt x="64288" y="14547"/>
                </a:cubicBezTo>
                <a:lnTo>
                  <a:pt x="64288" y="1877"/>
                </a:lnTo>
                <a:lnTo>
                  <a:pt x="91817" y="1877"/>
                </a:lnTo>
                <a:lnTo>
                  <a:pt x="91817" y="78834"/>
                </a:lnTo>
                <a:cubicBezTo>
                  <a:pt x="91817" y="92443"/>
                  <a:pt x="87437" y="102923"/>
                  <a:pt x="78678" y="110118"/>
                </a:cubicBezTo>
                <a:cubicBezTo>
                  <a:pt x="69919" y="117313"/>
                  <a:pt x="57405" y="121067"/>
                  <a:pt x="40981" y="121067"/>
                </a:cubicBezTo>
                <a:cubicBezTo>
                  <a:pt x="35663" y="121067"/>
                  <a:pt x="30501" y="120598"/>
                  <a:pt x="25496" y="119816"/>
                </a:cubicBezTo>
                <a:cubicBezTo>
                  <a:pt x="20491" y="118877"/>
                  <a:pt x="15485" y="117626"/>
                  <a:pt x="10480" y="116062"/>
                </a:cubicBezTo>
                <a:lnTo>
                  <a:pt x="10480" y="94789"/>
                </a:lnTo>
                <a:cubicBezTo>
                  <a:pt x="15172" y="97448"/>
                  <a:pt x="19865" y="99481"/>
                  <a:pt x="24558" y="100889"/>
                </a:cubicBezTo>
                <a:cubicBezTo>
                  <a:pt x="29094" y="102141"/>
                  <a:pt x="33630" y="102923"/>
                  <a:pt x="38322" y="102923"/>
                </a:cubicBezTo>
                <a:cubicBezTo>
                  <a:pt x="47238" y="102923"/>
                  <a:pt x="53808" y="100889"/>
                  <a:pt x="58031" y="96979"/>
                </a:cubicBezTo>
                <a:cubicBezTo>
                  <a:pt x="62098" y="93068"/>
                  <a:pt x="64288" y="87124"/>
                  <a:pt x="64288" y="78834"/>
                </a:cubicBezTo>
                <a:lnTo>
                  <a:pt x="64288" y="72890"/>
                </a:lnTo>
                <a:close/>
                <a:moveTo>
                  <a:pt x="46300" y="19709"/>
                </a:moveTo>
                <a:cubicBezTo>
                  <a:pt x="40669" y="19709"/>
                  <a:pt x="36132" y="21898"/>
                  <a:pt x="33004" y="25965"/>
                </a:cubicBezTo>
                <a:cubicBezTo>
                  <a:pt x="29876" y="30189"/>
                  <a:pt x="28312" y="36132"/>
                  <a:pt x="28312" y="43640"/>
                </a:cubicBezTo>
                <a:cubicBezTo>
                  <a:pt x="28312" y="51461"/>
                  <a:pt x="29719" y="57405"/>
                  <a:pt x="32848" y="61472"/>
                </a:cubicBezTo>
                <a:cubicBezTo>
                  <a:pt x="35976" y="65539"/>
                  <a:pt x="40356" y="67572"/>
                  <a:pt x="46300" y="67572"/>
                </a:cubicBezTo>
                <a:cubicBezTo>
                  <a:pt x="51931" y="67572"/>
                  <a:pt x="56467" y="65539"/>
                  <a:pt x="59595" y="61316"/>
                </a:cubicBezTo>
                <a:cubicBezTo>
                  <a:pt x="62723" y="57249"/>
                  <a:pt x="64288" y="51305"/>
                  <a:pt x="64288" y="43640"/>
                </a:cubicBezTo>
                <a:cubicBezTo>
                  <a:pt x="64288" y="36132"/>
                  <a:pt x="62723" y="30189"/>
                  <a:pt x="59595" y="25965"/>
                </a:cubicBezTo>
                <a:cubicBezTo>
                  <a:pt x="56467" y="21898"/>
                  <a:pt x="51931" y="19709"/>
                  <a:pt x="46300" y="197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2C316-61B1-422B-947A-3ED39BE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490" y="4757559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9C4C9-1FB7-4EB3-B370-90EC94F2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97" y="4757559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3EB81-9A83-4D85-BEDB-4235291B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784" y="4757559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187A5-4A52-44EC-BE9D-8E95DBE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515" y="4757559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03B03-5A30-4B7B-8233-436D6CB9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817" y="4788999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56D1A-B9C7-40E3-BEC0-3C4A2FE3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763" y="4731124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C06DB-9F8E-48B9-9D42-57367D17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289" y="4726276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179C8-A2F5-4375-9471-F6225100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12" y="5721983"/>
            <a:ext cx="81024" cy="114028"/>
          </a:xfrm>
          <a:custGeom xmlns:a="http://schemas.openxmlformats.org/drawingml/2006/main">
            <a:pathLst>
              <a:path w="81024" h="114028">
                <a:moveTo>
                  <a:pt x="0" y="0"/>
                </a:moveTo>
                <a:lnTo>
                  <a:pt x="29406" y="0"/>
                </a:lnTo>
                <a:lnTo>
                  <a:pt x="29406" y="91817"/>
                </a:lnTo>
                <a:lnTo>
                  <a:pt x="81024" y="91817"/>
                </a:lnTo>
                <a:lnTo>
                  <a:pt x="81024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AEA48-76B9-4261-8E27-9E47A68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98" y="5717134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686D9-A414-45A2-B11D-657F7E36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736" y="5748418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1E52E-5208-4C4B-8B38-5493DBE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74" y="5748418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A2A78-1AC8-40B0-B75C-E339C648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305" y="5748418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F9BC0-BC1F-4D41-B3A8-A55679E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607" y="5779858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87A89-424F-45D4-904B-4701D4CF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431" y="5719950"/>
            <a:ext cx="82901" cy="116062"/>
          </a:xfrm>
          <a:custGeom xmlns:a="http://schemas.openxmlformats.org/drawingml/2006/main">
            <a:pathLst>
              <a:path w="82901" h="116062">
                <a:moveTo>
                  <a:pt x="32691" y="94476"/>
                </a:moveTo>
                <a:lnTo>
                  <a:pt x="82901" y="94476"/>
                </a:lnTo>
                <a:lnTo>
                  <a:pt x="82901" y="116062"/>
                </a:lnTo>
                <a:lnTo>
                  <a:pt x="0" y="116062"/>
                </a:lnTo>
                <a:lnTo>
                  <a:pt x="0" y="94476"/>
                </a:lnTo>
                <a:lnTo>
                  <a:pt x="41607" y="57718"/>
                </a:lnTo>
                <a:cubicBezTo>
                  <a:pt x="45361" y="54433"/>
                  <a:pt x="48020" y="51148"/>
                  <a:pt x="49897" y="47864"/>
                </a:cubicBezTo>
                <a:cubicBezTo>
                  <a:pt x="51618" y="44735"/>
                  <a:pt x="52556" y="41294"/>
                  <a:pt x="52556" y="37853"/>
                </a:cubicBezTo>
                <a:cubicBezTo>
                  <a:pt x="52556" y="32535"/>
                  <a:pt x="50679" y="28312"/>
                  <a:pt x="47082" y="25027"/>
                </a:cubicBezTo>
                <a:cubicBezTo>
                  <a:pt x="43484" y="21742"/>
                  <a:pt x="38792" y="20021"/>
                  <a:pt x="32848" y="20021"/>
                </a:cubicBezTo>
                <a:cubicBezTo>
                  <a:pt x="28155" y="20021"/>
                  <a:pt x="23150" y="21116"/>
                  <a:pt x="17832" y="22993"/>
                </a:cubicBezTo>
                <a:cubicBezTo>
                  <a:pt x="12357" y="25027"/>
                  <a:pt x="6570" y="27999"/>
                  <a:pt x="313" y="31753"/>
                </a:cubicBezTo>
                <a:lnTo>
                  <a:pt x="313" y="6726"/>
                </a:lnTo>
                <a:cubicBezTo>
                  <a:pt x="6882" y="4536"/>
                  <a:pt x="13452" y="2972"/>
                  <a:pt x="20021" y="1721"/>
                </a:cubicBezTo>
                <a:cubicBezTo>
                  <a:pt x="26435" y="626"/>
                  <a:pt x="32691" y="0"/>
                  <a:pt x="38948" y="0"/>
                </a:cubicBezTo>
                <a:cubicBezTo>
                  <a:pt x="52556" y="0"/>
                  <a:pt x="63193" y="3128"/>
                  <a:pt x="70701" y="9072"/>
                </a:cubicBezTo>
                <a:cubicBezTo>
                  <a:pt x="78209" y="15016"/>
                  <a:pt x="82119" y="23463"/>
                  <a:pt x="82119" y="34099"/>
                </a:cubicBezTo>
                <a:cubicBezTo>
                  <a:pt x="82119" y="40356"/>
                  <a:pt x="80399" y="46300"/>
                  <a:pt x="77270" y="51618"/>
                </a:cubicBezTo>
                <a:cubicBezTo>
                  <a:pt x="73985" y="56936"/>
                  <a:pt x="67259" y="64131"/>
                  <a:pt x="57092" y="73047"/>
                </a:cubicBezTo>
                <a:lnTo>
                  <a:pt x="32691" y="94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5CDE2-C7AB-4305-9008-3D964763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386" y="5779858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F18E9-D709-4B5F-8E4D-9D98DC64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333" y="5721983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E68E5-BEDB-4A37-BD2C-2F5E435B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859" y="5717134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D9DEF-AFA3-4013-B6CF-17FA681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161" y="5779858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62D6C-083A-47E8-9786-F4589034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767" y="5717134"/>
            <a:ext cx="86030" cy="118877"/>
          </a:xfrm>
          <a:custGeom xmlns:a="http://schemas.openxmlformats.org/drawingml/2006/main">
            <a:pathLst>
              <a:path w="86030" h="118877">
                <a:moveTo>
                  <a:pt x="86030" y="66790"/>
                </a:moveTo>
                <a:lnTo>
                  <a:pt x="86030" y="118877"/>
                </a:lnTo>
                <a:lnTo>
                  <a:pt x="58500" y="118877"/>
                </a:lnTo>
                <a:lnTo>
                  <a:pt x="58500" y="110431"/>
                </a:lnTo>
                <a:lnTo>
                  <a:pt x="58500" y="79147"/>
                </a:lnTo>
                <a:cubicBezTo>
                  <a:pt x="58500" y="71639"/>
                  <a:pt x="58344" y="66634"/>
                  <a:pt x="58031" y="63818"/>
                </a:cubicBezTo>
                <a:cubicBezTo>
                  <a:pt x="57718" y="61003"/>
                  <a:pt x="57092" y="58969"/>
                  <a:pt x="56310" y="57562"/>
                </a:cubicBezTo>
                <a:cubicBezTo>
                  <a:pt x="55215" y="55841"/>
                  <a:pt x="53808" y="54433"/>
                  <a:pt x="51931" y="53495"/>
                </a:cubicBezTo>
                <a:cubicBezTo>
                  <a:pt x="50054" y="52556"/>
                  <a:pt x="47864" y="51931"/>
                  <a:pt x="45674" y="51931"/>
                </a:cubicBezTo>
                <a:cubicBezTo>
                  <a:pt x="39886" y="51931"/>
                  <a:pt x="35350" y="54120"/>
                  <a:pt x="32222" y="58500"/>
                </a:cubicBezTo>
                <a:cubicBezTo>
                  <a:pt x="28937" y="62880"/>
                  <a:pt x="27373" y="68980"/>
                  <a:pt x="27373" y="76801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ubicBezTo>
                  <a:pt x="31440" y="40825"/>
                  <a:pt x="35663" y="37227"/>
                  <a:pt x="40356" y="34881"/>
                </a:cubicBezTo>
                <a:cubicBezTo>
                  <a:pt x="45048" y="32535"/>
                  <a:pt x="50210" y="31283"/>
                  <a:pt x="55841" y="31283"/>
                </a:cubicBezTo>
                <a:cubicBezTo>
                  <a:pt x="65695" y="31283"/>
                  <a:pt x="73203" y="34412"/>
                  <a:pt x="78365" y="40356"/>
                </a:cubicBezTo>
                <a:cubicBezTo>
                  <a:pt x="83370" y="46456"/>
                  <a:pt x="86030" y="55215"/>
                  <a:pt x="86030" y="66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930C7-A6C4-43BB-9E38-6471DC4A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969" y="5717134"/>
            <a:ext cx="66477" cy="118877"/>
          </a:xfrm>
          <a:custGeom xmlns:a="http://schemas.openxmlformats.org/drawingml/2006/main">
            <a:pathLst>
              <a:path w="66477" h="118877">
                <a:moveTo>
                  <a:pt x="66477" y="0"/>
                </a:moveTo>
                <a:lnTo>
                  <a:pt x="66477" y="17988"/>
                </a:lnTo>
                <a:lnTo>
                  <a:pt x="51305" y="17988"/>
                </a:lnTo>
                <a:cubicBezTo>
                  <a:pt x="47394" y="17988"/>
                  <a:pt x="44735" y="18770"/>
                  <a:pt x="43171" y="20178"/>
                </a:cubicBezTo>
                <a:cubicBezTo>
                  <a:pt x="41607" y="21586"/>
                  <a:pt x="40981" y="23932"/>
                  <a:pt x="40981" y="27373"/>
                </a:cubicBezTo>
                <a:lnTo>
                  <a:pt x="40981" y="33317"/>
                </a:lnTo>
                <a:lnTo>
                  <a:pt x="64288" y="33317"/>
                </a:lnTo>
                <a:lnTo>
                  <a:pt x="64288" y="52869"/>
                </a:lnTo>
                <a:lnTo>
                  <a:pt x="40981" y="52869"/>
                </a:lnTo>
                <a:lnTo>
                  <a:pt x="40981" y="118877"/>
                </a:lnTo>
                <a:lnTo>
                  <a:pt x="13608" y="118877"/>
                </a:lnTo>
                <a:lnTo>
                  <a:pt x="13608" y="52869"/>
                </a:lnTo>
                <a:lnTo>
                  <a:pt x="0" y="52869"/>
                </a:lnTo>
                <a:lnTo>
                  <a:pt x="0" y="33317"/>
                </a:lnTo>
                <a:lnTo>
                  <a:pt x="13608" y="33317"/>
                </a:lnTo>
                <a:lnTo>
                  <a:pt x="13608" y="27373"/>
                </a:lnTo>
                <a:cubicBezTo>
                  <a:pt x="13608" y="18144"/>
                  <a:pt x="16111" y="11262"/>
                  <a:pt x="21429" y="6726"/>
                </a:cubicBezTo>
                <a:cubicBezTo>
                  <a:pt x="26591" y="2346"/>
                  <a:pt x="34568" y="0"/>
                  <a:pt x="45517" y="0"/>
                </a:cubicBezTo>
                <a:lnTo>
                  <a:pt x="664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DD85B-B879-4DF1-8972-DFC738C9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112" y="5997222"/>
            <a:ext cx="81024" cy="114028"/>
          </a:xfrm>
          <a:custGeom xmlns:a="http://schemas.openxmlformats.org/drawingml/2006/main">
            <a:pathLst>
              <a:path w="81024" h="114028">
                <a:moveTo>
                  <a:pt x="0" y="0"/>
                </a:moveTo>
                <a:lnTo>
                  <a:pt x="29406" y="0"/>
                </a:lnTo>
                <a:lnTo>
                  <a:pt x="29406" y="91817"/>
                </a:lnTo>
                <a:lnTo>
                  <a:pt x="81024" y="91817"/>
                </a:lnTo>
                <a:lnTo>
                  <a:pt x="81024" y="114028"/>
                </a:lnTo>
                <a:lnTo>
                  <a:pt x="0" y="1140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7C90E-8727-40EC-A55E-C2667EB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98" y="5992373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0EDFB-8426-4DD2-929B-F6F858DE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736" y="6023656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932D9-5E09-449E-97A1-C9DE86F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74" y="6023656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A2368-4863-4002-B1FD-AD5A75DC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305" y="6023656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C38C8-04FA-4459-AD8E-41BF930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607" y="6055096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842DC-E514-403C-A4BB-AD39DD0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431" y="5995188"/>
            <a:ext cx="82901" cy="116062"/>
          </a:xfrm>
          <a:custGeom xmlns:a="http://schemas.openxmlformats.org/drawingml/2006/main">
            <a:pathLst>
              <a:path w="82901" h="116062">
                <a:moveTo>
                  <a:pt x="32691" y="94476"/>
                </a:moveTo>
                <a:lnTo>
                  <a:pt x="82901" y="94476"/>
                </a:lnTo>
                <a:lnTo>
                  <a:pt x="82901" y="116062"/>
                </a:lnTo>
                <a:lnTo>
                  <a:pt x="0" y="116062"/>
                </a:lnTo>
                <a:lnTo>
                  <a:pt x="0" y="94476"/>
                </a:lnTo>
                <a:lnTo>
                  <a:pt x="41607" y="57718"/>
                </a:lnTo>
                <a:cubicBezTo>
                  <a:pt x="45361" y="54433"/>
                  <a:pt x="48020" y="51148"/>
                  <a:pt x="49897" y="47864"/>
                </a:cubicBezTo>
                <a:cubicBezTo>
                  <a:pt x="51618" y="44735"/>
                  <a:pt x="52556" y="41294"/>
                  <a:pt x="52556" y="37853"/>
                </a:cubicBezTo>
                <a:cubicBezTo>
                  <a:pt x="52556" y="32535"/>
                  <a:pt x="50679" y="28312"/>
                  <a:pt x="47082" y="25027"/>
                </a:cubicBezTo>
                <a:cubicBezTo>
                  <a:pt x="43484" y="21742"/>
                  <a:pt x="38792" y="20021"/>
                  <a:pt x="32848" y="20021"/>
                </a:cubicBezTo>
                <a:cubicBezTo>
                  <a:pt x="28155" y="20021"/>
                  <a:pt x="23150" y="21116"/>
                  <a:pt x="17832" y="22993"/>
                </a:cubicBezTo>
                <a:cubicBezTo>
                  <a:pt x="12357" y="25027"/>
                  <a:pt x="6570" y="27999"/>
                  <a:pt x="313" y="31753"/>
                </a:cubicBezTo>
                <a:lnTo>
                  <a:pt x="313" y="6726"/>
                </a:lnTo>
                <a:cubicBezTo>
                  <a:pt x="6882" y="4536"/>
                  <a:pt x="13452" y="2972"/>
                  <a:pt x="20021" y="1721"/>
                </a:cubicBezTo>
                <a:cubicBezTo>
                  <a:pt x="26435" y="626"/>
                  <a:pt x="32691" y="0"/>
                  <a:pt x="38948" y="0"/>
                </a:cubicBezTo>
                <a:cubicBezTo>
                  <a:pt x="52556" y="0"/>
                  <a:pt x="63193" y="3128"/>
                  <a:pt x="70701" y="9072"/>
                </a:cubicBezTo>
                <a:cubicBezTo>
                  <a:pt x="78209" y="15016"/>
                  <a:pt x="82119" y="23463"/>
                  <a:pt x="82119" y="34099"/>
                </a:cubicBezTo>
                <a:cubicBezTo>
                  <a:pt x="82119" y="40356"/>
                  <a:pt x="80399" y="46300"/>
                  <a:pt x="77270" y="51618"/>
                </a:cubicBezTo>
                <a:cubicBezTo>
                  <a:pt x="73985" y="56936"/>
                  <a:pt x="67259" y="64131"/>
                  <a:pt x="57092" y="73047"/>
                </a:cubicBezTo>
                <a:lnTo>
                  <a:pt x="32691" y="94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40B81-161B-4195-B571-B24BBE9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386" y="6055096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1A0B6-B8E8-4883-BFCF-5D538CD2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529" y="5997222"/>
            <a:ext cx="80399" cy="114028"/>
          </a:xfrm>
          <a:custGeom xmlns:a="http://schemas.openxmlformats.org/drawingml/2006/main">
            <a:pathLst>
              <a:path w="80399" h="114028">
                <a:moveTo>
                  <a:pt x="626" y="93694"/>
                </a:moveTo>
                <a:lnTo>
                  <a:pt x="26591" y="93694"/>
                </a:lnTo>
                <a:lnTo>
                  <a:pt x="26591" y="20021"/>
                </a:lnTo>
                <a:lnTo>
                  <a:pt x="0" y="25496"/>
                </a:lnTo>
                <a:lnTo>
                  <a:pt x="0" y="5475"/>
                </a:lnTo>
                <a:lnTo>
                  <a:pt x="26435" y="0"/>
                </a:lnTo>
                <a:lnTo>
                  <a:pt x="54433" y="0"/>
                </a:lnTo>
                <a:lnTo>
                  <a:pt x="54433" y="93694"/>
                </a:lnTo>
                <a:lnTo>
                  <a:pt x="80399" y="93694"/>
                </a:lnTo>
                <a:lnTo>
                  <a:pt x="80399" y="114028"/>
                </a:lnTo>
                <a:lnTo>
                  <a:pt x="626" y="114028"/>
                </a:lnTo>
                <a:lnTo>
                  <a:pt x="626" y="93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5B67B-69E3-4861-8747-7EEAD923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200" y="5995188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AE580-5ED7-419B-A658-8FA3A22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25" y="5992373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A342A-E268-4AD4-89C9-0EA1AFB7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028" y="6055096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23A43-3052-42D0-8AEE-18F1573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634" y="5992373"/>
            <a:ext cx="86030" cy="118877"/>
          </a:xfrm>
          <a:custGeom xmlns:a="http://schemas.openxmlformats.org/drawingml/2006/main">
            <a:pathLst>
              <a:path w="86030" h="118877">
                <a:moveTo>
                  <a:pt x="86030" y="66790"/>
                </a:moveTo>
                <a:lnTo>
                  <a:pt x="86030" y="118877"/>
                </a:lnTo>
                <a:lnTo>
                  <a:pt x="58500" y="118877"/>
                </a:lnTo>
                <a:lnTo>
                  <a:pt x="58500" y="110431"/>
                </a:lnTo>
                <a:lnTo>
                  <a:pt x="58500" y="79147"/>
                </a:lnTo>
                <a:cubicBezTo>
                  <a:pt x="58500" y="71639"/>
                  <a:pt x="58344" y="66634"/>
                  <a:pt x="58031" y="63818"/>
                </a:cubicBezTo>
                <a:cubicBezTo>
                  <a:pt x="57718" y="61003"/>
                  <a:pt x="57092" y="58969"/>
                  <a:pt x="56310" y="57562"/>
                </a:cubicBezTo>
                <a:cubicBezTo>
                  <a:pt x="55215" y="55841"/>
                  <a:pt x="53808" y="54433"/>
                  <a:pt x="51931" y="53495"/>
                </a:cubicBezTo>
                <a:cubicBezTo>
                  <a:pt x="50054" y="52556"/>
                  <a:pt x="47864" y="51931"/>
                  <a:pt x="45674" y="51931"/>
                </a:cubicBezTo>
                <a:cubicBezTo>
                  <a:pt x="39886" y="51931"/>
                  <a:pt x="35350" y="54120"/>
                  <a:pt x="32222" y="58500"/>
                </a:cubicBezTo>
                <a:cubicBezTo>
                  <a:pt x="28937" y="62880"/>
                  <a:pt x="27373" y="68980"/>
                  <a:pt x="27373" y="76801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ubicBezTo>
                  <a:pt x="31440" y="40825"/>
                  <a:pt x="35663" y="37227"/>
                  <a:pt x="40356" y="34881"/>
                </a:cubicBezTo>
                <a:cubicBezTo>
                  <a:pt x="45048" y="32535"/>
                  <a:pt x="50210" y="31283"/>
                  <a:pt x="55841" y="31283"/>
                </a:cubicBezTo>
                <a:cubicBezTo>
                  <a:pt x="65695" y="31283"/>
                  <a:pt x="73203" y="34412"/>
                  <a:pt x="78365" y="40356"/>
                </a:cubicBezTo>
                <a:cubicBezTo>
                  <a:pt x="83370" y="46456"/>
                  <a:pt x="86030" y="55215"/>
                  <a:pt x="86030" y="66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70819-EED6-4130-852C-02FD5DE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36" y="5992373"/>
            <a:ext cx="66477" cy="118877"/>
          </a:xfrm>
          <a:custGeom xmlns:a="http://schemas.openxmlformats.org/drawingml/2006/main">
            <a:pathLst>
              <a:path w="66477" h="118877">
                <a:moveTo>
                  <a:pt x="66477" y="0"/>
                </a:moveTo>
                <a:lnTo>
                  <a:pt x="66477" y="17988"/>
                </a:lnTo>
                <a:lnTo>
                  <a:pt x="51305" y="17988"/>
                </a:lnTo>
                <a:cubicBezTo>
                  <a:pt x="47394" y="17988"/>
                  <a:pt x="44735" y="18770"/>
                  <a:pt x="43171" y="20178"/>
                </a:cubicBezTo>
                <a:cubicBezTo>
                  <a:pt x="41607" y="21586"/>
                  <a:pt x="40981" y="23932"/>
                  <a:pt x="40981" y="27373"/>
                </a:cubicBezTo>
                <a:lnTo>
                  <a:pt x="40981" y="33317"/>
                </a:lnTo>
                <a:lnTo>
                  <a:pt x="64288" y="33317"/>
                </a:lnTo>
                <a:lnTo>
                  <a:pt x="64288" y="52869"/>
                </a:lnTo>
                <a:lnTo>
                  <a:pt x="40981" y="52869"/>
                </a:lnTo>
                <a:lnTo>
                  <a:pt x="40981" y="118877"/>
                </a:lnTo>
                <a:lnTo>
                  <a:pt x="13608" y="118877"/>
                </a:lnTo>
                <a:lnTo>
                  <a:pt x="13608" y="52869"/>
                </a:lnTo>
                <a:lnTo>
                  <a:pt x="0" y="52869"/>
                </a:lnTo>
                <a:lnTo>
                  <a:pt x="0" y="33317"/>
                </a:lnTo>
                <a:lnTo>
                  <a:pt x="13608" y="33317"/>
                </a:lnTo>
                <a:lnTo>
                  <a:pt x="13608" y="27373"/>
                </a:lnTo>
                <a:cubicBezTo>
                  <a:pt x="13608" y="18144"/>
                  <a:pt x="16111" y="11262"/>
                  <a:pt x="21429" y="6726"/>
                </a:cubicBezTo>
                <a:cubicBezTo>
                  <a:pt x="26591" y="2346"/>
                  <a:pt x="34568" y="0"/>
                  <a:pt x="45517" y="0"/>
                </a:cubicBezTo>
                <a:lnTo>
                  <a:pt x="664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10F12-EC6E-40EF-B0A6-97CE657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70" y="4372225"/>
            <a:ext cx="94007" cy="89627"/>
          </a:xfrm>
          <a:custGeom xmlns:a="http://schemas.openxmlformats.org/drawingml/2006/main">
            <a:pathLst>
              <a:path w="94007" h="89627">
                <a:moveTo>
                  <a:pt x="47082" y="19552"/>
                </a:moveTo>
                <a:cubicBezTo>
                  <a:pt x="40981" y="19552"/>
                  <a:pt x="36289" y="21742"/>
                  <a:pt x="33160" y="26122"/>
                </a:cubicBezTo>
                <a:cubicBezTo>
                  <a:pt x="30032" y="30501"/>
                  <a:pt x="28468" y="36758"/>
                  <a:pt x="28468" y="44892"/>
                </a:cubicBezTo>
                <a:cubicBezTo>
                  <a:pt x="28468" y="53182"/>
                  <a:pt x="30032" y="59439"/>
                  <a:pt x="33160" y="63818"/>
                </a:cubicBezTo>
                <a:cubicBezTo>
                  <a:pt x="36289" y="68198"/>
                  <a:pt x="40981" y="70231"/>
                  <a:pt x="47082" y="70231"/>
                </a:cubicBezTo>
                <a:cubicBezTo>
                  <a:pt x="53025" y="70231"/>
                  <a:pt x="57562" y="68198"/>
                  <a:pt x="60690" y="63818"/>
                </a:cubicBezTo>
                <a:cubicBezTo>
                  <a:pt x="63818" y="59439"/>
                  <a:pt x="65539" y="53182"/>
                  <a:pt x="65539" y="44892"/>
                </a:cubicBezTo>
                <a:cubicBezTo>
                  <a:pt x="65539" y="36758"/>
                  <a:pt x="63818" y="30501"/>
                  <a:pt x="60690" y="26122"/>
                </a:cubicBezTo>
                <a:cubicBezTo>
                  <a:pt x="57562" y="21742"/>
                  <a:pt x="53025" y="19552"/>
                  <a:pt x="47082" y="19552"/>
                </a:cubicBezTo>
                <a:close/>
                <a:moveTo>
                  <a:pt x="47082" y="0"/>
                </a:moveTo>
                <a:cubicBezTo>
                  <a:pt x="61785" y="0"/>
                  <a:pt x="73203" y="4067"/>
                  <a:pt x="81493" y="11888"/>
                </a:cubicBezTo>
                <a:cubicBezTo>
                  <a:pt x="89784" y="19865"/>
                  <a:pt x="94007" y="30814"/>
                  <a:pt x="94007" y="44892"/>
                </a:cubicBezTo>
                <a:cubicBezTo>
                  <a:pt x="94007" y="58969"/>
                  <a:pt x="89784" y="70075"/>
                  <a:pt x="81493" y="77896"/>
                </a:cubicBezTo>
                <a:cubicBezTo>
                  <a:pt x="73203" y="85717"/>
                  <a:pt x="61785" y="89627"/>
                  <a:pt x="47082" y="89627"/>
                </a:cubicBezTo>
                <a:cubicBezTo>
                  <a:pt x="32378" y="89627"/>
                  <a:pt x="20804" y="85717"/>
                  <a:pt x="12513" y="77896"/>
                </a:cubicBezTo>
                <a:cubicBezTo>
                  <a:pt x="4067" y="70075"/>
                  <a:pt x="0" y="58969"/>
                  <a:pt x="0" y="44892"/>
                </a:cubicBezTo>
                <a:cubicBezTo>
                  <a:pt x="0" y="30814"/>
                  <a:pt x="4067" y="19865"/>
                  <a:pt x="12513" y="11888"/>
                </a:cubicBezTo>
                <a:cubicBezTo>
                  <a:pt x="20804" y="4067"/>
                  <a:pt x="32378" y="0"/>
                  <a:pt x="4708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4A01B-B74A-4685-960D-31D78EC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42" y="4372225"/>
            <a:ext cx="91817" cy="119972"/>
          </a:xfrm>
          <a:custGeom xmlns:a="http://schemas.openxmlformats.org/drawingml/2006/main">
            <a:pathLst>
              <a:path w="91817" h="119972">
                <a:moveTo>
                  <a:pt x="27373" y="75237"/>
                </a:moveTo>
                <a:lnTo>
                  <a:pt x="27373" y="119972"/>
                </a:lnTo>
                <a:lnTo>
                  <a:pt x="0" y="119972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127" y="9541"/>
                  <a:pt x="35194" y="5944"/>
                  <a:pt x="39886" y="3598"/>
                </a:cubicBezTo>
                <a:cubicBezTo>
                  <a:pt x="44423" y="1251"/>
                  <a:pt x="49741" y="0"/>
                  <a:pt x="55685" y="0"/>
                </a:cubicBezTo>
                <a:cubicBezTo>
                  <a:pt x="66165" y="0"/>
                  <a:pt x="74768" y="4223"/>
                  <a:pt x="81650" y="12670"/>
                </a:cubicBezTo>
                <a:cubicBezTo>
                  <a:pt x="88376" y="21116"/>
                  <a:pt x="91817" y="31909"/>
                  <a:pt x="91817" y="45048"/>
                </a:cubicBezTo>
                <a:cubicBezTo>
                  <a:pt x="91817" y="58187"/>
                  <a:pt x="88376" y="68980"/>
                  <a:pt x="81650" y="77270"/>
                </a:cubicBezTo>
                <a:cubicBezTo>
                  <a:pt x="74768" y="85560"/>
                  <a:pt x="66165" y="89627"/>
                  <a:pt x="55685" y="89627"/>
                </a:cubicBezTo>
                <a:cubicBezTo>
                  <a:pt x="49741" y="89627"/>
                  <a:pt x="44423" y="88376"/>
                  <a:pt x="39886" y="86186"/>
                </a:cubicBezTo>
                <a:cubicBezTo>
                  <a:pt x="35194" y="83996"/>
                  <a:pt x="31127" y="80242"/>
                  <a:pt x="27373" y="75237"/>
                </a:cubicBezTo>
                <a:close/>
                <a:moveTo>
                  <a:pt x="45517" y="19865"/>
                </a:moveTo>
                <a:cubicBezTo>
                  <a:pt x="39574" y="19865"/>
                  <a:pt x="35194" y="22055"/>
                  <a:pt x="32066" y="26278"/>
                </a:cubicBezTo>
                <a:cubicBezTo>
                  <a:pt x="28937" y="30658"/>
                  <a:pt x="27373" y="36758"/>
                  <a:pt x="27373" y="44892"/>
                </a:cubicBezTo>
                <a:cubicBezTo>
                  <a:pt x="27373" y="53025"/>
                  <a:pt x="28937" y="59282"/>
                  <a:pt x="32066" y="63505"/>
                </a:cubicBezTo>
                <a:cubicBezTo>
                  <a:pt x="35194" y="67885"/>
                  <a:pt x="39574" y="69919"/>
                  <a:pt x="45517" y="69919"/>
                </a:cubicBezTo>
                <a:cubicBezTo>
                  <a:pt x="51305" y="69919"/>
                  <a:pt x="55685" y="67885"/>
                  <a:pt x="58813" y="63505"/>
                </a:cubicBezTo>
                <a:cubicBezTo>
                  <a:pt x="61941" y="59282"/>
                  <a:pt x="63505" y="53025"/>
                  <a:pt x="63505" y="44892"/>
                </a:cubicBezTo>
                <a:cubicBezTo>
                  <a:pt x="63505" y="36758"/>
                  <a:pt x="61941" y="30658"/>
                  <a:pt x="58813" y="26278"/>
                </a:cubicBezTo>
                <a:cubicBezTo>
                  <a:pt x="55685" y="22055"/>
                  <a:pt x="51305" y="19865"/>
                  <a:pt x="45517" y="19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6CCDD-D3D2-4F6D-BF87-4982E2E5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31" y="4350013"/>
            <a:ext cx="69136" cy="109805"/>
          </a:xfrm>
          <a:custGeom xmlns:a="http://schemas.openxmlformats.org/drawingml/2006/main">
            <a:pathLst>
              <a:path w="69136" h="109805">
                <a:moveTo>
                  <a:pt x="40981" y="0"/>
                </a:moveTo>
                <a:lnTo>
                  <a:pt x="40981" y="24245"/>
                </a:lnTo>
                <a:lnTo>
                  <a:pt x="69136" y="24245"/>
                </a:lnTo>
                <a:lnTo>
                  <a:pt x="69136" y="43797"/>
                </a:lnTo>
                <a:lnTo>
                  <a:pt x="40981" y="43797"/>
                </a:lnTo>
                <a:lnTo>
                  <a:pt x="40981" y="80086"/>
                </a:lnTo>
                <a:cubicBezTo>
                  <a:pt x="40981" y="84153"/>
                  <a:pt x="41763" y="86812"/>
                  <a:pt x="43328" y="88219"/>
                </a:cubicBezTo>
                <a:cubicBezTo>
                  <a:pt x="44892" y="89627"/>
                  <a:pt x="48020" y="90253"/>
                  <a:pt x="52713" y="90253"/>
                </a:cubicBezTo>
                <a:lnTo>
                  <a:pt x="66790" y="90253"/>
                </a:lnTo>
                <a:lnTo>
                  <a:pt x="66790" y="109805"/>
                </a:lnTo>
                <a:lnTo>
                  <a:pt x="43328" y="109805"/>
                </a:lnTo>
                <a:cubicBezTo>
                  <a:pt x="32535" y="109805"/>
                  <a:pt x="24870" y="107615"/>
                  <a:pt x="20334" y="103079"/>
                </a:cubicBezTo>
                <a:cubicBezTo>
                  <a:pt x="15798" y="98699"/>
                  <a:pt x="13608" y="91035"/>
                  <a:pt x="13608" y="80086"/>
                </a:cubicBezTo>
                <a:lnTo>
                  <a:pt x="13608" y="43797"/>
                </a:lnTo>
                <a:lnTo>
                  <a:pt x="0" y="43797"/>
                </a:lnTo>
                <a:lnTo>
                  <a:pt x="0" y="24245"/>
                </a:lnTo>
                <a:lnTo>
                  <a:pt x="13608" y="24245"/>
                </a:lnTo>
                <a:lnTo>
                  <a:pt x="13608" y="0"/>
                </a:lnTo>
                <a:lnTo>
                  <a:pt x="409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35E70-6E61-4246-9F39-E76FD70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12" y="4403664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7CC0D-F445-4B29-ACBC-98DD2EA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76" y="4343913"/>
            <a:ext cx="90722" cy="117939"/>
          </a:xfrm>
          <a:custGeom xmlns:a="http://schemas.openxmlformats.org/drawingml/2006/main">
            <a:pathLst>
              <a:path w="90722" h="117939">
                <a:moveTo>
                  <a:pt x="46925" y="59595"/>
                </a:moveTo>
                <a:cubicBezTo>
                  <a:pt x="41763" y="59595"/>
                  <a:pt x="37853" y="61316"/>
                  <a:pt x="35350" y="64600"/>
                </a:cubicBezTo>
                <a:cubicBezTo>
                  <a:pt x="32691" y="68042"/>
                  <a:pt x="31440" y="73047"/>
                  <a:pt x="31440" y="79616"/>
                </a:cubicBezTo>
                <a:cubicBezTo>
                  <a:pt x="31440" y="86342"/>
                  <a:pt x="32691" y="91348"/>
                  <a:pt x="35350" y="94633"/>
                </a:cubicBezTo>
                <a:cubicBezTo>
                  <a:pt x="37853" y="98074"/>
                  <a:pt x="41763" y="99638"/>
                  <a:pt x="46925" y="99638"/>
                </a:cubicBezTo>
                <a:cubicBezTo>
                  <a:pt x="52087" y="99638"/>
                  <a:pt x="55997" y="98074"/>
                  <a:pt x="58500" y="94633"/>
                </a:cubicBezTo>
                <a:cubicBezTo>
                  <a:pt x="61003" y="91348"/>
                  <a:pt x="62411" y="86342"/>
                  <a:pt x="62411" y="79616"/>
                </a:cubicBezTo>
                <a:cubicBezTo>
                  <a:pt x="62411" y="73047"/>
                  <a:pt x="61003" y="68042"/>
                  <a:pt x="58500" y="64600"/>
                </a:cubicBezTo>
                <a:cubicBezTo>
                  <a:pt x="55997" y="61316"/>
                  <a:pt x="52087" y="59595"/>
                  <a:pt x="46925" y="59595"/>
                </a:cubicBezTo>
                <a:close/>
                <a:moveTo>
                  <a:pt x="83214" y="4849"/>
                </a:moveTo>
                <a:lnTo>
                  <a:pt x="83214" y="25965"/>
                </a:lnTo>
                <a:cubicBezTo>
                  <a:pt x="78365" y="23775"/>
                  <a:pt x="73829" y="22055"/>
                  <a:pt x="69606" y="20960"/>
                </a:cubicBezTo>
                <a:cubicBezTo>
                  <a:pt x="65226" y="19865"/>
                  <a:pt x="61159" y="19239"/>
                  <a:pt x="57092" y="19239"/>
                </a:cubicBezTo>
                <a:cubicBezTo>
                  <a:pt x="48333" y="19239"/>
                  <a:pt x="41451" y="21742"/>
                  <a:pt x="36602" y="26591"/>
                </a:cubicBezTo>
                <a:cubicBezTo>
                  <a:pt x="31596" y="31440"/>
                  <a:pt x="28781" y="38635"/>
                  <a:pt x="27999" y="48177"/>
                </a:cubicBezTo>
                <a:cubicBezTo>
                  <a:pt x="31283" y="45674"/>
                  <a:pt x="34881" y="43797"/>
                  <a:pt x="38948" y="42546"/>
                </a:cubicBezTo>
                <a:cubicBezTo>
                  <a:pt x="42858" y="41294"/>
                  <a:pt x="47082" y="40669"/>
                  <a:pt x="51774" y="40669"/>
                </a:cubicBezTo>
                <a:cubicBezTo>
                  <a:pt x="63349" y="40669"/>
                  <a:pt x="72734" y="44110"/>
                  <a:pt x="79929" y="50992"/>
                </a:cubicBezTo>
                <a:cubicBezTo>
                  <a:pt x="87124" y="57874"/>
                  <a:pt x="90722" y="66790"/>
                  <a:pt x="90722" y="77739"/>
                </a:cubicBezTo>
                <a:cubicBezTo>
                  <a:pt x="90722" y="89940"/>
                  <a:pt x="86655" y="99794"/>
                  <a:pt x="78678" y="106989"/>
                </a:cubicBezTo>
                <a:cubicBezTo>
                  <a:pt x="70701" y="114341"/>
                  <a:pt x="60064" y="117939"/>
                  <a:pt x="46612" y="117939"/>
                </a:cubicBezTo>
                <a:cubicBezTo>
                  <a:pt x="31753" y="117939"/>
                  <a:pt x="20334" y="113090"/>
                  <a:pt x="12201" y="103079"/>
                </a:cubicBezTo>
                <a:cubicBezTo>
                  <a:pt x="4067" y="93068"/>
                  <a:pt x="0" y="78991"/>
                  <a:pt x="0" y="60534"/>
                </a:cubicBezTo>
                <a:cubicBezTo>
                  <a:pt x="0" y="41763"/>
                  <a:pt x="4693" y="26904"/>
                  <a:pt x="14234" y="16111"/>
                </a:cubicBezTo>
                <a:cubicBezTo>
                  <a:pt x="23619" y="5475"/>
                  <a:pt x="36758" y="0"/>
                  <a:pt x="53338" y="0"/>
                </a:cubicBezTo>
                <a:cubicBezTo>
                  <a:pt x="58500" y="0"/>
                  <a:pt x="63505" y="469"/>
                  <a:pt x="68511" y="1251"/>
                </a:cubicBezTo>
                <a:cubicBezTo>
                  <a:pt x="73516" y="2033"/>
                  <a:pt x="78365" y="3285"/>
                  <a:pt x="83214" y="48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95186-F5C3-4114-956F-623EF6A4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99" y="4430255"/>
            <a:ext cx="27529" cy="29563"/>
          </a:xfrm>
          <a:custGeom xmlns:a="http://schemas.openxmlformats.org/drawingml/2006/main">
            <a:pathLst>
              <a:path w="27529" h="29563">
                <a:moveTo>
                  <a:pt x="0" y="0"/>
                </a:moveTo>
                <a:lnTo>
                  <a:pt x="27529" y="0"/>
                </a:lnTo>
                <a:lnTo>
                  <a:pt x="27529" y="29563"/>
                </a:lnTo>
                <a:lnTo>
                  <a:pt x="0" y="29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5A627-6835-46D7-A955-4293C81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63" y="4345790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19F59-8C71-4704-91FF-208B63DD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589" y="4340941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4CB75-DF5E-464B-B047-70B9F32E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95" y="5915594"/>
            <a:ext cx="97292" cy="85560"/>
          </a:xfrm>
          <a:custGeom xmlns:a="http://schemas.openxmlformats.org/drawingml/2006/main">
            <a:pathLst>
              <a:path w="97292" h="85560">
                <a:moveTo>
                  <a:pt x="0" y="0"/>
                </a:moveTo>
                <a:lnTo>
                  <a:pt x="27373" y="0"/>
                </a:lnTo>
                <a:lnTo>
                  <a:pt x="48646" y="59126"/>
                </a:lnTo>
                <a:lnTo>
                  <a:pt x="69919" y="0"/>
                </a:lnTo>
                <a:lnTo>
                  <a:pt x="97292" y="0"/>
                </a:lnTo>
                <a:lnTo>
                  <a:pt x="63662" y="85560"/>
                </a:lnTo>
                <a:lnTo>
                  <a:pt x="33630" y="855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EB4D0-CE75-4FC6-AF5E-D096428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72" y="5882277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33317"/>
                </a:moveTo>
                <a:lnTo>
                  <a:pt x="27373" y="33317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33317"/>
                </a:lnTo>
                <a:close/>
                <a:moveTo>
                  <a:pt x="0" y="0"/>
                </a:moveTo>
                <a:lnTo>
                  <a:pt x="27373" y="0"/>
                </a:lnTo>
                <a:lnTo>
                  <a:pt x="27373" y="22368"/>
                </a:lnTo>
                <a:lnTo>
                  <a:pt x="0" y="22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CC393-DF02-4A08-8993-8112A47E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10" y="5913561"/>
            <a:ext cx="75550" cy="89627"/>
          </a:xfrm>
          <a:custGeom xmlns:a="http://schemas.openxmlformats.org/drawingml/2006/main">
            <a:pathLst>
              <a:path w="75550" h="89627">
                <a:moveTo>
                  <a:pt x="75550" y="4693"/>
                </a:moveTo>
                <a:lnTo>
                  <a:pt x="75550" y="27060"/>
                </a:lnTo>
                <a:cubicBezTo>
                  <a:pt x="71796" y="24558"/>
                  <a:pt x="68042" y="22681"/>
                  <a:pt x="64288" y="21429"/>
                </a:cubicBezTo>
                <a:cubicBezTo>
                  <a:pt x="60534" y="20178"/>
                  <a:pt x="56623" y="19552"/>
                  <a:pt x="52713" y="19552"/>
                </a:cubicBezTo>
                <a:cubicBezTo>
                  <a:pt x="45048" y="19552"/>
                  <a:pt x="39104" y="21898"/>
                  <a:pt x="34881" y="26278"/>
                </a:cubicBezTo>
                <a:cubicBezTo>
                  <a:pt x="30501" y="30658"/>
                  <a:pt x="28468" y="36915"/>
                  <a:pt x="28468" y="44892"/>
                </a:cubicBezTo>
                <a:cubicBezTo>
                  <a:pt x="28468" y="53025"/>
                  <a:pt x="30501" y="59282"/>
                  <a:pt x="34881" y="63662"/>
                </a:cubicBezTo>
                <a:cubicBezTo>
                  <a:pt x="39104" y="68042"/>
                  <a:pt x="45048" y="70231"/>
                  <a:pt x="52713" y="70231"/>
                </a:cubicBezTo>
                <a:cubicBezTo>
                  <a:pt x="56936" y="70231"/>
                  <a:pt x="61003" y="69606"/>
                  <a:pt x="64913" y="68354"/>
                </a:cubicBezTo>
                <a:cubicBezTo>
                  <a:pt x="68667" y="67103"/>
                  <a:pt x="72265" y="65226"/>
                  <a:pt x="75550" y="62723"/>
                </a:cubicBezTo>
                <a:lnTo>
                  <a:pt x="75550" y="85091"/>
                </a:lnTo>
                <a:cubicBezTo>
                  <a:pt x="71170" y="86655"/>
                  <a:pt x="66790" y="87750"/>
                  <a:pt x="62411" y="88532"/>
                </a:cubicBezTo>
                <a:cubicBezTo>
                  <a:pt x="58031" y="89158"/>
                  <a:pt x="53651" y="89627"/>
                  <a:pt x="49271" y="89627"/>
                </a:cubicBezTo>
                <a:cubicBezTo>
                  <a:pt x="33786" y="89627"/>
                  <a:pt x="21742" y="85717"/>
                  <a:pt x="12983" y="77896"/>
                </a:cubicBezTo>
                <a:cubicBezTo>
                  <a:pt x="4223" y="70075"/>
                  <a:pt x="0" y="58969"/>
                  <a:pt x="0" y="44892"/>
                </a:cubicBezTo>
                <a:cubicBezTo>
                  <a:pt x="0" y="30814"/>
                  <a:pt x="4223" y="19865"/>
                  <a:pt x="12983" y="11888"/>
                </a:cubicBezTo>
                <a:cubicBezTo>
                  <a:pt x="21742" y="4067"/>
                  <a:pt x="33786" y="0"/>
                  <a:pt x="49271" y="0"/>
                </a:cubicBezTo>
                <a:cubicBezTo>
                  <a:pt x="53651" y="0"/>
                  <a:pt x="58031" y="469"/>
                  <a:pt x="62411" y="1251"/>
                </a:cubicBezTo>
                <a:cubicBezTo>
                  <a:pt x="66790" y="2033"/>
                  <a:pt x="71170" y="3128"/>
                  <a:pt x="75550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0458C-3441-4A59-81DD-CA10E42F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40" y="5915594"/>
            <a:ext cx="86030" cy="87594"/>
          </a:xfrm>
          <a:custGeom xmlns:a="http://schemas.openxmlformats.org/drawingml/2006/main">
            <a:pathLst>
              <a:path w="86030" h="87594">
                <a:moveTo>
                  <a:pt x="0" y="52243"/>
                </a:moveTo>
                <a:lnTo>
                  <a:pt x="0" y="0"/>
                </a:lnTo>
                <a:lnTo>
                  <a:pt x="27529" y="0"/>
                </a:lnTo>
                <a:lnTo>
                  <a:pt x="27529" y="8603"/>
                </a:lnTo>
                <a:cubicBezTo>
                  <a:pt x="27529" y="13295"/>
                  <a:pt x="27373" y="19083"/>
                  <a:pt x="27373" y="26122"/>
                </a:cubicBezTo>
                <a:cubicBezTo>
                  <a:pt x="27373" y="33160"/>
                  <a:pt x="27373" y="37853"/>
                  <a:pt x="27373" y="40043"/>
                </a:cubicBezTo>
                <a:cubicBezTo>
                  <a:pt x="27373" y="46925"/>
                  <a:pt x="27529" y="51931"/>
                  <a:pt x="27842" y="54902"/>
                </a:cubicBezTo>
                <a:cubicBezTo>
                  <a:pt x="28155" y="58031"/>
                  <a:pt x="28781" y="60221"/>
                  <a:pt x="29719" y="61472"/>
                </a:cubicBezTo>
                <a:cubicBezTo>
                  <a:pt x="30814" y="63349"/>
                  <a:pt x="32222" y="64757"/>
                  <a:pt x="34099" y="65695"/>
                </a:cubicBezTo>
                <a:cubicBezTo>
                  <a:pt x="35820" y="66634"/>
                  <a:pt x="37853" y="67103"/>
                  <a:pt x="40356" y="67103"/>
                </a:cubicBezTo>
                <a:cubicBezTo>
                  <a:pt x="45987" y="67103"/>
                  <a:pt x="50523" y="64913"/>
                  <a:pt x="53808" y="60534"/>
                </a:cubicBezTo>
                <a:cubicBezTo>
                  <a:pt x="56936" y="56154"/>
                  <a:pt x="58657" y="50054"/>
                  <a:pt x="58657" y="42233"/>
                </a:cubicBezTo>
                <a:lnTo>
                  <a:pt x="58657" y="0"/>
                </a:lnTo>
                <a:lnTo>
                  <a:pt x="86030" y="0"/>
                </a:lnTo>
                <a:lnTo>
                  <a:pt x="86030" y="85560"/>
                </a:lnTo>
                <a:lnTo>
                  <a:pt x="58657" y="85560"/>
                </a:lnTo>
                <a:lnTo>
                  <a:pt x="58657" y="73203"/>
                </a:lnTo>
                <a:cubicBezTo>
                  <a:pt x="54590" y="78209"/>
                  <a:pt x="50210" y="81963"/>
                  <a:pt x="45517" y="84153"/>
                </a:cubicBezTo>
                <a:cubicBezTo>
                  <a:pt x="40825" y="86342"/>
                  <a:pt x="35820" y="87594"/>
                  <a:pt x="30345" y="87594"/>
                </a:cubicBezTo>
                <a:cubicBezTo>
                  <a:pt x="20334" y="87594"/>
                  <a:pt x="12826" y="84622"/>
                  <a:pt x="7664" y="78678"/>
                </a:cubicBezTo>
                <a:cubicBezTo>
                  <a:pt x="2503" y="72734"/>
                  <a:pt x="0" y="63818"/>
                  <a:pt x="0" y="522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D3387-A0F5-425F-9FF4-3A4532A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8" y="5913561"/>
            <a:ext cx="86030" cy="87594"/>
          </a:xfrm>
          <a:custGeom xmlns:a="http://schemas.openxmlformats.org/drawingml/2006/main">
            <a:pathLst>
              <a:path w="86030" h="87594">
                <a:moveTo>
                  <a:pt x="86030" y="35507"/>
                </a:moveTo>
                <a:lnTo>
                  <a:pt x="86030" y="87594"/>
                </a:lnTo>
                <a:lnTo>
                  <a:pt x="58500" y="87594"/>
                </a:lnTo>
                <a:lnTo>
                  <a:pt x="58500" y="79147"/>
                </a:lnTo>
                <a:lnTo>
                  <a:pt x="58500" y="47707"/>
                </a:lnTo>
                <a:cubicBezTo>
                  <a:pt x="58500" y="40356"/>
                  <a:pt x="58344" y="35350"/>
                  <a:pt x="58031" y="32535"/>
                </a:cubicBezTo>
                <a:cubicBezTo>
                  <a:pt x="57718" y="29719"/>
                  <a:pt x="57092" y="27686"/>
                  <a:pt x="56310" y="26278"/>
                </a:cubicBezTo>
                <a:cubicBezTo>
                  <a:pt x="55215" y="24558"/>
                  <a:pt x="53808" y="23150"/>
                  <a:pt x="51931" y="22211"/>
                </a:cubicBezTo>
                <a:cubicBezTo>
                  <a:pt x="50054" y="21273"/>
                  <a:pt x="47864" y="20647"/>
                  <a:pt x="45674" y="20647"/>
                </a:cubicBezTo>
                <a:cubicBezTo>
                  <a:pt x="39886" y="20647"/>
                  <a:pt x="35350" y="22837"/>
                  <a:pt x="32222" y="27217"/>
                </a:cubicBezTo>
                <a:cubicBezTo>
                  <a:pt x="28937" y="31596"/>
                  <a:pt x="27373" y="37697"/>
                  <a:pt x="27373" y="45517"/>
                </a:cubicBezTo>
                <a:lnTo>
                  <a:pt x="27373" y="87594"/>
                </a:lnTo>
                <a:lnTo>
                  <a:pt x="0" y="87594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440" y="9541"/>
                  <a:pt x="35663" y="5944"/>
                  <a:pt x="40356" y="3598"/>
                </a:cubicBezTo>
                <a:cubicBezTo>
                  <a:pt x="45048" y="1251"/>
                  <a:pt x="50210" y="0"/>
                  <a:pt x="55841" y="0"/>
                </a:cubicBezTo>
                <a:cubicBezTo>
                  <a:pt x="65695" y="0"/>
                  <a:pt x="73203" y="3128"/>
                  <a:pt x="78365" y="9072"/>
                </a:cubicBezTo>
                <a:cubicBezTo>
                  <a:pt x="83370" y="15172"/>
                  <a:pt x="86030" y="23932"/>
                  <a:pt x="86030" y="355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66F74-B6B4-4035-951F-9772F31B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904" y="5913561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79F63-EA31-4ECB-9B21-0015DDD8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206" y="5945001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EFAC6-3E4B-46D9-AA96-5D8D78CC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48" y="5887126"/>
            <a:ext cx="80399" cy="114028"/>
          </a:xfrm>
          <a:custGeom xmlns:a="http://schemas.openxmlformats.org/drawingml/2006/main">
            <a:pathLst>
              <a:path w="80399" h="114028">
                <a:moveTo>
                  <a:pt x="626" y="93694"/>
                </a:moveTo>
                <a:lnTo>
                  <a:pt x="26591" y="93694"/>
                </a:lnTo>
                <a:lnTo>
                  <a:pt x="26591" y="20021"/>
                </a:lnTo>
                <a:lnTo>
                  <a:pt x="0" y="25496"/>
                </a:lnTo>
                <a:lnTo>
                  <a:pt x="0" y="5475"/>
                </a:lnTo>
                <a:lnTo>
                  <a:pt x="26435" y="0"/>
                </a:lnTo>
                <a:lnTo>
                  <a:pt x="54433" y="0"/>
                </a:lnTo>
                <a:lnTo>
                  <a:pt x="54433" y="93694"/>
                </a:lnTo>
                <a:lnTo>
                  <a:pt x="80399" y="93694"/>
                </a:lnTo>
                <a:lnTo>
                  <a:pt x="80399" y="114028"/>
                </a:lnTo>
                <a:lnTo>
                  <a:pt x="626" y="114028"/>
                </a:lnTo>
                <a:lnTo>
                  <a:pt x="626" y="93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2307F-98C3-4117-9454-AC1D630F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19" y="5885093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5FEAF-EEEC-4D3A-B5C4-4670004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545" y="5882277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47667-D419-4E3C-A02C-9283D54D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847" y="5945001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8064B-B7E3-45FD-A6B1-06D9E6B0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660" y="5915594"/>
            <a:ext cx="97292" cy="85560"/>
          </a:xfrm>
          <a:custGeom xmlns:a="http://schemas.openxmlformats.org/drawingml/2006/main">
            <a:pathLst>
              <a:path w="97292" h="85560">
                <a:moveTo>
                  <a:pt x="0" y="0"/>
                </a:moveTo>
                <a:lnTo>
                  <a:pt x="27373" y="0"/>
                </a:lnTo>
                <a:lnTo>
                  <a:pt x="48646" y="59126"/>
                </a:lnTo>
                <a:lnTo>
                  <a:pt x="69919" y="0"/>
                </a:lnTo>
                <a:lnTo>
                  <a:pt x="97292" y="0"/>
                </a:lnTo>
                <a:lnTo>
                  <a:pt x="63662" y="85560"/>
                </a:lnTo>
                <a:lnTo>
                  <a:pt x="33630" y="855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976E4-B45A-47B3-AAC3-4C43A2D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73" y="5887126"/>
            <a:ext cx="80399" cy="114028"/>
          </a:xfrm>
          <a:custGeom xmlns:a="http://schemas.openxmlformats.org/drawingml/2006/main">
            <a:pathLst>
              <a:path w="80399" h="114028">
                <a:moveTo>
                  <a:pt x="626" y="93694"/>
                </a:moveTo>
                <a:lnTo>
                  <a:pt x="26591" y="93694"/>
                </a:lnTo>
                <a:lnTo>
                  <a:pt x="26591" y="20021"/>
                </a:lnTo>
                <a:lnTo>
                  <a:pt x="0" y="25496"/>
                </a:lnTo>
                <a:lnTo>
                  <a:pt x="0" y="5475"/>
                </a:lnTo>
                <a:lnTo>
                  <a:pt x="26435" y="0"/>
                </a:lnTo>
                <a:lnTo>
                  <a:pt x="54433" y="0"/>
                </a:lnTo>
                <a:lnTo>
                  <a:pt x="54433" y="93694"/>
                </a:lnTo>
                <a:lnTo>
                  <a:pt x="80399" y="93694"/>
                </a:lnTo>
                <a:lnTo>
                  <a:pt x="80399" y="114028"/>
                </a:lnTo>
                <a:lnTo>
                  <a:pt x="626" y="114028"/>
                </a:lnTo>
                <a:lnTo>
                  <a:pt x="626" y="93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EA908-E5DE-48DB-9B26-03F2C508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119" y="5971592"/>
            <a:ext cx="27529" cy="29563"/>
          </a:xfrm>
          <a:custGeom xmlns:a="http://schemas.openxmlformats.org/drawingml/2006/main">
            <a:pathLst>
              <a:path w="27529" h="29563">
                <a:moveTo>
                  <a:pt x="0" y="0"/>
                </a:moveTo>
                <a:lnTo>
                  <a:pt x="27529" y="0"/>
                </a:lnTo>
                <a:lnTo>
                  <a:pt x="27529" y="29563"/>
                </a:lnTo>
                <a:lnTo>
                  <a:pt x="0" y="295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F4651-CB9B-43B1-8C64-E7F25AA2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083" y="5885093"/>
            <a:ext cx="85873" cy="118095"/>
          </a:xfrm>
          <a:custGeom xmlns:a="http://schemas.openxmlformats.org/drawingml/2006/main">
            <a:pathLst>
              <a:path w="85873" h="118095">
                <a:moveTo>
                  <a:pt x="62411" y="54590"/>
                </a:moveTo>
                <a:cubicBezTo>
                  <a:pt x="70075" y="56623"/>
                  <a:pt x="75862" y="60064"/>
                  <a:pt x="79929" y="64913"/>
                </a:cubicBezTo>
                <a:cubicBezTo>
                  <a:pt x="83840" y="69919"/>
                  <a:pt x="85873" y="76175"/>
                  <a:pt x="85873" y="83683"/>
                </a:cubicBezTo>
                <a:cubicBezTo>
                  <a:pt x="85873" y="94945"/>
                  <a:pt x="81493" y="103548"/>
                  <a:pt x="72890" y="109336"/>
                </a:cubicBezTo>
                <a:cubicBezTo>
                  <a:pt x="64131" y="115280"/>
                  <a:pt x="51618" y="118095"/>
                  <a:pt x="35037" y="118095"/>
                </a:cubicBezTo>
                <a:cubicBezTo>
                  <a:pt x="29094" y="118095"/>
                  <a:pt x="23306" y="117626"/>
                  <a:pt x="17362" y="116687"/>
                </a:cubicBezTo>
                <a:cubicBezTo>
                  <a:pt x="11418" y="115905"/>
                  <a:pt x="5631" y="114498"/>
                  <a:pt x="0" y="112621"/>
                </a:cubicBezTo>
                <a:lnTo>
                  <a:pt x="0" y="89940"/>
                </a:lnTo>
                <a:cubicBezTo>
                  <a:pt x="5475" y="92756"/>
                  <a:pt x="10949" y="94789"/>
                  <a:pt x="16424" y="96197"/>
                </a:cubicBezTo>
                <a:cubicBezTo>
                  <a:pt x="21742" y="97604"/>
                  <a:pt x="27060" y="98230"/>
                  <a:pt x="32378" y="98230"/>
                </a:cubicBezTo>
                <a:cubicBezTo>
                  <a:pt x="40199" y="98230"/>
                  <a:pt x="46143" y="96979"/>
                  <a:pt x="50210" y="94163"/>
                </a:cubicBezTo>
                <a:cubicBezTo>
                  <a:pt x="54277" y="91504"/>
                  <a:pt x="56467" y="87594"/>
                  <a:pt x="56467" y="82588"/>
                </a:cubicBezTo>
                <a:cubicBezTo>
                  <a:pt x="56467" y="77427"/>
                  <a:pt x="54277" y="73516"/>
                  <a:pt x="50054" y="70857"/>
                </a:cubicBezTo>
                <a:cubicBezTo>
                  <a:pt x="45830" y="68198"/>
                  <a:pt x="39574" y="66790"/>
                  <a:pt x="31283" y="66790"/>
                </a:cubicBezTo>
                <a:lnTo>
                  <a:pt x="19552" y="66790"/>
                </a:lnTo>
                <a:lnTo>
                  <a:pt x="19552" y="47864"/>
                </a:lnTo>
                <a:lnTo>
                  <a:pt x="31909" y="47864"/>
                </a:lnTo>
                <a:cubicBezTo>
                  <a:pt x="39261" y="47864"/>
                  <a:pt x="44735" y="46769"/>
                  <a:pt x="48333" y="44423"/>
                </a:cubicBezTo>
                <a:cubicBezTo>
                  <a:pt x="51931" y="42233"/>
                  <a:pt x="53808" y="38635"/>
                  <a:pt x="53808" y="33786"/>
                </a:cubicBezTo>
                <a:cubicBezTo>
                  <a:pt x="53808" y="29406"/>
                  <a:pt x="51931" y="26122"/>
                  <a:pt x="48489" y="23619"/>
                </a:cubicBezTo>
                <a:cubicBezTo>
                  <a:pt x="45048" y="21273"/>
                  <a:pt x="40043" y="20021"/>
                  <a:pt x="33630" y="20021"/>
                </a:cubicBezTo>
                <a:cubicBezTo>
                  <a:pt x="28937" y="20021"/>
                  <a:pt x="24088" y="20647"/>
                  <a:pt x="19239" y="21742"/>
                </a:cubicBezTo>
                <a:cubicBezTo>
                  <a:pt x="14390" y="22837"/>
                  <a:pt x="9541" y="24401"/>
                  <a:pt x="4849" y="26435"/>
                </a:cubicBezTo>
                <a:lnTo>
                  <a:pt x="4849" y="4849"/>
                </a:lnTo>
                <a:cubicBezTo>
                  <a:pt x="10636" y="3285"/>
                  <a:pt x="16424" y="2033"/>
                  <a:pt x="22055" y="1251"/>
                </a:cubicBezTo>
                <a:cubicBezTo>
                  <a:pt x="27686" y="469"/>
                  <a:pt x="33317" y="0"/>
                  <a:pt x="38948" y="0"/>
                </a:cubicBezTo>
                <a:cubicBezTo>
                  <a:pt x="53651" y="0"/>
                  <a:pt x="64757" y="2503"/>
                  <a:pt x="72108" y="7352"/>
                </a:cubicBezTo>
                <a:cubicBezTo>
                  <a:pt x="79460" y="12201"/>
                  <a:pt x="83214" y="19552"/>
                  <a:pt x="83214" y="29250"/>
                </a:cubicBezTo>
                <a:cubicBezTo>
                  <a:pt x="83214" y="35976"/>
                  <a:pt x="81337" y="41451"/>
                  <a:pt x="77896" y="45674"/>
                </a:cubicBezTo>
                <a:cubicBezTo>
                  <a:pt x="74455" y="49897"/>
                  <a:pt x="69293" y="52869"/>
                  <a:pt x="62411" y="54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E9289-FFE5-47C0-BAAF-FDCF317F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93" y="4636454"/>
            <a:ext cx="137647" cy="87594"/>
          </a:xfrm>
          <a:custGeom xmlns:a="http://schemas.openxmlformats.org/drawingml/2006/main">
            <a:pathLst>
              <a:path w="137647" h="87594">
                <a:moveTo>
                  <a:pt x="79460" y="16267"/>
                </a:moveTo>
                <a:cubicBezTo>
                  <a:pt x="82901" y="10949"/>
                  <a:pt x="86968" y="7039"/>
                  <a:pt x="91661" y="4223"/>
                </a:cubicBezTo>
                <a:cubicBezTo>
                  <a:pt x="96353" y="1408"/>
                  <a:pt x="101671" y="0"/>
                  <a:pt x="107459" y="0"/>
                </a:cubicBezTo>
                <a:cubicBezTo>
                  <a:pt x="117157" y="0"/>
                  <a:pt x="124665" y="3128"/>
                  <a:pt x="129826" y="9072"/>
                </a:cubicBezTo>
                <a:cubicBezTo>
                  <a:pt x="134988" y="15172"/>
                  <a:pt x="137647" y="23932"/>
                  <a:pt x="137647" y="35507"/>
                </a:cubicBezTo>
                <a:lnTo>
                  <a:pt x="137647" y="87594"/>
                </a:lnTo>
                <a:lnTo>
                  <a:pt x="110118" y="87594"/>
                </a:lnTo>
                <a:lnTo>
                  <a:pt x="110118" y="43015"/>
                </a:lnTo>
                <a:cubicBezTo>
                  <a:pt x="110118" y="42389"/>
                  <a:pt x="110274" y="41607"/>
                  <a:pt x="110274" y="40981"/>
                </a:cubicBezTo>
                <a:cubicBezTo>
                  <a:pt x="110274" y="40356"/>
                  <a:pt x="110274" y="39261"/>
                  <a:pt x="110274" y="37853"/>
                </a:cubicBezTo>
                <a:cubicBezTo>
                  <a:pt x="110274" y="31909"/>
                  <a:pt x="109336" y="27529"/>
                  <a:pt x="107615" y="24714"/>
                </a:cubicBezTo>
                <a:cubicBezTo>
                  <a:pt x="105738" y="22055"/>
                  <a:pt x="102923" y="20647"/>
                  <a:pt x="99012" y="20647"/>
                </a:cubicBezTo>
                <a:cubicBezTo>
                  <a:pt x="93694" y="20647"/>
                  <a:pt x="89784" y="22837"/>
                  <a:pt x="86968" y="27060"/>
                </a:cubicBezTo>
                <a:cubicBezTo>
                  <a:pt x="84153" y="31440"/>
                  <a:pt x="82588" y="37540"/>
                  <a:pt x="82588" y="45517"/>
                </a:cubicBezTo>
                <a:lnTo>
                  <a:pt x="82588" y="87594"/>
                </a:lnTo>
                <a:lnTo>
                  <a:pt x="55059" y="87594"/>
                </a:lnTo>
                <a:lnTo>
                  <a:pt x="55059" y="43015"/>
                </a:lnTo>
                <a:cubicBezTo>
                  <a:pt x="55059" y="33630"/>
                  <a:pt x="54120" y="27529"/>
                  <a:pt x="52556" y="24714"/>
                </a:cubicBezTo>
                <a:cubicBezTo>
                  <a:pt x="50992" y="22055"/>
                  <a:pt x="48020" y="20647"/>
                  <a:pt x="43953" y="20647"/>
                </a:cubicBezTo>
                <a:cubicBezTo>
                  <a:pt x="38635" y="20647"/>
                  <a:pt x="34568" y="22837"/>
                  <a:pt x="31753" y="27060"/>
                </a:cubicBezTo>
                <a:cubicBezTo>
                  <a:pt x="28937" y="31440"/>
                  <a:pt x="27529" y="37540"/>
                  <a:pt x="27529" y="45517"/>
                </a:cubicBezTo>
                <a:lnTo>
                  <a:pt x="27529" y="87594"/>
                </a:lnTo>
                <a:lnTo>
                  <a:pt x="0" y="87594"/>
                </a:lnTo>
                <a:lnTo>
                  <a:pt x="0" y="2033"/>
                </a:lnTo>
                <a:lnTo>
                  <a:pt x="27529" y="2033"/>
                </a:lnTo>
                <a:lnTo>
                  <a:pt x="27529" y="14547"/>
                </a:lnTo>
                <a:cubicBezTo>
                  <a:pt x="30814" y="9854"/>
                  <a:pt x="34725" y="6257"/>
                  <a:pt x="39104" y="3754"/>
                </a:cubicBezTo>
                <a:cubicBezTo>
                  <a:pt x="43484" y="1251"/>
                  <a:pt x="48177" y="0"/>
                  <a:pt x="53495" y="0"/>
                </a:cubicBezTo>
                <a:cubicBezTo>
                  <a:pt x="59282" y="0"/>
                  <a:pt x="64444" y="1564"/>
                  <a:pt x="68980" y="4380"/>
                </a:cubicBezTo>
                <a:cubicBezTo>
                  <a:pt x="73516" y="7195"/>
                  <a:pt x="76957" y="11262"/>
                  <a:pt x="79460" y="162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67CD0-9A79-440B-8769-A79269D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23" y="4636454"/>
            <a:ext cx="91817" cy="89627"/>
          </a:xfrm>
          <a:custGeom xmlns:a="http://schemas.openxmlformats.org/drawingml/2006/main">
            <a:pathLst>
              <a:path w="91817" h="89627">
                <a:moveTo>
                  <a:pt x="91817" y="44579"/>
                </a:moveTo>
                <a:lnTo>
                  <a:pt x="91817" y="52400"/>
                </a:lnTo>
                <a:lnTo>
                  <a:pt x="27842" y="52400"/>
                </a:lnTo>
                <a:cubicBezTo>
                  <a:pt x="28468" y="58813"/>
                  <a:pt x="30814" y="63662"/>
                  <a:pt x="34881" y="66790"/>
                </a:cubicBezTo>
                <a:cubicBezTo>
                  <a:pt x="38792" y="70075"/>
                  <a:pt x="44266" y="71639"/>
                  <a:pt x="51461" y="71639"/>
                </a:cubicBezTo>
                <a:cubicBezTo>
                  <a:pt x="57092" y="71639"/>
                  <a:pt x="63036" y="70857"/>
                  <a:pt x="69136" y="69136"/>
                </a:cubicBezTo>
                <a:cubicBezTo>
                  <a:pt x="75080" y="67416"/>
                  <a:pt x="81337" y="64757"/>
                  <a:pt x="87750" y="61316"/>
                </a:cubicBezTo>
                <a:lnTo>
                  <a:pt x="87750" y="82432"/>
                </a:lnTo>
                <a:cubicBezTo>
                  <a:pt x="81181" y="84935"/>
                  <a:pt x="74768" y="86655"/>
                  <a:pt x="68354" y="87750"/>
                </a:cubicBezTo>
                <a:cubicBezTo>
                  <a:pt x="61785" y="89001"/>
                  <a:pt x="55372" y="89627"/>
                  <a:pt x="48959" y="89627"/>
                </a:cubicBezTo>
                <a:cubicBezTo>
                  <a:pt x="33473" y="89627"/>
                  <a:pt x="21429" y="85717"/>
                  <a:pt x="12826" y="77896"/>
                </a:cubicBezTo>
                <a:cubicBezTo>
                  <a:pt x="4223" y="70075"/>
                  <a:pt x="0" y="59126"/>
                  <a:pt x="0" y="44892"/>
                </a:cubicBezTo>
                <a:cubicBezTo>
                  <a:pt x="0" y="30971"/>
                  <a:pt x="4223" y="20021"/>
                  <a:pt x="12670" y="12044"/>
                </a:cubicBezTo>
                <a:cubicBezTo>
                  <a:pt x="21116" y="4067"/>
                  <a:pt x="32691" y="0"/>
                  <a:pt x="47394" y="0"/>
                </a:cubicBezTo>
                <a:cubicBezTo>
                  <a:pt x="60846" y="0"/>
                  <a:pt x="71483" y="4067"/>
                  <a:pt x="79616" y="12201"/>
                </a:cubicBezTo>
                <a:cubicBezTo>
                  <a:pt x="87750" y="20334"/>
                  <a:pt x="91817" y="31127"/>
                  <a:pt x="91817" y="44579"/>
                </a:cubicBezTo>
                <a:close/>
                <a:moveTo>
                  <a:pt x="63662" y="35507"/>
                </a:moveTo>
                <a:cubicBezTo>
                  <a:pt x="63662" y="30345"/>
                  <a:pt x="62098" y="26122"/>
                  <a:pt x="59126" y="22993"/>
                </a:cubicBezTo>
                <a:cubicBezTo>
                  <a:pt x="55997" y="19865"/>
                  <a:pt x="52087" y="18144"/>
                  <a:pt x="47238" y="18144"/>
                </a:cubicBezTo>
                <a:cubicBezTo>
                  <a:pt x="41920" y="18144"/>
                  <a:pt x="37540" y="19709"/>
                  <a:pt x="34255" y="22681"/>
                </a:cubicBezTo>
                <a:cubicBezTo>
                  <a:pt x="30971" y="25652"/>
                  <a:pt x="28937" y="29876"/>
                  <a:pt x="28155" y="35507"/>
                </a:cubicBezTo>
                <a:lnTo>
                  <a:pt x="63662" y="355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8EF5C-7B5D-42C2-8047-1DCCDFA4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87" y="4605170"/>
            <a:ext cx="91817" cy="120911"/>
          </a:xfrm>
          <a:custGeom xmlns:a="http://schemas.openxmlformats.org/drawingml/2006/main">
            <a:pathLst>
              <a:path w="91817" h="120911">
                <a:moveTo>
                  <a:pt x="64288" y="45830"/>
                </a:moveTo>
                <a:lnTo>
                  <a:pt x="64288" y="0"/>
                </a:lnTo>
                <a:lnTo>
                  <a:pt x="91817" y="0"/>
                </a:lnTo>
                <a:lnTo>
                  <a:pt x="91817" y="118877"/>
                </a:lnTo>
                <a:lnTo>
                  <a:pt x="64288" y="118877"/>
                </a:lnTo>
                <a:lnTo>
                  <a:pt x="64288" y="106520"/>
                </a:lnTo>
                <a:cubicBezTo>
                  <a:pt x="60534" y="111526"/>
                  <a:pt x="56310" y="115280"/>
                  <a:pt x="51774" y="117469"/>
                </a:cubicBezTo>
                <a:cubicBezTo>
                  <a:pt x="47238" y="119659"/>
                  <a:pt x="42076" y="120911"/>
                  <a:pt x="36132" y="120911"/>
                </a:cubicBezTo>
                <a:cubicBezTo>
                  <a:pt x="25496" y="120911"/>
                  <a:pt x="16893" y="116844"/>
                  <a:pt x="10167" y="108554"/>
                </a:cubicBezTo>
                <a:cubicBezTo>
                  <a:pt x="3285" y="100264"/>
                  <a:pt x="0" y="89471"/>
                  <a:pt x="0" y="76332"/>
                </a:cubicBezTo>
                <a:cubicBezTo>
                  <a:pt x="0" y="63193"/>
                  <a:pt x="3285" y="52400"/>
                  <a:pt x="10167" y="43953"/>
                </a:cubicBezTo>
                <a:cubicBezTo>
                  <a:pt x="16893" y="35507"/>
                  <a:pt x="25496" y="31283"/>
                  <a:pt x="36132" y="31283"/>
                </a:cubicBezTo>
                <a:cubicBezTo>
                  <a:pt x="42076" y="31283"/>
                  <a:pt x="47238" y="32535"/>
                  <a:pt x="51774" y="34881"/>
                </a:cubicBezTo>
                <a:cubicBezTo>
                  <a:pt x="56310" y="37227"/>
                  <a:pt x="60534" y="40825"/>
                  <a:pt x="64288" y="45830"/>
                </a:cubicBezTo>
                <a:close/>
                <a:moveTo>
                  <a:pt x="46300" y="101202"/>
                </a:moveTo>
                <a:cubicBezTo>
                  <a:pt x="52087" y="101202"/>
                  <a:pt x="56467" y="99169"/>
                  <a:pt x="59595" y="94789"/>
                </a:cubicBezTo>
                <a:cubicBezTo>
                  <a:pt x="62723" y="90566"/>
                  <a:pt x="64288" y="84309"/>
                  <a:pt x="64288" y="76175"/>
                </a:cubicBezTo>
                <a:cubicBezTo>
                  <a:pt x="64288" y="68042"/>
                  <a:pt x="62723" y="61941"/>
                  <a:pt x="59595" y="57562"/>
                </a:cubicBezTo>
                <a:cubicBezTo>
                  <a:pt x="56467" y="53338"/>
                  <a:pt x="52087" y="51148"/>
                  <a:pt x="46300" y="51148"/>
                </a:cubicBezTo>
                <a:cubicBezTo>
                  <a:pt x="40356" y="51148"/>
                  <a:pt x="35976" y="53338"/>
                  <a:pt x="32848" y="57562"/>
                </a:cubicBezTo>
                <a:cubicBezTo>
                  <a:pt x="29719" y="61941"/>
                  <a:pt x="28312" y="68042"/>
                  <a:pt x="28312" y="76175"/>
                </a:cubicBezTo>
                <a:cubicBezTo>
                  <a:pt x="28312" y="84309"/>
                  <a:pt x="29719" y="90566"/>
                  <a:pt x="32848" y="94789"/>
                </a:cubicBezTo>
                <a:cubicBezTo>
                  <a:pt x="35976" y="99169"/>
                  <a:pt x="40356" y="101202"/>
                  <a:pt x="46300" y="1012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2C2DD-B562-49C3-BFBD-7135C08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69" y="4636454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A152B-7B3A-4CED-92A3-C731FCF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63" y="4605170"/>
            <a:ext cx="27373" cy="118877"/>
          </a:xfrm>
          <a:custGeom xmlns:a="http://schemas.openxmlformats.org/drawingml/2006/main">
            <a:pathLst>
              <a:path w="27373" h="118877">
                <a:moveTo>
                  <a:pt x="0" y="0"/>
                </a:moveTo>
                <a:lnTo>
                  <a:pt x="27373" y="0"/>
                </a:ln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BF661-98B3-422C-A14A-0E98956C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5" y="4636454"/>
            <a:ext cx="91817" cy="119972"/>
          </a:xfrm>
          <a:custGeom xmlns:a="http://schemas.openxmlformats.org/drawingml/2006/main">
            <a:pathLst>
              <a:path w="91817" h="119972">
                <a:moveTo>
                  <a:pt x="27373" y="75237"/>
                </a:moveTo>
                <a:lnTo>
                  <a:pt x="27373" y="119972"/>
                </a:lnTo>
                <a:lnTo>
                  <a:pt x="0" y="119972"/>
                </a:lnTo>
                <a:lnTo>
                  <a:pt x="0" y="2033"/>
                </a:lnTo>
                <a:lnTo>
                  <a:pt x="27373" y="2033"/>
                </a:lnTo>
                <a:lnTo>
                  <a:pt x="27373" y="14547"/>
                </a:lnTo>
                <a:cubicBezTo>
                  <a:pt x="31127" y="9541"/>
                  <a:pt x="35194" y="5944"/>
                  <a:pt x="39886" y="3598"/>
                </a:cubicBezTo>
                <a:cubicBezTo>
                  <a:pt x="44423" y="1251"/>
                  <a:pt x="49741" y="0"/>
                  <a:pt x="55685" y="0"/>
                </a:cubicBezTo>
                <a:cubicBezTo>
                  <a:pt x="66165" y="0"/>
                  <a:pt x="74768" y="4223"/>
                  <a:pt x="81650" y="12670"/>
                </a:cubicBezTo>
                <a:cubicBezTo>
                  <a:pt x="88376" y="21116"/>
                  <a:pt x="91817" y="31909"/>
                  <a:pt x="91817" y="45048"/>
                </a:cubicBezTo>
                <a:cubicBezTo>
                  <a:pt x="91817" y="58187"/>
                  <a:pt x="88376" y="68980"/>
                  <a:pt x="81650" y="77270"/>
                </a:cubicBezTo>
                <a:cubicBezTo>
                  <a:pt x="74768" y="85560"/>
                  <a:pt x="66165" y="89627"/>
                  <a:pt x="55685" y="89627"/>
                </a:cubicBezTo>
                <a:cubicBezTo>
                  <a:pt x="49741" y="89627"/>
                  <a:pt x="44423" y="88376"/>
                  <a:pt x="39886" y="86186"/>
                </a:cubicBezTo>
                <a:cubicBezTo>
                  <a:pt x="35194" y="83996"/>
                  <a:pt x="31127" y="80242"/>
                  <a:pt x="27373" y="75237"/>
                </a:cubicBezTo>
                <a:close/>
                <a:moveTo>
                  <a:pt x="45517" y="19865"/>
                </a:moveTo>
                <a:cubicBezTo>
                  <a:pt x="39574" y="19865"/>
                  <a:pt x="35194" y="22055"/>
                  <a:pt x="32066" y="26278"/>
                </a:cubicBezTo>
                <a:cubicBezTo>
                  <a:pt x="28937" y="30658"/>
                  <a:pt x="27373" y="36758"/>
                  <a:pt x="27373" y="44892"/>
                </a:cubicBezTo>
                <a:cubicBezTo>
                  <a:pt x="27373" y="53025"/>
                  <a:pt x="28937" y="59282"/>
                  <a:pt x="32066" y="63505"/>
                </a:cubicBezTo>
                <a:cubicBezTo>
                  <a:pt x="35194" y="67885"/>
                  <a:pt x="39574" y="69919"/>
                  <a:pt x="45517" y="69919"/>
                </a:cubicBezTo>
                <a:cubicBezTo>
                  <a:pt x="51305" y="69919"/>
                  <a:pt x="55685" y="67885"/>
                  <a:pt x="58813" y="63505"/>
                </a:cubicBezTo>
                <a:cubicBezTo>
                  <a:pt x="61941" y="59282"/>
                  <a:pt x="63505" y="53025"/>
                  <a:pt x="63505" y="44892"/>
                </a:cubicBezTo>
                <a:cubicBezTo>
                  <a:pt x="63505" y="36758"/>
                  <a:pt x="61941" y="30658"/>
                  <a:pt x="58813" y="26278"/>
                </a:cubicBezTo>
                <a:cubicBezTo>
                  <a:pt x="55685" y="22055"/>
                  <a:pt x="51305" y="19865"/>
                  <a:pt x="45517" y="19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81332-1A33-405E-88BC-93D7F2EA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96" y="4636454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ACA3A-4073-4447-BE93-5D9E6A1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378" y="4636454"/>
            <a:ext cx="75550" cy="89627"/>
          </a:xfrm>
          <a:custGeom xmlns:a="http://schemas.openxmlformats.org/drawingml/2006/main">
            <a:pathLst>
              <a:path w="75550" h="89627">
                <a:moveTo>
                  <a:pt x="75550" y="4693"/>
                </a:moveTo>
                <a:lnTo>
                  <a:pt x="75550" y="27060"/>
                </a:lnTo>
                <a:cubicBezTo>
                  <a:pt x="71796" y="24558"/>
                  <a:pt x="68042" y="22681"/>
                  <a:pt x="64288" y="21429"/>
                </a:cubicBezTo>
                <a:cubicBezTo>
                  <a:pt x="60534" y="20178"/>
                  <a:pt x="56623" y="19552"/>
                  <a:pt x="52713" y="19552"/>
                </a:cubicBezTo>
                <a:cubicBezTo>
                  <a:pt x="45048" y="19552"/>
                  <a:pt x="39104" y="21898"/>
                  <a:pt x="34881" y="26278"/>
                </a:cubicBezTo>
                <a:cubicBezTo>
                  <a:pt x="30501" y="30658"/>
                  <a:pt x="28468" y="36915"/>
                  <a:pt x="28468" y="44892"/>
                </a:cubicBezTo>
                <a:cubicBezTo>
                  <a:pt x="28468" y="53025"/>
                  <a:pt x="30501" y="59282"/>
                  <a:pt x="34881" y="63662"/>
                </a:cubicBezTo>
                <a:cubicBezTo>
                  <a:pt x="39104" y="68042"/>
                  <a:pt x="45048" y="70231"/>
                  <a:pt x="52713" y="70231"/>
                </a:cubicBezTo>
                <a:cubicBezTo>
                  <a:pt x="56936" y="70231"/>
                  <a:pt x="61003" y="69606"/>
                  <a:pt x="64913" y="68354"/>
                </a:cubicBezTo>
                <a:cubicBezTo>
                  <a:pt x="68667" y="67103"/>
                  <a:pt x="72265" y="65226"/>
                  <a:pt x="75550" y="62723"/>
                </a:cubicBezTo>
                <a:lnTo>
                  <a:pt x="75550" y="85091"/>
                </a:lnTo>
                <a:cubicBezTo>
                  <a:pt x="71170" y="86655"/>
                  <a:pt x="66790" y="87750"/>
                  <a:pt x="62411" y="88532"/>
                </a:cubicBezTo>
                <a:cubicBezTo>
                  <a:pt x="58031" y="89158"/>
                  <a:pt x="53651" y="89627"/>
                  <a:pt x="49271" y="89627"/>
                </a:cubicBezTo>
                <a:cubicBezTo>
                  <a:pt x="33786" y="89627"/>
                  <a:pt x="21742" y="85717"/>
                  <a:pt x="12983" y="77896"/>
                </a:cubicBezTo>
                <a:cubicBezTo>
                  <a:pt x="4223" y="70075"/>
                  <a:pt x="0" y="58969"/>
                  <a:pt x="0" y="44892"/>
                </a:cubicBezTo>
                <a:cubicBezTo>
                  <a:pt x="0" y="30814"/>
                  <a:pt x="4223" y="19865"/>
                  <a:pt x="12983" y="11888"/>
                </a:cubicBezTo>
                <a:cubicBezTo>
                  <a:pt x="21742" y="4067"/>
                  <a:pt x="33786" y="0"/>
                  <a:pt x="49271" y="0"/>
                </a:cubicBezTo>
                <a:cubicBezTo>
                  <a:pt x="53651" y="0"/>
                  <a:pt x="58031" y="469"/>
                  <a:pt x="62411" y="1251"/>
                </a:cubicBezTo>
                <a:cubicBezTo>
                  <a:pt x="66790" y="2033"/>
                  <a:pt x="71170" y="3128"/>
                  <a:pt x="75550" y="4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69179-ACDE-473F-952D-430D7BB0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33" y="4636454"/>
            <a:ext cx="86499" cy="89627"/>
          </a:xfrm>
          <a:custGeom xmlns:a="http://schemas.openxmlformats.org/drawingml/2006/main">
            <a:pathLst>
              <a:path w="86499" h="89627">
                <a:moveTo>
                  <a:pt x="44735" y="49115"/>
                </a:moveTo>
                <a:cubicBezTo>
                  <a:pt x="38948" y="49115"/>
                  <a:pt x="34568" y="50210"/>
                  <a:pt x="31753" y="52087"/>
                </a:cubicBezTo>
                <a:cubicBezTo>
                  <a:pt x="28937" y="53964"/>
                  <a:pt x="27529" y="56780"/>
                  <a:pt x="27529" y="60534"/>
                </a:cubicBezTo>
                <a:cubicBezTo>
                  <a:pt x="27529" y="63975"/>
                  <a:pt x="28624" y="66790"/>
                  <a:pt x="30971" y="68667"/>
                </a:cubicBezTo>
                <a:cubicBezTo>
                  <a:pt x="33317" y="70701"/>
                  <a:pt x="36602" y="71639"/>
                  <a:pt x="40669" y="71639"/>
                </a:cubicBezTo>
                <a:cubicBezTo>
                  <a:pt x="45830" y="71639"/>
                  <a:pt x="50210" y="69919"/>
                  <a:pt x="53651" y="66165"/>
                </a:cubicBezTo>
                <a:cubicBezTo>
                  <a:pt x="57092" y="62411"/>
                  <a:pt x="58969" y="57874"/>
                  <a:pt x="58969" y="52243"/>
                </a:cubicBezTo>
                <a:lnTo>
                  <a:pt x="58969" y="49115"/>
                </a:lnTo>
                <a:lnTo>
                  <a:pt x="44735" y="49115"/>
                </a:lnTo>
                <a:close/>
                <a:moveTo>
                  <a:pt x="86499" y="38792"/>
                </a:moveTo>
                <a:lnTo>
                  <a:pt x="86499" y="87594"/>
                </a:lnTo>
                <a:lnTo>
                  <a:pt x="58969" y="87594"/>
                </a:lnTo>
                <a:lnTo>
                  <a:pt x="58969" y="74924"/>
                </a:lnTo>
                <a:cubicBezTo>
                  <a:pt x="55215" y="80242"/>
                  <a:pt x="51148" y="83996"/>
                  <a:pt x="46612" y="86186"/>
                </a:cubicBezTo>
                <a:cubicBezTo>
                  <a:pt x="41920" y="88376"/>
                  <a:pt x="36445" y="89627"/>
                  <a:pt x="29876" y="89627"/>
                </a:cubicBezTo>
                <a:cubicBezTo>
                  <a:pt x="20960" y="89627"/>
                  <a:pt x="13765" y="87124"/>
                  <a:pt x="8290" y="81963"/>
                </a:cubicBezTo>
                <a:cubicBezTo>
                  <a:pt x="2659" y="76957"/>
                  <a:pt x="0" y="70231"/>
                  <a:pt x="0" y="61941"/>
                </a:cubicBezTo>
                <a:cubicBezTo>
                  <a:pt x="0" y="51931"/>
                  <a:pt x="3441" y="44579"/>
                  <a:pt x="10324" y="39886"/>
                </a:cubicBezTo>
                <a:cubicBezTo>
                  <a:pt x="17206" y="35194"/>
                  <a:pt x="27999" y="32848"/>
                  <a:pt x="42858" y="32848"/>
                </a:cubicBezTo>
                <a:lnTo>
                  <a:pt x="58969" y="32848"/>
                </a:lnTo>
                <a:lnTo>
                  <a:pt x="58969" y="30658"/>
                </a:lnTo>
                <a:cubicBezTo>
                  <a:pt x="58969" y="26435"/>
                  <a:pt x="57249" y="23306"/>
                  <a:pt x="53808" y="21273"/>
                </a:cubicBezTo>
                <a:cubicBezTo>
                  <a:pt x="50366" y="19239"/>
                  <a:pt x="45048" y="18144"/>
                  <a:pt x="37853" y="18144"/>
                </a:cubicBezTo>
                <a:cubicBezTo>
                  <a:pt x="31909" y="18144"/>
                  <a:pt x="26435" y="18770"/>
                  <a:pt x="21429" y="20021"/>
                </a:cubicBezTo>
                <a:cubicBezTo>
                  <a:pt x="16424" y="21273"/>
                  <a:pt x="11731" y="22993"/>
                  <a:pt x="7508" y="25183"/>
                </a:cubicBezTo>
                <a:lnTo>
                  <a:pt x="7508" y="4380"/>
                </a:lnTo>
                <a:cubicBezTo>
                  <a:pt x="13295" y="2972"/>
                  <a:pt x="19083" y="1877"/>
                  <a:pt x="25027" y="1095"/>
                </a:cubicBezTo>
                <a:cubicBezTo>
                  <a:pt x="30971" y="469"/>
                  <a:pt x="36915" y="0"/>
                  <a:pt x="42858" y="0"/>
                </a:cubicBezTo>
                <a:cubicBezTo>
                  <a:pt x="58187" y="0"/>
                  <a:pt x="69293" y="3128"/>
                  <a:pt x="76175" y="9229"/>
                </a:cubicBezTo>
                <a:cubicBezTo>
                  <a:pt x="83058" y="15329"/>
                  <a:pt x="86499" y="25183"/>
                  <a:pt x="86499" y="38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B226E-1797-434F-A207-C992A7F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36" y="4667894"/>
            <a:ext cx="48020" cy="22211"/>
          </a:xfrm>
          <a:custGeom xmlns:a="http://schemas.openxmlformats.org/drawingml/2006/main">
            <a:pathLst>
              <a:path w="48020" h="22211">
                <a:moveTo>
                  <a:pt x="0" y="0"/>
                </a:moveTo>
                <a:lnTo>
                  <a:pt x="48020" y="0"/>
                </a:lnTo>
                <a:lnTo>
                  <a:pt x="48020" y="22211"/>
                </a:lnTo>
                <a:lnTo>
                  <a:pt x="0" y="22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595B0-326B-463A-BFE7-F020528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382" y="4610019"/>
            <a:ext cx="85873" cy="114028"/>
          </a:xfrm>
          <a:custGeom xmlns:a="http://schemas.openxmlformats.org/drawingml/2006/main">
            <a:pathLst>
              <a:path w="85873" h="114028">
                <a:moveTo>
                  <a:pt x="0" y="0"/>
                </a:moveTo>
                <a:lnTo>
                  <a:pt x="85873" y="0"/>
                </a:lnTo>
                <a:lnTo>
                  <a:pt x="85873" y="16580"/>
                </a:lnTo>
                <a:lnTo>
                  <a:pt x="41451" y="114028"/>
                </a:lnTo>
                <a:lnTo>
                  <a:pt x="12826" y="114028"/>
                </a:lnTo>
                <a:lnTo>
                  <a:pt x="54902" y="21586"/>
                </a:lnTo>
                <a:lnTo>
                  <a:pt x="0" y="21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801C1-45A0-445C-AEF4-2549AD7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08" y="4605170"/>
            <a:ext cx="91817" cy="120911"/>
          </a:xfrm>
          <a:custGeom xmlns:a="http://schemas.openxmlformats.org/drawingml/2006/main">
            <a:pathLst>
              <a:path w="91817" h="120911">
                <a:moveTo>
                  <a:pt x="45517" y="101202"/>
                </a:moveTo>
                <a:cubicBezTo>
                  <a:pt x="51305" y="101202"/>
                  <a:pt x="55685" y="99169"/>
                  <a:pt x="58813" y="94789"/>
                </a:cubicBezTo>
                <a:cubicBezTo>
                  <a:pt x="61941" y="90566"/>
                  <a:pt x="63505" y="84309"/>
                  <a:pt x="63505" y="76175"/>
                </a:cubicBezTo>
                <a:cubicBezTo>
                  <a:pt x="63505" y="68042"/>
                  <a:pt x="61941" y="61941"/>
                  <a:pt x="58813" y="57562"/>
                </a:cubicBezTo>
                <a:cubicBezTo>
                  <a:pt x="55685" y="53338"/>
                  <a:pt x="51305" y="51148"/>
                  <a:pt x="45517" y="51148"/>
                </a:cubicBezTo>
                <a:cubicBezTo>
                  <a:pt x="39574" y="51148"/>
                  <a:pt x="35194" y="53338"/>
                  <a:pt x="32066" y="57562"/>
                </a:cubicBezTo>
                <a:cubicBezTo>
                  <a:pt x="28937" y="61941"/>
                  <a:pt x="27373" y="68042"/>
                  <a:pt x="27373" y="76175"/>
                </a:cubicBezTo>
                <a:cubicBezTo>
                  <a:pt x="27373" y="84309"/>
                  <a:pt x="28937" y="90566"/>
                  <a:pt x="32066" y="94789"/>
                </a:cubicBezTo>
                <a:cubicBezTo>
                  <a:pt x="35194" y="99169"/>
                  <a:pt x="39574" y="101202"/>
                  <a:pt x="45517" y="101202"/>
                </a:cubicBezTo>
                <a:close/>
                <a:moveTo>
                  <a:pt x="27373" y="45830"/>
                </a:moveTo>
                <a:cubicBezTo>
                  <a:pt x="31127" y="40825"/>
                  <a:pt x="35194" y="37227"/>
                  <a:pt x="39886" y="34881"/>
                </a:cubicBezTo>
                <a:cubicBezTo>
                  <a:pt x="44423" y="32535"/>
                  <a:pt x="49741" y="31283"/>
                  <a:pt x="55685" y="31283"/>
                </a:cubicBezTo>
                <a:cubicBezTo>
                  <a:pt x="66165" y="31283"/>
                  <a:pt x="74768" y="35507"/>
                  <a:pt x="81650" y="43953"/>
                </a:cubicBezTo>
                <a:cubicBezTo>
                  <a:pt x="88376" y="52400"/>
                  <a:pt x="91817" y="63193"/>
                  <a:pt x="91817" y="76332"/>
                </a:cubicBezTo>
                <a:cubicBezTo>
                  <a:pt x="91817" y="89471"/>
                  <a:pt x="88376" y="100264"/>
                  <a:pt x="81650" y="108554"/>
                </a:cubicBezTo>
                <a:cubicBezTo>
                  <a:pt x="74768" y="116844"/>
                  <a:pt x="66165" y="120911"/>
                  <a:pt x="55685" y="120911"/>
                </a:cubicBezTo>
                <a:cubicBezTo>
                  <a:pt x="49741" y="120911"/>
                  <a:pt x="44423" y="119659"/>
                  <a:pt x="39886" y="117469"/>
                </a:cubicBezTo>
                <a:cubicBezTo>
                  <a:pt x="35194" y="115280"/>
                  <a:pt x="31127" y="111526"/>
                  <a:pt x="27373" y="106520"/>
                </a:cubicBezTo>
                <a:lnTo>
                  <a:pt x="27373" y="118877"/>
                </a:lnTo>
                <a:lnTo>
                  <a:pt x="0" y="118877"/>
                </a:lnTo>
                <a:lnTo>
                  <a:pt x="0" y="0"/>
                </a:lnTo>
                <a:lnTo>
                  <a:pt x="27373" y="0"/>
                </a:lnTo>
                <a:lnTo>
                  <a:pt x="27373" y="458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CDCA7-C649-4774-A0F6-22D0801C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7158532"/>
            <a:ext cx="3105696" cy="3161375"/>
          </a:xfrm>
          <a:custGeom xmlns:a="http://schemas.openxmlformats.org/drawingml/2006/main">
            <a:pathLst>
              <a:path w="3105696" h="3161375">
                <a:moveTo>
                  <a:pt x="0" y="3161375"/>
                </a:moveTo>
                <a:lnTo>
                  <a:pt x="3105696" y="3161375"/>
                </a:lnTo>
                <a:lnTo>
                  <a:pt x="3105696" y="0"/>
                </a:lnTo>
                <a:lnTo>
                  <a:pt x="0" y="0"/>
                </a:lnTo>
                <a:lnTo>
                  <a:pt x="0" y="3161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EB41D-C0A6-4F7B-8F5F-4480E99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10" y="84956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C5B3E-254F-4DFB-B3E6-A436B979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10" y="84956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D2F67-6262-4F65-A048-87E14006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458" y="828947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3F4B4-38DF-4E2C-A094-F1B6990F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458" y="828947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3D142-EAB3-4F14-A4BD-E3A78E47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37" y="87180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63C8D-FD1D-46E8-94FA-2DDD194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37" y="87180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B6A74-CA7E-45BF-80AB-FB393A9D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228" y="76773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DAC78-C40E-432A-96DE-38F8F46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228" y="76773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ECB35-033E-4D5A-B5BE-EB1C5AD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284" y="82894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CD37D-1263-4500-B409-4E8AFD1D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284" y="82894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DDE52-705A-483E-BDF3-EB38A95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38" y="83119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1E6DD-4B4E-4500-B03D-3B7482F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38" y="83119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11AD2-F700-4393-A2A6-8A65D204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061" y="77396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5C16E-72C3-4428-9A6F-83D9B09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061" y="77396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87915-1C33-47DA-879F-F24B48F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310" y="80478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C378F-0734-4713-8E38-5737BE3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310" y="80478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927B9-599A-4E02-A88A-9A97DAD8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19" y="84564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24048-6112-429B-BAB3-611C9B4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19" y="84564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15F9E-09FA-43F5-A0B3-431AC0C4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90" y="80456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45D8E-A494-4F5B-BDF4-D8B6B34F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90" y="80456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4F0F7-1E5B-4066-9E55-4B349BA7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981" y="80615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A43FD-90AB-4123-A566-B93C9D22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981" y="80615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B0D0B-F44B-4EF2-91B9-0F9D268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79" y="80547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C62D6-19A5-4A25-B8DC-970E0B81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79" y="80547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DAE9C-BFA8-4BAB-81ED-FDF233FB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854" y="82929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4F6E0-78A2-4F1B-B37C-0F228617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854" y="82929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1E78D-A4E2-4D86-A79F-D9D1AFDD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43" y="87257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811D9-53FA-4187-8F04-25D8EB76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143" y="87257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AF8F6-AA84-48F1-AD18-3EF878E9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49" y="80549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BE562-CDE5-4A13-AFA5-7D71D9CD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49" y="80549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B8562-DE29-42B0-87CE-47737B7C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964" y="79054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DBBAD-37D6-4AAD-BA87-4977B93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964" y="79054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0FA8C-4B7F-4887-BB85-1E39AD6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693" y="84569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F04CA-2F68-4F3D-9895-E217DBB5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693" y="84569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19D40-2503-4264-81AC-8A574367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76" y="83136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CDDBB-9818-4FBE-BE32-6E57093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476" y="83136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9043A-3777-4EB8-9BB6-8CDA231D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078" y="84946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80C6E-C39E-4F97-AC93-7FDE87AD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078" y="84946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A0E6A-56B0-4574-A5BD-D2AF201D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66" y="84580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A6D9B-658A-4278-9229-EDE6088E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66" y="84580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D3AAA-191A-40B9-8322-B4193BB8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563" y="86911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042F2-D87E-438C-A333-9969F89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563" y="86911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9974B-DDDB-4F34-ACAE-56656AC2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95" y="82992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A2E5E-4E39-45AF-83D7-C4CDF8E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95" y="82992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C0259-626A-4524-AF2A-95E32CA5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00" y="80726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5D564-4724-4E8A-9ACE-C6F23A41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00" y="80726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3E884-36F5-483F-B1BD-8FDF488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639" y="81752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03B71-B271-4492-AC63-A00AB24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639" y="81752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C5A0A-C9A8-4DC2-A48A-CAADFCB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595" y="84460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6DDC8-B3A9-4806-BA33-036B87A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595" y="84460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22331-F4FC-4D5E-92A1-0FC3CFC4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652" y="79490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24DA2-A5DC-4359-8996-4BF0EA52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652" y="79490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27162-28FD-4145-BEA5-48F9E2F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82" y="84681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33F0B-CCDD-4335-9A5B-159AC558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82" y="84681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1940D-168B-49E4-9AC4-AB0F4A9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47" y="83701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C505E-7364-474F-9F73-582BC8C5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47" y="83701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3314B-A69F-44B3-9ECC-54653F0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32" y="83734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5CA1E-C87B-4BB4-8E59-8D956A19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32" y="83734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886B0-CDB5-4C7A-BE9F-FCB1ADF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649" y="77872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FA4C8-ACC8-4C4C-A90D-68A40C4C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649" y="77872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144D3-1C83-450C-B798-C42B1C35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456" y="76277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B4D58-3A9F-4D45-91B0-AEBC0562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456" y="76277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E8EBE-8EF1-467D-8509-F072A40E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69" y="75521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E61B2-B66A-467E-8072-53F30ADE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69" y="75521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42E93-7D9B-45DD-96DC-11E93C10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26" y="79694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59320-AA35-4358-B69A-AFDD991C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26" y="79694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9B6DC-0CE3-4917-B34E-DAA0A0A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931" y="84640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B6CB0-3B1A-4623-86E9-F11124A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931" y="84640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49D59-9B70-4449-8AFE-02A2337E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167" y="84955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4666C-F766-4439-B933-C74426BF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167" y="84955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793C8-4EB9-44F2-B862-6703DA16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433" y="85005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B01FA-6A59-4613-9C49-A1BD433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433" y="85005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FBD17-92F5-4833-845D-561294EB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300" y="84786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8BFE8-A3F9-447F-8B45-5C7198F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300" y="84786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3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B1408-7A30-4684-A7E7-067F6D76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00" y="84977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4A0A5-4D7B-43AA-808C-6C6126DF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00" y="84977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EC915-E3F0-42AA-A708-450025EE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384" y="87239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43AFE-3FDC-4EC4-A442-27F43E4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384" y="87239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2B52A-0B9F-49FF-94FC-DD3CC11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48" y="85314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65F05-5595-4954-B917-912430EE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48" y="85314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065FC-2DCF-407B-8DA4-48DF83F1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478" y="85307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DB7DD-8A82-4DBD-BEC0-2A0F73E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478" y="85307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69041-18A0-4A5C-BE81-FD820E8F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544" y="86966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70D68-2111-4F6B-A76B-ED65ABD4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544" y="86966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7BD21-2B0C-436C-A977-D1A8B4C3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06" y="84204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32E81-474A-4554-B8DF-1C635752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06" y="84204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64F70-3869-4975-A710-5C02586E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582" y="85321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43DC6-3896-4EC0-9AFC-5244926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582" y="85321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4DE68-3DF6-4DA7-AA5A-9A75F587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05" y="76370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5EDD1-A4C7-4E8F-85F6-9257DCAD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05" y="76370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A109C-2A66-4E49-897D-8901B460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38" y="76345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ECF9C-D532-4FAF-9AC7-A1027D4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438" y="76345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B1DC6-2608-4A09-854D-79668724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505" y="77339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4EE41-81D8-4F06-90EB-36D841A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505" y="77339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229CA-9036-45E5-B4E1-07096C2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67" y="76563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236DB-F535-4104-8B62-5352E4F0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67" y="76563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9A7BC-76B4-457A-8582-9B0AA2C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28" y="76548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D20EA-B4B1-43B8-95AE-E0CCF7D6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428" y="76548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51B3D-33B5-49A2-B209-BC43AE5A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071" y="76429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A0ABC-7982-4DFF-BD95-2D0EA89E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071" y="76429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46C9A-045C-4EE3-B320-23C131F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543" y="81187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A1618-0663-4F1E-930D-C92D945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543" y="81187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2ABAF-F57E-4231-891F-900F8FE8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107" y="81370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CF49B-D1F6-4DDA-94E8-21B9851F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107" y="81370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11206-940B-4931-A69C-65A83452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570" y="82174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4DE1C-944E-409A-A6AE-8694576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570" y="82174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184BD-31D5-4AF1-BA69-D3B9713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0" y="82888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97DF7-2653-46B4-B4A7-C41D9901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160" y="82888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DFF5B-6850-4A38-82B7-709973B5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46" y="82261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4BF2C-5881-4E66-A105-17BB4DEE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46" y="82261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D86DB-4DBA-49FE-A355-5BA7507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359" y="82376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97654-DF25-40BD-B517-A0241CCD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359" y="82376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9B7BA-0C9B-4D4C-B784-E07BC062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752" y="823115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2459A-0794-4E03-8B71-F4B4F9F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752" y="823115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317F5-F5E6-431C-B423-EE693AED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365" y="82832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0EC14-4A2F-433E-B61D-582E518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365" y="82832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4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F904C-E1A6-4617-A33A-E9BFBEA8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21" y="79963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2B20A-FBB1-4DFA-BE24-3FBC2700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21" y="79963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D1356-CB46-42DC-B51E-2A102BB4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444" y="82875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A9C22-E7B2-4765-B5AA-641BD43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444" y="82875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941AE-FE1F-4A53-AEF6-826663B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275" y="88793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5E115-5692-4914-90B6-921D3B2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275" y="88793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F09A2-0EF4-4DA6-B5CE-80357FE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21" y="79963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3FE04-B278-4A19-AEEC-C761936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721" y="79963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B9412-B543-4D7B-B69A-59283BFB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657" y="87318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AA07D-39A1-4CEF-B1FA-1B7616D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657" y="87318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42D2E-BF72-4820-B6A7-C1895D62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479" y="80460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0BDF2-D078-4F15-A250-309B70D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479" y="80460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0A89E-9BA9-406B-AF05-CEB0ED8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70" y="88710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87C1F-6E81-4F6E-BD3D-B26EC310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70" y="88710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A19E8-B520-42FD-8A93-C19DAE78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47" y="835277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57066-18CF-4DA1-AA25-E6510831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47" y="835277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CF378-6D00-45A5-AFFB-7973DE63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220" y="83142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3890A-7A70-4486-8E0D-F430B4B8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220" y="83142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3F1E8-E774-45A1-8D26-1880DCCD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647" y="897024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26E64-31A5-4F84-8CD9-6FAD0EB3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647" y="897024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EFAFF-FFFC-4622-82C2-A192EF2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343" y="88850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00527-010A-42E2-8EE6-FE618DCB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343" y="88850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BB51D-8AD8-438D-801C-6177EEE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416" y="80595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16AE7-B86A-4B03-BF6B-9AA043E3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416" y="80595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BC652D-3959-41BA-8EE3-821806AD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022" y="81824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377DD-CFAA-4528-9CD3-8E1D4FE9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022" y="81824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20EC9-9A48-46DB-A05B-D085500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868" y="834905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4535C-788A-4DBD-91D3-DA93244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868" y="834905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BE11E-1312-476C-9EB1-BDEE0C97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635" y="79874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D00FF-39E2-49ED-A3F4-48B2B160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635" y="79874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7F164-BDB4-4FC4-BC9E-21B74DC8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38" y="873302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9C8BC-8EA9-4436-A1F5-0D233769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38" y="873302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F2766-401C-4FE9-9AD0-6B36A71C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2" y="87598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01E0B-D5E6-4724-BA7B-CD051F24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462" y="87598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580C6-43DE-4268-881A-2503CFF2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806532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A840A-F89A-4DF3-844F-D74B1BDA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375" y="806532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1F03D-5853-4C7D-A7EC-5659E35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33" y="88926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E4740-BD3B-4A70-921A-865C8779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33" y="88926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AAF43-6E0E-443A-BF6F-89C4938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811" y="88874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63B3B-9CF4-487D-8F2F-C8CDAAF8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811" y="88874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AB7CE-3094-4730-B22F-8D1D598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095" y="85049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2AD2D-6B44-4C73-A992-F3072780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095" y="85049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98816-1B95-47FB-8AF4-DF7BBEC8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847" y="83156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301C2-03E0-4BCC-B2C0-0D7EF689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847" y="83156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538BC-E955-43AE-839E-33712A3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448" y="86363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A8F38-A598-4D74-B755-D0675902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448" y="86363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C8282-901E-4A76-860E-8205349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850" y="83210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90C54-F248-41BC-B2EB-E5AB5A2F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850" y="83210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98145-2692-4A26-A8F3-78204A4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315" y="82643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33CA3-D4D0-49C4-86DB-B5A4AE7F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315" y="82643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FB234-2DF2-49C1-B856-D3506E24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76" y="82648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585D7-4970-4A9E-9F99-51BEAAB7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676" y="82648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599F2-D68F-40E0-AA1C-72A2D6A8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976" y="82102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E9F01-97AD-4ED8-ABFA-5A67C332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976" y="82102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8921B-F0C4-4EED-92B8-419E13E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58" y="87343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9FA9C-B257-4A52-9D30-82B87DB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858" y="87343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F6594-A0CA-441B-A471-F99ECE6C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66" y="79901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04DFD-EB19-4876-B947-93D36D0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766" y="79901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31598-4E3B-4D5F-B1B9-CF97776D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518" y="87572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0B453-5F34-493D-A17E-214F74CD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518" y="87572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6F88A-6D5F-4ED4-9298-81AA0F5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30" y="84374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5F9E1-B9F3-47D1-844C-1F25E93F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30" y="84374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7CBBD-6E46-48F4-A948-4DD97A7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75" y="84196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B9049-D1A9-4CC1-A92B-47BFBFE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675" y="84196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5293A-515C-44BA-9ED9-3368BA02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46" y="87768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9E145-EF15-4477-8742-6EDE3873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46" y="87768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AC5B8-2C87-4299-8F9E-97A686A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516" y="83713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07053-C30B-48AA-8783-412148A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516" y="83713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14AC4-010D-45B0-9BA2-62537510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83" y="83181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68806-A193-4EA2-A281-445795E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83" y="83181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C4174-5EA3-4E71-956B-C09F56FB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665" y="86532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A279D-9048-4EF3-9ED0-238E945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665" y="86532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80CB3-B7FE-49EA-9859-6C92997B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888" y="87648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95E77-2E7F-4415-99AE-79FDF99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888" y="87648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7283A-20FB-4A86-93DB-E0E3A7E7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154" y="85479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17D5E-0642-4FF3-B829-4737295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154" y="85479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1EAF1-99E7-4C14-93D1-4E22F2BA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940" y="87350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99DDE-B189-49AA-97C6-2F93279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940" y="87350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178C9-1A6A-4CC4-97BA-8065D29F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05" y="84025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E5040-F060-4F1E-851C-B9E3A71F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05" y="84025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CD450-105C-4385-BFA1-332395F4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408" y="88817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427EC-AF0F-4E59-84C3-8A7AF85D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408" y="88817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98BFB-FDD4-403F-806B-44901B50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24" y="82472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95AFB-9C35-44B6-A25A-79CB919C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24" y="82472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1C56F-2059-4795-B4C0-67F70C56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666" y="85721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A3372-76A7-4C01-9681-9CDE641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666" y="85721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E4B92-A725-4E28-B2E7-622C4F4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5" y="87622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0C85A-47CE-4F9A-8847-091A8FB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5" y="87622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D05E4-5D23-42E9-8591-9F5A23F0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82" y="87122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89A10-5EC1-44E6-910D-C4D7DA81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82" y="87122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15AE6-6979-4064-93AC-2DD57958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691" y="86506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A3FE7-7A21-4B68-A7D6-F14BDCBB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691" y="86506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F1767-61DB-4471-BC4A-28CAA9B9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327" y="80691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1D230-88DB-44CA-90F6-9793826B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327" y="80691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28CF4-1BE7-4FC6-8A28-3EC7B001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242" y="87597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04E79-C48C-4F33-937D-F9FEA55C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242" y="87597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74A5B-B180-4ED6-A9FF-99F26FB1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90" y="80326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7EC5C-A48B-4CFF-9E38-279B047B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790" y="80326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1C86C-3EF8-45E4-9825-561497FC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587" y="88088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D6122-2A95-478F-A961-73D07BD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587" y="88088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824CD-50C4-4A93-95A6-80975DB4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65" y="94499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8BC4F-AE2A-4C85-BB33-1FD82393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65" y="94499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C0903-2029-4ADD-B5FA-FAD040C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107" y="88112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ED182-E139-49BB-9270-73BF1A4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107" y="88112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65EB3-E5B5-4EEE-A57A-14EF56D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697" y="85653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90860-6CB7-4F56-B821-FC3502B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697" y="85653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49D64-F418-494A-8B88-44B310D6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934" y="87345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7EE09-0730-4C40-95D9-2D630248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934" y="87345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09FE2-1DFE-4767-9F6D-EE6B7D85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997" y="86531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D67AA-78E7-4310-B099-31792D3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997" y="86531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29514-660E-49C0-A38E-1FD7B0E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039" y="85178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9BDCE-AFE5-48B3-A4CF-62E36C06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039" y="85178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FB966-5751-428D-80B8-4ADAD2A6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70" y="84595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A2803-CE7D-4DBB-8A9F-4E9CF32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70" y="84595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1B2DC-4DF9-4059-8694-5A2C15A8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687" y="83502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6E0B8-38C3-44AA-8142-204E8E25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687" y="83502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02D46-D87E-4080-9334-D716C3B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061" y="818983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AACFA-1B7F-4CA1-8D6A-6EC994C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061" y="818983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7C49A-0EBD-4D26-8FAB-47E1757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350" y="87638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54CDA-E345-4529-AACD-B497DE8D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350" y="87638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D9A3B-67FC-48D3-9EC5-7C5D152C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440" y="86894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54527-8626-47A6-BD87-717E5C7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440" y="86894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56792-3BC1-4B89-BA8B-86A2E460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506" y="85861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0C0D9-6DDE-4596-BF56-D3DC5FB2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506" y="85861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3FD8C-9425-4BF2-ABC9-1EF5CFD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280" y="86609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CC192-1D86-4E63-A048-97427129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280" y="86609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08A2F-9609-45BA-B678-3D10CCED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900" y="83945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83DD3-22F9-4301-981E-279F6AE0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900" y="83945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23918-A2BE-49E0-81E6-E0C5B55B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875" y="87949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78009-F7DB-456E-B445-893A5798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875" y="87949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695E0-7BFB-4F8E-8664-C6209B8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22" y="86411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D5811-A084-4685-8F75-C1E2B133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22" y="86411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01B83-D137-4562-AF57-78D88BF9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778" y="86733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620B2-07F7-4180-A2AB-B13D39FD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778" y="86733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BD8FA-5990-4C4B-A9FF-E66D5D8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879" y="87430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78FED-6438-4C05-9CC5-CBE9092F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879" y="87430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E24A5-395E-48FE-88FA-B7EE5A8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374" y="85261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69449-9070-44BD-98E6-9DEA2240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374" y="85261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F5B47-5C92-4976-A3BA-4D5ACC81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252" y="87983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077AE-DB18-4062-B5BC-01476C9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252" y="87983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28603-9E20-4DD9-B2E6-C3A1A93C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544" y="84105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7DF6F-E6AE-4847-AE9B-B53C06FB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544" y="84105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39524-B3F6-4D8B-BAA4-D9EFC576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912" y="86596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A5A19-E18F-4CF1-BD7B-9D295B28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912" y="86596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37F3A-124C-4B88-A06B-3FBAAB29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454" y="83248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58D0C-FC5A-465A-8392-077883C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454" y="83248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BAE65-3B19-4772-A8BF-7A82A18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224" y="867309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F77BD-9E6A-445C-A2E4-BE0716D1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224" y="867309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C73C2-057E-449C-AE48-22E54B19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274" y="837589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76FCC-7F85-4793-AC1A-C2599A97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274" y="837589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C757B-F832-4736-A2F4-3A6C22F2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61" y="88899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25E7A-B0D6-4542-B6E1-76C28182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561" y="88899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41C37-C84B-4286-9166-6DEB5694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71" y="84208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C6D88-AF86-4170-83ED-C342B6FD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71" y="84208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CDC1A-3639-405E-9820-F379CFB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320" y="836805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B7FAA-9838-41A0-BAA9-1F5E1B08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320" y="836805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B69C2-1BDC-4F7C-B240-E15EFCC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3" y="860609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67C4B-3382-4AB1-B886-E2416F03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13" y="860609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99BBF-473A-4396-8D45-7FBEAD94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84" y="83328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6D6BD-9CF2-4381-A2A0-978D48C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84" y="83328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86DCC-A0EF-42BD-9277-88E477ED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66" y="83063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9B396-B26F-4CF9-BBF1-4C31F0A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66" y="83063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03BF8-7B23-4BC4-9F1E-C230DF3C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790" y="83520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D8A71-B46B-4F60-85DE-CBADE3AB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790" y="83520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5BFBF-5BAC-42CE-9304-31427196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765" y="85802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DA8C7-7C87-4A26-97CF-FC1016D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765" y="85802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6DC5C-316C-4634-96C7-10CB19E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703" y="84355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D4168-C8E1-4A05-8CC5-7084A9EE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703" y="84355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F5FE6-997A-42EB-AE50-4685660F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870" y="87451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12AE6-9023-4ED8-812A-5E5D63B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870" y="87451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EAB8E-764E-4C72-8B58-A0D93656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50" y="84813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AEE26-38D6-420D-9F7A-05E882C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50" y="84813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1448B-69F7-4D0F-A277-9953257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31" y="80409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64A56-5725-4B74-9062-1DDD13FD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31" y="80409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2B183-C188-4B82-BC22-A12A54F3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99" y="84806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13F19-8825-46E2-960F-B997F841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99" y="84806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D82ED-E397-40C5-A8AD-09E3CB9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311" y="84804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8F2A4-DCB5-45D4-8F95-FFEA8712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311" y="84804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C76C0-7D76-4445-9ABB-ECE56139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17" y="84554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257D9-4A2C-43C7-9676-DF0D90E1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17" y="84554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4414F-7852-4ABA-9C98-9FCEE35F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18" y="84655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E24A9-B158-4662-9457-008773D7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18" y="84655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4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70B37-E0E3-4933-82F3-61A08385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746" y="75874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058FD-52A0-4DC6-B690-9000890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746" y="75874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66444-1D67-4AE9-A324-68E918BC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85" y="86241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40FF4-33FB-401A-9C9A-536C6092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385" y="86241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3100D-6ED9-4291-B193-D848725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716" y="810409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C15CB-3FD6-4B75-A75E-FF21253A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716" y="810409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7D9EF-3016-4D10-B051-84AD3358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032" y="88030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DB6A9-2412-4BE5-8630-51A0DA02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032" y="88030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3C66C-322F-4C36-AF29-D118081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452" y="81781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97947-8CB5-4217-89A1-1606CA4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452" y="81781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1E44C-DE0C-44BA-84F7-6A77158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546" y="79982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29A7F-D8F5-4489-A8EC-E8F6DD2B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546" y="79982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88DCF-C9DF-4D1E-AF43-D33EF8DC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422" y="86752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BF4CE-A391-47D3-A7E5-3BF2EAB7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422" y="86752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0D589-22ED-4A28-A8BA-F40F13E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312" y="816691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38DA6-1226-4F0F-BFCB-E4E76E6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312" y="816691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465AE-4811-453D-A81D-CA68AD5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957" y="75495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1F918-A20B-46CA-806F-1C5BFDD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957" y="75495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2FCDA-B9BF-4C13-9432-D6B66716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267" y="75992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C35F6-83BF-4DB9-B30A-F050AE9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267" y="75992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FE5F6-12EF-49F1-9799-062540AE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067" y="87673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431DB-704F-4981-81F6-925D4CA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067" y="87673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B3428-A762-4F9F-947D-278CCEE1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368" y="76081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56FC5-01C9-484A-939B-7FA2EF0B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368" y="76081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2ECAA-4966-4E53-8445-6FE206D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792" y="758285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9A9E0-8506-4165-86FE-3CD1F85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792" y="758285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35AED-182E-4BC2-8A47-78E9502F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166" y="86102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B405F-EAFD-4507-A399-20F789F6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166" y="86102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9A092-3A0B-4DB4-8C9F-BC5F8A73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229" y="87071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C942E-690A-4D15-9AF0-6B480B7E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8229" y="87071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E0795-1687-4C15-B760-E78E57CE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47" y="84775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C1E1D-12DB-4B46-97B5-99650A58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147" y="84775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E56B9-CBF0-48D1-8737-D6586FE4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875" y="87167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36760-2C89-4618-9DA1-B0D7BCAA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875" y="87167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4CC43-98E2-4C5A-9053-0489854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972" y="75971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C0C39-86DD-4BF3-AECB-A822CC2E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972" y="75971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5B0F6-FE60-4622-8605-64FBEFEB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94" y="86870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426F0-BDD0-4803-B897-0EA97F9F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294" y="86870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22571-B58F-4F43-94FF-5D2DABF5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607" y="80721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2A687-36C1-4D80-9D57-5DA99BB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607" y="80721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2BCA5-0403-4255-A11B-442F1AD7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676" y="802884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C0DD8-2AFD-4ACD-BE82-AA33A31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676" y="802884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C59BF-2391-4002-9C17-10609C5A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42" y="85621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DD958-2202-4F04-8FE1-0E5D8145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42" y="85621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ABDF5-F237-4B6B-BB5D-E22D64D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28" y="827709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28364-1A2A-437E-9B02-FA99D8F8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28" y="827709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8DC13-8332-479B-B3D4-A0CAE36B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439" y="85363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BF747-5C98-417F-B4B2-F5C3827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439" y="85363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FCB10-4E1F-468D-BAF0-5C674E2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42" y="85089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2C07C-958F-4E71-AA47-743BA31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42" y="85089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496B9-3DE6-49ED-8E86-EA46A36D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212" y="80221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6955C-5EE7-40E1-BF02-96BB03B5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212" y="80221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54EA9-7D7C-41CD-ABE7-D6B984A6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424" y="80668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D1F63-08FA-4693-9C61-EA7EAA5F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424" y="80668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C7668-9A01-4CA0-9826-817F2A4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425" y="81049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D76EE-8E71-42C9-8D74-56A4B0C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425" y="81049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6F53F-4715-45E3-84C7-7054739F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193" y="87022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25578-EE1B-4DA4-872D-7B98CC4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193" y="87022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C69A7-807B-4798-9E04-E1D2D19E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746" y="86750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46B61-67D1-4936-8AE0-A05F57AD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746" y="86750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D3298-5630-4CEE-82FE-C2E6EEB4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375" y="94139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E81B2-F6A7-4236-B7A6-3D1746C6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375" y="94139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352D1-F921-4D98-9C2F-F2F1D75E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747" y="81761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78B8A-85DD-4B61-831E-F5D539F2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747" y="81761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58AD9-6039-412C-8CCF-2CC7039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122" y="86976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337C5-0584-4199-A932-B7CABEBF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122" y="86976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786F4-F3F3-43A6-9532-E3D03B19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01" y="85633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EC525-4B21-403B-91D5-10717A2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01" y="85633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40A17-4A55-46BB-AD0F-91B4C426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93" y="85592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0C049-37E0-4A34-856E-C4F1FD3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793" y="85592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041DF-03AF-435B-B609-0A0A4DF9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191" y="86797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8D7C2-4C28-48FD-8C9E-2854D8FD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191" y="86797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BF281-AB4E-4D4B-9B74-4C6F7440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082" y="76667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8DC58-2654-4FB6-8DED-DB758C6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082" y="76667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42865-8866-4C16-B7A4-830B2AB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189" y="86141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69F0F-BABA-45EB-A7BF-502C995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189" y="86141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E1B31-B272-4790-B2D3-5DD8647F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832" y="76245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4874A-FEA7-4A1A-892B-32CDCA36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832" y="76245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D5D58-5895-4EF4-91F7-87292670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512" y="87330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D19A1-18F4-4384-8D1D-B064AD8A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512" y="87330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A31F8-3298-4184-BDA4-D1A36F6E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30" y="78058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A447F-8D89-4EB3-8B1A-37DB5564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30" y="78058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72CA4-A8E7-4BF5-8DAE-996BBDD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094" y="86064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E8E65-A077-4C54-87A8-49B54CD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094" y="86064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D5CF5-8CBB-4A5B-8887-CCF182FE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991" y="85879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7DB09-3FE7-4623-81A9-676C5046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991" y="85879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CEE54-E424-4C63-AAE7-0C2371BA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703" y="87613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C7A01-B58C-4197-AA6F-90BD6378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703" y="87613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C221C-C61A-446B-87D2-3D4CD88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533" y="85656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9F017-1773-4482-8FF3-90136C70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533" y="85656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9887F-D344-4E62-ADC3-949D950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458" y="85220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64E1B-9321-4057-B899-C78B4595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458" y="85220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BECF9-C6E6-4E88-8485-043A1111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053" y="76048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466CB-0158-49D3-8EB3-0ECE94B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053" y="76048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D9801-5605-447E-80AC-6022C980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46" y="85702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57D07-C0F2-43E6-9A24-C83E1DE5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46" y="85702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6B2FB-4A80-4A25-84F4-EECCB755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2" y="84305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9075F-A956-40BC-A724-83B77A4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672" y="84305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EFE2A-3186-491D-B166-009A178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222" y="87928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0C6C5-86DB-4E9C-8C4B-C06912D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222" y="87928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32A0F-9388-49B4-B54D-E270DBDC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773" y="85493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425F3-D2FB-4C0F-8D6B-FE14321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773" y="85493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A8442-5AD1-405E-A189-BB86569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518" y="86456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ABF12-940A-4741-8C0D-61480EAF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518" y="86456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742A1-96BF-4A00-9377-2D64D2E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44" y="86470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BC794-1EF8-49FB-9381-51E31A6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44" y="86470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4760E-03CF-4E41-8243-359F7F8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03" y="85810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2B057-8C4B-49C6-B02C-6ECA56F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03" y="85810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27162-39AC-49AA-A8F6-E41D24A7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072" y="87623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9FDAC-684D-4B3C-B176-75AF3660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072" y="87623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9C9F5-006D-4FDC-9F2A-72CDBEBC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385" y="87602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D38F6-A16C-4FC0-9CCB-222556E4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385" y="87602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36946-5D55-40CC-B7E4-D43C7626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876" y="82680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B5367-F72D-48AB-B078-8E91BEF2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876" y="82680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D5788-6323-4E91-B429-C00BC87B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423" y="87446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F2D01-59BB-4585-BE0F-BB9B2686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423" y="87446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D97DC-B8B5-4999-98BC-602124A7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90" y="87495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F25A0-0DB2-4A06-A763-EACBA80B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190" y="87495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323BE-79CD-4236-9F0F-8D62CF9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049" y="86038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A5CAE-CE82-469D-A541-39A5C84F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049" y="86038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4CD76-853B-47F7-8A97-8CB58DB1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888" y="80958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643C2-388F-427C-9033-DE7D5DCF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888" y="80958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4D8DC-EA72-46C4-B2B5-C2F90DAD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256" y="77918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3D70B-9BB5-4C4F-8CD7-AC96B2CF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256" y="77918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9C871-EBAE-4ACD-93FC-C026923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915" y="86014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1A59F-7793-4843-8803-4B4E024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915" y="86014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5C8F1-8E58-4C1D-B77B-7B382EF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427" y="86078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84F0E-DD2D-4F61-B696-402C5847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427" y="86078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C09C7-C906-48A4-BC8C-B4DDF610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426" y="77984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3F261-B2D3-4F22-903B-639626E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426" y="77984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CF2E8-1407-4D7C-AEBF-2E3D2B87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88" y="87069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78A31-D2EC-4D46-94D5-DB5D69C6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288" y="87069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997BC-F29E-4DAA-B4F7-3F111FEA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55" y="84544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423A8-419D-42FB-A433-CCF1FCEA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55" y="84544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75CE0-D971-43C8-83AE-CD4F60DE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363" y="86077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E052D-D89B-4CF7-9BB1-1EB1B6E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363" y="86077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6AC3A-DEF4-4D85-9E50-4B262B2E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597" y="86665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F5B3E-4082-4029-BB44-05E50990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597" y="86665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D95E1-7A16-45BB-9091-0A266B1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995" y="86228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CDFF8-0102-4E49-A8FC-D1382B09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995" y="86228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7A7FA-C150-4B8F-A3CE-0520FE27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08" y="85258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BB31E-E53A-4A5B-9DD1-948745B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08" y="85258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B5F48-F65F-4D70-A756-F745773E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702" y="78129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C75EB-5E64-407A-9E50-9E3D22C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702" y="78129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F780D-3522-4E9B-8FF5-7B36EC7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810" y="86822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D2EDE-58ED-462A-B7CC-5CD046F5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810" y="86822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25126-8C05-4C6B-B8DC-BB4FADBD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147" y="77692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9D231-9232-4C52-A870-F751A5FA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147" y="77692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67D41-D210-4600-B0D6-29D896C7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52" y="76226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DC8E5-D28C-4426-96E0-DF456108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52" y="76226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86025-B42F-447F-81AB-10A6E8D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58" y="80772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C6DC1-EF56-4758-B603-38DB0D3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458" y="80772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194B3-FD58-4047-AF57-55E88887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50" y="86664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C30F3-5FF7-4468-956C-5518F98B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50" y="86664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65D97-2494-4716-A959-D261CB0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186" y="860091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CB43A-46D0-4638-A70A-A4BA1FF3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186" y="860091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F5926-CDA4-4AFF-B7D6-DEF5F316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77" y="85507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E9D78-46DC-47D8-9469-F993598F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077" y="85507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79D58-4223-4E7D-8D62-68EF7E5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476" y="75954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3427F-5AA5-456B-AFA3-014968E9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476" y="75954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A70BB-3AAB-484C-A6FC-5F90FDE9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198" y="86893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FDF55-8845-43F6-A8E0-407DD2C2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198" y="86893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4EBBB-B6CD-48E4-806B-2658DFD4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196" y="85655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DFEF4-827D-4370-BCD7-8A863E3B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196" y="85655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1AAB2-283E-4F1A-99F4-2BE15509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932" y="86876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C34DE-9924-4612-BCB8-91643D9D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932" y="86876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72600-E595-4639-BA7D-C527C47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21" y="86094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EF46B-5B5C-4893-B9D6-C226E5C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21" y="86094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BC4CA-CD87-43C3-B46D-79171BC6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039" y="84879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BC2D3-01B5-45F0-9091-80542C7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039" y="84879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7AA1F-0595-416B-B341-BF37222B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143" y="88465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FAC75-D468-4227-90E9-BC2E0CB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143" y="88465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E6D19-9003-41CD-8FC2-5629C9C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196" y="86563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D2857-0AF2-4774-8882-9FE7CFBF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196" y="86563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1820A-43F4-4802-ADF6-BB1CA4C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809" y="88122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70099-F2E2-4149-99A9-49898B44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809" y="88122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1E5AD-F445-4B64-88CB-499C4E5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8" y="85976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A5A69-F2C3-4C5A-AF0D-5B6C436A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8" y="85976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9795E-FC0E-4152-9CF6-CAF99F1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610" y="86687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DCFCF-E469-4B80-A3EB-35AB5E9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610" y="86687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24AF0-7F43-4E7F-B5B5-DF9BAAA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00" y="85514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5AC60-5274-458C-A7F2-0C3336A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700" y="85514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6F4B8-0A6B-4EA3-BFCC-5B45E3D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04" y="85259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7F125-E0B8-4BD2-8BDC-17522A8C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04" y="85259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5F5CD-639A-4A69-812E-5FD30ED0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303" y="84873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491EB-7533-435B-AE57-E28524DE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303" y="84873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B6DAD-09D6-496B-BBFC-2DBBE28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02" y="85327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E8487-0690-42C4-B7FE-E202BE28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402" y="85327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97A94-E0DC-4C01-A53C-98A5A640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62" y="90966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BF9AB-297F-4518-9FCF-62C65CB8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62" y="90966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D96D9-6579-4B6D-B882-D17A0413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919" y="86000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F26BD-A41C-4658-A889-7026F7A2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919" y="86000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29852-16F0-47CE-A1A3-AB137ADB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75" y="85692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383BC-B402-48C4-8FCC-702FD456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475" y="85692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6B60F-8C36-4FDC-A0F7-96EEE7E4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98" y="86964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CBADA-81AC-44E5-BF1B-EC889424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98" y="86964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7A711-F0F4-44A3-9745-2DD91ED8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69" y="87601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86041-DFF1-45E8-A6A3-C7E6A49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69" y="87601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0C22C-EF44-4035-831F-4976BC9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998" y="86909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716EB-5DE3-4847-9C27-E37B8C1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998" y="86909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5C93C-DA28-49C1-852F-9D1A38E8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5" y="87001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559EA-9218-42F2-944E-1F46EAD2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5" y="87001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2C94D-B002-4BD6-8E15-562F289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777" y="85849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C6EEE-CD46-4383-B07F-CDCD5F06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777" y="85849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EFEAE-3C6A-46DA-BFB4-E67A2BB8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844" y="873793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1CB1-D3E3-46AE-9921-6E5E776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844" y="873793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9DFCC-E242-4796-B4B5-D91DCF60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44" y="85907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C69A1-D13B-4DE7-873B-4CE582B1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44" y="85907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FC229-716A-448A-BD50-B8A192D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44" y="87235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741DF-4FA0-4C01-9C41-3C0C21C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44" y="87235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D442B-05DC-4D87-997A-F3910C56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25" y="84947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D3C17-C236-43FC-AF17-A01ECF08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25" y="84947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12111-E72B-465A-8670-6026225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630" y="81004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76FDC-0C56-4E53-8D36-E8FDF5B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630" y="81004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3D593-C47F-4831-83FA-14E597C1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871" y="86011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2E202-D642-4268-91ED-5EF54AE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871" y="86011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6ACD6-E61D-4571-8BB3-EA6D5E23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082" y="86916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A09B6-B99A-4D9C-BA31-F2F3C7F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082" y="86916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6916A-7371-4966-9BE9-A69E6FF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52" y="76226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8929A-98BA-450C-A451-97976CF8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52" y="76226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2A0DD-2748-4C2E-9EE6-EE6BC33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25" y="87032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1E6ED5-7ABB-4C89-8DE9-F73DA6F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25" y="87032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D3910-3AF6-4871-8D48-0CD40D65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956" y="87348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40FF0-3A80-4C99-9645-34356D4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956" y="87348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48633D-8A47-4C35-BA4B-0E7A7694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714" y="88405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7A55A-242E-4CCB-9518-406F982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714" y="88405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8ECEE-980A-4EB2-A705-81A9D9B0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65" y="860741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778BE-48BA-44F3-9F5F-B9AA3BB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65" y="860741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E3203-6AEE-47DE-94D4-B8A75906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939" y="87109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715C5-B3FF-4C27-AD74-64B1E71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939" y="87109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DA125-9F70-4762-B230-443D4731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45" y="87031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E6780-A944-4E70-833D-9CDFBA8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45" y="87031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EEE02-B82E-48FB-A538-C8EED9A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98" y="85836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F1F1F-0820-4353-A22C-88398B8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98" y="85836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C1053-40D6-45FD-8621-527E530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366" y="85709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502C6-34C3-4EC4-8339-C2FD3B9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366" y="85709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BD669-F723-4C4D-9F51-3176DC6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34" y="85917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461B4-A54D-4B95-86F6-8FD40E62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34" y="85917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DCCE5-E1DF-4796-95AC-56DB837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703" y="85934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EF728-BBE2-4ACB-9255-994AFD1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703" y="85934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61336-6139-44DA-8667-D6A1104A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00" y="85621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8F4C5-16FB-4377-B20C-4577F90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00" y="85621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FAACF-2D4E-4C75-AD5F-7D65517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956" y="94064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153DC-FAD1-4B70-8D1E-089A30D4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956" y="94064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105F8-2797-4D92-B8A5-6F43DB00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0" y="86425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038C9-1F0F-4188-99AD-BFBBF1D6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0" y="86425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3EA11-9AA2-4DCE-B8B5-9B8388D3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934" y="87427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C8658-C590-4E90-BD42-D9375DA0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934" y="87427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5A382-0CA6-4934-B8A9-11DF39C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542" y="85791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57636-60E6-45E4-94F3-CAB94FB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542" y="85791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83696-FF30-490C-A09C-9B72FA5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0" y="84857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80C99-5918-4819-BBAE-FCDA268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0" y="84857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B5E36-3D0C-495D-B4AF-653183E2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35" y="87420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38402-9FF3-4D7A-A09E-BDD760B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35" y="87420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72208-7660-435B-AC85-C862E2B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029" y="77535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01441-AED6-4263-A317-4FF0304A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029" y="77535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86F6A-4079-40F1-A458-34212CC9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86" y="80281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D9AC9-79DD-4924-9793-E3669B98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86" y="80281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9E312-4ACF-433B-B65E-8070293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766" y="80271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3690D-B3E8-4CB1-8D3A-36A51245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766" y="80271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15CAC-9EB8-4A38-9511-6BB4C788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356" y="85372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53B74-442F-40AB-8A82-85D649B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356" y="85372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CD913-7D1A-46AB-B3B0-EFB9C25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13" y="76302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6BD10-2F24-436D-A578-E0B1495C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13" y="76302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30B0F-190F-4835-BACB-321252CE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98" y="84533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31B79-1B5D-414C-B93A-B201217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398" y="84533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10863-AE0E-48B1-A38C-7B8AA9B5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337" y="87522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18D03-9950-4D1F-BE9E-BEDBDAB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337" y="87522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0C325-B7DC-4961-A1DB-C0486FC6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274" y="78460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47AD0-2225-4AC5-AD9A-3974FEEB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274" y="78460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4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D230B-010E-4921-BE81-919498D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94" y="84848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695E0-1D80-4CE6-9FF8-9F5BE990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94" y="84848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1526E-728C-4283-81E2-4D15D3CA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678" y="843879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C75AA-83DF-4CF1-8B75-E9721ABE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678" y="843879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E94B8-1BD0-4DAE-8642-B7556720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74" y="82576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7931A-8092-4E85-8207-8DC8625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74" y="82576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C0D1D-46F2-45FC-A2D2-21419D5F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717" y="87136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56030-F460-4653-BCB6-56B92F51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717" y="87136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E64DD-C359-48CA-A4E9-8E78406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5" y="85020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90EBC-B788-40FA-AFEC-A00F15A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5" y="85020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01D4E-F58F-439D-9A62-3550AD32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15" y="86704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C7DB0-C97B-405B-9F44-CEFBE912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15" y="86704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44EEB-EB4B-4094-B093-5635983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43" y="87490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43F9E-BBE9-4F9D-BD88-432445A5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43" y="87490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4B0B5-2E98-4902-AC5C-3E3CA261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74" y="88386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3B335-E55C-4301-B2A0-671CDB5B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74" y="88386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9EBF4-2264-44A7-88D7-C83B27C9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971" y="82719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4F804-6643-4D73-A932-377A2B66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971" y="82719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2741C-18DF-4CFA-8066-8007165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39" y="84579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8A85F-52CA-4038-8122-C9AF047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39" y="84579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8582D-559C-497B-8EE2-EA82AE49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58" y="847961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E94F3-0235-4A2A-BFBF-AC3B17C2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58" y="847961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21E6E-6852-48CC-912B-653618F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52" y="90164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A2549-C0AA-4D7E-8EBF-D2BBDB0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52" y="90164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A2376-4E2C-469C-B510-D5B21271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45" y="84343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E4AA2-719A-44DC-9801-6689060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45" y="84343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FAF41-F3B6-48AA-8E48-19EC656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2" y="85060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91AE9-A59A-4352-9BDC-9F9E435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2" y="85060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EA57E-6722-4D69-930A-55A8E453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88" y="86917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B2425-B79A-4458-B2E1-961BAF55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88" y="86917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0FC81-A423-4F65-B7F8-64AF8C91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07" y="87746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43913-B35F-4183-90F2-52447462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07" y="87746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C1BB6-D75E-4D76-BAE4-6EED0BAA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55" y="86973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C2B2E-9F71-4038-A089-8F47575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55" y="86973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FF880-3245-4871-835F-B1FB500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432" y="87317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6806B-2155-467A-ABFE-BAF92E1F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432" y="87317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367E3-AA52-4DE2-A44C-565E84E0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36" y="85997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11F81-8D51-4BBE-AFDA-F8A1219B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36" y="85997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8F65C-CD70-4907-9CAB-E5B5E87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7" y="86872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8AE08-AF7C-4D71-A2D7-5B23D734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57" y="86872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4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9FF5B-E5D7-4DF2-8125-1CCFA92C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49" y="90924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CA4C6-B888-4C0C-A544-8D17597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49" y="90924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46C54-5FE2-4346-99CA-62ED82AE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16" y="87022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7F4EA-699D-4DF5-B3CD-BA95F05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16" y="87022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2C3C1-DA34-4538-AC3A-7DFA04BC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15" y="87749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01EC4-9A2C-4107-8873-75A4911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15" y="87749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59F00-CC2A-4306-A817-95D39A80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316" y="87087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19882-891B-417E-B6E3-18D9D85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316" y="87087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A6E24-3350-4B0E-9737-EDBC0E69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11" y="84848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7DF079-19C4-4FB8-A9F8-05775B6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11" y="84848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05163-573A-4F89-9285-F75D228A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91" y="85934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302D8-3CA3-41F4-8BEF-9F53D444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91" y="85934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CE399-7087-4200-B480-6160C94A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06" y="85744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7D9B5-A0D8-4A49-8055-6C3B5B6B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906" y="85744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28597-2C06-48C8-9D3C-880A796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92" y="84771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E0C24-AA03-49F6-99B4-A437DB20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92" y="84771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96DBF-7FCC-40C6-ADA9-E523161F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1" y="87610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07167-921C-44B0-B506-7A524D79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1" y="87610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D6553-D0E4-46D2-8330-01D7F54F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63" y="84858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E3AE4-699F-431E-9B4D-03E21848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63" y="84858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89B2D-595F-44CB-9FD2-651C2A1B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94" y="84869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91221-D26C-429C-970F-3FA1BB6B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94" y="84869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2A4E5-FE78-48CB-97B7-18294D0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98" y="87263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B4326-07BB-4887-B2C5-1286171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98" y="87263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7F2F6-5A36-4F47-9972-54006EB5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64" y="86499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3916E-2A30-42D9-9027-3C97323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864" y="86499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7215E-BBFF-465F-8FC3-6164AC5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70" y="85794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474D0-93C7-40B2-9E37-6AD61478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70" y="85794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5DA74-7D33-43E9-91E5-AEBAE55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86" y="85768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F5C1B-9D7A-4B9B-87A0-6F481097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86" y="85768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9062F-0077-4710-94C2-1BF50BC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69" y="87215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FFD5D-6DB9-4244-8699-28274BA4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69" y="87215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901AB-B0D0-48C5-B585-0111CCA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0" y="85236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465F9-38D8-41F5-BC16-D4B4003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0" y="85236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FABF0-5EDF-4890-BD5C-8D0D69D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12" y="86568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532B2-3A62-465F-88CD-9D07B784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12" y="86568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08EC6-982E-45FB-951D-17E18E86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623" y="87510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80295-66D0-41E4-B12E-DE7E91B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623" y="87510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4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15D9A-8349-49E2-B1C8-3866A31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86" y="85087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BAAAA-E0BB-423D-B870-36D5F461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86" y="85087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5BB6A-BE01-43C7-9FB7-C7AF8C2B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0" y="84540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32584-2406-400E-A509-DCBA8675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0" y="84540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B0D42-E712-45ED-A0C5-02EA1216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26" y="84843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A2AB4-82CF-4C05-9986-9084E47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26" y="84843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70D6A-928D-490C-9560-AD27D411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59" y="85233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B1A76-F6F2-4347-B820-931ECF8A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59" y="85233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4CA16-4D03-482B-BBEB-878E9097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224" y="85398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F7BB1-8D0D-40E8-BF2C-A4FFD24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224" y="85398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83B05-85FB-493C-B70C-E6A3149E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79" y="85587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AE426-331C-4AFA-98AA-164FCDC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79" y="85587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C2916-13F2-485A-AD71-29AEB3A4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90" y="84344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AF1CB-4ABD-4844-A7D3-6C5845E2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90" y="84344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057B9-F804-4711-888E-C7C8D95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78" y="852294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04D4D-2EE4-4A66-8F9D-81906B65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78" y="852294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096F2-99EB-4EF8-AAC7-4B352ED6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12" y="85249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E49E2-BD3E-4897-ACB6-F051300C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12" y="85249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156C5-EDFE-4B41-9D6C-F1E614A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31" y="90227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A4E7E-6A24-4ABF-94FD-3A138209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31" y="90227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0331C-0382-4A68-A025-06C126C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2" y="85462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1CDD1-94CF-4374-B6B7-9727022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2" y="85462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ACE44-F08E-42C5-814E-88003650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07" y="87164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120EC-9257-4111-B489-736CE44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07" y="87164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C8495-0DD7-495D-B0D8-6CFC878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20" y="85691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196E6-5345-49FF-9E4D-A0F73B7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20" y="85691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D0AEA-2A28-4772-8E60-BA51F82E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5" y="85491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D78D5-989D-4B5A-8757-EA85A13B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5" y="85491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0DE5B-66DB-42FE-945A-D30A80E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85" y="85036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7893E-C83F-4F3C-8DED-AC239D3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85" y="85036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6C9E8-BDB1-4862-9CFA-0D0D051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35" y="84928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9303C-5374-4F64-BFA1-F03A8E13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35" y="84928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7729D-3FBF-49DC-A5FA-EA650ED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7" y="84784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EF3B9-32BA-481F-986D-9A5CEEC3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47" y="84784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63AC7-F25F-49D7-A025-24D248CD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251" y="88704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0BD64-6683-44DC-86C5-E2C49DC4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251" y="88704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17917-D880-4763-9E94-57E1C1D1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645" y="86320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11422-2742-48D5-82F1-2D70E18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645" y="86320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2F0D2-0E1C-4C12-9624-F9C9BA0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777" y="85158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B7CBB-2C03-43A4-9EEE-9A8D0AA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777" y="85158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F586C-2B3F-4A13-A831-B4925C96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86" y="85583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89BAB-35B8-45D8-9431-B14037EE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86" y="85583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4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FEF5D-0CAC-4F90-9E8C-AA10BED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94" y="82472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16CDC-FD75-4570-809F-03E9EAFD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94" y="82472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51373-1B3F-46CE-9D08-5DD65CCB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694" y="81761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04E33-8241-47BA-A981-D9A5021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694" y="81761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06F90-1305-4177-8F55-D9A706D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763" y="822474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A5CC4-F495-427E-A2EC-44674B7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763" y="822474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71C7E-16D7-440A-A74D-4034263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94" y="82472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2E7F0-C332-4CE0-B0A9-C45E2078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594" y="82472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86F37-D508-4012-8498-BFF2FE1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43" y="82157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46F9F-B53B-4CF1-BAB8-4F193E43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843" y="82157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9B6C4-0792-48D0-AED5-22803D5A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982" y="82154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0B8F0-F98E-4B42-A9E6-A02F985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982" y="82154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A0278-3A2F-4740-AD5F-27AD604D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519" y="95925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E4E11-71A1-48F1-8E4E-152788A8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519" y="95925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830BC-12AF-4CF7-B7AE-940E726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030" y="82352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0DA2A-C231-4298-A664-C47D34C8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030" y="82352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305FA-D9FF-41E1-ACFB-69A5DC95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366" y="82452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A2351-606E-4781-B651-B3DFD5C9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366" y="82452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75971-A671-4442-8977-ECE59407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766" y="822471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C81FF-D11D-4155-9B77-608C776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766" y="822471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7B97A-BA74-4F5C-A7F6-20A116D1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750" y="82215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F2970-F66D-4DB1-9C0E-878CC991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750" y="82215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9022C-CA3A-4997-B891-DA650A7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923" y="82622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54B1A-A72E-422F-9B8D-236C2CDE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923" y="82622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941AE-0FB9-47A3-AEC9-008E9CC4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965" y="82807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FC3B1-7109-4F6C-B2CB-B00F519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965" y="82807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4A1CB-EA21-481B-963E-8ECF1B8A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90" y="97395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9E6BD-D00F-4DE0-86CD-4E58DE88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90" y="97395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584B4-9687-425C-93CB-93D9818A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86" y="83464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502BC-1A02-4EAA-9037-1F1E0625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86" y="83464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E877D-26E1-4A16-BF01-49257FD0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27" y="972632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FEE05-AF53-451A-9C5E-7F184AE1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27" y="972632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AFA76-61BD-424A-85A8-7C4ACC1E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908" y="84659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6A818-D596-486F-9FAB-6DF0EE8A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908" y="84659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592D2-9065-4567-BA31-12B4461D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98" y="963874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068B5-97A9-44EF-A844-7F67F75F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998" y="963874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855E9-0620-410D-9DCB-97804132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59" y="858217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2220C-A047-46D0-B954-EBB57FC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59" y="858217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99D55-1043-47E9-AEAB-A4332D94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699" y="97271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E257A-F9FA-49ED-B75B-60606E92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699" y="97271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EC2E5-3CC4-4937-B54A-C2DBFC82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587" y="84534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B1924-0DAD-4A54-BC53-BFB75E52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587" y="84534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3C392-F4EA-47B1-8B9A-DF1BB47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1" y="93582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88AAA-68D9-465D-B911-8A486B1F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21" y="93582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49026-C85A-40A8-A775-7C01AB4B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4" y="842514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464EF-B6E2-4EB0-93B9-91C40784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574" y="842514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4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38584-1704-4657-B789-FCADCE2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22" y="84833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6D7D1-AC17-4DD2-9DF5-7F41248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22" y="84833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146DD-F830-4521-B55F-879C530F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106" y="84661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E2182-4D1F-4B5E-A6BD-8EB3A8B1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106" y="84661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0B392-78FD-41CF-9491-C4F72FAE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98" y="81987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C40AD-FC80-4473-80DA-2AFB000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98" y="81987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08C55-F2CD-4826-8031-93A85AD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45" y="90729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72DD7-6D64-4A37-976B-307F6BE1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45" y="90729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29258-9D1C-4A8D-A4BA-5B38F2F5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41" y="84303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5BD1F-AA34-4DE0-93C6-1D164F5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841" y="84303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53D7D-90FC-4F39-8025-F721E151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96" y="82379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66BE8-DE9C-4ED9-858B-64E2150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96" y="82379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12F48-B244-4CAE-9BA0-2765F797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262" y="90078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35C80-4490-4DE7-A677-423AB1B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262" y="90078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8C261-CDE3-4918-8F16-9F0279BB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77" y="86034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C290E-4481-4B59-AA62-910A788B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77" y="86034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9A9F3-3685-4531-9636-63328F6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47" y="82661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18B66-D8E9-43A1-B5B4-EE78F6FF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47" y="82661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F4623-FD91-4F76-A9E5-CAD30E1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204" y="82871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702D8-161D-479E-A49D-830F453A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204" y="82871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B679B-951D-4311-8D5B-0A1CF33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75" y="82428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815CD-56C3-4F85-8F37-20BEFA5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75" y="82428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3F40D-F33C-44B2-A30D-416125A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0" y="82818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4CB05-1C2E-47EC-96F8-035A292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60" y="82818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8403B-0277-46E4-9650-FDBC6696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22" y="82562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6E151-2E75-45DB-9B7D-DA3F2305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22" y="82562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79E86-5EA0-4BD4-86AC-AEF393A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04" y="84648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816DD-CD6F-4528-A991-3F15CCFC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04" y="84648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A6C90-8D26-404E-9F43-6D7038D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354" y="84256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F8FBA-3852-4157-95E8-801689D9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354" y="84256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81081-D44D-4AE2-8BF7-FF54244D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456" y="83198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546A8-6576-4518-A7E4-BDE95952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456" y="83198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722C7-7EFF-4012-A3C8-859C664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3" y="86964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B1603-C02D-44BF-9520-88C989F2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3" y="86964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79566-454C-46BD-A1BD-32654D13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9" y="85532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2FBB8-979C-4C8B-978C-5A25DB3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9" y="85532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50310-0FE0-4EB5-B459-3F26706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52" y="82652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91367-F2DB-420C-862D-BD8C068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52" y="82652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B3A76-5F55-43B2-976B-8346E45B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192" y="88812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17EAB-3341-4DC6-AC89-6BF0AA3B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192" y="88812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42F7E-7883-4D0B-A4F4-4DFD28A3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581" y="88768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589AA-7EE8-4F8B-AB5B-34D6C21C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581" y="88768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A6C01-5664-4ADB-8E82-D3A7997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56" y="84267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BA729-2CB4-4776-9800-D5F6241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56" y="84267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74A9C-6ABA-4A91-B06A-E9754F1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45" y="85394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A7DB5-E057-41BD-A67B-8A4714B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345" y="85394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7FAE8-6C3B-4148-A415-D92E5F9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91" y="86763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1D616-EDEF-4DEC-8402-AD41A099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91" y="86763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033CD-B260-43B8-88B1-89D5A702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295" y="88799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DC4D7-81A1-4596-93AE-D97E684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295" y="88799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CDD0A-DB18-4CCB-B4AD-F599E9B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05" y="860114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9DDCB-DB59-41EB-B7B5-7A8C5B70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05" y="860114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538BA-C71F-4BB5-9CCD-9F413B25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53" y="82831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2B595-738A-4259-90D0-6A4BB2E3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53" y="82831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FE097-8E07-444C-AE7D-4FBA41D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21" y="85559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B3B8F-3C2B-4C11-820A-9D5A2E1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21" y="85559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14644-666E-4879-B47D-2DC863F2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87" y="90087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6848D-EE92-4024-844D-A1213038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87" y="90087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20561-755D-43D9-8ED3-01BCC2C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17" y="84761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D11AE-F273-444B-BA87-642C264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817" y="84761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862CD-69B1-4DCF-973E-BCCD92D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550" y="82067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4853D-24AA-4C41-8EBF-7DC56A9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550" y="82067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4F44E-89F0-402A-AEAA-12DC21C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55" y="82734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6EBCF-593F-4E6B-B200-D67312B3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55" y="82734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57794-00BA-42C9-A8B5-17727B2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863" y="82689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ECF18-CDC7-4D5A-8FB9-026BAEDF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863" y="82689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F26AE-29DA-469B-920B-99E5C6C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28" y="86302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8C3A0-0726-45E2-BC57-F101E6CF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28" y="86302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6AAE8-0A01-4F6E-9B33-600579E9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88" y="91224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925A4-275B-4A9C-B9AE-13F46FAF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88" y="91224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57441-32A7-4B86-89E7-D8B1592F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06" y="86992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5B745-0C4F-45D7-881D-A7419222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06" y="86992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A9831-E2EF-4ED0-9C27-64D7EE40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019" y="87514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8B59A-200E-4877-A0E1-314F5C6E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019" y="87514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5FE5B-E4E1-4A75-9218-BC9F0F7A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19" y="85678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8A9B2-0CD0-482B-934D-F054742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19" y="85678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8CF5E-3E59-42C2-ABB2-FC06ADE6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117" y="87385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ECADC-D0F5-4F68-B48F-3F7681F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117" y="87385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84D61-44FC-4789-B23D-23BC37E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27" y="96388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2B989-7946-4B78-9920-702E239E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6427" y="96388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7CE9A-8F6A-423A-ADBB-98495E7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036" y="87751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DF60B-C42A-4475-A9A4-26332733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036" y="87751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F7B2E-C354-4E5F-8582-4678029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06" y="82530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624DA-99BB-416A-A5F6-AEBCD2D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06" y="82530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6EAA5-D77B-4588-819D-987B5F3A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3" y="86306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4B476-80C9-4DAD-9651-4DB105EA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33" y="86306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025DA-368F-4691-B278-9AF15131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46" y="86954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BE861-466A-4943-9E6A-BEE54D52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46" y="86954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E2ACC-287C-454E-9B98-68DC56B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06" y="82530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3ED03-C92E-4FF0-80C6-E14734C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06" y="82530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81AA9-7739-4425-9D37-936D23D6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55" y="87184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71CFD-97C8-44B8-997A-C869D1A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55" y="87184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EEACF-380D-4069-92DD-E63C5D3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085" y="84413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A4D85-9F29-4EE4-B365-AE2A125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085" y="84413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3FAFC-4450-4D20-9731-432AB987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96" y="84858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6E7DD-028B-40B2-9C8E-16038D3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096" y="84858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1D97E-156C-4AD3-A11D-F8DB6E81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323" y="85869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D417C-A86E-4BE0-84C3-19D8973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323" y="85869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59069-837F-4F24-B720-BD4DEE6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92" y="82876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4EC39-7D81-49D6-8642-CCAE913D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92" y="82876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ACA6D-3F73-4C76-8D10-CBD473F2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652" y="84610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EC659-7E4D-4DB7-B2DC-5882FE6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652" y="84610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647B3-A933-42E3-BF55-4DC8763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47" y="85449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45D63-9E07-4939-8689-E8C030C1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47" y="85449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36C4C-D206-4FF9-BE92-7975214D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15" y="85499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56163-9CFE-4AEF-973E-450400C9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15" y="85499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8EA31-D17C-4D4C-BE92-8D6C4BCB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21" y="85626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7E67E-898E-4A4A-8B6B-FAED1E1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21" y="85626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2BF5A-6A61-4051-A8B5-613268F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10" y="85583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D3F9D-64C2-45DF-A4AA-A6F944D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10" y="85583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99AF2-E28E-42B5-911B-D82C1A1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414" y="88253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21D92-CCD1-45B2-9775-35B840D5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414" y="88253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6A39D-B38C-45B8-B4B7-DB9E9ABC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4" y="870264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08679-B4C0-4EBA-A26C-25447CC4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4" y="870264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170F7-607A-4761-9888-DE24613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793" y="834844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1A535-0D68-40E5-9B43-31E5B9D5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793" y="834844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1AB8A-4DED-45B6-AB83-B8C6842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28" y="84570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203E7-2EF6-4AF6-A7EC-A11D452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228" y="84570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64D66-78EA-449E-9A86-8E03557A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95" y="82765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D78FB-9723-4AB8-ADA3-EF6EAE4D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95" y="82765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3C2C8-70F2-422F-A70A-DF2391E9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658" y="87062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BABD2-BCF1-437A-BE71-B50EFB0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658" y="87062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3828D-9AE2-479B-BF03-7F60E843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41" y="848337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36293-05F7-40F9-8EC5-A51A690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41" y="848337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63B56-53A0-4308-AF0F-851661A2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33" y="85191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C7A78-DC69-4DF1-A67E-1BD9E98D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33" y="85191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2149C-E89D-4DEF-AF6B-14D7FCC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10" y="86960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D8C60-2171-44A9-B0C0-67CBFF49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810" y="86960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04FDA-6B5E-43D5-AFA7-7E557226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564" y="84357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F162F-1B72-4FC7-97EA-520BF7D7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564" y="84357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616DA-EBB3-43C2-A159-B7CC4CA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0" y="85311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DCB70-44C3-40D3-BD94-4CD2EA5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0" y="85311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0A255-8A9F-4339-93F1-49427741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357" y="84372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E7923-5C67-4BFD-A4CC-F1EE55C3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357" y="84372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E4F9F-D827-47CC-A68E-E34F3A9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433" y="84212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55916-AE15-4476-96EA-D90DCC79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433" y="84212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B5DDF-E4E6-40F2-B50D-7C8C2751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832" y="86832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D13C8-9F37-4BA9-B7FD-B49802E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832" y="86832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E68F5-D3D0-4C29-9D2F-5ABA460A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29" y="85687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23939-CD98-448A-8E28-51B871E5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29" y="85687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C992C-90FF-4216-AAAA-DC154EDB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85764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34805-267C-49DE-8DE8-BB6F07EC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85764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CA9A6-458A-4605-840C-80C150E6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834" y="84271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75F34-5406-472C-9F43-776D0F7A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834" y="84271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A861B-5857-4584-BCD8-2F22E25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07" y="84812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87FC2-A645-4AA1-8AF0-ED371FF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207" y="84812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50B2A-D925-4947-AEC0-7DFAC9BA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058" y="82961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DB387-9500-42AF-B6CC-C33C2305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058" y="82961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4BB18-E2B4-4ECD-8ACF-73EB5BF3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487" y="87392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94B0D-5A71-4B35-90CB-2757B71A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487" y="87392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3B9B9-595D-44A6-87BB-1F371F06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10" y="84568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C92DB-FEC1-4254-AD8B-89630B8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10" y="84568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E0DB1-2CDC-42BD-9327-2BB4EAC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333" y="84451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512DC-35AF-4398-8E9F-8BE1039B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333" y="84451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6FC00-944C-4D63-9B74-F1A742B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54" y="85721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9B23D-02F5-492B-86D3-9A32A99A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54" y="85721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8FBAA-E445-4F9D-BE75-A394F978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37" y="84241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F61E8-3CBE-49DC-B72D-752C05A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37" y="84241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CCDF7-83AD-432E-BA3B-3317CB5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656" y="84237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1B3A6-0824-4196-910A-F049772B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656" y="84237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06EF6-FCC6-434A-B24B-22954CC3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35" y="83278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DB405-3C4D-46EE-9C33-3B5677E6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35" y="83278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8749A-5552-42CD-B157-2AF6A5C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99" y="88188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FCBD6-ED85-4A73-9D11-91C52781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799" y="88188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DE626-5F04-423A-AD4C-B82A7344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71" y="82688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07116-E2FE-40AF-8667-4483560C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71" y="82688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4ED34-FB32-4ADB-9934-2CDAD5A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79" y="81687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3E773-560F-4289-A788-27CB70A1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79" y="81687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4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EE001-A521-4A4D-A35C-55162D8F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702" y="95773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52702-EBAF-4C12-8938-6FBB98AC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702" y="95773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50BBC-7C30-48E9-8305-0325E268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1" y="839147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196CE-FB64-4B6D-9AB6-755B6AFC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21" y="839147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141FC-93B9-4873-A994-EBE0363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13" y="83732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1D70E-25BE-4822-896F-B0BDD29A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13" y="83732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6C85D-A741-4521-BE5B-84CD2255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438" y="74156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D563E-740A-448C-B89C-4E6EFA58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438" y="74156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6AB9B-31E7-463C-85EF-9FE001A5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84" y="738623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887B6-BAF1-4B25-A799-6A4EC688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284" y="738623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453E5-0CE0-40B3-9092-BA95A1BE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732" y="75013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68A71-4E88-4A96-A876-F677838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732" y="75013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57D9D-2C5D-453E-95CD-9D8A5AB4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237" y="86920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B6B74-A1DD-40F3-95B9-38DA2AF1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237" y="86920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973FB-3696-4966-AA70-75CA1550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13" y="83732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60B1A-CCEF-4B48-8413-B45C8F89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13" y="83732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6A618-5176-4910-9503-2CF51978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84" y="84126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09158-D0C1-4A48-AEFF-6A6C63B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84" y="84126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15918-2EB6-4D76-941C-EBE3ADE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6" y="83526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A6483-361B-4DFD-9840-4906BCAC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6" y="83526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281AF-F1FD-491C-A4C5-92806C1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84" y="83587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3962A-E4EF-451C-B014-4E2B4015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84" y="83587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18EB1-36FF-4F16-9DF2-8A3C55D9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69" y="86653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0B776-9DAF-4BA1-9E76-EC6063A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69" y="86653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4EBCF-1B11-40A8-920C-94110DF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91" y="83947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9D370-95F3-42D2-A1CC-1EEE8E1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91" y="83947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C666D-F945-4B08-A5B0-51D36B9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100" y="83400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4E13E-8321-478D-AF66-428ADD3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100" y="83400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B51F6-01B5-4802-9E08-B20AC8A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786" y="74985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82743-B3B6-4378-84D0-E3BA10B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786" y="74985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D1333-031B-436B-A6AA-0790FB3E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46" y="74504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6E3D8-E942-4F6B-ADFA-90F0E6FD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46" y="74504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290DF-9897-4F9B-B24C-61322FA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29" y="83755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E4A04-2AC8-4CD4-8D92-0D0A9FE2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29" y="83755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1455B-CAEB-45A0-B24A-34CF0AF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713" y="74010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4D7D1-1052-4C41-A8FF-FD862F2B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713" y="74010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E66F7-0527-47B7-B69B-8BF44FDF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22" y="83661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D8CF7-D578-4A6D-A6C4-9E3C160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22" y="83661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4C5CF-1DFC-4AEE-84C3-FD37DF3E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901" y="85540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F17D7-184B-406A-9D8C-F29B20C3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901" y="85540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82572-4FA5-4AEC-B0A4-E5CD31ED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521" y="85539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7C184-17B7-4DAB-8207-4E96A596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521" y="85539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35842-7C6D-4584-B036-B1611AA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08" y="85261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D1EFB-882B-4FD4-8CE8-D20148F0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408" y="85261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E2441-75D7-4629-BD31-03C51F9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12" y="84147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47383-A736-419A-8244-F92AFB80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12" y="84147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F0CAC-2CB7-4B10-890C-9B21246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12" y="83895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ABAB6-211D-4B54-91A3-1E76222C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12" y="83895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26EB7-92EB-4026-A9EB-F4358119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07" y="83955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92D5D-3444-40CB-8712-BDE57D0F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07" y="83955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D3D6E-349E-4F60-85FA-7337277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824" y="85199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6878C-50C6-46A2-BB1C-EB6F76AE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824" y="85199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51DE6-FB88-4F66-B6BE-570DBF60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4" y="84975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DA40F-1DE3-4E4D-83F6-5B6A42A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4" y="84975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66D9B-0670-482B-A6F2-45463EB3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20" y="84092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FC841-FDB3-4A2A-BF20-D969508E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20" y="84092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5C57A-FCDC-4335-B2FD-5EA1901B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59" y="86743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2C49E-4B83-4D10-9756-B31D27A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59" y="86743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B77BA-A620-4A72-A0A7-6FEB2278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42" y="85572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5DD15-6922-4B1D-B8C8-44FF5A82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42" y="85572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BB7A0-3B4A-43A7-AF6B-F9A9223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10" y="84035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6ED97-65A9-44AC-865D-311C619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10" y="84035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CC981-C438-40B2-BEB7-5C6A3CC0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075" y="74273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E6D33-C924-4BBA-B7D8-57813EA1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075" y="74273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AD923-CD9B-414C-919B-D7492F6A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23" y="83475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57589-0AB9-4949-930A-2BAAC20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23" y="83475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D36A6-CC0D-456E-8BC9-7E695532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7" y="837421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3B2DD-ED9C-4173-8C60-A5BBD83E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7" y="837421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62446-EBCD-4558-BD0E-0CC6FC91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" y="83849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F0FC8-AAC8-4CAD-A09E-355C67B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" y="83849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4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94D8C-485A-4695-9105-79E8457F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51" y="86369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D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EF662-2D81-48EA-8672-CD6A03D2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51" y="86369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D7FF"/>
            </a:solidFill>
            <a:round/>
          </a:ln>
        </p:spPr>
      </p:sp>
      <p:sp>
        <p:nvSpPr>
          <p:cNvPr id="4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ABFA9-BCB9-43E0-90DA-1B77F285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073" y="87654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D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10829-393F-4730-8306-E41EABEA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073" y="87654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D7FF"/>
            </a:solidFill>
            <a:round/>
          </a:ln>
        </p:spPr>
      </p:sp>
      <p:sp>
        <p:nvSpPr>
          <p:cNvPr id="4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AC2E1-89C2-4720-ACC0-EE859825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07" y="87701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D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C4479-41AF-4C24-84DC-AF56C1C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07" y="87701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D7FF"/>
            </a:solidFill>
            <a:round/>
          </a:ln>
        </p:spPr>
      </p:sp>
      <p:sp>
        <p:nvSpPr>
          <p:cNvPr id="4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A0E1E-2757-4E62-8050-148B4CDA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55" y="84110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D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0542C-CD1B-4543-AAEC-3DA9AAA3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55" y="84110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D7FF"/>
            </a:solidFill>
            <a:round/>
          </a:ln>
        </p:spPr>
      </p:sp>
      <p:sp>
        <p:nvSpPr>
          <p:cNvPr id="4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46048-C91C-4248-8BEA-2B064BA4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89" y="92953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D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BEDCB-3AF9-4AD9-8C95-0415E420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89" y="92953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D7FF"/>
            </a:solidFill>
            <a:round/>
          </a:ln>
        </p:spPr>
      </p:sp>
      <p:sp>
        <p:nvSpPr>
          <p:cNvPr id="4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C6EFE-634B-4CD1-B8EA-39EE4BD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06" y="89376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0E191-C3CE-4844-8CEB-FC8C848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06" y="89376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0647D-6284-437A-98B8-9F976085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61" y="934179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51F38-9716-46ED-A99E-83F7EBA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61" y="934179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ABE1D-1DD2-425D-867C-7A076E32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06" y="88138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5631A-E781-4D55-8A17-FFF2F515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06" y="88138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DD6A9-0ECE-4453-8501-3154A04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15" y="87873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C4905-AAB9-4549-ABF7-61FBAACE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15" y="87873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BE0EE-2787-4955-B85A-0C2C88FF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944" y="87645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7491E-006C-4553-9593-EF1C9F7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944" y="87645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0CA7C-AFC9-4671-9D69-1AB9C9C3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152" y="85272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777D3-BF8C-4346-9872-C2BFAB27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152" y="85272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DDEEA-0837-4D78-9405-30F9C3A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968" y="85174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657AB-DD9D-460A-9F4C-9D6F7BEC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968" y="85174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87F0E-8D67-4FB9-A8BC-1F28EA9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97" y="85091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1E935-FAE7-4FF5-80F4-5CD8223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97" y="85091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522D8-FD23-4B85-BDD8-4C4FBAC6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896" y="84879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E7F91-E0B6-41EC-99B3-C7D7A8E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896" y="84879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E9B04-689B-4CB7-8D7C-3496AC8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98" y="84989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E51C6-A1F7-4E0D-ADA0-517E55B8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598" y="84989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914E5-DD43-44E7-95BF-AFDC547E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" y="877442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797BE-7F1B-4549-A786-E33586B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5" y="877442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689D5-81D4-4A77-8F47-991A84E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24" y="89921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746DE-D42B-476D-B3B2-778B9DC9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24" y="89921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B8809-3230-478E-BDDF-4C128FC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346" y="92127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0ABE2-D5A1-4021-8CEB-85111679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346" y="92127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9E338-4BFD-4D51-A4E3-96321165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486" y="851779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A7944-1C3F-4AF6-9519-F5C05DB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486" y="851779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66729-8F9C-4A1E-8AFC-9611EB97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2" y="84964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747ED-21AC-4BCB-84F0-17F547D7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2" y="84964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F6057-3EC5-4170-9B6D-6B201458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043" y="85114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B4D92-038E-4FE8-B95B-808260A2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043" y="85114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6ED98-460F-491E-9989-339CB1F4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87" y="84866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BAE7A-8A9D-4BE5-89E5-F05D47A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87" y="84866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5727A-F71A-4743-B608-A1D90E1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544" y="86981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216B7-D4CD-48A5-BA5C-52914B2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544" y="86981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F3871-643E-46B1-884F-39B7308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07" y="87118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956FF-081D-4465-8E52-487B903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07" y="87118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EE8E6-C0E9-41A1-9D1B-C4DAF1E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26" y="84648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C4837-A876-42D3-89F5-C6444CDA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26" y="84648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1CE4E-DE2C-4C9D-9894-162D3AC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06" y="87659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8EBD0-4FED-4762-9931-6CA5AA7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06" y="87659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D7848-F7CF-4760-AF58-D23A81D6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20" y="87168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59E64-2F36-4400-9CA3-9B6476C6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20" y="87168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E89EF-304F-4F8A-A205-D1D45CF9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4" y="87554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F873F-FEA3-45B1-88CF-AB9E792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4" y="87554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A9D3B-1D8E-4743-BAC7-83B007E2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6" y="87716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91191-0D31-4AB1-B1F8-0CB41D49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6" y="87716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F48B9-A991-453B-8FEB-3F71225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66" y="864665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F4B58-2C48-4567-AC79-4F8A897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66" y="864665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E72B9-F226-4045-9E83-6C46BDD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95" y="86111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EB3AB-3E95-43C5-9BD2-29A37B2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95" y="86111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94182-0A20-483D-80F2-E1AACE00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84" y="91239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4757F-1E83-4698-BB63-7E9E095C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84" y="91239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A0B9C-BA8D-4780-838E-179BCCB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54" y="86360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04721-159F-4098-9692-10F65D2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454" y="86360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2D77F-A4FE-4BAF-8F0A-72A3DDAF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15" y="87010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269E0-B2AE-4E69-87EE-596807C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15" y="87010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932D1-9302-4BCF-9978-D932B7F7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313" y="86383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C9F05-7021-4E7D-A960-67F3EA3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313" y="86383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DE396-48A8-41A3-8920-78C5F0A7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440" y="86543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5CD4A-4174-4163-9804-69257C0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440" y="86543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F5679-47A0-43D3-8EFA-C19B8E7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017" y="85622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84AB7-BA8D-4DA2-8A89-93B59F11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017" y="85622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3C93E-EA19-4086-B073-13ECCE3F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357" y="87571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BDF44-78A5-4C0F-96D6-DE5D09C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357" y="87571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496E1-ED58-4770-BFFF-45DFEE4C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518" y="92232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B8707-B470-4C1C-8940-1F4FB7AE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518" y="92232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59495-9C71-4B20-A792-36DD5882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03" y="89195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2DF2E-67C0-4BDB-87E8-4B2BDA42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03" y="89195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71244-687E-4176-A914-948D588A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75" y="87057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BBD2D-AE1E-439D-8763-6CABF5C3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75" y="87057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3C180-4D3A-4EE6-9B7E-D7AED0C1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79" y="90777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0E512-4F51-4D00-8509-518FD874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79" y="90777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C5CD0-4038-4465-8B51-EE77E48B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8" y="89194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F43B8-66B3-478C-9C40-52CA30D5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8" y="89194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60257-BB2F-461B-B995-39AA6B9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497" y="92467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D4B7D-4EBE-4345-95F8-DE098E0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497" y="92467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9D3FA-CAB0-4F5A-B45A-32201284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1" y="86881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2B1B6-5B4B-4B40-ADBD-8CB2F0E2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1" y="86881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4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47706-67E6-4363-9B03-8DAE954A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50" y="89141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AD427-5CF0-468B-B16B-0D3DDAF0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50" y="89141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4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BAD58-F7A4-46C5-994C-2956C756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17" y="91485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26F7C-7DE8-4708-8FA3-BC15F568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17" y="91485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4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1A801-DD74-4BCA-86EE-C550D7D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46" y="88482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E105D-F6B1-4563-AA72-F5B57052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46" y="88482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4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955DE-E25C-452D-AE73-1937CC91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603" y="89463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3085F-26C7-475E-90E1-E5B26BB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603" y="89463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4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87E2D-D2DC-409A-B0FD-BEAA8CEC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361" y="88373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640F4-4B45-4F5D-B3C8-E7EC020D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361" y="88373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4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A5DAA-66C6-4DF6-8F9E-2C2BBB5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03" y="85748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1AAD0-629E-4179-B952-1664133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03" y="85748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4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BA8EB-C2B9-44F9-A008-13BFCDE8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623" y="90100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79AD3-6918-4F8D-ADFC-7AD2C414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623" y="90100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B3E76-2749-489A-84C3-326435C5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37" y="89380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44832-678F-4CD6-AE58-E85FAA81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437" y="89380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EA00C-5CB6-4736-9165-5F63E777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156" y="88570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EFCE6-2BBA-47B8-A17A-583259E5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156" y="88570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0AE52-AA8F-4DE3-8C53-38DE332B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437" y="88538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268F9-D417-4FEE-945F-7AB6C95C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437" y="88538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28A32-1040-47D6-8AED-5594701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89" y="93307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91D69-78E7-4D8B-AD86-923137D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89" y="93307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D880D-A0FF-454C-B4B7-CFB1E8B2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3" y="90545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0E9A0-A8FF-40D4-9DDB-F51F72E5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73" y="90545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26227-419D-4ABE-AF86-D7E10028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06" y="93171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50160-6EAF-4D4D-A289-F29C4659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06" y="93171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4B27D-4D9A-46BF-8428-18F690A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11" y="88453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63671-042F-47AF-9799-BCB2CC3B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11" y="88453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E01DC-3EF0-401B-8758-732C266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97" y="89195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11B22-8B20-46C2-AB29-86ABADCD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797" y="89195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3F0AD-CC70-4945-B5F9-14C631A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03" y="93138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945F5-AAD0-49FB-B77E-34614529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03" y="93138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EE581-B095-49B1-9172-A356397C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74" y="929612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103FD-1D26-4436-BB68-C5FF04AD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74" y="929612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CE070-9F3C-40F0-84FE-EB7564B7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317" y="89616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82C3D-2DF4-4CCA-84F6-91B50D83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317" y="89616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A3CB6-7219-40A7-AA21-7013E4C3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31" y="89389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20AB4-9D9C-43BD-A90F-5EA8B683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31" y="89389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58D8D-DEBC-479F-ACC1-63DDCC88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09" y="905254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A1D6D-B2C0-48B7-81C3-8CB1B26A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09" y="905254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53802-6EAD-499A-98D6-1B7A8797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903" y="88695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204AE-CCB1-4856-A60C-E555943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903" y="88695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C68A2-7E43-4CD6-A301-F763D033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388" y="90109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68CA7-DE0C-4446-BAB5-26A1AC3D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388" y="90109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4C5F0-0C22-4328-B304-E4531F66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65" y="90416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5EC50-EA18-4892-8A9B-08B2FC55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65" y="90416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E2C58A-E7A2-4E82-AA5A-314EF596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346" y="92239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74DDD-2EF1-4EE8-A381-F7130E38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346" y="92239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5484E-13F1-46D4-A43E-C54A215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002" y="90275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3CDCA-1E0B-4A84-87FB-16400E0A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002" y="90275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88177-4412-4B1F-9CDB-8231E141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157" y="88570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F6A7D-84B7-4C91-A56F-626351B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157" y="88570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3DE68-D5ED-4BB7-A894-9E07BA4C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37" y="87150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67E54-B6DA-4B6A-A8CD-1261134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37" y="87150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ABC82-DD37-45E4-A52D-E35FD0C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10" y="89156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DBF56-DACD-472F-842C-53F78DF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10" y="89156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EC72C-C4AB-4648-B172-C239E48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23" y="97460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F251F-4C38-43A0-BDDB-FDA8822F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23" y="97460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ACDBD-DE88-463C-8984-3C7EBC8C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69" y="90227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63DC8-1925-4000-A391-A9AE8585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69" y="90227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6A6BF-C717-40D7-8CB8-622AADC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029" y="88815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983A6-AF08-4C4F-810F-B429B1D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029" y="88815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72209-63C2-4997-89DF-AA3D5F26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956" y="89526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CE886-3148-4345-9B89-2EA4A111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956" y="89526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0EF41-004F-426C-B554-A69F1ED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394" y="90326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7D45F-A164-4BC5-BF6E-2A18563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394" y="90326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02841-B5FD-454F-9E21-82B8CF0D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27" y="90697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41AFF-3F1E-4007-B7A2-FAAC5D2C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027" y="90697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8780B-68A0-46AC-B1DD-8D5BF2ED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26" y="91829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85F5E-E94E-429C-994F-31D6BB6B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26" y="91829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73439-B699-40E4-AF45-B6A5D491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01" y="88480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73DD1-F997-44AF-AC5A-9D7E42B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01" y="88480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147F5-C3C7-4403-9743-C330CF38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03" y="951204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D9311-F12D-451F-A888-38E80539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703" y="951204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67169-E92A-471E-8C58-AE53909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57" y="85579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5BAAE-EC08-4142-9A7A-46BAF7B3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57" y="85579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E573C-DBD1-4187-9CBD-FDA3F8C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25" y="92149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E99A7-E08A-4509-8E7A-84EF8640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25" y="92149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3EE4C-4DC6-467D-B0F1-17CDA59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15" y="89699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2AE84-3486-43F7-91F1-3789285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15" y="89699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74AA8-CF4C-4BA1-B817-776346D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89" y="87817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8C0EE-1AB6-49F6-83FB-78507FC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89" y="87817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2947A-930A-4D27-BC01-51EDC8F1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68" y="90445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62BC0-7E32-498F-A6F4-D34516F6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468" y="90445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1DA12-8B2A-48B4-8395-467B875C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055" y="89401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71BAB-2357-416A-8D0A-9331A52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055" y="89401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283A5-8A7F-4737-8A9D-60401E7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668" y="93769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113E8-07E7-4EE6-AF32-3CF4F0E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668" y="93769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C38D5-6092-41A6-A3F5-3C2EE861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34" y="88448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F8C35-3A81-43B5-A18D-5C7A3EA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34" y="88448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567EF-1EFF-4489-B277-7ECF5CF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856" y="89860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E073A-ECA9-422A-BA5B-02129B2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856" y="89860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2206B-42C8-423A-85D6-25016FE5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954" y="90413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93C7D-7FCB-4A97-A2DF-0272D66D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954" y="90413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013D6-6815-4ACD-A823-8B3643E3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39" y="97223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C3B57-2F7C-41D1-8FEC-8944C2F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39" y="97223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5D05F-27CC-4365-B60C-DA0FC9C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05" y="93723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C5492-AB5B-4E1E-805F-25F93E9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05" y="93723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72DDF-B1B4-454F-9B36-BA620F81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42" y="91031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2C0E7-1EAA-49A2-906F-66BE662C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42" y="91031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BC01C-70B7-4A19-9ACD-28EAD9AC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62" y="88168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3D455-8CBD-413C-862B-6F54DC0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62" y="88168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0C221-0A18-41C2-B6DD-56E97D8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087" y="88415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6CD30-E12E-4C02-8E27-B86642D1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087" y="88415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1B6D4-29AF-4895-8800-EC102D26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49" y="90531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55C1D-F78B-4A44-B8FE-899FB22B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49" y="90531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ABD57-3D49-431E-A3BE-1FE949CB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396" y="100473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D3868-1129-413F-B6F9-8EB15094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396" y="100473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AF17D-CC04-4745-8E82-595C1E0F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616" y="89790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8E7D0-4695-4960-B6F9-FA34EAA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616" y="89790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A2B45-DD48-406D-825A-F0311541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842" y="89808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261C4-A0DF-4119-B342-4C577701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842" y="89808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4797E-5418-4C0B-9181-EB31ECF5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217" y="85866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9C51E-A676-4CAA-B546-FE006E7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217" y="85866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CAE81-05D0-43DB-B893-5BD17ECE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1" y="85260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84574-3FC5-4866-B845-3C04A92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1" y="85260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58903-7F96-401B-8627-3ECA94C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63" y="87330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4542E-35F5-4762-89BF-BA98747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863" y="87330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11C56-0333-470C-B3CE-582C7F5E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053" y="888827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F05C2-1437-4D1B-8786-E64903C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053" y="888827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3B767-DB2F-4946-B993-5FA519D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1" y="86928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436C4-2675-4E92-8C0D-14A568A3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1" y="86928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6BA88-141E-4806-85EA-42AE88E4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5" y="93067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1BC64-95A8-49DF-A133-ABCB2C8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25" y="93067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5278E-28E2-42DF-8B5B-05F39BBD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675" y="90422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FAFAF-0B6B-4C02-B4FF-6C9AC15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675" y="90422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10BD9-939C-498E-8E97-B24F80B9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539" y="93507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263E3-78AD-4C7F-BE67-3F61485F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539" y="93507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E44CD-4CBF-4A86-BD40-103D8119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871" y="96379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9E622-74B4-4F94-A503-457E4F4E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871" y="96379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C2F39-94CA-4BBF-9B13-3F41734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431" y="88403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25D35-B126-4C02-94FE-24A3F58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431" y="88403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57195-E62A-4C5E-A24F-889D4D5D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93" y="90991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576E1-6FB6-4ABA-B4AA-4A3EFF85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93" y="90991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EC011-29D7-423A-AD60-C3FF8C7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11" y="95020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BB55F-18F0-434A-B299-BD3E60E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11" y="95020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E7FE1-1373-4F67-9CC9-6A20E8C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37" y="92149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8FC72-7D4C-4000-A047-B4935AB5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37" y="92149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FDDA7-4A95-464D-AAEF-889B68DF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65" y="89344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05139-0FEC-463A-8033-2236084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65" y="89344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33A41-0A09-44CC-AECC-1C28DCC8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02" y="92507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BCE58-936F-4C0E-9B14-4C1B11E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02" y="92507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3A66A-23E3-4563-A37A-53D28FF9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41" y="95533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EC8CF-8599-4970-BA70-4B297862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41" y="95533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75C0B-171E-4A73-8A89-51E478C5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483" y="892412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98237-7BC3-4912-82BE-E10009B7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483" y="892412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C9FAB-10DD-48D0-A774-122A1A8F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303" y="95120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264F1-8500-4D3B-8636-9776E2B2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303" y="95120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0A3DE8-43C1-40AB-ADFB-90A003AF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45" y="90065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8975F-A752-43A7-ADBA-00B8C19C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45" y="90065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B2C19-3E17-4416-BBBB-C0081D9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65" y="85182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876B0-FC41-43CD-A1B0-3952AFF2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65" y="85182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7DC56-BE36-4378-B4EB-59D41C0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45" y="88848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17E8E-B5AB-46CE-BBD5-22ACDB19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45" y="88848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7B5ED-6BFA-4167-925E-618D24BF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58" y="87192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4FEB1-A905-462F-8A58-F0C541FA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58" y="87192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BC675-11CC-47C4-8A1D-EF8525F4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81" y="88672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11A79-98B0-4BD3-94D7-51C2B03B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81" y="88672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C281E-B1A9-4382-ABAA-13C715EA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660" y="93015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45CC7-AAC0-4F24-B14B-1652DC47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660" y="93015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116DC-B231-4A26-9833-CB595C9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23" y="89389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1AEF7-0A11-4C8F-94ED-8004452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23" y="89389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D1BBA-02AE-4BFD-95BE-876AA7E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685" y="895881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F50FD-D972-45BA-B22D-356FD905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685" y="895881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5D320-A1A2-4569-8EEC-3F5391F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61" y="92149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32DC0-309C-4D2B-9862-5CAA03F4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61" y="92149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082A8-6321-48F2-966F-6C33A9DF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55" y="97487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D75E3-5BAA-49AC-A9F2-624FBAB4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55" y="97487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99F5A-33E8-4FC1-82EF-AF99066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062" y="93483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1163F-FF90-4947-90DE-ACBF0B2D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062" y="93483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49271-34C3-46BC-8ED9-44D7D643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95" y="89489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9F54B-7FC8-4F6B-BDE1-D2FD30A0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495" y="89489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12048-1DD1-4312-BD03-2ED1850F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73" y="866812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66A57-F3F2-4745-94D1-BF01202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73" y="866812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500AF-478C-457A-BAFA-CC7866CB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236" y="89064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575D2-5191-48A5-8F43-5456F91A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236" y="89064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7490C-2A93-421E-BF35-82EC3E45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10" y="91708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9119F-A8C4-4E8F-8601-DE30167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010" y="91708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AD863-AD2F-4570-A3AD-1898B56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56" y="89490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766B8-06CA-4812-971F-21AD500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56" y="89490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EF92A-62A1-4046-9233-1D2DE3BC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49" y="90531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8DA2A-D2CC-4650-B050-6895B92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49" y="90531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CFB35-4C7B-4437-8316-C718F766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58" y="89513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AAC22-2243-42FD-B9A6-DE0A070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58" y="89513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7DC13-CECD-4672-A4B2-592FDEA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7" y="89274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396FF-8D5B-4D1B-BAE5-8F79224C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7" y="89274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A034D-D7E5-434D-909D-DBC19319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65" y="89180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CFA28-684A-4241-83A0-73A66E9C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65" y="89180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F9986-CD80-4047-8A8F-AA08C68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17" y="89260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93210-C147-4CD0-AFCE-18F268C6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17" y="89260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FF922-4138-4ED1-82F5-55DFBBA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86" y="89205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3E4D6-9832-4C78-818B-5C18FA9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86" y="89205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C882D-B347-4F87-BD32-46B16130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96" y="95970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3DC84-CE74-4163-B420-093A4D5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96" y="95970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E42B0-53BA-4B0C-A8C2-56054A35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05" y="89244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63A0D-742F-4AE8-98C2-0AAA5587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05" y="89244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50614-CDF4-468D-9A6D-32C4E3B8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95" y="88958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29B8A-9820-4DA1-A294-6B0F5CA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95" y="88958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46B1A-8491-4CD4-9093-B59FA1F3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62" y="89365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22595-2516-453A-8B41-31F16068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62" y="89365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66BF3-D901-412D-AAAE-CF9178B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321" y="93147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71460-90D4-410C-B4D4-ED57529C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321" y="93147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9A62B-E2E4-4900-89A1-D37B28E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075" y="96764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E03E5-B195-4B79-9340-8B513E5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075" y="96764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D2690-7BF4-4887-A95C-BC3B790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24" y="89970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89440-FDE0-417A-A3A8-03BF102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24" y="89970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AAAC4-1E41-4A64-BFC1-936F522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32" y="87051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10AE7-4873-45F2-B8F6-BAD2684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32" y="87051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F0485-F894-459F-BC92-FA90C4AC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" y="87872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A6CE5-8CF8-4A10-9914-24E98D72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" y="87872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408C7-0FEB-4381-8782-F25DF8AA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845" y="92484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5AC93-7B81-4F10-A348-1F36F475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845" y="92484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CB449-1D99-4608-BF52-B5B41C29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89" y="90938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DF1E6-5D89-437F-87D6-45233C3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89" y="90938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E4432-4E96-4FD9-B7EB-43CB4310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08" y="86895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368FF-EC2F-4992-A260-F511542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08" y="86895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05063-C028-41FD-AF53-1992E771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320" y="91622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E52BE-7D7A-4694-9592-5C5BBE2E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320" y="91622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8316A-7060-4929-BBC0-B5B09928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11" y="86825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AD71D-F40C-451D-983D-22A7822E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11" y="86825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15489-FF14-4747-8C2A-A4300B1C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22" y="89970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5951-BC5A-4867-A3F5-8016C7C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22" y="89970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E75BF-7055-4B06-98AC-4C1F120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90" y="92511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AE072-2B7B-4A2F-AAF1-BCA14DC8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90" y="92511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C0703-2756-4A7F-8578-B486D4DD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27" y="90090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C6FA0-5D32-48D0-A204-00C1F29F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27" y="90090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3AABF-B96C-46C6-8EF1-31CEEF1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05" y="88949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337A8-5A33-4625-B39B-4F6CF07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05" y="88949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A4F9C-1545-4A71-950E-62543293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17" y="88649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98311-EF44-495D-A973-CF0DE95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17" y="88649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31A07-1AD5-4D8E-836B-AA0B12E5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87" y="89042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5CA6D-EA21-4914-98AF-BD196596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87" y="89042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259A4-9904-49ED-A124-4F4A248F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432" y="91370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DC309-663F-432A-A9AF-065669E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432" y="91370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D0230-4DA3-41A4-AC57-C898D64D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75" y="88838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2307D-928A-4C90-B3D7-0308331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475" y="88838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9CD90-A725-40D6-AEAE-956FA80F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58" y="89540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BD49E-79E5-4152-95E6-547548EB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58" y="89540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AE8A5-7E03-4125-A09A-1934994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47" y="84898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02928-E312-4133-A82A-084848D7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47" y="84898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A3169-06FC-4B9E-8F38-38D123E4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03" y="91112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1759C-7E17-484A-8635-9FFA1BE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03" y="91112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DE5DB-8B23-43F3-9865-512B4722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00" y="892675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25F2F-7F98-4B72-A9C4-568B45E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00" y="892675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6A98D-BFD6-4283-AC92-18780B4F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97" y="92150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E4509-D2F6-4A0E-9509-1A11FBC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97" y="92150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A4D0B-AB60-4505-B5F0-0AEAA48A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08" y="91324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B9138-5376-4E70-8269-047C0873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08" y="91324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60DC4-FB89-4EB9-A130-B2BA55D9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51" y="90302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D5B59-7602-4C9E-8F97-70AA4C7D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51" y="90302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C3BD6-E427-4979-B1BC-B94DC86A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648" y="89288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83F72-87C8-41DA-B141-EE6BE1DB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648" y="89288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66D41-74B2-40C5-A907-153C59E4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979" y="91414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70177-14C1-4C9A-BB2F-6B035F8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979" y="91414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C022E-8285-40EF-8CBD-09203E0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92" y="89394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9B1E3-5260-4366-8570-FB028170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92" y="89394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2F023-FD51-42F6-A41D-22D0E2F6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49" y="89639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0CBEF-1CF9-4B06-A4E1-B72F27C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49" y="89639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5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B74E1-BDFB-4FE3-91FD-BECD19E5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79" y="92383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92AAE-705C-4204-896C-86A9C15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79" y="92383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92DC4-8E70-41AA-BA9C-D0FC16B0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139" y="93911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E80C0-43A1-45B4-983F-CA6FC73D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139" y="93911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2050E-370C-45C6-A7C7-637C96AA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18" y="93341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57764-DA95-4E4B-9622-00EDAFF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18" y="93341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7F936-7490-4E40-922A-E7E73978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199" y="82768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F89A8-8F75-456A-8319-5A92E4F7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199" y="82768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80E83-36C9-4CAF-AE1D-6DF5DC1E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819" y="90462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5C502-2B61-4012-A08C-555EC02C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819" y="90462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38CEA-302E-4B68-AC8F-20C3497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055" y="90432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ECCE5-E517-48BD-81FB-02B11E2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055" y="90432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F3662-3C34-4F9B-AFC2-B0EC7464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267" y="90437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29C90-0BE4-447A-9FA8-31D95390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267" y="90437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F93E8-DFB2-4D01-B3F5-02ED35E5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975" y="94192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546B1-5227-4233-92C6-F7E2D16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975" y="94192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EEFCA-D70B-47BD-BC2F-69D6E0B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01" y="94039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8FF54-D52F-44F6-9662-6E58916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01" y="94039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5DD7E-E37E-49CD-9860-731955B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565" y="97063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E813C-E6BE-499A-A6AD-60607D1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565" y="97063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2ECD8-E682-4B2B-A2C7-5A23490B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46" y="91528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78892-FF67-4F55-9EAC-F327775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646" y="91528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8CE5F-4F47-4B41-80E9-FB4A867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18" y="97414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8C6E2-7D81-4DA0-979C-1CE8B9F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018" y="97414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C6EAE-7695-4175-A9DE-F631C0C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63" y="95201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701D8-E522-4DC1-B7D7-A14583DB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63" y="95201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D601E-E479-4992-8E73-FF774CA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157" y="82750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31CD5-C864-4981-B1F6-2AEEB9E2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157" y="82750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8B5A8-2F47-4A2D-B649-E3CA57FB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69" y="98172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4FE04-D95A-4E63-A882-D498DC3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69" y="98172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354AB-0B9A-41DE-94D1-186B6E9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236" y="100402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22EDE-7778-4741-921A-F2F3E2F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236" y="100402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0663F-5BF0-4086-851E-77FC06BC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676" y="97350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92FC7-78C2-4CE9-893B-8961B41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676" y="97350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318BD-CA3F-485C-A659-1171F77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45" y="96489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D8E2D-FC3E-4F8B-BF31-8B70DF25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45" y="96489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B2E80-4C33-4A7B-BF2F-44F23BAB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547" y="90251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DFDDC-8D92-4EE5-8DE0-29A9EF3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547" y="90251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4D50D-6C3D-4B5B-8D76-9EA83F3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800" y="90599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C1B64-E388-4569-96CC-62F6D432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800" y="90599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60D66-2615-4258-8E3E-02DCC42D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39" y="90717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62B58-8234-485E-90B2-AFC06688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39" y="90717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3897A-C357-44E9-9711-8C809137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288" y="90444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01939-19EF-445E-A525-E7257311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288" y="90444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6E6B1-8233-419C-A6F9-D21F26B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821" y="94503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06464-146F-467E-B737-EA740B2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821" y="94503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A980A-C155-43BC-8294-54B283AD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87" y="898874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69E07-0224-48BA-BAB0-D7E7E00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87" y="898874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B5B4C-42EB-430C-A656-60A324B1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63" y="92028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53298-52B9-446A-BD76-EFB7F02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63" y="92028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3568A-FB42-44FA-A546-087AD18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190" y="94290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E574D-8C63-4517-A862-4E29B085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190" y="94290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69310-2F94-4CF7-9426-51869ECF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03" y="93728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CAD17-3DAE-49B1-9D71-A309A4F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03" y="93728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303F3-7F73-4096-B68B-DFFBC30D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01" y="92101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67323-E889-4FB5-BC05-32E6C4E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601" y="92101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E352E5-7F29-47C6-B77B-BFEB25F8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62" y="97858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ACD03-D598-4864-A173-72ACFF90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462" y="97858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E6DFC-EA0A-48B6-8C05-1D7B19B0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53" y="964539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8A5A9-607C-4408-8576-E0E023D6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53" y="964539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1D6F6-253D-4014-B061-B8DE4F6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53" y="95756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653EC-574B-47E4-A718-E07BBF4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53" y="95756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A5487-522B-4E94-A33A-0129FB17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409" y="96958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95E7F-9753-4C63-BF9B-9465DD42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409" y="96958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7C4FB-D9BF-4F78-890F-AE529F3F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26" y="93387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CA725-A63F-47DB-AE7D-936C4DEA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26" y="93387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A14BF-4EA1-4271-87EE-3662F07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68" y="945167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97894-F376-4520-ACB7-88F6BC52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68" y="945167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83215-F8E2-4D18-B8FE-319BE4D8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99" y="94071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4F418-E324-49A2-BD71-575572CC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99" y="94071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1421D-9658-46C1-9681-1CCC912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036" y="95860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D2E8C-5B99-42C9-967B-B053F750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036" y="95860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BB0B6-60DE-4CA4-90DA-16627B18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195" y="98513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83BE1-339F-4909-A615-5A08C52C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195" y="98513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9AD1D-69F9-47FE-9896-97A80A1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47" y="941706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1E8DD-DCA0-40F7-9CE4-4D27AF5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47" y="941706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13388-224A-479E-803E-A185871A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21" y="92967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BC716-1B6F-48A3-8894-21BCE0D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21" y="92967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7CCEA-2F20-41F9-99BA-874BBB78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842" y="954682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8A1C5-C9DE-498F-8977-2A8882E1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842" y="954682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83AF1-0E88-41CB-9F1B-35674289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78" y="90655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DCAE2-07ED-4515-A0D2-B3A1C8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78" y="90655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01172-2B38-4FF5-8E3C-7450DD21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70" y="96697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91AD1-4B6F-4CE3-8FDD-AEBD646E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70" y="96697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DCF91-9900-48A7-8095-10C3E906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39" y="93504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5BD48-0B8C-4761-8687-F64BACE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39" y="93504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0F260-62AA-4032-83C2-462AEA3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008" y="94424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9C1DC-EE9E-452A-A92D-ED94E8D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008" y="94424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123EE-E3C3-431F-928A-AF20E50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252" y="93939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2048C-6062-43BE-A4E9-169B4B6B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252" y="93939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6BC5F-554D-4C5D-964A-09AD75AB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532" y="92981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387D8-4CE6-47C0-90CA-E869CAB2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532" y="92981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3EB44-AC30-469B-9229-F51BB0EE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10" y="95808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29E19-D3E2-4227-8C96-95C371B2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10" y="95808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2CCD9-928C-40B5-BDC5-EF2DEC2B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34" y="95844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519BA-1572-4FA0-965B-7B913133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34" y="95844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5F74E-7437-40A2-9FB9-BB6EF26B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31" y="96948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FC01F-B94B-4DB0-98E4-D093DF2B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31" y="96948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C64F0-4B36-4F1F-A92E-EE2C33A0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01" y="95426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0E032-FB15-4005-A854-06C6AC9B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01" y="95426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27A23-CB62-4AAC-B938-9AEF91B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175" y="94003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05620-31F8-425B-9AC8-AC8D043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175" y="94003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3B961-13E0-4F34-8D5E-36FE2460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844" y="95121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91D7F-350B-448E-92A3-F7FDA6ED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844" y="95121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51153-39F9-4BDC-9C82-075431C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29" y="94545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A0664-6ACB-4AEE-81C5-A4D0D22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29" y="94545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5A1F8-7933-4C90-98B9-C7E3AABA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027" y="90786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7D281-E673-4576-9532-63B3AB82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027" y="90786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54915-F088-476B-A908-A895A9F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770" y="944131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BAC51-EC01-4E91-9794-E041911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770" y="944131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256DF-FE06-4AD4-8C40-C213AE57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25" y="96804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8A317-DEB3-428A-B00C-BA4DC49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025" y="96804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F8BB8-B910-4171-8231-3A7991D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77" y="93014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8572C-AEBB-4080-8D60-6371080F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77" y="93014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62B7C-A2FF-491E-AC1D-4047EA88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31" y="92892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95D15-5979-44D3-89E7-E7585FB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931" y="92892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1C6C1-9F68-46DA-82D1-D74DFDA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45" y="96982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393DC-907D-4A8F-8623-FB782E5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45" y="96982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9455F-0232-40A6-9E3C-ED57097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012" y="98795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811FA-0FFA-4825-81A2-32AF2A8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012" y="98795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EF41A-C3B3-4D79-A0A2-2B676E00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053" y="90527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E60C6-0B6A-4DE7-AFD1-760F8788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053" y="90527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16D40-7E50-4116-9151-7C45C23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323" y="94604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6642B-B0C5-4FE8-AA22-99C99CB2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323" y="94604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B9FDA-61AC-4587-B230-065B24F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02" y="93728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C4BD1-A6F9-4DCA-8EA6-5EA542D1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02" y="93728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F2149-C911-4BB9-BC38-446055BE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485" y="959539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97C6D-EAC0-44E4-A892-55DCF2BB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485" y="959539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05882-F4A7-412D-B0F3-F49B98D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02" y="100260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83B39-AD1D-4D93-B4C4-08C1C9A4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02" y="100260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97BE6-EB71-47D2-92F8-9834B7AA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56" y="95691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3399C-D729-42A3-B679-0E72207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56" y="95691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A2940-4FB7-4B49-9AA2-637CD9A8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64" y="97250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F02BD-BACB-46B3-9CD5-8AA29427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464" y="97250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7C620-6AFB-44EC-9415-8AF2CA24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489" y="95855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E9A78-8F95-4850-B4AF-21BB3F7B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489" y="95855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3EAEE-D993-4162-B242-17C01727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843" y="97854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15EA5-DDF5-4EA0-A5E9-C643A1CB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843" y="97854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19819-2BBA-417A-A2EA-809E1B2F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90" y="97401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F8F2E-FC1E-4DD7-8AD0-60F0A3FD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90" y="97401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70D77-0D63-45AD-B6E6-8CFF2781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69" y="92716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C2941-6B44-4A52-A166-6A1AB63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069" y="92716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247DC-7315-4F40-B28F-1C622F5F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035" y="956507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8989F-5ACB-4C9C-BEC6-C9C36FD8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035" y="956507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196C4-7E4C-400B-B0E5-C519DA7F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34" y="96325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44FE2-E26D-445B-8ACA-22C2312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34" y="96325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79856-B2DD-4FC1-AA12-C2CDB9C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122" y="923849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D48E3-D65F-483C-9BAB-E4737FF4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122" y="923849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FFF4D-317B-4778-AF03-E5196ADE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664" y="99933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41CD5-C86C-4A9C-A919-5C80AC3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664" y="99933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6E6E9-7955-4ADF-AF10-B347EF3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92" y="95021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9E2B9-96FA-432B-BCB1-81D8F2B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92" y="95021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BB7F2-D1D0-465C-9519-163872D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600" y="94965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A3C0A-9797-4977-82DA-E4544A27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600" y="94965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FB547-935E-45C4-8A11-35A907E0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017" y="906396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69E21-596E-45F6-A0E8-4638377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017" y="906396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ECCCB-BC2B-4930-8849-4DE22C94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27" y="94804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03CA7-1E97-4C89-A93F-1574D2E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27" y="94804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56E3E-1920-4FD5-9652-52DC3B31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780" y="100483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0BA64-6825-4E46-98E4-F4D863F2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780" y="100483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E425A-4A19-437A-A6DF-0C76C8A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47" y="90446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862AE-1CD7-4A74-8B7B-BEF31F54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947" y="90446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39BE1-ED78-48D1-8339-1C6E9CDB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746" y="91025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CC731-6745-484B-8085-D14C1CA4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746" y="91025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6E6A3-2EF6-4307-9768-C30A10FB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858" y="950139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E4CC4-50AD-4101-9AD2-CC78562B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858" y="950139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E09C9-F5E8-441C-9631-4B468D0D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6" y="98207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08C8E-32DE-45F7-BC36-96BFC08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86" y="98207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AE513-5BC4-44A1-9B16-14F9A09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89" y="96669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2E3B9-2FBE-4098-8159-1136C0BC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89" y="96669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83190-984D-4074-A390-9D1E6275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317" y="971174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D4114-9847-4AC5-B14E-B25EABB2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317" y="971174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27C91-FF8B-43B7-9742-B16CC4E1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88" y="96304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B1AD1-21A2-42A0-8348-8D951D6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88" y="96304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BEDFC-FC2A-4653-99BD-7DD800A9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31" y="94974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02522-EC97-4B44-B923-5FA80544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931" y="94974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4F811-78CF-4838-AF4D-61962E7F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089" y="95940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2E841-744B-4805-893C-9F8E00B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089" y="95940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AE599-8EFB-4739-A526-863B0450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173" y="96376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1A070-B595-42AD-B2A3-C0EB2E7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173" y="96376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3323F-6E7D-4751-862D-BD046EBA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88" y="97227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4F244-5E24-4517-BF2A-00245B0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88" y="97227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CD4F4-4A5A-4EB1-8E7B-D055BF6E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473" y="94493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38390-7631-474D-BD2D-47C935E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473" y="94493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70699-1830-4074-A1D6-0BCC862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438" y="941037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18580-0BC0-483F-9DF4-9C72C101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438" y="941037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A3471-D2DC-4DC9-BDDA-C25C659C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09" y="97228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FFA6E-D005-4C47-A3F9-395ADA12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09" y="97228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1B314-BA1C-4B32-B99E-520ECC5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15" y="90895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0522C-5CA2-4755-B18F-63146D3C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115" y="90895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B0288-5EAE-438C-B7E7-7081981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36" y="92299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9835B-0EE8-4A7B-9AC9-D3493967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36" y="92299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251E8-BF09-48BF-90EE-502D83E4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702" y="97697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DCF2B-0DF3-4FB4-AED5-DEB46DB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702" y="97697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19140-66A3-412B-B373-314D169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178" y="98258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F7FEB-F3BA-40B0-9696-EB9411DF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178" y="98258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9069E-68C0-494D-AC15-AD239EAF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747" y="90294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4B02A-D13E-4BB1-BEB3-368FC835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747" y="90294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7B48B-B48A-4785-B519-96693D15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332" y="97499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A86D7-ECC3-4D2E-9B39-993A2F52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332" y="97499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74A0D-6373-44DA-8BBB-C564C93A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80" y="94820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F3B6E-0440-49BF-9F4C-7FA49C8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580" y="94820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584C8-A948-4BE9-90EC-61ED0BB3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2" y="94333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9497A-15C0-4149-A15C-C8DB82B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12" y="94333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1898F-7370-4E53-A54F-36BF14D2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86" y="99546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90830-791C-4B80-B110-B91E6298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86" y="99546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3F718-ED24-4A4C-A3F5-E92048A4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20" y="99524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CF46B-DB8C-4ABD-9316-C5A4C1E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20" y="99524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A792E-3692-4C0D-B032-D66DB96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663" y="99377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55F4A-C083-4CD6-A198-B75F6D84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663" y="99377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BF0A9-9603-43A0-9497-1C96C16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14" y="100120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CC953-F5BB-4229-A2F5-68843909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314" y="100120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D2F61-46E8-464E-A21C-93802FF0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206" y="99916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23536-E9A5-4DE1-A223-AD2EC188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206" y="99916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586D8-38AA-43A7-BA35-C9F2136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026" y="94931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40CA4-4734-4129-935F-C495E840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026" y="94931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F4D22-70AC-4CAD-A03B-FEE8C68E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259" y="99585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5EBCA-5D1C-4F28-84FE-091A7832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259" y="99585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69870-15C6-4192-A5E8-5CA76A64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559" y="99308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59CCC-EB49-41E7-A279-01EC8AAB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559" y="99308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8C786-4F91-478E-B783-776C49F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644" y="100216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897AC-8870-46BC-9F02-983284B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644" y="100216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D0341-E6A3-4F4E-BBBA-7474CD39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192" y="90612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85660-8C4B-4A02-A5FD-D5EEF88C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192" y="90612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7FC7F-A9A9-4828-A73B-80F1C0C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610" y="99941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B66FD-9BC7-42A1-AFBF-0874992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610" y="99941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28631-04C8-47F0-870A-31D7D77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455" y="907734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6F705-5DF6-4064-9D78-4D3CB90B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455" y="907734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04FCB-3443-4589-9D7D-42BE72B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14" y="99680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13545-DF3F-40C1-9A8B-83ACCA0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414" y="99680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98520-0853-40CF-9107-6A4BB0BD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864" y="93527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DC5C2-4EE2-4606-B6AE-0477204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864" y="93527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B5269-BA68-4A74-B1B7-1656633C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872" y="100287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69386-E804-4104-B5A4-5C31C74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872" y="100287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F8BC3-2A14-4285-810C-CCEBD328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519" y="99327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98143-9154-42FE-B70A-2B95C6A9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519" y="99327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C98E5-863F-4815-99AD-4C7EE029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412" y="100086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F8B70-DDAD-4651-A827-59653591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412" y="100086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C955E-9E9B-4ACB-98B0-41856DCF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447" y="99476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961A3-F45F-486A-9D46-8CDD1C44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447" y="99476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2CAB4-0A44-48C5-B69F-C09FC5C4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786" y="99960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78C5B-80F4-4E5F-92F9-5808C83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786" y="99960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85DE9-6233-4761-9BF2-7FC5F0FF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821" y="90559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05C08-F85C-4C13-8B4A-54AA182A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821" y="90559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B193B-9692-4021-B4DC-369B181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316" y="99045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CC277-1234-4173-AD3F-13A31FEA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316" y="99045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E5BE9-6750-4471-89A8-BC1E510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535" y="99896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60333-BC39-42CD-98BA-EEB47EAC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535" y="99896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31717-C778-4062-B024-3357FEF2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28" y="98830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38459-9C74-4CBA-B1DF-84F0B4F5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28" y="98830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82C8F-C8D2-4322-9997-416A0E67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42" y="98975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A1502-800A-4F2D-96E1-70ADA17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742" y="98975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D2321-6309-4A5F-BCCF-36B593BC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456" y="95415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8DBA8-6DD6-4A9B-90DA-95EF7A4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456" y="95415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2D7E1-B997-4197-A95B-423B6A58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398" y="100315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C0505-7E09-45B8-BD68-A0D1EED3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398" y="100315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5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E7986-C23F-4372-A511-368A8F5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66" y="73659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8167C-94A5-4397-BDA9-D3F8376B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66" y="73659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0B811-9032-48A5-8798-F44401E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80" y="75206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FAB00-8105-487B-B516-067D62A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780" y="75206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19A48-6A51-4366-AFEE-EE9B5944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3" y="88953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417F3-6DB5-4924-9B3F-21490A7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23" y="88953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3494F-D1C0-4CCD-8527-88B7CCB6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63" y="89220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A27D2-EEC5-4DAE-9D64-7C4562A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63" y="89220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02C24-6757-476C-8B4A-CE7127F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43" y="89533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C6913-C24E-4B33-9B1B-21D1B68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43" y="89533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4C0D2-1B78-4247-9593-9ABCD056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33" y="89759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9908F-5FCB-43CE-B8CB-861C644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33" y="89759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A8D37-D5B4-4338-86C9-52AABB0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234" y="74725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54069-2D24-4EE2-808A-200D90EE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234" y="74725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F0299-2EE2-498A-BA8D-CEB0406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216" y="73608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72B7E-202B-4FBC-88BD-BE42149E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216" y="73608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53E83-7668-47C3-8172-DC02243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" y="88888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8F988-908F-456A-8495-573BDC9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" y="88888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5A6A9-A520-4D9E-8780-5E24C925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09" y="845875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FC3C6-0977-42C8-8316-FC6C47E7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09" y="845875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510A0-23A2-4EF2-9D1E-0D50BA8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74" y="89469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801F1-73E3-4EDB-A0EB-D7BB3225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74" y="89469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E891E-3632-45F7-99D3-0DB0F0F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33" y="84229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8B4D0-D4E2-44BD-B3A2-C4477AF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33" y="84229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3B61D-3DF6-4773-9DCE-13F87E3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690" y="74462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436F1-3DEC-4C3E-AD33-3C127A53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690" y="74462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254E0-243D-4AA3-8A77-E8D85809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55" y="895838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DDD3A-16E7-4B89-BCD4-0DD1157F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55" y="895838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8B4ED-E270-41AC-AD55-AA40EC94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98" y="89059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7BEEC-AF1B-4F9B-AC1B-0AE47A0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98" y="89059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1F01A-F871-4D51-8727-5584274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" y="89391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7ADD3-20A3-42C2-BB3D-541FB13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" y="89391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28EF9-1953-4EB7-B37A-05274AF3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78" y="886891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A9F06-CB2E-4751-AE91-8F55D996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78" y="886891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7FED0-901A-4E63-B1CD-853E85C3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090" y="74167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26424-C81B-4A20-AC3D-449350F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090" y="74167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926B2-2C8A-4AB4-8380-204DCD0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77" y="89506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03609-7B14-47D1-BAEC-0A463073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77" y="89506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5846B-1218-4BAF-A154-458C364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23" y="884627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D93C1-6657-4A31-8607-F24BABFF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23" y="884627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C84EC-044F-4554-B7C9-77CE17AB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29" y="89620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808E0-FD23-4EBF-9976-9B76DE0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29" y="89620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64A8C-4116-42BA-947F-67416861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22" y="73856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B1337-C332-4C55-A146-9748301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22" y="73856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2B9C3-0DA9-4AA0-A3BC-6B9796AF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10" y="89589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27CCA-1FA7-4239-9F43-79AA8CD7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10" y="89589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ABEF8-4FE5-497B-9735-04777655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018" y="75274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4C4B9-5884-4022-9E11-943B403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018" y="75274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1F5C5-0D5C-40B9-B9DA-2D8EB33B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716" y="74289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06D5E-1A65-41B1-864F-A55C4E4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716" y="74289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A3471-A086-4590-A7A5-10DDA156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1" y="89143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CCB5E-8790-4C11-8A0F-30341DF8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1" y="89143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775A7-1DF6-4A59-9097-19E04442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18" y="737421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F68FA-0AFD-4467-9080-76C09C47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18" y="737421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6DE39-21F4-4F60-BAA8-EF1CFA6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517" y="75070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FE9C6-C191-415F-B5AC-69CCD7A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517" y="75070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8BF44-2BD7-4D58-A3A9-E4352527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62" y="746114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0778C-B46D-4740-B71C-911FEA8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462" y="746114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2AF44-B67D-438D-9446-1FFC2C6D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70" y="74800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D6FED-AC99-45E6-ADE5-54714DB9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70" y="74800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B7438-028D-4598-A01A-A91A20DD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01" y="74243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76B02-75C1-447D-B371-0FCF3AED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01" y="74243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A5874-DF1A-414F-A79D-14346E4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031" y="73877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A482D-BC3D-4C9B-AF48-1D0F87FA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031" y="73877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643B9-53EB-4C43-91F6-CCEF3D1F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604" y="73941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19FF6-7B31-41D2-AB0F-FC8B8F4F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604" y="73941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40A89-3352-4D92-B5CD-2E92F6C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55" y="73927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A9EAD-6CBE-452B-AFC8-821962E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55" y="73927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5CB29-7080-4F3A-A18A-1876D86B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048" y="74073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F3C81-CBDE-44F4-8C27-A8E45758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048" y="74073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4A9C1-69A5-4452-AF20-BE9C6901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410" y="74049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ED06F-3D17-485B-877E-DF34F889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410" y="74049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50792-A7DD-474B-9418-32748FE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538" y="74235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2E365-4A2C-4A4E-812D-D557D7E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538" y="74235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55C34-030B-46FD-A238-D0C23BB0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528" y="74196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70E65-3C05-41F3-93EF-B1A5AC7D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528" y="74196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6FB41-0463-46B0-A71C-D45CB4EF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416" y="74055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E77A8-5DED-4A02-A008-BC3D5BA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416" y="74055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71D9D-1E72-49D5-A31F-77E2F99D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15" y="74442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C4859-D3A9-4EA0-A58E-13CA6F1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15" y="74442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A0473-E721-47B9-BC69-C4ABFD9F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346" y="73644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1FC10-C233-4555-8D9E-BD322534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346" y="73644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72C4E-8944-4B54-BB0D-7CB41367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109" y="74443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9411F-D472-487F-B3F1-1EC3E9C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109" y="74443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5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4A7E1-C651-4381-8050-A8653BE4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59" y="96426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42FEB-3B74-488C-BB04-B194099D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59" y="96426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7E5B2-CA6C-4504-B16B-79800C2D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287" y="92848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BBB7F-C33D-461F-95E2-C17A39DE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287" y="92848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3E3D8-E4AD-4911-873C-7E31DE9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32" y="944673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EB474-DC7D-45AE-904F-E0C7A0D4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32" y="944673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B661E-0C25-4BF0-8FEC-1E78123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56" y="94663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A878A-5ED1-4DE1-8819-6FD84E75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56" y="94663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DEC10-DD1F-40FE-A03D-FD2CBB3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157" y="92783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5E625-D9FB-4AAD-B19A-C448E631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157" y="92783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67BCF-E26B-4687-ACE6-AC03A827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03" y="95706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D4C51-B8B2-4194-A586-5A8F7632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403" y="95706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BD33D-8DCE-4895-8CEB-8C8661CA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68" y="93486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9AFBC-B6B6-42D6-A75C-CD2D8FE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68" y="93486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F58BB-1F03-410E-9079-F16953E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74" y="90709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F7318-E7B5-4531-B7D5-568DD02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74" y="90709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19FF9-835A-4D87-B369-F2C030C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61" y="90673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744FA-6A32-4C23-A5D3-B1274BC5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61" y="90673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6B76C-EB43-4D48-8411-CC04EBB0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149" y="930206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F8197-ABDC-45B4-833D-543DFC75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149" y="930206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4CD1F-0185-4A8A-9C8D-3C3CCCDA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71" y="90839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6351D-E569-4465-A14D-FE1FBEA4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71" y="90839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07D53-5DF5-4476-8A6E-565DAEB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83" y="79870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147EE-7C69-43F5-A13F-91A3E868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183" y="79870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0237A-D15C-4E5D-AF89-1F763AB6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37" y="94813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4D577-12E1-4868-9F97-B96078B0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37" y="94813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F3F3F-0A4B-4B8B-9B40-580A1C1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331" y="952529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E3CB9-9051-486E-8FF4-633F1519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331" y="952529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65D8A-9B20-47D5-B026-EE5043B1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875" y="957017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BDA38-0320-4DFC-946A-200C168F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875" y="957017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777AE-8311-4151-B20D-00B9CD02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69" y="940303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F8E1A-BBA4-4E72-B090-E3EFF36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69" y="940303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8E225-3BAB-4185-8F47-48B7D28D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93" y="94636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70799-6D95-434A-8D3D-994158F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93" y="94636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7EADF-E3D7-4F73-992D-F68EAB4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659" y="938333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98BCA-B970-4735-AEFD-FE030D8E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659" y="938333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07383-1A87-49F4-A855-6BAF9F4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428" y="95833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3ED9D-14E1-4637-885B-C5770698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428" y="95833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CC06D-BB19-4C52-9954-BEB5F8AE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28" y="93939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24BBE-D229-492B-92F5-F1EB345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28" y="93939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D4D29-8CD5-4329-B332-D46BFFF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50" y="96585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17B3F-DE67-4A19-A3CE-80AA1D16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50" y="96585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E2C05-2A06-4098-AFAC-BA76C29B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149" y="92021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1ED9F-EB62-44CE-AE11-76279B9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149" y="92021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DC5B9-E362-482D-BBA1-9031C45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32" y="95173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191C9-43A5-46C7-8DDF-8718CCD0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32" y="95173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D0B79-8833-4FE8-B2B0-B7116D80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693" y="96018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C40E0-9C8D-4876-AFF7-2A786635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693" y="96018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F97EA-818F-42C8-A7D7-69774E7F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563" y="93339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5F969-901E-4FA3-B74A-8C4467D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563" y="93339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209BB-F741-4C22-B991-75D3144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82" y="95539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DE57C-C34B-4F63-A417-9CA63697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982" y="95539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DCB09-5319-4A3D-926A-1976734D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09" y="87659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41979-988D-4242-9698-09A57DC4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09" y="87659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B6304-FE85-4C21-9CF1-D9C4656B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24" y="95283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6FC80-A7E6-4B98-BDE4-2D25A120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24" y="95283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95925-9E3C-4DE3-A2D8-3299EBD8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62" y="96426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2D9A7-09A5-4830-96ED-B94A8FED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62" y="96426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267E5-0710-487F-9BE6-23A98F3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39" y="92580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4DD3C-400C-4FBB-AA78-93F63A6A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39" y="92580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79617-BD68-4784-A73D-B622816E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10" y="94433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CE147-1188-40FF-93D2-EE18ED24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010" y="94433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9E21B-5D2B-406C-81AF-A19EB49A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995" y="94104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D2B1F-BD8C-4F18-86DF-C23E5C83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995" y="94104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D930A-0EA0-4F57-B338-5B717097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85" y="94085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9693A-069B-4E22-8039-461FD8C7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85" y="94085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4F097-B484-49E8-99B6-091BB126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86" y="959437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0837E-E81F-47D0-9BEA-6302FD2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86" y="959437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5441B-4E06-480A-96DF-54DC7CE4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93" y="93894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30035-AB2D-4CB6-802E-951983B9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93" y="93894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FF151-5DAE-424B-ABBC-1598A186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154" y="955151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55C2A-D523-402B-8D5A-719BB2B3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154" y="955151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4992D-824A-43DB-8DC2-303B86CD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40" y="94046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352A99-54A6-42CE-B0F1-848F0E54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40" y="94046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0121A-6DBA-43B1-A7D1-D14D0A7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27" y="95241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AF27B-DCC0-4A42-8291-754E4072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27" y="95241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7988A-82BA-4358-AEAC-C721312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832" y="96190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E89A7-FF75-43A5-B5A0-093D75C0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832" y="96190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57309-D1D3-447B-9343-5326E7A7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18" y="95210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46DBB-57B8-4908-9028-1F675826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218" y="95210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9DC9A-0BAC-4FEA-A7EB-B6897F43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098" y="96373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A8081-534D-4DEE-AD03-B931E01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098" y="96373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D4AAA-D9BB-4533-9D7C-D72B3007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94" y="94114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AD76E-7A4F-4E4D-B6AA-4059243A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94" y="94114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C9D2D-3BBB-4D67-97F4-A954C442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599" y="95991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27099-36C4-428C-8C34-5509CB37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599" y="95991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03E6C-876D-4D05-94AE-B1F1D96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94" y="926011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78487-687D-4849-8F6F-076D0297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794" y="926011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F0BE1-A46C-4967-BF9E-7100150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249" y="961268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06D5B-2271-49BA-8E04-9E7DBB6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249" y="961268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CCFD2-E17B-4A6B-B370-0E0688FB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20" y="93977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6816C-6C84-4173-B4E1-00072A2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20" y="93977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6527E-592C-4461-A690-D573664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45" y="87508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510E8-D147-4C09-B553-EE7B039E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45" y="87508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7F7D4-B8BF-4369-AC7D-8E22652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034" y="963398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C0DCA-BFE0-4B23-9D44-BBE0E01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034" y="963398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5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E8A0F-21CA-44DA-8768-F645FB8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17" y="85642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5E6CD-21E0-40C2-B100-57B2FB7D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17" y="85642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2B28C-E268-4B47-908C-035331C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08" y="86178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A91FA-5F83-491F-8415-786E49E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08" y="86178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78002-01CF-4021-A30E-8B495263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57" y="878672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E6CE6-B871-4BBD-9EA6-EAD4BD1C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57" y="878672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314FB-78FB-4439-9296-39FE8F3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7" y="85444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77031-9076-4983-9EEA-672F7A3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7" y="85444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E45E7-53FE-4071-87C0-3751C6D3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285" y="924721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E1355-70FC-483E-B1BE-8CBE41C6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285" y="924721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F5FA1-EBD4-4664-B8A3-BA65223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26" y="89074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ECB68-4C5F-4B81-B6EA-3A6F8BF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26" y="89074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F86D7-92D6-4152-BE55-9CC1527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529" y="92370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2EE02-D8C7-4019-A6E8-064C3648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529" y="92370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82E08-8084-42DD-9A45-CFD683F4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4" y="84247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F463D-27D9-4F8B-A2D0-B7F580D5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4" y="84247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33C3F-6562-4409-A020-A5DC8D69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6" y="87564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5A834-2C45-4836-B081-ED831BC8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56" y="87564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01E2D-F013-4EEC-91CE-BF3B64F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48" y="86315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3269E-011C-49E2-B014-2042D000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48" y="86315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8A3EC-D0E5-4826-A69E-5BB3F02A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54" y="92997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ADD14-EEA8-41D0-B9B9-2F05183D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54" y="92997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7E4B2-A51C-4B9F-97F3-8C20E46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09" y="88724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E2BF4-B98B-47CC-B797-84B2B901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09" y="88724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5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6A28D-3EF1-429E-8A4D-0E17E8D6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747" y="951282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FBFCB-D41D-45FD-9EBF-3F8D0F8C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747" y="951282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6A4C4-38BF-437E-865E-64CEE174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236" y="795238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0FF63-0827-4F05-8769-34BB718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236" y="795238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74938-801A-498B-A059-BFD1247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23" y="80462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52716-F483-4998-B2A3-CEAB750F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23" y="80462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952DB-2252-43A5-B663-1B384E0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44" y="1008352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4E08C-B056-4CD3-907F-7E908F34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44" y="1008352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18C57-E6A0-40A0-A2FA-2BEF738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130" y="91252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4A7DB-2B68-4070-8755-05719E88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130" y="91252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69AA3-CD21-4A6E-A7D1-65BA9BB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49" y="79876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92452-5D92-4E9D-B6FE-27E7E6A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49" y="79876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39349-1D03-4AF8-A998-FDDC902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067" y="80334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31522-938F-43DF-9B9D-2698C2B9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067" y="80334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74AF6-8B0B-4C3A-A749-14753002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03" y="80857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B3A0F-D56E-448A-9305-68F5B1ED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603" y="80857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96D59-2819-4136-9935-8A6AC39A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859" y="79719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00EE9-8AE5-4666-A98E-FCBEDFA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859" y="79719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52ADF-6FE5-4636-8337-EB81EEB1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387" y="91095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2BB35-9535-4A60-A5B6-1D1482FE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387" y="91095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95F86-B071-475A-AF74-51B0432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117" y="89588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BF869-9C31-4F91-80E9-81E2D618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117" y="89588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0C280-5453-4C1C-AA0F-08F38FB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696" y="79780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282B9-EBB4-42D5-A739-904DA08D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696" y="79780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828A8-8FD5-4983-877E-E839FCD8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41" y="81888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8DB6D-F0BF-4CC7-8F8F-0E7ABE5C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41" y="81888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E0235-6CBD-4121-BE4E-5598FB9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269" y="799813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74EA0-7759-4C07-ABDF-3A67068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269" y="799813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C6A3F-142E-4418-ACDF-AF4F5EA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941" y="80425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0C4B1-A7B3-4350-9AE1-CFC4A43F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941" y="80425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9FEB5-C1E2-452D-9FDD-2FBF116F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681" y="80500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09A0D-1EF6-45C1-B8DB-80FABDEC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681" y="80500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5EECC-AD86-4BA0-B4D7-716BC815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740" y="79382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6001A-2CA2-4F15-8939-904DFBA4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740" y="79382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80512-DBA1-43F2-899F-600EA96F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233" y="795238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5816B-17CF-4CD0-8974-34C6E4C5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233" y="795238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78D16-E0BA-414E-9969-5128B096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628" y="794824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D5C71-DE39-4AD5-9799-63C03FB5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628" y="794824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24343-9E45-403A-BF55-AA49B18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92" y="79786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17011-42B8-4BEF-973A-E11F38F7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192" y="79786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2F622-AA52-4117-A1E7-1364955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098" y="80642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58974-98B7-4F19-8253-39C7CAF8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098" y="80642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99DD3-747E-4A16-8D2D-59A1238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015" y="808853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4D499-8E97-41EF-8C4E-464BDD3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015" y="808853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B56B7-0B0A-4015-85A0-CF7F1C1B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961" y="79894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900B7-D4D5-4738-803B-91AC941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961" y="79894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8C322-DD50-43B6-8F1D-47C9FEC7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096" y="80075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6BD77-97BA-4C75-8284-05BF389C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096" y="80075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43CE9-265C-4E87-BF3C-474E7157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678" y="793511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57FB2-B804-4391-A792-473BC9D2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678" y="793511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1F660-E781-463A-B378-03D7B168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527" y="802389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B603A-9A19-49C9-A6EA-5D3FED3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527" y="802389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1C848-1187-48CF-A488-833F40D0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05" y="802325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CBE1C-E122-4428-A8DB-3089705C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05" y="802325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7E9BF-0C3B-43BF-A8A3-1BD06277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49" y="802198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1DE39-EC7C-429E-ADF0-E6746FAE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49" y="802198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5D583-9E2B-4FE0-829F-D9C7DB3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067" y="797233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D9032-552A-4195-8D64-1981087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067" y="797233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9F774-2A06-42A0-8C32-DDA872BD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04" y="906981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E9D2F-CC0A-4BB1-A5B1-384E073B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04" y="906981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0D4E8-0148-4017-8DA6-3DDFBFD1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636" y="80232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0E309-566C-4B4D-A0F7-786E386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636" y="80232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D1094-8A42-4499-9232-6791382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068" y="944871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03BB6-786A-45AB-9465-E7301DE4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068" y="944871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FD20F-33D5-474C-A971-655C2166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186" y="100717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AF000-DFC5-47A8-ADCC-B59FCD0C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186" y="100717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39C62-E890-4E96-A8E6-52F85AE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435" y="80386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9D54C-1B72-4C88-891F-67275863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435" y="80386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0D136-DD39-42AE-9379-2600C9E8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921" y="984727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A2030-9F06-45CB-979A-E1C34146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921" y="984727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CABC9-0F5B-42CF-A983-F0DCA3F4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92" y="799292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CB5C9-9BB8-437B-8F79-65908B15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92" y="799292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BAF84-BE58-478E-AD1C-30B466B7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626" y="896002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281FD-2C84-4432-AB99-0045E141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626" y="896002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D332B-ACC6-4535-AD6B-ED5FBC9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85" y="906179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65653-4513-4203-B47B-E918B7D5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85" y="906179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74A03-8B4B-46E5-B073-ECE67AF9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891" y="800754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16F7C-9622-44F2-8F63-73B0C7B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891" y="800754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79E91-8A3B-4A8C-8F39-D9E67DDC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26" y="80202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66C37-4677-4D74-A6E6-34EBC1F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26" y="80202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666EC-5F4F-43CE-BEC4-44D6A25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792" y="91113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7F7C3-ACD1-4C0C-87F6-5A2265B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792" y="91113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DEC03-832D-4430-A2C4-780F5041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185" y="797822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C02D2-C123-4AC4-A7E5-F2EAF2C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185" y="797822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A6D36-A9A8-4F35-9E81-6F22DD30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809" y="79553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F2FA1-DBF2-4B1C-B1DC-CDD18C52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809" y="79553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EF747-9333-402F-B9DA-C2DC0533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700" y="79901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70B22-BC3A-4C55-B23A-36702D6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700" y="79901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C38C1-70AD-43B0-B1A3-069CAB41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127" y="79905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5A1FD-0C8E-454E-9CE2-76B21381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127" y="79905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F274F-5E33-4E2A-B819-E8D3410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27" y="92638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B5D84-2686-495E-A082-CCF9255A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27" y="92638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B4EF4-1674-46FA-AE6E-DFBB7E89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560" y="793060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D1A51-9CD2-472E-99CA-D5D1D7E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560" y="793060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B08DA-C527-4250-BDD2-BBC5EF2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982" y="79572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88CBE-7654-404D-9E13-1B8B1F5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982" y="79572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ED325-3B8C-427D-AE61-4D25A6D5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487" y="796126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BA9B2-E577-4CB2-9599-EAFBB51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487" y="796126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E8CDF-3A72-407B-AB7A-26A24933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638" y="796797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1F36DD-CDE1-433A-B8C1-AF354F4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638" y="796797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89A86-42E8-42A7-946C-23155708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63" y="953650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75DE5-6AFF-4A9D-830E-C89807B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263" y="953650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24246-E9AF-4FAB-8E37-121D2A1B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999" y="801859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59178-B297-4254-8BC4-3ED787F8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999" y="801859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C1870-621F-4864-96EB-70C440B9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448" y="800075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483D4-4522-455F-9F09-AE71373F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448" y="800075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96FE4-5898-448D-A36F-DDFB81CB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394" y="796353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DACE4-C931-4DFE-96D3-2C8B81E5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394" y="796353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7E983-F584-4821-9C46-0690412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293" y="794095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05295-2EE6-48B2-9FBB-26AEBE2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293" y="794095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9FC27-2F87-4558-BBA7-49BE5D7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345" y="794197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C0AC2-109B-4112-BE73-D0CD825F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345" y="794197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40E4C-F8BC-410D-840A-A087CD2E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790" y="974819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21127-5167-49DB-BADF-B2F32AC7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790" y="974819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835A3-DD17-40DA-AA1D-E0C60D36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146" y="968177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D0ABF-49F4-451A-8B6C-2D8B573F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146" y="968177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BFF40-596D-4B7A-8048-3B3B39E3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21" y="889346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8FE14-7B67-4DBA-B7DA-B3B38A05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21" y="889346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22DF0-D4CF-43E3-B3AD-FD33B51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874" y="80127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A3496-8385-4804-8DE1-5A598095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874" y="80127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47705-8CC6-4107-9630-90A5C43E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380" y="889297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DDF0B-05A0-4A82-9198-E00C7CB0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380" y="889297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D732E-BC4F-4E25-A577-CF71D83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593" y="81779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3B20C-2445-4B04-852E-D3970E49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593" y="81779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B80A5-D92D-455D-80CC-E94D47A8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50" y="89862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A952F-B065-49CE-B2DD-BA6D7F69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50" y="89862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8C5DC-0034-41AA-8256-5E8B866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61" y="798084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E2566-6EC7-4D2F-BB48-EF000C4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61" y="798084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A3D58-CE61-4C39-A2A3-5FFA842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182" y="924720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86A96-6BE4-4D30-BA4F-2F7345C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182" y="924720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ECD12-0B52-48EA-BFCD-81A3F3BC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87" y="92360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435B5-7F9D-4D34-977F-1B311FB3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087" y="92360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02C0E-3551-4E73-A3EF-C1755D91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444" y="92471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2D43D-AFFE-4179-AF8A-8AEE952A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444" y="92471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285E4-8A3B-4F98-9897-B47DC17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057" y="989842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65038-7A89-44B6-8A1D-815952E2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057" y="989842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3CFDC-3C4B-4ED1-807A-4303EFD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776" y="948060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034EA-0798-43FA-8327-73DB15F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776" y="948060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78846-79F6-444D-B429-003C503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978" y="802448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6ED89-5A9D-4061-AE5A-9FE43C66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978" y="802448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CA360-7DAA-4929-9CA2-A35ACF5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94" y="94290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08EB0-09D4-443E-A553-14A4810B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94" y="94290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98BBB-337A-43DD-ACFF-CAE1CE8E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609" y="100738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54862-232C-4825-B35A-38800B3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609" y="100738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CC51C-9466-4E00-9424-DECF633A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32" y="79849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54491-3AE9-48D5-835A-1D86BD8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32" y="79849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69286-913F-4C03-B28A-E6B4BCBE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8" y="887045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1F1B4-2C58-4A7F-9BEB-27D9CC6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8" y="887045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EBE47-8779-40AE-899A-F9AD51BB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903" y="98011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07B68-B7FC-41A2-856E-62DF7E70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903" y="98011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37AE7-2DC7-4469-8987-139C7E80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15" y="95389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A9D68-2662-4D96-BF1C-5BB64C72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15" y="95389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01854-F183-49F4-BD71-63C86DF7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547" y="92728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FC121-0834-4D2E-89C3-286E41C4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547" y="92728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1E337-FC17-48D2-830F-E5C923F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08" y="1008182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AA0BD-D64D-46F1-9ED0-66B6D1B8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08" y="1008182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6433A-BDB7-40F9-A398-F456020C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75" y="1002639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2784D-809D-4F19-8895-26311C05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75" y="1002639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9680A-D162-4AB1-A7B2-0E6A64F9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729" y="98714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8D943-B31A-4C19-B8D8-D7D86ECB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729" y="98714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122E4-D0BB-41EB-95B8-2AA1FFA3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466" y="966580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18B74-E286-4F55-BBD4-FA95762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466" y="966580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6BAB5-FF27-4BEF-AD53-DE6836C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936" y="95350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4BD2A-A082-4CBF-811C-EF850207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936" y="95350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0F856-74AA-4746-8CD1-E66BE76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810" y="982803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CA393-520E-4021-A1E6-6F0D816D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810" y="982803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D7E01-9E13-4661-B8B8-2BF10D0C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591" y="991076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51551-6E66-4DE3-A5DA-7A3FFC64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591" y="991076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AF91D-C701-4616-B9BE-95953A84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714" y="940587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74253-6F49-4EEF-8F55-915CEC2E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714" y="940587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A9113-CFF6-4416-B72A-910DAE6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660" y="94867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48D63-A5E5-41D0-859B-66ADE859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660" y="94867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9D36A-3286-4FE0-9681-EA322DBB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066" y="944872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F5B6A-C507-4F08-8D99-5991C836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066" y="944872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B2E79-B2B8-4CB9-841F-D53B8DF1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99" y="938486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CB5BB-B318-4A88-BDC7-25D06EB3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399" y="938486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2028F-B0CB-47D9-B257-B3DE20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024" y="98473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71338-3313-4ECE-A961-B311DF5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024" y="98473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3E16E-DBE5-458D-ADC2-1173DC9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333" y="941407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61E90-058D-4BEF-A8E5-964689C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333" y="941407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1D959-E490-4415-A9F7-57AE536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026" y="94296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81C99-4D89-4D68-8FFC-59D48AA4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026" y="94296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927BC-9062-4B23-B516-F55D64A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885" y="94703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7C78F-7060-40BC-9047-B2B369F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885" y="94703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9C096-40B4-4092-8C3B-FB96DF5A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041" y="96706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A4A6B-84D7-4743-8453-B20B012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041" y="96706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D6493-BD52-49BE-BB99-69793DF5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0" y="95121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C3662-59DD-4174-8BF2-865DA82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0" y="95121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6081F-5ABB-41B1-ABC4-4166110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067" y="967065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5D561-AC2F-4CF8-9C2C-97C398FA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067" y="967065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9F8B6-8976-4457-869E-3CB7F28F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11" y="98922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FC925-FC15-4E05-9BF4-B29F9B9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11" y="98922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600B8-7783-4F04-8A58-67C26404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06" y="952910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A3D0C-91E2-475E-95BB-69627AA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06" y="952910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09CF8-54F1-436B-A999-6A561E03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484" y="942755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ECBCB-2679-43B3-828D-C8280DEE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484" y="942755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5444C-ADA8-4891-B009-15E4EC61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174" y="966492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99D5C-B88E-4C0B-AE5A-D866F404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174" y="966492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9DA48-7D5D-4F0E-B227-05D2E62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744" y="946652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33F56-379C-4169-8BC2-E148C68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744" y="946652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EA0C9-A92B-49E3-A5AA-5E3887E5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20" y="997921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BCAFA-E9CD-4510-AA83-8B75379F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20" y="997921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4C257-36D8-4F9A-B1F8-14E805C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79" y="945592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E8170-60A9-4EA8-9E0A-2C2D80E1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79" y="945592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1AF8D-1733-40BB-BD7F-7501D0B7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652" y="997284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A2671-BDF2-4D33-8EF9-B9932189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652" y="997284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9FDF1-174C-4924-9EA6-BA953B8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620" y="98442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A7108-2493-4478-B299-A1A2292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620" y="98442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9B359-091E-4777-9092-C01FD6B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517" y="996296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3D2EB-01AC-4CA5-A510-AB956FC2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517" y="996296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C1E6B-C124-43CD-9CB5-D1CBB9B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379" y="1006674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F3347-254B-4B0E-8400-BA95EF6E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379" y="1006674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FB510-5973-4B70-8DD8-FE165554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116" y="9494707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640B6-CEFE-4C35-8B6A-1EEE9780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116" y="9494707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8A1E1-609D-4ED4-87BD-9EDBB0E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017" y="953761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90793-7B32-4D62-830B-97FF4B8A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017" y="953761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65BDD-F91F-4186-BF69-FA297417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539" y="966014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2283E-E1C0-466A-B5E0-02744B13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539" y="966014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482D0-B781-4C6E-B516-6B56816D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89" y="948298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7EBE9-254D-4560-AC31-96DEA58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89" y="948298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E24CD-A6C1-464E-8C08-A3211B4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98" y="94997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4FA33-FD29-4F86-850F-72C242F6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98" y="94997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C2212-9E9F-4FF9-A276-4DDD2F5C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610" y="10075879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728FA-DFB5-4CD3-82DF-836FD939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610" y="10075879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ABB18-26B6-4474-B7CF-4FA0F6A1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935" y="95189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448BA-6E76-484F-92FC-66EAFD7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935" y="95189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2586D-80C3-4EA0-BD39-EF3C68A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69" y="973760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247EB-8D6A-4EC0-8DB9-C37323EE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69" y="973760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49C95A-3E52-4CC5-8CFD-7C58F549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53" y="1006061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1AB8C-9AA9-42E1-9450-03E3CCF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53" y="1006061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7BB30-DD74-4715-A8B2-8622AE68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43" y="924984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27090-30BF-4B9D-9536-C506E6F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43" y="924984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FACE0-198B-4F20-8639-BEEF69D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39" y="9109393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1C4A6-1FA0-4780-8CFC-26409DF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39" y="9109393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CD3F2-5D70-4D8C-8306-DB12BB5E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66" y="925196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AA7E9-B948-464D-8284-404EE604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66" y="925196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D28B4-1FC0-405C-891B-9382552E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46" y="10059655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B80F1-E4B7-489E-91A0-CE73CB08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746" y="10059655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CEDFE-F133-4C17-9EEF-E495188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096" y="10054538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D2341-942D-47A4-A83A-B427E16A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096" y="10054538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524C3-88B4-43D2-B4B2-428111F8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106" y="9480832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50F21-67F8-4D6B-AAA6-B4236010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106" y="9480832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C2A1F-D97A-4BD8-9F7F-577FE7EE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365" y="9987181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5B48E-AD76-4215-8403-34EA8E2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365" y="9987181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B7383-6685-4DC1-83FB-153E3E4E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36" y="996278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C7D34-88CA-468B-9FF8-988A6E5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36" y="996278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20C96-D55B-4A67-9E51-9BEB5D0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242" y="1003150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B9463-0DF6-488E-9AEB-5D3EFFF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242" y="1003150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991FD-2750-45BF-B188-5AEAF98A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31" y="9436296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93C90-D082-4C22-BF08-33FC9DF0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131" y="9436296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E50B7-215F-4A19-A6EB-58BBEE6F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046" y="997806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1E3C6-7546-4CE7-8B86-7B149E5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046" y="997806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89E3E-59A9-4280-B12D-918BA6B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436" y="9527304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F88C0-391B-40DC-B4D1-AC96028B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436" y="9527304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BE1DC-DD34-4854-BE84-F511DBAC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030" y="9987350"/>
            <a:ext cx="34032" cy="34032"/>
          </a:xfrm>
          <a:custGeom xmlns:a="http://schemas.openxmlformats.org/drawingml/2006/main">
            <a:pathLst>
              <a:path w="34032" h="34032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82406-7592-4F83-9687-EEF7607A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030" y="9987350"/>
            <a:ext cx="34032" cy="34032"/>
          </a:xfrm>
          <a:custGeom xmlns:a="http://schemas.openxmlformats.org/drawingml/2006/main">
            <a:pathLst>
              <a:path w="34032" h="34032" fill="none">
                <a:moveTo>
                  <a:pt x="17016" y="34032"/>
                </a:moveTo>
                <a:cubicBezTo>
                  <a:pt x="21529" y="34032"/>
                  <a:pt x="25857" y="32239"/>
                  <a:pt x="29048" y="29048"/>
                </a:cubicBezTo>
                <a:cubicBezTo>
                  <a:pt x="32239" y="25857"/>
                  <a:pt x="34032" y="21529"/>
                  <a:pt x="34032" y="17016"/>
                </a:cubicBezTo>
                <a:cubicBezTo>
                  <a:pt x="34032" y="12503"/>
                  <a:pt x="32239" y="8175"/>
                  <a:pt x="29048" y="4984"/>
                </a:cubicBezTo>
                <a:cubicBezTo>
                  <a:pt x="25857" y="1793"/>
                  <a:pt x="21529" y="0"/>
                  <a:pt x="17016" y="0"/>
                </a:cubicBezTo>
                <a:cubicBezTo>
                  <a:pt x="12503" y="0"/>
                  <a:pt x="8175" y="1793"/>
                  <a:pt x="4984" y="4984"/>
                </a:cubicBezTo>
                <a:cubicBezTo>
                  <a:pt x="1793" y="8175"/>
                  <a:pt x="0" y="12503"/>
                  <a:pt x="0" y="17016"/>
                </a:cubicBezTo>
                <a:cubicBezTo>
                  <a:pt x="0" y="21529"/>
                  <a:pt x="1793" y="25857"/>
                  <a:pt x="4984" y="29048"/>
                </a:cubicBezTo>
                <a:cubicBezTo>
                  <a:pt x="8175" y="32239"/>
                  <a:pt x="12503" y="34032"/>
                  <a:pt x="17016" y="340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5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968DD-9C27-44AD-BFDF-97D81061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66" y="10319907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660FF-0CEE-4E2B-BB9D-1A84004A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66" y="10319907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FFC0E-FBA3-477F-9B72-2395A236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77" y="10407786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1092D-7170-4D88-9D67-1D948C7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46" y="1040622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98C25-AC30-4F4B-A917-7035A000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19" y="10452786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A1609-C3CB-4666-B514-2F1CB1CA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46" y="10319907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CE58A-9F96-4948-ABF0-F9B9B08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46" y="10319907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6A64A-53F5-4466-9E2E-9BD539B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744" y="10406222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7BFCE-715A-43AC-9A26-2311AABC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26" y="1040622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43C51-0A32-4E6A-B00A-940A23C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99" y="10452786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959DF-C9BB-4F35-A495-E3977AEC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326" y="10319907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B741F-FEBE-4110-8B47-B51DA22A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326" y="10319907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0DCEA-22BD-4A13-B4D2-4A59811E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008" y="1040622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BC26E-3587-4D3D-9CF1-64352EC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605" y="10319907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6B64C-60C9-4A1E-B934-2D3C1BE2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605" y="10319907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3593-2AAA-4F85-97A6-C06692F2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872" y="10406222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A86C1-BAE9-47E9-8AC8-4CF115A8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54" y="1040622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33DFE-E1D2-46F4-BD91-DC457EB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885" y="10319907"/>
            <a:ext cx="10" cy="42112"/>
          </a:xfrm>
          <a:custGeom xmlns:a="http://schemas.openxmlformats.org/drawingml/2006/main">
            <a:pathLst>
              <a:path w="1" h="42112">
                <a:moveTo>
                  <a:pt x="0" y="0"/>
                </a:moveTo>
                <a:lnTo>
                  <a:pt x="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AC241-F4DB-487D-8859-E742B550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885" y="10319907"/>
            <a:ext cx="10" cy="42112"/>
          </a:xfrm>
          <a:custGeom xmlns:a="http://schemas.openxmlformats.org/drawingml/2006/main">
            <a:pathLst>
              <a:path w="1" h="42112" fill="none">
                <a:moveTo>
                  <a:pt x="0" y="0"/>
                </a:moveTo>
                <a:lnTo>
                  <a:pt x="0" y="42112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64183-4D2F-43E8-9E3D-48A26E28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264" y="10407786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7CF25-15AF-47CA-93AE-70914F29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833" y="1040622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9542E-96F3-41E5-B77B-284584D1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9943314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FE61A-DABD-4026-B57E-86CDAA24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9943314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71EC5-0518-441E-8E06-D8D9A37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16" y="9901285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924E6-1085-471F-9999-72BE220C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6" y="9899721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CB403-14A1-440C-B1F7-A70F77D0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9" y="9946285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9AE05-ECBD-41E9-8820-52A6AA8F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9362034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C42B6-BAFD-439B-842D-7B5B11A3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9362034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11A91-4773-425C-834B-6D1D7B6A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04" y="9318440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C161F-57DB-468D-9E70-F0AF0CD5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86" y="9318440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AAE8D-8483-4FF3-AE60-C22B032B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9" y="9365005"/>
            <a:ext cx="75321" cy="9987"/>
          </a:xfrm>
          <a:custGeom xmlns:a="http://schemas.openxmlformats.org/drawingml/2006/main">
            <a:pathLst>
              <a:path w="75321" h="9987">
                <a:moveTo>
                  <a:pt x="0" y="0"/>
                </a:moveTo>
                <a:lnTo>
                  <a:pt x="75321" y="0"/>
                </a:lnTo>
                <a:lnTo>
                  <a:pt x="75321" y="9987"/>
                </a:lnTo>
                <a:lnTo>
                  <a:pt x="0" y="99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4016A-5234-4560-A5EE-4EB6DE7B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8780755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6F342-10AF-4960-999A-6BB9DC39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8780755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B1398-E25D-43C3-B13E-94F73159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2" y="873716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67205-0005-488A-9AB2-D147E535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8199475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16DE4-EF45-4E6D-97DE-49F7F5C9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8199475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5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1616C-9275-40B4-BFB4-7A4FC04A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57" y="8155882"/>
            <a:ext cx="55709" cy="89278"/>
          </a:xfrm>
          <a:custGeom xmlns:a="http://schemas.openxmlformats.org/drawingml/2006/main">
            <a:pathLst>
              <a:path w="55709" h="89278">
                <a:moveTo>
                  <a:pt x="14318" y="79292"/>
                </a:moveTo>
                <a:lnTo>
                  <a:pt x="55709" y="79292"/>
                </a:lnTo>
                <a:lnTo>
                  <a:pt x="55709" y="89278"/>
                </a:lnTo>
                <a:lnTo>
                  <a:pt x="0" y="89278"/>
                </a:lnTo>
                <a:lnTo>
                  <a:pt x="0" y="79292"/>
                </a:lnTo>
                <a:cubicBezTo>
                  <a:pt x="4452" y="74719"/>
                  <a:pt x="10588" y="68463"/>
                  <a:pt x="18409" y="60521"/>
                </a:cubicBezTo>
                <a:cubicBezTo>
                  <a:pt x="26110" y="52701"/>
                  <a:pt x="31043" y="47647"/>
                  <a:pt x="33088" y="45361"/>
                </a:cubicBezTo>
                <a:cubicBezTo>
                  <a:pt x="36939" y="41150"/>
                  <a:pt x="39586" y="37540"/>
                  <a:pt x="41029" y="34532"/>
                </a:cubicBezTo>
                <a:cubicBezTo>
                  <a:pt x="42473" y="31644"/>
                  <a:pt x="43316" y="28636"/>
                  <a:pt x="43316" y="25749"/>
                </a:cubicBezTo>
                <a:cubicBezTo>
                  <a:pt x="43316" y="21177"/>
                  <a:pt x="41631" y="17326"/>
                  <a:pt x="38382" y="14439"/>
                </a:cubicBezTo>
                <a:cubicBezTo>
                  <a:pt x="35134" y="11551"/>
                  <a:pt x="30923" y="9987"/>
                  <a:pt x="25628" y="9987"/>
                </a:cubicBezTo>
                <a:cubicBezTo>
                  <a:pt x="21898" y="9987"/>
                  <a:pt x="17928" y="10709"/>
                  <a:pt x="13837" y="11912"/>
                </a:cubicBezTo>
                <a:cubicBezTo>
                  <a:pt x="9746" y="13235"/>
                  <a:pt x="5294" y="15160"/>
                  <a:pt x="602" y="17808"/>
                </a:cubicBezTo>
                <a:lnTo>
                  <a:pt x="602" y="5775"/>
                </a:lnTo>
                <a:cubicBezTo>
                  <a:pt x="5414" y="3850"/>
                  <a:pt x="9866" y="2406"/>
                  <a:pt x="13957" y="1444"/>
                </a:cubicBezTo>
                <a:cubicBezTo>
                  <a:pt x="18048" y="481"/>
                  <a:pt x="21898" y="0"/>
                  <a:pt x="25388" y="0"/>
                </a:cubicBezTo>
                <a:cubicBezTo>
                  <a:pt x="34412" y="0"/>
                  <a:pt x="41631" y="2286"/>
                  <a:pt x="47046" y="6858"/>
                </a:cubicBezTo>
                <a:cubicBezTo>
                  <a:pt x="52460" y="11431"/>
                  <a:pt x="55227" y="17447"/>
                  <a:pt x="55227" y="25027"/>
                </a:cubicBezTo>
                <a:cubicBezTo>
                  <a:pt x="55227" y="28636"/>
                  <a:pt x="54505" y="32126"/>
                  <a:pt x="53182" y="35254"/>
                </a:cubicBezTo>
                <a:cubicBezTo>
                  <a:pt x="51858" y="38503"/>
                  <a:pt x="49452" y="42353"/>
                  <a:pt x="45842" y="46685"/>
                </a:cubicBezTo>
                <a:cubicBezTo>
                  <a:pt x="44880" y="47888"/>
                  <a:pt x="41751" y="51136"/>
                  <a:pt x="36457" y="56551"/>
                </a:cubicBezTo>
                <a:cubicBezTo>
                  <a:pt x="31163" y="61965"/>
                  <a:pt x="23824" y="69546"/>
                  <a:pt x="14318" y="792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2B6B9-EA25-4A07-B98E-FE297DDD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9" y="815588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43A5D-99E0-49DD-9072-F1DD9AAA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7618196"/>
            <a:ext cx="42112" cy="10"/>
          </a:xfrm>
          <a:custGeom xmlns:a="http://schemas.openxmlformats.org/drawingml/2006/main">
            <a:pathLst>
              <a:path w="42112" h="1">
                <a:moveTo>
                  <a:pt x="42112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CCF58-E2D7-4899-813A-15054A8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19" y="7618196"/>
            <a:ext cx="42112" cy="10"/>
          </a:xfrm>
          <a:custGeom xmlns:a="http://schemas.openxmlformats.org/drawingml/2006/main">
            <a:pathLst>
              <a:path w="42112" h="1" fill="none">
                <a:moveTo>
                  <a:pt x="421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flat">
            <a:solidFill>
              <a:srgbClr val="000000"/>
            </a:solidFill>
            <a:round/>
          </a:ln>
        </p:spPr>
      </p:sp>
      <p:sp>
        <p:nvSpPr>
          <p:cNvPr id="6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87ED4-8BC4-4999-BADD-EEFBE81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69" y="7576166"/>
            <a:ext cx="63890" cy="87714"/>
          </a:xfrm>
          <a:custGeom xmlns:a="http://schemas.openxmlformats.org/drawingml/2006/main">
            <a:pathLst>
              <a:path w="63890" h="87714">
                <a:moveTo>
                  <a:pt x="39586" y="10348"/>
                </a:moveTo>
                <a:lnTo>
                  <a:pt x="9626" y="57153"/>
                </a:lnTo>
                <a:lnTo>
                  <a:pt x="39586" y="57153"/>
                </a:lnTo>
                <a:lnTo>
                  <a:pt x="39586" y="10348"/>
                </a:lnTo>
                <a:close/>
                <a:moveTo>
                  <a:pt x="36457" y="0"/>
                </a:moveTo>
                <a:lnTo>
                  <a:pt x="51377" y="0"/>
                </a:lnTo>
                <a:lnTo>
                  <a:pt x="51377" y="57153"/>
                </a:lnTo>
                <a:lnTo>
                  <a:pt x="63890" y="57153"/>
                </a:lnTo>
                <a:lnTo>
                  <a:pt x="63890" y="67019"/>
                </a:lnTo>
                <a:lnTo>
                  <a:pt x="51377" y="67019"/>
                </a:lnTo>
                <a:lnTo>
                  <a:pt x="51377" y="87714"/>
                </a:lnTo>
                <a:lnTo>
                  <a:pt x="39586" y="87714"/>
                </a:lnTo>
                <a:lnTo>
                  <a:pt x="39586" y="67019"/>
                </a:lnTo>
                <a:lnTo>
                  <a:pt x="0" y="67019"/>
                </a:lnTo>
                <a:lnTo>
                  <a:pt x="0" y="55588"/>
                </a:lnTo>
                <a:lnTo>
                  <a:pt x="364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A5EFF-2096-49ED-9541-536E7C4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39" y="7574602"/>
            <a:ext cx="60642" cy="90842"/>
          </a:xfrm>
          <a:custGeom xmlns:a="http://schemas.openxmlformats.org/drawingml/2006/main">
            <a:pathLst>
              <a:path w="60642" h="90842">
                <a:moveTo>
                  <a:pt x="30321" y="9385"/>
                </a:moveTo>
                <a:cubicBezTo>
                  <a:pt x="24185" y="9385"/>
                  <a:pt x="19612" y="12393"/>
                  <a:pt x="16484" y="18409"/>
                </a:cubicBezTo>
                <a:cubicBezTo>
                  <a:pt x="13356" y="24425"/>
                  <a:pt x="11912" y="33449"/>
                  <a:pt x="11912" y="45481"/>
                </a:cubicBezTo>
                <a:cubicBezTo>
                  <a:pt x="11912" y="57513"/>
                  <a:pt x="13356" y="66538"/>
                  <a:pt x="16484" y="72554"/>
                </a:cubicBezTo>
                <a:cubicBezTo>
                  <a:pt x="19612" y="78570"/>
                  <a:pt x="24185" y="81578"/>
                  <a:pt x="30321" y="81578"/>
                </a:cubicBezTo>
                <a:cubicBezTo>
                  <a:pt x="36457" y="81578"/>
                  <a:pt x="41029" y="78570"/>
                  <a:pt x="44158" y="72554"/>
                </a:cubicBezTo>
                <a:cubicBezTo>
                  <a:pt x="47166" y="66538"/>
                  <a:pt x="48730" y="57513"/>
                  <a:pt x="48730" y="45481"/>
                </a:cubicBezTo>
                <a:cubicBezTo>
                  <a:pt x="48730" y="33449"/>
                  <a:pt x="47166" y="24425"/>
                  <a:pt x="44158" y="18409"/>
                </a:cubicBezTo>
                <a:cubicBezTo>
                  <a:pt x="41029" y="12393"/>
                  <a:pt x="36457" y="9385"/>
                  <a:pt x="30321" y="9385"/>
                </a:cubicBezTo>
                <a:close/>
                <a:moveTo>
                  <a:pt x="30321" y="0"/>
                </a:moveTo>
                <a:cubicBezTo>
                  <a:pt x="40067" y="0"/>
                  <a:pt x="47527" y="3971"/>
                  <a:pt x="52821" y="11671"/>
                </a:cubicBezTo>
                <a:cubicBezTo>
                  <a:pt x="57995" y="19492"/>
                  <a:pt x="60642" y="30802"/>
                  <a:pt x="60642" y="45481"/>
                </a:cubicBezTo>
                <a:cubicBezTo>
                  <a:pt x="60642" y="60281"/>
                  <a:pt x="57995" y="71591"/>
                  <a:pt x="52821" y="79292"/>
                </a:cubicBezTo>
                <a:cubicBezTo>
                  <a:pt x="47527" y="86992"/>
                  <a:pt x="40067" y="90842"/>
                  <a:pt x="30201" y="90842"/>
                </a:cubicBezTo>
                <a:cubicBezTo>
                  <a:pt x="20334" y="90842"/>
                  <a:pt x="12874" y="86992"/>
                  <a:pt x="7701" y="79292"/>
                </a:cubicBezTo>
                <a:cubicBezTo>
                  <a:pt x="2527" y="71591"/>
                  <a:pt x="0" y="60281"/>
                  <a:pt x="0" y="45481"/>
                </a:cubicBezTo>
                <a:cubicBezTo>
                  <a:pt x="0" y="30802"/>
                  <a:pt x="2527" y="19492"/>
                  <a:pt x="7701" y="11671"/>
                </a:cubicBezTo>
                <a:cubicBezTo>
                  <a:pt x="12874" y="3971"/>
                  <a:pt x="20455" y="0"/>
                  <a:pt x="30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E9006-A9C3-464C-9BA3-86969DB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7158532"/>
            <a:ext cx="10" cy="3161375"/>
          </a:xfrm>
          <a:custGeom xmlns:a="http://schemas.openxmlformats.org/drawingml/2006/main">
            <a:pathLst>
              <a:path w="1" h="3161375" fill="none">
                <a:moveTo>
                  <a:pt x="0" y="3161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6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B6C09-EC7E-406B-8BEC-8A6C62E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828" y="7158532"/>
            <a:ext cx="10" cy="3161375"/>
          </a:xfrm>
          <a:custGeom xmlns:a="http://schemas.openxmlformats.org/drawingml/2006/main">
            <a:pathLst>
              <a:path w="1" h="3161375" fill="none">
                <a:moveTo>
                  <a:pt x="0" y="3161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6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89048-76EE-4670-ADC7-22A245F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10319907"/>
            <a:ext cx="3105696" cy="10"/>
          </a:xfrm>
          <a:custGeom xmlns:a="http://schemas.openxmlformats.org/drawingml/2006/main">
            <a:pathLst>
              <a:path w="3105696" h="1" fill="none">
                <a:moveTo>
                  <a:pt x="0" y="0"/>
                </a:moveTo>
                <a:lnTo>
                  <a:pt x="31056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6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75AEA-7A67-47F6-8833-C78F89EB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2" y="7158532"/>
            <a:ext cx="3105696" cy="10"/>
          </a:xfrm>
          <a:custGeom xmlns:a="http://schemas.openxmlformats.org/drawingml/2006/main">
            <a:pathLst>
              <a:path w="3105696" h="1" fill="none">
                <a:moveTo>
                  <a:pt x="0" y="0"/>
                </a:moveTo>
                <a:lnTo>
                  <a:pt x="31056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626" cap="sq">
            <a:solidFill>
              <a:srgbClr val="000000"/>
            </a:solidFill>
            <a:miter/>
          </a:ln>
        </p:spPr>
      </p:sp>
      <p:sp>
        <p:nvSpPr>
          <p:cNvPr id="6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9A675-B7C0-4133-A9AA-29287E4B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10" y="6893369"/>
            <a:ext cx="124677" cy="192971"/>
          </a:xfrm>
          <a:custGeom xmlns:a="http://schemas.openxmlformats.org/drawingml/2006/main">
            <a:pathLst>
              <a:path w="124677" h="192971">
                <a:moveTo>
                  <a:pt x="26206" y="21441"/>
                </a:moveTo>
                <a:lnTo>
                  <a:pt x="26206" y="93971"/>
                </a:lnTo>
                <a:lnTo>
                  <a:pt x="59030" y="93971"/>
                </a:lnTo>
                <a:cubicBezTo>
                  <a:pt x="71206" y="93971"/>
                  <a:pt x="80471" y="91059"/>
                  <a:pt x="87088" y="84706"/>
                </a:cubicBezTo>
                <a:cubicBezTo>
                  <a:pt x="93706" y="78353"/>
                  <a:pt x="97147" y="69353"/>
                  <a:pt x="97147" y="57706"/>
                </a:cubicBezTo>
                <a:cubicBezTo>
                  <a:pt x="97147" y="46059"/>
                  <a:pt x="93706" y="37324"/>
                  <a:pt x="87088" y="30971"/>
                </a:cubicBezTo>
                <a:cubicBezTo>
                  <a:pt x="80471" y="24618"/>
                  <a:pt x="71206" y="21441"/>
                  <a:pt x="59030" y="21441"/>
                </a:cubicBezTo>
                <a:lnTo>
                  <a:pt x="26206" y="21441"/>
                </a:lnTo>
                <a:close/>
                <a:moveTo>
                  <a:pt x="0" y="0"/>
                </a:moveTo>
                <a:lnTo>
                  <a:pt x="59030" y="0"/>
                </a:lnTo>
                <a:cubicBezTo>
                  <a:pt x="80471" y="0"/>
                  <a:pt x="96883" y="5029"/>
                  <a:pt x="108000" y="14824"/>
                </a:cubicBezTo>
                <a:cubicBezTo>
                  <a:pt x="119118" y="24618"/>
                  <a:pt x="124677" y="38912"/>
                  <a:pt x="124677" y="57706"/>
                </a:cubicBezTo>
                <a:cubicBezTo>
                  <a:pt x="124677" y="76765"/>
                  <a:pt x="119118" y="91324"/>
                  <a:pt x="108000" y="100853"/>
                </a:cubicBezTo>
                <a:cubicBezTo>
                  <a:pt x="96883" y="110647"/>
                  <a:pt x="80471" y="115412"/>
                  <a:pt x="59030" y="115412"/>
                </a:cubicBezTo>
                <a:lnTo>
                  <a:pt x="26206" y="115412"/>
                </a:lnTo>
                <a:lnTo>
                  <a:pt x="26206" y="192971"/>
                </a:lnTo>
                <a:lnTo>
                  <a:pt x="0" y="192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1A672-0EEE-4F7B-924A-1BC3005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63" y="6938104"/>
            <a:ext cx="84706" cy="148236"/>
          </a:xfrm>
          <a:custGeom xmlns:a="http://schemas.openxmlformats.org/drawingml/2006/main">
            <a:pathLst>
              <a:path w="84706" h="148236">
                <a:moveTo>
                  <a:pt x="84706" y="25677"/>
                </a:moveTo>
                <a:cubicBezTo>
                  <a:pt x="82059" y="24088"/>
                  <a:pt x="79147" y="23029"/>
                  <a:pt x="75971" y="22235"/>
                </a:cubicBezTo>
                <a:cubicBezTo>
                  <a:pt x="72794" y="21706"/>
                  <a:pt x="69353" y="21177"/>
                  <a:pt x="65647" y="21177"/>
                </a:cubicBezTo>
                <a:cubicBezTo>
                  <a:pt x="52147" y="21177"/>
                  <a:pt x="41824" y="25677"/>
                  <a:pt x="34677" y="34412"/>
                </a:cubicBezTo>
                <a:cubicBezTo>
                  <a:pt x="27265" y="43147"/>
                  <a:pt x="23824" y="55588"/>
                  <a:pt x="23824" y="72000"/>
                </a:cubicBezTo>
                <a:lnTo>
                  <a:pt x="23824" y="148236"/>
                </a:lnTo>
                <a:lnTo>
                  <a:pt x="0" y="148236"/>
                </a:lnTo>
                <a:lnTo>
                  <a:pt x="0" y="3441"/>
                </a:lnTo>
                <a:lnTo>
                  <a:pt x="23824" y="3441"/>
                </a:lnTo>
                <a:lnTo>
                  <a:pt x="23824" y="25941"/>
                </a:lnTo>
                <a:cubicBezTo>
                  <a:pt x="28588" y="17206"/>
                  <a:pt x="35206" y="10588"/>
                  <a:pt x="43147" y="6353"/>
                </a:cubicBezTo>
                <a:cubicBezTo>
                  <a:pt x="51088" y="2118"/>
                  <a:pt x="60882" y="0"/>
                  <a:pt x="72530" y="0"/>
                </a:cubicBezTo>
                <a:cubicBezTo>
                  <a:pt x="74118" y="0"/>
                  <a:pt x="75971" y="265"/>
                  <a:pt x="78088" y="265"/>
                </a:cubicBezTo>
                <a:cubicBezTo>
                  <a:pt x="79941" y="529"/>
                  <a:pt x="82059" y="794"/>
                  <a:pt x="84706" y="1324"/>
                </a:cubicBezTo>
                <a:lnTo>
                  <a:pt x="84706" y="25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07ED5-3D3A-42F7-BF24-3B464FD5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51" y="6885163"/>
            <a:ext cx="23824" cy="201177"/>
          </a:xfrm>
          <a:custGeom xmlns:a="http://schemas.openxmlformats.org/drawingml/2006/main">
            <a:pathLst>
              <a:path w="23824" h="201177">
                <a:moveTo>
                  <a:pt x="0" y="56382"/>
                </a:moveTo>
                <a:lnTo>
                  <a:pt x="23824" y="56382"/>
                </a:lnTo>
                <a:lnTo>
                  <a:pt x="23824" y="201177"/>
                </a:lnTo>
                <a:lnTo>
                  <a:pt x="0" y="201177"/>
                </a:lnTo>
                <a:lnTo>
                  <a:pt x="0" y="56382"/>
                </a:lnTo>
                <a:close/>
                <a:moveTo>
                  <a:pt x="0" y="0"/>
                </a:moveTo>
                <a:lnTo>
                  <a:pt x="23824" y="0"/>
                </a:lnTo>
                <a:lnTo>
                  <a:pt x="23824" y="30177"/>
                </a:lnTo>
                <a:lnTo>
                  <a:pt x="0" y="301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DBBDB-C4E3-4FF2-9BB5-7C42B42E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46" y="6938104"/>
            <a:ext cx="211236" cy="148236"/>
          </a:xfrm>
          <a:custGeom xmlns:a="http://schemas.openxmlformats.org/drawingml/2006/main">
            <a:pathLst>
              <a:path w="211236" h="148236">
                <a:moveTo>
                  <a:pt x="113559" y="31235"/>
                </a:moveTo>
                <a:cubicBezTo>
                  <a:pt x="119383" y="20647"/>
                  <a:pt x="126530" y="12971"/>
                  <a:pt x="134736" y="7676"/>
                </a:cubicBezTo>
                <a:cubicBezTo>
                  <a:pt x="142941" y="2647"/>
                  <a:pt x="152736" y="0"/>
                  <a:pt x="164118" y="0"/>
                </a:cubicBezTo>
                <a:cubicBezTo>
                  <a:pt x="178941" y="0"/>
                  <a:pt x="190589" y="5294"/>
                  <a:pt x="198794" y="15882"/>
                </a:cubicBezTo>
                <a:cubicBezTo>
                  <a:pt x="207000" y="26471"/>
                  <a:pt x="211236" y="41559"/>
                  <a:pt x="211236" y="60882"/>
                </a:cubicBezTo>
                <a:lnTo>
                  <a:pt x="211236" y="148236"/>
                </a:lnTo>
                <a:lnTo>
                  <a:pt x="187412" y="148236"/>
                </a:lnTo>
                <a:lnTo>
                  <a:pt x="187412" y="61677"/>
                </a:lnTo>
                <a:cubicBezTo>
                  <a:pt x="187412" y="47912"/>
                  <a:pt x="184765" y="37588"/>
                  <a:pt x="180000" y="30706"/>
                </a:cubicBezTo>
                <a:cubicBezTo>
                  <a:pt x="174971" y="24088"/>
                  <a:pt x="167559" y="20647"/>
                  <a:pt x="157500" y="20647"/>
                </a:cubicBezTo>
                <a:cubicBezTo>
                  <a:pt x="145059" y="20647"/>
                  <a:pt x="135265" y="24882"/>
                  <a:pt x="128118" y="33088"/>
                </a:cubicBezTo>
                <a:cubicBezTo>
                  <a:pt x="120971" y="41294"/>
                  <a:pt x="117530" y="52412"/>
                  <a:pt x="117530" y="66441"/>
                </a:cubicBezTo>
                <a:lnTo>
                  <a:pt x="117530" y="148236"/>
                </a:lnTo>
                <a:lnTo>
                  <a:pt x="93706" y="148236"/>
                </a:lnTo>
                <a:lnTo>
                  <a:pt x="93706" y="61677"/>
                </a:lnTo>
                <a:cubicBezTo>
                  <a:pt x="93706" y="47912"/>
                  <a:pt x="91059" y="37588"/>
                  <a:pt x="86294" y="30706"/>
                </a:cubicBezTo>
                <a:cubicBezTo>
                  <a:pt x="81265" y="24088"/>
                  <a:pt x="73588" y="20647"/>
                  <a:pt x="63530" y="20647"/>
                </a:cubicBezTo>
                <a:cubicBezTo>
                  <a:pt x="51353" y="20647"/>
                  <a:pt x="41559" y="24882"/>
                  <a:pt x="34412" y="33088"/>
                </a:cubicBezTo>
                <a:cubicBezTo>
                  <a:pt x="27265" y="41294"/>
                  <a:pt x="23824" y="52412"/>
                  <a:pt x="23824" y="66441"/>
                </a:cubicBezTo>
                <a:lnTo>
                  <a:pt x="23824" y="148236"/>
                </a:lnTo>
                <a:lnTo>
                  <a:pt x="0" y="148236"/>
                </a:lnTo>
                <a:lnTo>
                  <a:pt x="0" y="3441"/>
                </a:lnTo>
                <a:lnTo>
                  <a:pt x="23824" y="3441"/>
                </a:lnTo>
                <a:lnTo>
                  <a:pt x="23824" y="25941"/>
                </a:lnTo>
                <a:cubicBezTo>
                  <a:pt x="29118" y="17206"/>
                  <a:pt x="35735" y="10588"/>
                  <a:pt x="43412" y="6353"/>
                </a:cubicBezTo>
                <a:cubicBezTo>
                  <a:pt x="50824" y="2118"/>
                  <a:pt x="59824" y="0"/>
                  <a:pt x="70412" y="0"/>
                </a:cubicBezTo>
                <a:cubicBezTo>
                  <a:pt x="81000" y="0"/>
                  <a:pt x="89735" y="2647"/>
                  <a:pt x="97147" y="7941"/>
                </a:cubicBezTo>
                <a:cubicBezTo>
                  <a:pt x="104559" y="13235"/>
                  <a:pt x="109853" y="21177"/>
                  <a:pt x="113559" y="31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0F2F01-165B-4C07-A5B7-224A661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64" y="6938104"/>
            <a:ext cx="122294" cy="151677"/>
          </a:xfrm>
          <a:custGeom xmlns:a="http://schemas.openxmlformats.org/drawingml/2006/main">
            <a:pathLst>
              <a:path w="122294" h="151677">
                <a:moveTo>
                  <a:pt x="74912" y="75441"/>
                </a:moveTo>
                <a:cubicBezTo>
                  <a:pt x="55588" y="75441"/>
                  <a:pt x="42353" y="77824"/>
                  <a:pt x="34941" y="82059"/>
                </a:cubicBezTo>
                <a:cubicBezTo>
                  <a:pt x="27529" y="86559"/>
                  <a:pt x="23824" y="93971"/>
                  <a:pt x="23824" y="104559"/>
                </a:cubicBezTo>
                <a:cubicBezTo>
                  <a:pt x="23824" y="113030"/>
                  <a:pt x="26471" y="119912"/>
                  <a:pt x="32029" y="124677"/>
                </a:cubicBezTo>
                <a:cubicBezTo>
                  <a:pt x="37588" y="129706"/>
                  <a:pt x="45265" y="132088"/>
                  <a:pt x="54794" y="132088"/>
                </a:cubicBezTo>
                <a:cubicBezTo>
                  <a:pt x="68030" y="132088"/>
                  <a:pt x="78618" y="127588"/>
                  <a:pt x="86559" y="118059"/>
                </a:cubicBezTo>
                <a:cubicBezTo>
                  <a:pt x="94500" y="108794"/>
                  <a:pt x="98471" y="96353"/>
                  <a:pt x="98471" y="80735"/>
                </a:cubicBezTo>
                <a:lnTo>
                  <a:pt x="98471" y="75441"/>
                </a:lnTo>
                <a:lnTo>
                  <a:pt x="74912" y="75441"/>
                </a:lnTo>
                <a:close/>
                <a:moveTo>
                  <a:pt x="122294" y="65647"/>
                </a:moveTo>
                <a:lnTo>
                  <a:pt x="122294" y="148236"/>
                </a:lnTo>
                <a:lnTo>
                  <a:pt x="98471" y="148236"/>
                </a:lnTo>
                <a:lnTo>
                  <a:pt x="98471" y="126265"/>
                </a:lnTo>
                <a:cubicBezTo>
                  <a:pt x="92912" y="135265"/>
                  <a:pt x="86030" y="141618"/>
                  <a:pt x="78088" y="145588"/>
                </a:cubicBezTo>
                <a:cubicBezTo>
                  <a:pt x="70147" y="149559"/>
                  <a:pt x="60088" y="151677"/>
                  <a:pt x="48441" y="151677"/>
                </a:cubicBezTo>
                <a:cubicBezTo>
                  <a:pt x="33618" y="151677"/>
                  <a:pt x="21706" y="147706"/>
                  <a:pt x="12971" y="139500"/>
                </a:cubicBezTo>
                <a:cubicBezTo>
                  <a:pt x="4235" y="131294"/>
                  <a:pt x="0" y="120177"/>
                  <a:pt x="0" y="106147"/>
                </a:cubicBezTo>
                <a:cubicBezTo>
                  <a:pt x="0" y="90000"/>
                  <a:pt x="5294" y="77824"/>
                  <a:pt x="16412" y="69353"/>
                </a:cubicBezTo>
                <a:cubicBezTo>
                  <a:pt x="27265" y="61147"/>
                  <a:pt x="43412" y="56912"/>
                  <a:pt x="65118" y="56912"/>
                </a:cubicBezTo>
                <a:lnTo>
                  <a:pt x="98471" y="56912"/>
                </a:lnTo>
                <a:lnTo>
                  <a:pt x="98471" y="54530"/>
                </a:lnTo>
                <a:cubicBezTo>
                  <a:pt x="98471" y="43677"/>
                  <a:pt x="94765" y="35206"/>
                  <a:pt x="87618" y="29118"/>
                </a:cubicBezTo>
                <a:cubicBezTo>
                  <a:pt x="80471" y="23294"/>
                  <a:pt x="70412" y="20118"/>
                  <a:pt x="57441" y="20118"/>
                </a:cubicBezTo>
                <a:cubicBezTo>
                  <a:pt x="48971" y="20118"/>
                  <a:pt x="41029" y="21177"/>
                  <a:pt x="33088" y="23294"/>
                </a:cubicBezTo>
                <a:cubicBezTo>
                  <a:pt x="25147" y="25412"/>
                  <a:pt x="17735" y="28324"/>
                  <a:pt x="10588" y="32029"/>
                </a:cubicBezTo>
                <a:lnTo>
                  <a:pt x="10588" y="10059"/>
                </a:lnTo>
                <a:cubicBezTo>
                  <a:pt x="19059" y="6882"/>
                  <a:pt x="27529" y="4235"/>
                  <a:pt x="35735" y="2647"/>
                </a:cubicBezTo>
                <a:cubicBezTo>
                  <a:pt x="43941" y="1059"/>
                  <a:pt x="51882" y="0"/>
                  <a:pt x="59824" y="0"/>
                </a:cubicBezTo>
                <a:cubicBezTo>
                  <a:pt x="80735" y="0"/>
                  <a:pt x="96353" y="5559"/>
                  <a:pt x="106677" y="16412"/>
                </a:cubicBezTo>
                <a:cubicBezTo>
                  <a:pt x="117000" y="27265"/>
                  <a:pt x="122294" y="43677"/>
                  <a:pt x="122294" y="656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6B7DE-95C9-4C86-96BC-F0A50407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34" y="6938104"/>
            <a:ext cx="84706" cy="148236"/>
          </a:xfrm>
          <a:custGeom xmlns:a="http://schemas.openxmlformats.org/drawingml/2006/main">
            <a:pathLst>
              <a:path w="84706" h="148236">
                <a:moveTo>
                  <a:pt x="84706" y="25677"/>
                </a:moveTo>
                <a:cubicBezTo>
                  <a:pt x="82059" y="24088"/>
                  <a:pt x="79147" y="23029"/>
                  <a:pt x="75971" y="22235"/>
                </a:cubicBezTo>
                <a:cubicBezTo>
                  <a:pt x="72794" y="21706"/>
                  <a:pt x="69353" y="21177"/>
                  <a:pt x="65647" y="21177"/>
                </a:cubicBezTo>
                <a:cubicBezTo>
                  <a:pt x="52147" y="21177"/>
                  <a:pt x="41824" y="25677"/>
                  <a:pt x="34677" y="34412"/>
                </a:cubicBezTo>
                <a:cubicBezTo>
                  <a:pt x="27265" y="43147"/>
                  <a:pt x="23824" y="55588"/>
                  <a:pt x="23824" y="72000"/>
                </a:cubicBezTo>
                <a:lnTo>
                  <a:pt x="23824" y="148236"/>
                </a:lnTo>
                <a:lnTo>
                  <a:pt x="0" y="148236"/>
                </a:lnTo>
                <a:lnTo>
                  <a:pt x="0" y="3441"/>
                </a:lnTo>
                <a:lnTo>
                  <a:pt x="23824" y="3441"/>
                </a:lnTo>
                <a:lnTo>
                  <a:pt x="23824" y="25941"/>
                </a:lnTo>
                <a:cubicBezTo>
                  <a:pt x="28588" y="17206"/>
                  <a:pt x="35206" y="10588"/>
                  <a:pt x="43147" y="6353"/>
                </a:cubicBezTo>
                <a:cubicBezTo>
                  <a:pt x="51088" y="2118"/>
                  <a:pt x="60882" y="0"/>
                  <a:pt x="72530" y="0"/>
                </a:cubicBezTo>
                <a:cubicBezTo>
                  <a:pt x="74118" y="0"/>
                  <a:pt x="75971" y="265"/>
                  <a:pt x="78088" y="265"/>
                </a:cubicBezTo>
                <a:cubicBezTo>
                  <a:pt x="79941" y="529"/>
                  <a:pt x="82059" y="794"/>
                  <a:pt x="84706" y="1324"/>
                </a:cubicBezTo>
                <a:lnTo>
                  <a:pt x="84706" y="25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83CA4-CF9C-436D-8937-C09C34FE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82" y="6941545"/>
            <a:ext cx="140824" cy="199589"/>
          </a:xfrm>
          <a:custGeom xmlns:a="http://schemas.openxmlformats.org/drawingml/2006/main">
            <a:pathLst>
              <a:path w="140824" h="199589">
                <a:moveTo>
                  <a:pt x="77294" y="158030"/>
                </a:moveTo>
                <a:cubicBezTo>
                  <a:pt x="70412" y="174971"/>
                  <a:pt x="63794" y="186353"/>
                  <a:pt x="57441" y="191647"/>
                </a:cubicBezTo>
                <a:cubicBezTo>
                  <a:pt x="51088" y="196941"/>
                  <a:pt x="42618" y="199589"/>
                  <a:pt x="32029" y="199589"/>
                </a:cubicBezTo>
                <a:lnTo>
                  <a:pt x="12971" y="199589"/>
                </a:lnTo>
                <a:lnTo>
                  <a:pt x="12971" y="179736"/>
                </a:lnTo>
                <a:lnTo>
                  <a:pt x="27000" y="179736"/>
                </a:lnTo>
                <a:cubicBezTo>
                  <a:pt x="33353" y="179736"/>
                  <a:pt x="38382" y="178147"/>
                  <a:pt x="42088" y="174971"/>
                </a:cubicBezTo>
                <a:cubicBezTo>
                  <a:pt x="45794" y="171794"/>
                  <a:pt x="49765" y="164647"/>
                  <a:pt x="54265" y="153000"/>
                </a:cubicBezTo>
                <a:lnTo>
                  <a:pt x="58500" y="142412"/>
                </a:lnTo>
                <a:lnTo>
                  <a:pt x="0" y="0"/>
                </a:lnTo>
                <a:lnTo>
                  <a:pt x="25147" y="0"/>
                </a:lnTo>
                <a:lnTo>
                  <a:pt x="70412" y="113294"/>
                </a:lnTo>
                <a:lnTo>
                  <a:pt x="115677" y="0"/>
                </a:lnTo>
                <a:lnTo>
                  <a:pt x="140824" y="0"/>
                </a:lnTo>
                <a:lnTo>
                  <a:pt x="77294" y="158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B8DE5-BE2B-4B05-B20E-5EA93BA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694" y="6893369"/>
            <a:ext cx="163059" cy="192971"/>
          </a:xfrm>
          <a:custGeom xmlns:a="http://schemas.openxmlformats.org/drawingml/2006/main">
            <a:pathLst>
              <a:path w="163059" h="192971">
                <a:moveTo>
                  <a:pt x="0" y="0"/>
                </a:moveTo>
                <a:lnTo>
                  <a:pt x="163059" y="0"/>
                </a:lnTo>
                <a:lnTo>
                  <a:pt x="163059" y="21971"/>
                </a:lnTo>
                <a:lnTo>
                  <a:pt x="94500" y="21971"/>
                </a:lnTo>
                <a:lnTo>
                  <a:pt x="94500" y="192971"/>
                </a:lnTo>
                <a:lnTo>
                  <a:pt x="68294" y="192971"/>
                </a:lnTo>
                <a:lnTo>
                  <a:pt x="68294" y="21971"/>
                </a:lnTo>
                <a:lnTo>
                  <a:pt x="0" y="219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279EA-4D74-4314-A797-3A0C3600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585" y="6938104"/>
            <a:ext cx="134206" cy="151677"/>
          </a:xfrm>
          <a:custGeom xmlns:a="http://schemas.openxmlformats.org/drawingml/2006/main">
            <a:pathLst>
              <a:path w="134206" h="151677">
                <a:moveTo>
                  <a:pt x="134206" y="69882"/>
                </a:moveTo>
                <a:lnTo>
                  <a:pt x="134206" y="81530"/>
                </a:lnTo>
                <a:lnTo>
                  <a:pt x="24882" y="81530"/>
                </a:lnTo>
                <a:cubicBezTo>
                  <a:pt x="25941" y="97941"/>
                  <a:pt x="30706" y="110647"/>
                  <a:pt x="39706" y="119118"/>
                </a:cubicBezTo>
                <a:cubicBezTo>
                  <a:pt x="48441" y="127588"/>
                  <a:pt x="60618" y="131824"/>
                  <a:pt x="76500" y="131824"/>
                </a:cubicBezTo>
                <a:cubicBezTo>
                  <a:pt x="85500" y="131824"/>
                  <a:pt x="94500" y="130765"/>
                  <a:pt x="102971" y="128647"/>
                </a:cubicBezTo>
                <a:cubicBezTo>
                  <a:pt x="111441" y="126530"/>
                  <a:pt x="120177" y="123088"/>
                  <a:pt x="128647" y="118324"/>
                </a:cubicBezTo>
                <a:lnTo>
                  <a:pt x="128647" y="140824"/>
                </a:lnTo>
                <a:cubicBezTo>
                  <a:pt x="120177" y="144530"/>
                  <a:pt x="111441" y="147441"/>
                  <a:pt x="102441" y="149030"/>
                </a:cubicBezTo>
                <a:cubicBezTo>
                  <a:pt x="93441" y="150618"/>
                  <a:pt x="84177" y="151677"/>
                  <a:pt x="75177" y="151677"/>
                </a:cubicBezTo>
                <a:cubicBezTo>
                  <a:pt x="51882" y="151677"/>
                  <a:pt x="33618" y="145059"/>
                  <a:pt x="20118" y="131824"/>
                </a:cubicBezTo>
                <a:cubicBezTo>
                  <a:pt x="6618" y="118588"/>
                  <a:pt x="0" y="100324"/>
                  <a:pt x="0" y="77294"/>
                </a:cubicBezTo>
                <a:cubicBezTo>
                  <a:pt x="0" y="53735"/>
                  <a:pt x="6353" y="34941"/>
                  <a:pt x="19059" y="20912"/>
                </a:cubicBezTo>
                <a:cubicBezTo>
                  <a:pt x="31765" y="7147"/>
                  <a:pt x="49235" y="0"/>
                  <a:pt x="70941" y="0"/>
                </a:cubicBezTo>
                <a:cubicBezTo>
                  <a:pt x="90530" y="0"/>
                  <a:pt x="105883" y="6353"/>
                  <a:pt x="117265" y="18794"/>
                </a:cubicBezTo>
                <a:cubicBezTo>
                  <a:pt x="128383" y="31500"/>
                  <a:pt x="134206" y="48441"/>
                  <a:pt x="134206" y="69882"/>
                </a:cubicBezTo>
                <a:close/>
                <a:moveTo>
                  <a:pt x="110383" y="63000"/>
                </a:moveTo>
                <a:cubicBezTo>
                  <a:pt x="110118" y="50029"/>
                  <a:pt x="106412" y="39706"/>
                  <a:pt x="99530" y="31765"/>
                </a:cubicBezTo>
                <a:cubicBezTo>
                  <a:pt x="92383" y="24088"/>
                  <a:pt x="82853" y="20118"/>
                  <a:pt x="71206" y="20118"/>
                </a:cubicBezTo>
                <a:cubicBezTo>
                  <a:pt x="57971" y="20118"/>
                  <a:pt x="47382" y="24088"/>
                  <a:pt x="39441" y="31500"/>
                </a:cubicBezTo>
                <a:cubicBezTo>
                  <a:pt x="31500" y="38912"/>
                  <a:pt x="26735" y="49500"/>
                  <a:pt x="25677" y="63000"/>
                </a:cubicBezTo>
                <a:lnTo>
                  <a:pt x="110383" y="6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0F74C-E20A-477E-956E-9FBC6358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985" y="6941545"/>
            <a:ext cx="140294" cy="144794"/>
          </a:xfrm>
          <a:custGeom xmlns:a="http://schemas.openxmlformats.org/drawingml/2006/main">
            <a:pathLst>
              <a:path w="140294" h="144794">
                <a:moveTo>
                  <a:pt x="137647" y="0"/>
                </a:moveTo>
                <a:lnTo>
                  <a:pt x="85235" y="70412"/>
                </a:lnTo>
                <a:lnTo>
                  <a:pt x="140294" y="144794"/>
                </a:lnTo>
                <a:lnTo>
                  <a:pt x="112235" y="144794"/>
                </a:lnTo>
                <a:lnTo>
                  <a:pt x="70147" y="87882"/>
                </a:lnTo>
                <a:lnTo>
                  <a:pt x="28059" y="144794"/>
                </a:lnTo>
                <a:lnTo>
                  <a:pt x="0" y="144794"/>
                </a:lnTo>
                <a:lnTo>
                  <a:pt x="56118" y="69088"/>
                </a:lnTo>
                <a:lnTo>
                  <a:pt x="4765" y="0"/>
                </a:lnTo>
                <a:lnTo>
                  <a:pt x="32824" y="0"/>
                </a:lnTo>
                <a:lnTo>
                  <a:pt x="71206" y="51618"/>
                </a:lnTo>
                <a:lnTo>
                  <a:pt x="109588" y="0"/>
                </a:lnTo>
                <a:lnTo>
                  <a:pt x="1376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A9312-1221-409A-85D7-109DCFDA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162" y="6900516"/>
            <a:ext cx="90265" cy="185824"/>
          </a:xfrm>
          <a:custGeom xmlns:a="http://schemas.openxmlformats.org/drawingml/2006/main">
            <a:pathLst>
              <a:path w="90265" h="185824">
                <a:moveTo>
                  <a:pt x="41294" y="0"/>
                </a:moveTo>
                <a:lnTo>
                  <a:pt x="41294" y="41029"/>
                </a:lnTo>
                <a:lnTo>
                  <a:pt x="90265" y="41029"/>
                </a:lnTo>
                <a:lnTo>
                  <a:pt x="90265" y="59559"/>
                </a:lnTo>
                <a:lnTo>
                  <a:pt x="41294" y="59559"/>
                </a:lnTo>
                <a:lnTo>
                  <a:pt x="41294" y="138177"/>
                </a:lnTo>
                <a:cubicBezTo>
                  <a:pt x="41294" y="150088"/>
                  <a:pt x="42882" y="157765"/>
                  <a:pt x="46059" y="160941"/>
                </a:cubicBezTo>
                <a:cubicBezTo>
                  <a:pt x="49235" y="164383"/>
                  <a:pt x="55853" y="165971"/>
                  <a:pt x="65912" y="165971"/>
                </a:cubicBezTo>
                <a:lnTo>
                  <a:pt x="90265" y="165971"/>
                </a:lnTo>
                <a:lnTo>
                  <a:pt x="90265" y="185824"/>
                </a:lnTo>
                <a:lnTo>
                  <a:pt x="65912" y="185824"/>
                </a:lnTo>
                <a:cubicBezTo>
                  <a:pt x="47382" y="185824"/>
                  <a:pt x="34677" y="182383"/>
                  <a:pt x="27794" y="175500"/>
                </a:cubicBezTo>
                <a:cubicBezTo>
                  <a:pt x="20912" y="168618"/>
                  <a:pt x="17471" y="156177"/>
                  <a:pt x="17471" y="138177"/>
                </a:cubicBezTo>
                <a:lnTo>
                  <a:pt x="17471" y="59559"/>
                </a:lnTo>
                <a:lnTo>
                  <a:pt x="0" y="59559"/>
                </a:lnTo>
                <a:lnTo>
                  <a:pt x="0" y="41029"/>
                </a:lnTo>
                <a:lnTo>
                  <a:pt x="17471" y="41029"/>
                </a:lnTo>
                <a:lnTo>
                  <a:pt x="17471" y="0"/>
                </a:lnTo>
                <a:lnTo>
                  <a:pt x="412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5BF7C-354E-4BD5-8A86-41649D5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780" y="6889928"/>
            <a:ext cx="155647" cy="199853"/>
          </a:xfrm>
          <a:custGeom xmlns:a="http://schemas.openxmlformats.org/drawingml/2006/main">
            <a:pathLst>
              <a:path w="155647" h="199853">
                <a:moveTo>
                  <a:pt x="155647" y="18265"/>
                </a:moveTo>
                <a:lnTo>
                  <a:pt x="155647" y="45794"/>
                </a:lnTo>
                <a:cubicBezTo>
                  <a:pt x="146647" y="37853"/>
                  <a:pt x="137383" y="31765"/>
                  <a:pt x="127324" y="27529"/>
                </a:cubicBezTo>
                <a:cubicBezTo>
                  <a:pt x="117265" y="23559"/>
                  <a:pt x="106941" y="21441"/>
                  <a:pt x="95824" y="21441"/>
                </a:cubicBezTo>
                <a:cubicBezTo>
                  <a:pt x="73588" y="21441"/>
                  <a:pt x="56647" y="28324"/>
                  <a:pt x="45000" y="41824"/>
                </a:cubicBezTo>
                <a:cubicBezTo>
                  <a:pt x="33353" y="55324"/>
                  <a:pt x="27529" y="74647"/>
                  <a:pt x="27529" y="100059"/>
                </a:cubicBezTo>
                <a:cubicBezTo>
                  <a:pt x="27529" y="125471"/>
                  <a:pt x="33353" y="145059"/>
                  <a:pt x="45000" y="158559"/>
                </a:cubicBezTo>
                <a:cubicBezTo>
                  <a:pt x="56647" y="172059"/>
                  <a:pt x="73588" y="178677"/>
                  <a:pt x="95824" y="178677"/>
                </a:cubicBezTo>
                <a:cubicBezTo>
                  <a:pt x="106941" y="178677"/>
                  <a:pt x="117265" y="176824"/>
                  <a:pt x="127324" y="172589"/>
                </a:cubicBezTo>
                <a:cubicBezTo>
                  <a:pt x="137383" y="168618"/>
                  <a:pt x="146647" y="162530"/>
                  <a:pt x="155647" y="154324"/>
                </a:cubicBezTo>
                <a:lnTo>
                  <a:pt x="155647" y="181589"/>
                </a:lnTo>
                <a:cubicBezTo>
                  <a:pt x="146383" y="187941"/>
                  <a:pt x="136588" y="192441"/>
                  <a:pt x="126530" y="195353"/>
                </a:cubicBezTo>
                <a:cubicBezTo>
                  <a:pt x="116471" y="198265"/>
                  <a:pt x="105618" y="199853"/>
                  <a:pt x="94235" y="199853"/>
                </a:cubicBezTo>
                <a:cubicBezTo>
                  <a:pt x="65118" y="199853"/>
                  <a:pt x="42088" y="191118"/>
                  <a:pt x="25147" y="173383"/>
                </a:cubicBezTo>
                <a:cubicBezTo>
                  <a:pt x="8206" y="155647"/>
                  <a:pt x="0" y="131294"/>
                  <a:pt x="0" y="100059"/>
                </a:cubicBezTo>
                <a:cubicBezTo>
                  <a:pt x="0" y="69088"/>
                  <a:pt x="8206" y="44735"/>
                  <a:pt x="25147" y="26735"/>
                </a:cubicBezTo>
                <a:cubicBezTo>
                  <a:pt x="42088" y="9000"/>
                  <a:pt x="65118" y="0"/>
                  <a:pt x="94235" y="0"/>
                </a:cubicBezTo>
                <a:cubicBezTo>
                  <a:pt x="105883" y="0"/>
                  <a:pt x="116735" y="1588"/>
                  <a:pt x="126794" y="4500"/>
                </a:cubicBezTo>
                <a:cubicBezTo>
                  <a:pt x="136853" y="7676"/>
                  <a:pt x="146647" y="12176"/>
                  <a:pt x="155647" y="182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FF995-508B-47E5-87DD-6294F442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604" y="6938104"/>
            <a:ext cx="122294" cy="151677"/>
          </a:xfrm>
          <a:custGeom xmlns:a="http://schemas.openxmlformats.org/drawingml/2006/main">
            <a:pathLst>
              <a:path w="122294" h="151677">
                <a:moveTo>
                  <a:pt x="74912" y="75441"/>
                </a:moveTo>
                <a:cubicBezTo>
                  <a:pt x="55588" y="75441"/>
                  <a:pt x="42353" y="77824"/>
                  <a:pt x="34941" y="82059"/>
                </a:cubicBezTo>
                <a:cubicBezTo>
                  <a:pt x="27529" y="86559"/>
                  <a:pt x="23824" y="93971"/>
                  <a:pt x="23824" y="104559"/>
                </a:cubicBezTo>
                <a:cubicBezTo>
                  <a:pt x="23824" y="113030"/>
                  <a:pt x="26471" y="119912"/>
                  <a:pt x="32029" y="124677"/>
                </a:cubicBezTo>
                <a:cubicBezTo>
                  <a:pt x="37588" y="129706"/>
                  <a:pt x="45265" y="132088"/>
                  <a:pt x="54794" y="132088"/>
                </a:cubicBezTo>
                <a:cubicBezTo>
                  <a:pt x="68030" y="132088"/>
                  <a:pt x="78618" y="127588"/>
                  <a:pt x="86559" y="118059"/>
                </a:cubicBezTo>
                <a:cubicBezTo>
                  <a:pt x="94500" y="108794"/>
                  <a:pt x="98471" y="96353"/>
                  <a:pt x="98471" y="80735"/>
                </a:cubicBezTo>
                <a:lnTo>
                  <a:pt x="98471" y="75441"/>
                </a:lnTo>
                <a:lnTo>
                  <a:pt x="74912" y="75441"/>
                </a:lnTo>
                <a:close/>
                <a:moveTo>
                  <a:pt x="122294" y="65647"/>
                </a:moveTo>
                <a:lnTo>
                  <a:pt x="122294" y="148236"/>
                </a:lnTo>
                <a:lnTo>
                  <a:pt x="98471" y="148236"/>
                </a:lnTo>
                <a:lnTo>
                  <a:pt x="98471" y="126265"/>
                </a:lnTo>
                <a:cubicBezTo>
                  <a:pt x="92912" y="135265"/>
                  <a:pt x="86030" y="141618"/>
                  <a:pt x="78088" y="145588"/>
                </a:cubicBezTo>
                <a:cubicBezTo>
                  <a:pt x="70147" y="149559"/>
                  <a:pt x="60088" y="151677"/>
                  <a:pt x="48441" y="151677"/>
                </a:cubicBezTo>
                <a:cubicBezTo>
                  <a:pt x="33618" y="151677"/>
                  <a:pt x="21706" y="147706"/>
                  <a:pt x="12971" y="139500"/>
                </a:cubicBezTo>
                <a:cubicBezTo>
                  <a:pt x="4235" y="131294"/>
                  <a:pt x="0" y="120177"/>
                  <a:pt x="0" y="106147"/>
                </a:cubicBezTo>
                <a:cubicBezTo>
                  <a:pt x="0" y="90000"/>
                  <a:pt x="5294" y="77824"/>
                  <a:pt x="16412" y="69353"/>
                </a:cubicBezTo>
                <a:cubicBezTo>
                  <a:pt x="27265" y="61147"/>
                  <a:pt x="43412" y="56912"/>
                  <a:pt x="65118" y="56912"/>
                </a:cubicBezTo>
                <a:lnTo>
                  <a:pt x="98471" y="56912"/>
                </a:lnTo>
                <a:lnTo>
                  <a:pt x="98471" y="54530"/>
                </a:lnTo>
                <a:cubicBezTo>
                  <a:pt x="98471" y="43677"/>
                  <a:pt x="94765" y="35206"/>
                  <a:pt x="87618" y="29118"/>
                </a:cubicBezTo>
                <a:cubicBezTo>
                  <a:pt x="80471" y="23294"/>
                  <a:pt x="70412" y="20118"/>
                  <a:pt x="57441" y="20118"/>
                </a:cubicBezTo>
                <a:cubicBezTo>
                  <a:pt x="48971" y="20118"/>
                  <a:pt x="41029" y="21177"/>
                  <a:pt x="33088" y="23294"/>
                </a:cubicBezTo>
                <a:cubicBezTo>
                  <a:pt x="25147" y="25412"/>
                  <a:pt x="17735" y="28324"/>
                  <a:pt x="10588" y="32029"/>
                </a:cubicBezTo>
                <a:lnTo>
                  <a:pt x="10588" y="10059"/>
                </a:lnTo>
                <a:cubicBezTo>
                  <a:pt x="19059" y="6882"/>
                  <a:pt x="27529" y="4235"/>
                  <a:pt x="35735" y="2647"/>
                </a:cubicBezTo>
                <a:cubicBezTo>
                  <a:pt x="43941" y="1059"/>
                  <a:pt x="51882" y="0"/>
                  <a:pt x="59824" y="0"/>
                </a:cubicBezTo>
                <a:cubicBezTo>
                  <a:pt x="80735" y="0"/>
                  <a:pt x="96353" y="5559"/>
                  <a:pt x="106677" y="16412"/>
                </a:cubicBezTo>
                <a:cubicBezTo>
                  <a:pt x="117000" y="27265"/>
                  <a:pt x="122294" y="43677"/>
                  <a:pt x="122294" y="656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AF6C1-C8B4-4444-9E05-4467207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34" y="6900516"/>
            <a:ext cx="90265" cy="185824"/>
          </a:xfrm>
          <a:custGeom xmlns:a="http://schemas.openxmlformats.org/drawingml/2006/main">
            <a:pathLst>
              <a:path w="90265" h="185824">
                <a:moveTo>
                  <a:pt x="41294" y="0"/>
                </a:moveTo>
                <a:lnTo>
                  <a:pt x="41294" y="41029"/>
                </a:lnTo>
                <a:lnTo>
                  <a:pt x="90265" y="41029"/>
                </a:lnTo>
                <a:lnTo>
                  <a:pt x="90265" y="59559"/>
                </a:lnTo>
                <a:lnTo>
                  <a:pt x="41294" y="59559"/>
                </a:lnTo>
                <a:lnTo>
                  <a:pt x="41294" y="138177"/>
                </a:lnTo>
                <a:cubicBezTo>
                  <a:pt x="41294" y="150088"/>
                  <a:pt x="42882" y="157765"/>
                  <a:pt x="46059" y="160941"/>
                </a:cubicBezTo>
                <a:cubicBezTo>
                  <a:pt x="49235" y="164383"/>
                  <a:pt x="55853" y="165971"/>
                  <a:pt x="65912" y="165971"/>
                </a:cubicBezTo>
                <a:lnTo>
                  <a:pt x="90265" y="165971"/>
                </a:lnTo>
                <a:lnTo>
                  <a:pt x="90265" y="185824"/>
                </a:lnTo>
                <a:lnTo>
                  <a:pt x="65912" y="185824"/>
                </a:lnTo>
                <a:cubicBezTo>
                  <a:pt x="47382" y="185824"/>
                  <a:pt x="34677" y="182383"/>
                  <a:pt x="27794" y="175500"/>
                </a:cubicBezTo>
                <a:cubicBezTo>
                  <a:pt x="20912" y="168618"/>
                  <a:pt x="17471" y="156177"/>
                  <a:pt x="17471" y="138177"/>
                </a:cubicBezTo>
                <a:lnTo>
                  <a:pt x="17471" y="59559"/>
                </a:lnTo>
                <a:lnTo>
                  <a:pt x="0" y="59559"/>
                </a:lnTo>
                <a:lnTo>
                  <a:pt x="0" y="41029"/>
                </a:lnTo>
                <a:lnTo>
                  <a:pt x="17471" y="41029"/>
                </a:lnTo>
                <a:lnTo>
                  <a:pt x="17471" y="0"/>
                </a:lnTo>
                <a:lnTo>
                  <a:pt x="4129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FF87A-762B-4B7B-B8B0-A891A92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310" y="6938104"/>
            <a:ext cx="134206" cy="151677"/>
          </a:xfrm>
          <a:custGeom xmlns:a="http://schemas.openxmlformats.org/drawingml/2006/main">
            <a:pathLst>
              <a:path w="134206" h="151677">
                <a:moveTo>
                  <a:pt x="134206" y="69882"/>
                </a:moveTo>
                <a:lnTo>
                  <a:pt x="134206" y="81530"/>
                </a:lnTo>
                <a:lnTo>
                  <a:pt x="24882" y="81530"/>
                </a:lnTo>
                <a:cubicBezTo>
                  <a:pt x="25941" y="97941"/>
                  <a:pt x="30706" y="110647"/>
                  <a:pt x="39706" y="119118"/>
                </a:cubicBezTo>
                <a:cubicBezTo>
                  <a:pt x="48441" y="127588"/>
                  <a:pt x="60618" y="131824"/>
                  <a:pt x="76500" y="131824"/>
                </a:cubicBezTo>
                <a:cubicBezTo>
                  <a:pt x="85500" y="131824"/>
                  <a:pt x="94500" y="130765"/>
                  <a:pt x="102971" y="128647"/>
                </a:cubicBezTo>
                <a:cubicBezTo>
                  <a:pt x="111441" y="126530"/>
                  <a:pt x="120177" y="123088"/>
                  <a:pt x="128647" y="118324"/>
                </a:cubicBezTo>
                <a:lnTo>
                  <a:pt x="128647" y="140824"/>
                </a:lnTo>
                <a:cubicBezTo>
                  <a:pt x="120177" y="144530"/>
                  <a:pt x="111441" y="147441"/>
                  <a:pt x="102441" y="149030"/>
                </a:cubicBezTo>
                <a:cubicBezTo>
                  <a:pt x="93441" y="150618"/>
                  <a:pt x="84177" y="151677"/>
                  <a:pt x="75177" y="151677"/>
                </a:cubicBezTo>
                <a:cubicBezTo>
                  <a:pt x="51882" y="151677"/>
                  <a:pt x="33618" y="145059"/>
                  <a:pt x="20118" y="131824"/>
                </a:cubicBezTo>
                <a:cubicBezTo>
                  <a:pt x="6618" y="118588"/>
                  <a:pt x="0" y="100324"/>
                  <a:pt x="0" y="77294"/>
                </a:cubicBezTo>
                <a:cubicBezTo>
                  <a:pt x="0" y="53735"/>
                  <a:pt x="6353" y="34941"/>
                  <a:pt x="19059" y="20912"/>
                </a:cubicBezTo>
                <a:cubicBezTo>
                  <a:pt x="31765" y="7147"/>
                  <a:pt x="49235" y="0"/>
                  <a:pt x="70941" y="0"/>
                </a:cubicBezTo>
                <a:cubicBezTo>
                  <a:pt x="90530" y="0"/>
                  <a:pt x="105883" y="6353"/>
                  <a:pt x="117265" y="18794"/>
                </a:cubicBezTo>
                <a:cubicBezTo>
                  <a:pt x="128383" y="31500"/>
                  <a:pt x="134206" y="48441"/>
                  <a:pt x="134206" y="69882"/>
                </a:cubicBezTo>
                <a:close/>
                <a:moveTo>
                  <a:pt x="110383" y="63000"/>
                </a:moveTo>
                <a:cubicBezTo>
                  <a:pt x="110118" y="50029"/>
                  <a:pt x="106412" y="39706"/>
                  <a:pt x="99530" y="31765"/>
                </a:cubicBezTo>
                <a:cubicBezTo>
                  <a:pt x="92383" y="24088"/>
                  <a:pt x="82853" y="20118"/>
                  <a:pt x="71206" y="20118"/>
                </a:cubicBezTo>
                <a:cubicBezTo>
                  <a:pt x="57971" y="20118"/>
                  <a:pt x="47382" y="24088"/>
                  <a:pt x="39441" y="31500"/>
                </a:cubicBezTo>
                <a:cubicBezTo>
                  <a:pt x="31500" y="38912"/>
                  <a:pt x="26735" y="49500"/>
                  <a:pt x="25677" y="63000"/>
                </a:cubicBezTo>
                <a:lnTo>
                  <a:pt x="110383" y="63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E7766-B58B-499D-81D3-2B5DE5BD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105" y="6938104"/>
            <a:ext cx="129441" cy="203030"/>
          </a:xfrm>
          <a:custGeom xmlns:a="http://schemas.openxmlformats.org/drawingml/2006/main">
            <a:pathLst>
              <a:path w="129441" h="203030">
                <a:moveTo>
                  <a:pt x="105618" y="74118"/>
                </a:moveTo>
                <a:cubicBezTo>
                  <a:pt x="105618" y="57177"/>
                  <a:pt x="101912" y="43677"/>
                  <a:pt x="95030" y="34147"/>
                </a:cubicBezTo>
                <a:cubicBezTo>
                  <a:pt x="87882" y="24618"/>
                  <a:pt x="77824" y="19853"/>
                  <a:pt x="65118" y="19853"/>
                </a:cubicBezTo>
                <a:cubicBezTo>
                  <a:pt x="52412" y="19853"/>
                  <a:pt x="42353" y="24618"/>
                  <a:pt x="35206" y="34147"/>
                </a:cubicBezTo>
                <a:cubicBezTo>
                  <a:pt x="28059" y="43677"/>
                  <a:pt x="24618" y="57177"/>
                  <a:pt x="24618" y="74118"/>
                </a:cubicBezTo>
                <a:cubicBezTo>
                  <a:pt x="24618" y="91324"/>
                  <a:pt x="28059" y="104559"/>
                  <a:pt x="35206" y="114088"/>
                </a:cubicBezTo>
                <a:cubicBezTo>
                  <a:pt x="42353" y="123618"/>
                  <a:pt x="52412" y="128383"/>
                  <a:pt x="65118" y="128383"/>
                </a:cubicBezTo>
                <a:cubicBezTo>
                  <a:pt x="77824" y="128383"/>
                  <a:pt x="87882" y="123618"/>
                  <a:pt x="95030" y="114088"/>
                </a:cubicBezTo>
                <a:cubicBezTo>
                  <a:pt x="101912" y="104559"/>
                  <a:pt x="105618" y="91324"/>
                  <a:pt x="105618" y="74118"/>
                </a:cubicBezTo>
                <a:close/>
                <a:moveTo>
                  <a:pt x="129441" y="130236"/>
                </a:moveTo>
                <a:cubicBezTo>
                  <a:pt x="129441" y="154588"/>
                  <a:pt x="123883" y="172853"/>
                  <a:pt x="113030" y="185030"/>
                </a:cubicBezTo>
                <a:cubicBezTo>
                  <a:pt x="101912" y="196941"/>
                  <a:pt x="85235" y="203030"/>
                  <a:pt x="62735" y="203030"/>
                </a:cubicBezTo>
                <a:cubicBezTo>
                  <a:pt x="54265" y="203030"/>
                  <a:pt x="46588" y="202236"/>
                  <a:pt x="39177" y="201177"/>
                </a:cubicBezTo>
                <a:cubicBezTo>
                  <a:pt x="31765" y="199853"/>
                  <a:pt x="24353" y="198000"/>
                  <a:pt x="17471" y="195353"/>
                </a:cubicBezTo>
                <a:lnTo>
                  <a:pt x="17471" y="172324"/>
                </a:lnTo>
                <a:cubicBezTo>
                  <a:pt x="24353" y="176030"/>
                  <a:pt x="31235" y="178677"/>
                  <a:pt x="38118" y="180530"/>
                </a:cubicBezTo>
                <a:cubicBezTo>
                  <a:pt x="45000" y="182383"/>
                  <a:pt x="51882" y="183441"/>
                  <a:pt x="59030" y="183441"/>
                </a:cubicBezTo>
                <a:cubicBezTo>
                  <a:pt x="74382" y="183441"/>
                  <a:pt x="86030" y="179206"/>
                  <a:pt x="93971" y="171265"/>
                </a:cubicBezTo>
                <a:cubicBezTo>
                  <a:pt x="101647" y="163059"/>
                  <a:pt x="105618" y="150883"/>
                  <a:pt x="105618" y="134471"/>
                </a:cubicBezTo>
                <a:lnTo>
                  <a:pt x="105618" y="122824"/>
                </a:lnTo>
                <a:cubicBezTo>
                  <a:pt x="100588" y="131294"/>
                  <a:pt x="94235" y="137647"/>
                  <a:pt x="86559" y="141883"/>
                </a:cubicBezTo>
                <a:cubicBezTo>
                  <a:pt x="78882" y="146118"/>
                  <a:pt x="69882" y="148236"/>
                  <a:pt x="59294" y="148236"/>
                </a:cubicBezTo>
                <a:cubicBezTo>
                  <a:pt x="41294" y="148236"/>
                  <a:pt x="27000" y="141618"/>
                  <a:pt x="16147" y="128118"/>
                </a:cubicBezTo>
                <a:cubicBezTo>
                  <a:pt x="5294" y="114618"/>
                  <a:pt x="0" y="96618"/>
                  <a:pt x="0" y="74118"/>
                </a:cubicBezTo>
                <a:cubicBezTo>
                  <a:pt x="0" y="51882"/>
                  <a:pt x="5294" y="33882"/>
                  <a:pt x="16147" y="20382"/>
                </a:cubicBezTo>
                <a:cubicBezTo>
                  <a:pt x="27000" y="6882"/>
                  <a:pt x="41294" y="0"/>
                  <a:pt x="59294" y="0"/>
                </a:cubicBezTo>
                <a:cubicBezTo>
                  <a:pt x="69882" y="0"/>
                  <a:pt x="78882" y="2118"/>
                  <a:pt x="86559" y="6353"/>
                </a:cubicBezTo>
                <a:cubicBezTo>
                  <a:pt x="94235" y="10588"/>
                  <a:pt x="100588" y="16941"/>
                  <a:pt x="105618" y="25412"/>
                </a:cubicBezTo>
                <a:lnTo>
                  <a:pt x="105618" y="3441"/>
                </a:lnTo>
                <a:lnTo>
                  <a:pt x="129441" y="3441"/>
                </a:lnTo>
                <a:lnTo>
                  <a:pt x="129441" y="1302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2D8CE-8D2A-47CB-A98A-E6ABE9D8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193" y="6938104"/>
            <a:ext cx="132883" cy="151677"/>
          </a:xfrm>
          <a:custGeom xmlns:a="http://schemas.openxmlformats.org/drawingml/2006/main">
            <a:pathLst>
              <a:path w="132883" h="151677">
                <a:moveTo>
                  <a:pt x="66441" y="20118"/>
                </a:moveTo>
                <a:cubicBezTo>
                  <a:pt x="53735" y="20118"/>
                  <a:pt x="43677" y="25147"/>
                  <a:pt x="36265" y="35206"/>
                </a:cubicBezTo>
                <a:cubicBezTo>
                  <a:pt x="28853" y="45265"/>
                  <a:pt x="25147" y="58765"/>
                  <a:pt x="25147" y="75971"/>
                </a:cubicBezTo>
                <a:cubicBezTo>
                  <a:pt x="25147" y="93441"/>
                  <a:pt x="28588" y="106941"/>
                  <a:pt x="36000" y="117000"/>
                </a:cubicBezTo>
                <a:cubicBezTo>
                  <a:pt x="43412" y="127059"/>
                  <a:pt x="53471" y="131824"/>
                  <a:pt x="66441" y="131824"/>
                </a:cubicBezTo>
                <a:cubicBezTo>
                  <a:pt x="79147" y="131824"/>
                  <a:pt x="89206" y="127059"/>
                  <a:pt x="96618" y="117000"/>
                </a:cubicBezTo>
                <a:cubicBezTo>
                  <a:pt x="104030" y="106941"/>
                  <a:pt x="107735" y="93441"/>
                  <a:pt x="107735" y="75971"/>
                </a:cubicBezTo>
                <a:cubicBezTo>
                  <a:pt x="107735" y="59030"/>
                  <a:pt x="104030" y="45265"/>
                  <a:pt x="96618" y="35206"/>
                </a:cubicBezTo>
                <a:cubicBezTo>
                  <a:pt x="89206" y="25147"/>
                  <a:pt x="79147" y="20118"/>
                  <a:pt x="66441" y="20118"/>
                </a:cubicBezTo>
                <a:close/>
                <a:moveTo>
                  <a:pt x="66441" y="0"/>
                </a:moveTo>
                <a:cubicBezTo>
                  <a:pt x="87088" y="0"/>
                  <a:pt x="103235" y="6882"/>
                  <a:pt x="115147" y="20118"/>
                </a:cubicBezTo>
                <a:cubicBezTo>
                  <a:pt x="126794" y="33618"/>
                  <a:pt x="132883" y="52147"/>
                  <a:pt x="132883" y="75971"/>
                </a:cubicBezTo>
                <a:cubicBezTo>
                  <a:pt x="132883" y="99794"/>
                  <a:pt x="126794" y="118324"/>
                  <a:pt x="115147" y="131559"/>
                </a:cubicBezTo>
                <a:cubicBezTo>
                  <a:pt x="103235" y="145059"/>
                  <a:pt x="87088" y="151677"/>
                  <a:pt x="66441" y="151677"/>
                </a:cubicBezTo>
                <a:cubicBezTo>
                  <a:pt x="45529" y="151677"/>
                  <a:pt x="29118" y="145059"/>
                  <a:pt x="17471" y="131559"/>
                </a:cubicBezTo>
                <a:cubicBezTo>
                  <a:pt x="5824" y="118324"/>
                  <a:pt x="0" y="99794"/>
                  <a:pt x="0" y="75971"/>
                </a:cubicBezTo>
                <a:cubicBezTo>
                  <a:pt x="0" y="52147"/>
                  <a:pt x="5824" y="33618"/>
                  <a:pt x="17471" y="20118"/>
                </a:cubicBezTo>
                <a:cubicBezTo>
                  <a:pt x="29118" y="6882"/>
                  <a:pt x="45529" y="0"/>
                  <a:pt x="6644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F72AD-1D89-4692-BB1A-D9A66439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723" y="6938104"/>
            <a:ext cx="84706" cy="148236"/>
          </a:xfrm>
          <a:custGeom xmlns:a="http://schemas.openxmlformats.org/drawingml/2006/main">
            <a:pathLst>
              <a:path w="84706" h="148236">
                <a:moveTo>
                  <a:pt x="84706" y="25677"/>
                </a:moveTo>
                <a:cubicBezTo>
                  <a:pt x="82059" y="24088"/>
                  <a:pt x="79147" y="23029"/>
                  <a:pt x="75971" y="22235"/>
                </a:cubicBezTo>
                <a:cubicBezTo>
                  <a:pt x="72794" y="21706"/>
                  <a:pt x="69353" y="21177"/>
                  <a:pt x="65647" y="21177"/>
                </a:cubicBezTo>
                <a:cubicBezTo>
                  <a:pt x="52147" y="21177"/>
                  <a:pt x="41824" y="25677"/>
                  <a:pt x="34677" y="34412"/>
                </a:cubicBezTo>
                <a:cubicBezTo>
                  <a:pt x="27265" y="43147"/>
                  <a:pt x="23824" y="55588"/>
                  <a:pt x="23824" y="72000"/>
                </a:cubicBezTo>
                <a:lnTo>
                  <a:pt x="23824" y="148236"/>
                </a:lnTo>
                <a:lnTo>
                  <a:pt x="0" y="148236"/>
                </a:lnTo>
                <a:lnTo>
                  <a:pt x="0" y="3441"/>
                </a:lnTo>
                <a:lnTo>
                  <a:pt x="23824" y="3441"/>
                </a:lnTo>
                <a:lnTo>
                  <a:pt x="23824" y="25941"/>
                </a:lnTo>
                <a:cubicBezTo>
                  <a:pt x="28588" y="17206"/>
                  <a:pt x="35206" y="10588"/>
                  <a:pt x="43147" y="6353"/>
                </a:cubicBezTo>
                <a:cubicBezTo>
                  <a:pt x="51088" y="2118"/>
                  <a:pt x="60882" y="0"/>
                  <a:pt x="72530" y="0"/>
                </a:cubicBezTo>
                <a:cubicBezTo>
                  <a:pt x="74118" y="0"/>
                  <a:pt x="75971" y="265"/>
                  <a:pt x="78088" y="265"/>
                </a:cubicBezTo>
                <a:cubicBezTo>
                  <a:pt x="79941" y="529"/>
                  <a:pt x="82059" y="794"/>
                  <a:pt x="84706" y="1324"/>
                </a:cubicBezTo>
                <a:lnTo>
                  <a:pt x="84706" y="25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718E2-5B3E-4121-9440-64C19B4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370" y="6941545"/>
            <a:ext cx="140824" cy="199589"/>
          </a:xfrm>
          <a:custGeom xmlns:a="http://schemas.openxmlformats.org/drawingml/2006/main">
            <a:pathLst>
              <a:path w="140824" h="199589">
                <a:moveTo>
                  <a:pt x="77294" y="158030"/>
                </a:moveTo>
                <a:cubicBezTo>
                  <a:pt x="70412" y="174971"/>
                  <a:pt x="63794" y="186353"/>
                  <a:pt x="57441" y="191647"/>
                </a:cubicBezTo>
                <a:cubicBezTo>
                  <a:pt x="51088" y="196941"/>
                  <a:pt x="42618" y="199589"/>
                  <a:pt x="32029" y="199589"/>
                </a:cubicBezTo>
                <a:lnTo>
                  <a:pt x="12971" y="199589"/>
                </a:lnTo>
                <a:lnTo>
                  <a:pt x="12971" y="179736"/>
                </a:lnTo>
                <a:lnTo>
                  <a:pt x="27000" y="179736"/>
                </a:lnTo>
                <a:cubicBezTo>
                  <a:pt x="33353" y="179736"/>
                  <a:pt x="38382" y="178147"/>
                  <a:pt x="42088" y="174971"/>
                </a:cubicBezTo>
                <a:cubicBezTo>
                  <a:pt x="45794" y="171794"/>
                  <a:pt x="49765" y="164647"/>
                  <a:pt x="54265" y="153000"/>
                </a:cubicBezTo>
                <a:lnTo>
                  <a:pt x="58500" y="142412"/>
                </a:lnTo>
                <a:lnTo>
                  <a:pt x="0" y="0"/>
                </a:lnTo>
                <a:lnTo>
                  <a:pt x="25147" y="0"/>
                </a:lnTo>
                <a:lnTo>
                  <a:pt x="70412" y="113294"/>
                </a:lnTo>
                <a:lnTo>
                  <a:pt x="115677" y="0"/>
                </a:lnTo>
                <a:lnTo>
                  <a:pt x="140824" y="0"/>
                </a:lnTo>
                <a:lnTo>
                  <a:pt x="77294" y="158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773BA-F621-4361-ABB7-865588E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190588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5"/>
                  <a:pt x="85926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6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2" y="85926"/>
                </a:cubicBezTo>
                <a:cubicBezTo>
                  <a:pt x="24181" y="95365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F1A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AE971-4C33-4846-BE0A-8A2179F3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190588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5"/>
                  <a:pt x="85926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6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2" y="85926"/>
                </a:cubicBezTo>
                <a:cubicBezTo>
                  <a:pt x="24181" y="95365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1A"/>
            </a:solidFill>
            <a:round/>
          </a:ln>
        </p:spPr>
      </p:sp>
      <p:sp>
        <p:nvSpPr>
          <p:cNvPr id="6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A2433-68FC-4D64-B775-AEFC1ED0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7151115"/>
            <a:ext cx="118011" cy="140342"/>
          </a:xfrm>
          <a:custGeom xmlns:a="http://schemas.openxmlformats.org/drawingml/2006/main">
            <a:pathLst>
              <a:path w="118011" h="140342">
                <a:moveTo>
                  <a:pt x="19059" y="15594"/>
                </a:moveTo>
                <a:lnTo>
                  <a:pt x="19059" y="124749"/>
                </a:lnTo>
                <a:lnTo>
                  <a:pt x="41968" y="124749"/>
                </a:lnTo>
                <a:cubicBezTo>
                  <a:pt x="61219" y="124749"/>
                  <a:pt x="75465" y="120514"/>
                  <a:pt x="84514" y="111658"/>
                </a:cubicBezTo>
                <a:cubicBezTo>
                  <a:pt x="93369" y="102802"/>
                  <a:pt x="97989" y="88941"/>
                  <a:pt x="97989" y="70075"/>
                </a:cubicBezTo>
                <a:cubicBezTo>
                  <a:pt x="97989" y="51209"/>
                  <a:pt x="93369" y="37540"/>
                  <a:pt x="84514" y="28685"/>
                </a:cubicBezTo>
                <a:cubicBezTo>
                  <a:pt x="75465" y="20021"/>
                  <a:pt x="61219" y="15594"/>
                  <a:pt x="41968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39080" y="0"/>
                </a:lnTo>
                <a:cubicBezTo>
                  <a:pt x="66225" y="0"/>
                  <a:pt x="86246" y="5775"/>
                  <a:pt x="98952" y="16941"/>
                </a:cubicBezTo>
                <a:cubicBezTo>
                  <a:pt x="111658" y="28300"/>
                  <a:pt x="118011" y="46011"/>
                  <a:pt x="118011" y="70075"/>
                </a:cubicBezTo>
                <a:cubicBezTo>
                  <a:pt x="118011" y="94332"/>
                  <a:pt x="111465" y="112043"/>
                  <a:pt x="98760" y="123401"/>
                </a:cubicBezTo>
                <a:cubicBezTo>
                  <a:pt x="86054" y="134760"/>
                  <a:pt x="66032" y="140342"/>
                  <a:pt x="39080" y="140342"/>
                </a:cubicBez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DB3D4-A988-4BCA-9D35-116E273B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919" y="7151115"/>
            <a:ext cx="128407" cy="140342"/>
          </a:xfrm>
          <a:custGeom xmlns:a="http://schemas.openxmlformats.org/drawingml/2006/main">
            <a:pathLst>
              <a:path w="128407" h="140342">
                <a:moveTo>
                  <a:pt x="0" y="0"/>
                </a:moveTo>
                <a:lnTo>
                  <a:pt x="28300" y="0"/>
                </a:lnTo>
                <a:lnTo>
                  <a:pt x="64107" y="95487"/>
                </a:lnTo>
                <a:lnTo>
                  <a:pt x="100107" y="0"/>
                </a:lnTo>
                <a:lnTo>
                  <a:pt x="128407" y="0"/>
                </a:lnTo>
                <a:lnTo>
                  <a:pt x="128407" y="140342"/>
                </a:lnTo>
                <a:lnTo>
                  <a:pt x="109925" y="140342"/>
                </a:lnTo>
                <a:lnTo>
                  <a:pt x="109925" y="17134"/>
                </a:lnTo>
                <a:lnTo>
                  <a:pt x="73733" y="113391"/>
                </a:lnTo>
                <a:lnTo>
                  <a:pt x="54674" y="113391"/>
                </a:lnTo>
                <a:lnTo>
                  <a:pt x="18481" y="17134"/>
                </a:lnTo>
                <a:lnTo>
                  <a:pt x="18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90A44-B9C2-4982-81B3-772E61F4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278" y="7151115"/>
            <a:ext cx="128407" cy="140342"/>
          </a:xfrm>
          <a:custGeom xmlns:a="http://schemas.openxmlformats.org/drawingml/2006/main">
            <a:pathLst>
              <a:path w="128407" h="140342">
                <a:moveTo>
                  <a:pt x="0" y="0"/>
                </a:moveTo>
                <a:lnTo>
                  <a:pt x="28300" y="0"/>
                </a:lnTo>
                <a:lnTo>
                  <a:pt x="64107" y="95487"/>
                </a:lnTo>
                <a:lnTo>
                  <a:pt x="100107" y="0"/>
                </a:lnTo>
                <a:lnTo>
                  <a:pt x="128407" y="0"/>
                </a:lnTo>
                <a:lnTo>
                  <a:pt x="128407" y="140342"/>
                </a:lnTo>
                <a:lnTo>
                  <a:pt x="109925" y="140342"/>
                </a:lnTo>
                <a:lnTo>
                  <a:pt x="109925" y="17134"/>
                </a:lnTo>
                <a:lnTo>
                  <a:pt x="73733" y="113391"/>
                </a:lnTo>
                <a:lnTo>
                  <a:pt x="54674" y="113391"/>
                </a:lnTo>
                <a:lnTo>
                  <a:pt x="18481" y="17134"/>
                </a:lnTo>
                <a:lnTo>
                  <a:pt x="18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C47BD-91C3-4B46-8895-4C3518D9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102" y="7183649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5F469-7D76-4AF3-AA7B-0B48F47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760" y="7156312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9E026-7590-4C35-AEEB-9036912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546" y="7145147"/>
            <a:ext cx="88171" cy="146310"/>
          </a:xfrm>
          <a:custGeom xmlns:a="http://schemas.openxmlformats.org/drawingml/2006/main">
            <a:pathLst>
              <a:path w="88171" h="146310">
                <a:moveTo>
                  <a:pt x="88171" y="82781"/>
                </a:moveTo>
                <a:lnTo>
                  <a:pt x="88171" y="146310"/>
                </a:lnTo>
                <a:lnTo>
                  <a:pt x="70845" y="146310"/>
                </a:lnTo>
                <a:lnTo>
                  <a:pt x="70845" y="83358"/>
                </a:lnTo>
                <a:cubicBezTo>
                  <a:pt x="70845" y="73348"/>
                  <a:pt x="68727" y="66032"/>
                  <a:pt x="64877" y="61027"/>
                </a:cubicBezTo>
                <a:cubicBezTo>
                  <a:pt x="61027" y="56021"/>
                  <a:pt x="55251" y="53519"/>
                  <a:pt x="47551" y="53519"/>
                </a:cubicBezTo>
                <a:cubicBezTo>
                  <a:pt x="38118" y="53519"/>
                  <a:pt x="30802" y="56599"/>
                  <a:pt x="25412" y="62567"/>
                </a:cubicBezTo>
                <a:cubicBezTo>
                  <a:pt x="20021" y="68535"/>
                  <a:pt x="17326" y="76620"/>
                  <a:pt x="17326" y="868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7369"/>
                </a:lnTo>
                <a:cubicBezTo>
                  <a:pt x="21369" y="51209"/>
                  <a:pt x="26182" y="46396"/>
                  <a:pt x="31957" y="43316"/>
                </a:cubicBezTo>
                <a:cubicBezTo>
                  <a:pt x="37540" y="40235"/>
                  <a:pt x="44086" y="38503"/>
                  <a:pt x="51401" y="38503"/>
                </a:cubicBezTo>
                <a:cubicBezTo>
                  <a:pt x="63337" y="38503"/>
                  <a:pt x="72578" y="42353"/>
                  <a:pt x="78738" y="49861"/>
                </a:cubicBezTo>
                <a:cubicBezTo>
                  <a:pt x="84899" y="57369"/>
                  <a:pt x="88171" y="68342"/>
                  <a:pt x="88171" y="82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BB84E-3036-4F93-B5FA-1E1C0AB0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669" y="7183649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FA729-CA0E-41A0-B697-B0EA5E4D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996" y="7183649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AA1FD-7E7B-4ED9-B1FD-F5B4346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536" y="7183649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A2461-30C9-4FE9-ACA5-31B97F3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194" y="7156312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F5CFA-FDA0-40C4-96FB-D419E97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558" y="7145147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9DDF1-09D3-4C70-A189-FF9A643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68" y="7183649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B524D-1424-4F76-A2E4-45903D4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259" y="7183649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E87CE-316B-4C08-A51E-C1CD45F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376898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5"/>
                  <a:pt x="85926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6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2" y="85926"/>
                </a:cubicBezTo>
                <a:cubicBezTo>
                  <a:pt x="24181" y="95365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F6B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DDC4D-D42F-4514-905D-7CA8A0BC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376898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5"/>
                  <a:pt x="85926" y="85926"/>
                </a:cubicBezTo>
                <a:cubicBezTo>
                  <a:pt x="95364" y="76487"/>
                  <a:pt x="100668" y="63683"/>
                  <a:pt x="100668" y="50334"/>
                </a:cubicBezTo>
                <a:cubicBezTo>
                  <a:pt x="100668" y="36985"/>
                  <a:pt x="95364" y="24182"/>
                  <a:pt x="85926" y="14743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3"/>
                </a:cubicBezTo>
                <a:cubicBezTo>
                  <a:pt x="5304" y="24182"/>
                  <a:pt x="0" y="36985"/>
                  <a:pt x="0" y="50334"/>
                </a:cubicBezTo>
                <a:cubicBezTo>
                  <a:pt x="0" y="63683"/>
                  <a:pt x="5304" y="76487"/>
                  <a:pt x="14742" y="85926"/>
                </a:cubicBezTo>
                <a:cubicBezTo>
                  <a:pt x="24181" y="95365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6B1A"/>
            </a:solidFill>
            <a:round/>
          </a:ln>
        </p:spPr>
      </p:sp>
      <p:sp>
        <p:nvSpPr>
          <p:cNvPr id="6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D784D-D016-4A92-8496-77619AB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358" y="7337425"/>
            <a:ext cx="128599" cy="140342"/>
          </a:xfrm>
          <a:custGeom xmlns:a="http://schemas.openxmlformats.org/drawingml/2006/main">
            <a:pathLst>
              <a:path w="128599" h="140342">
                <a:moveTo>
                  <a:pt x="64300" y="18674"/>
                </a:moveTo>
                <a:lnTo>
                  <a:pt x="38503" y="88556"/>
                </a:lnTo>
                <a:lnTo>
                  <a:pt x="90096" y="88556"/>
                </a:lnTo>
                <a:lnTo>
                  <a:pt x="64300" y="18674"/>
                </a:lnTo>
                <a:close/>
                <a:moveTo>
                  <a:pt x="53519" y="0"/>
                </a:moveTo>
                <a:lnTo>
                  <a:pt x="75080" y="0"/>
                </a:lnTo>
                <a:lnTo>
                  <a:pt x="128599" y="140342"/>
                </a:lnTo>
                <a:lnTo>
                  <a:pt x="108770" y="140342"/>
                </a:lnTo>
                <a:lnTo>
                  <a:pt x="96064" y="104342"/>
                </a:lnTo>
                <a:lnTo>
                  <a:pt x="32727" y="104342"/>
                </a:lnTo>
                <a:lnTo>
                  <a:pt x="20021" y="140342"/>
                </a:lnTo>
                <a:lnTo>
                  <a:pt x="0" y="140342"/>
                </a:lnTo>
                <a:lnTo>
                  <a:pt x="53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3B4A6-CCDC-43CB-B00B-9FE9B8C8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016" y="7369960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72AB1-8A9F-4A09-A134-838857E0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396" y="7337425"/>
            <a:ext cx="120129" cy="140342"/>
          </a:xfrm>
          <a:custGeom xmlns:a="http://schemas.openxmlformats.org/drawingml/2006/main">
            <a:pathLst>
              <a:path w="120129" h="140342">
                <a:moveTo>
                  <a:pt x="6353" y="0"/>
                </a:moveTo>
                <a:lnTo>
                  <a:pt x="26759" y="0"/>
                </a:lnTo>
                <a:lnTo>
                  <a:pt x="61604" y="52171"/>
                </a:lnTo>
                <a:lnTo>
                  <a:pt x="96642" y="0"/>
                </a:lnTo>
                <a:lnTo>
                  <a:pt x="117048" y="0"/>
                </a:lnTo>
                <a:lnTo>
                  <a:pt x="72000" y="67380"/>
                </a:lnTo>
                <a:lnTo>
                  <a:pt x="120129" y="140342"/>
                </a:lnTo>
                <a:lnTo>
                  <a:pt x="99722" y="140342"/>
                </a:lnTo>
                <a:lnTo>
                  <a:pt x="60257" y="80663"/>
                </a:lnTo>
                <a:lnTo>
                  <a:pt x="20406" y="140342"/>
                </a:lnTo>
                <a:lnTo>
                  <a:pt x="0" y="140342"/>
                </a:lnTo>
                <a:lnTo>
                  <a:pt x="50054" y="65455"/>
                </a:lnTo>
                <a:lnTo>
                  <a:pt x="635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BF4C7-217B-4013-A704-8F7348C2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588" y="7331457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26A76-E117-44E9-AB6E-FB7482C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86" y="7372463"/>
            <a:ext cx="102417" cy="105305"/>
          </a:xfrm>
          <a:custGeom xmlns:a="http://schemas.openxmlformats.org/drawingml/2006/main">
            <a:pathLst>
              <a:path w="102417" h="105305">
                <a:moveTo>
                  <a:pt x="0" y="0"/>
                </a:moveTo>
                <a:lnTo>
                  <a:pt x="18289" y="0"/>
                </a:lnTo>
                <a:lnTo>
                  <a:pt x="51209" y="88364"/>
                </a:lnTo>
                <a:lnTo>
                  <a:pt x="84128" y="0"/>
                </a:lnTo>
                <a:lnTo>
                  <a:pt x="102417" y="0"/>
                </a:lnTo>
                <a:lnTo>
                  <a:pt x="62952" y="105305"/>
                </a:lnTo>
                <a:lnTo>
                  <a:pt x="39465" y="1053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9511C-0B30-47A1-BF11-BC112C9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563208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FBC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735E2-2AFD-4937-AE70-B7FB17CE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563208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BC1A"/>
            </a:solidFill>
            <a:round/>
          </a:ln>
        </p:spPr>
      </p:sp>
      <p:sp>
        <p:nvSpPr>
          <p:cNvPr id="6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E573B-FCDF-4144-8F0D-FB921E5C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7523735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C8AFF-B464-43AF-9287-102A1A7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883" y="7556270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FBF59-5391-46F0-895E-668618C8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092" y="7517767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F2384-9130-4AC1-9CEC-FA3007D3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86" y="7523735"/>
            <a:ext cx="128407" cy="140342"/>
          </a:xfrm>
          <a:custGeom xmlns:a="http://schemas.openxmlformats.org/drawingml/2006/main">
            <a:pathLst>
              <a:path w="128407" h="140342">
                <a:moveTo>
                  <a:pt x="0" y="0"/>
                </a:moveTo>
                <a:lnTo>
                  <a:pt x="28300" y="0"/>
                </a:lnTo>
                <a:lnTo>
                  <a:pt x="64107" y="95487"/>
                </a:lnTo>
                <a:lnTo>
                  <a:pt x="100107" y="0"/>
                </a:lnTo>
                <a:lnTo>
                  <a:pt x="128407" y="0"/>
                </a:lnTo>
                <a:lnTo>
                  <a:pt x="128407" y="140342"/>
                </a:lnTo>
                <a:lnTo>
                  <a:pt x="109925" y="140342"/>
                </a:lnTo>
                <a:lnTo>
                  <a:pt x="109925" y="17134"/>
                </a:lnTo>
                <a:lnTo>
                  <a:pt x="73733" y="113391"/>
                </a:lnTo>
                <a:lnTo>
                  <a:pt x="54674" y="113391"/>
                </a:lnTo>
                <a:lnTo>
                  <a:pt x="18481" y="17134"/>
                </a:lnTo>
                <a:lnTo>
                  <a:pt x="18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FE2A1-AA2F-4D3F-99FF-68F9B539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547" y="7556270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03898-0561-482E-855F-340F681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943" y="7517767"/>
            <a:ext cx="94139" cy="148813"/>
          </a:xfrm>
          <a:custGeom xmlns:a="http://schemas.openxmlformats.org/drawingml/2006/main">
            <a:pathLst>
              <a:path w="94139" h="148813">
                <a:moveTo>
                  <a:pt x="76813" y="56984"/>
                </a:moveTo>
                <a:lnTo>
                  <a:pt x="76813" y="0"/>
                </a:lnTo>
                <a:lnTo>
                  <a:pt x="94139" y="0"/>
                </a:lnTo>
                <a:lnTo>
                  <a:pt x="94139" y="146310"/>
                </a:lnTo>
                <a:lnTo>
                  <a:pt x="76813" y="146310"/>
                </a:lnTo>
                <a:lnTo>
                  <a:pt x="76813" y="130524"/>
                </a:lnTo>
                <a:cubicBezTo>
                  <a:pt x="73155" y="136877"/>
                  <a:pt x="68535" y="141498"/>
                  <a:pt x="62952" y="144385"/>
                </a:cubicBezTo>
                <a:cubicBezTo>
                  <a:pt x="57369" y="147273"/>
                  <a:pt x="50824" y="148813"/>
                  <a:pt x="43123" y="148813"/>
                </a:cubicBezTo>
                <a:cubicBezTo>
                  <a:pt x="30417" y="148813"/>
                  <a:pt x="20021" y="143808"/>
                  <a:pt x="11936" y="133797"/>
                </a:cubicBezTo>
                <a:cubicBezTo>
                  <a:pt x="3850" y="123786"/>
                  <a:pt x="0" y="110310"/>
                  <a:pt x="0" y="93754"/>
                </a:cubicBezTo>
                <a:cubicBezTo>
                  <a:pt x="0" y="77198"/>
                  <a:pt x="3850" y="63915"/>
                  <a:pt x="11936" y="53711"/>
                </a:cubicBezTo>
                <a:cubicBezTo>
                  <a:pt x="20021" y="43701"/>
                  <a:pt x="30417" y="38503"/>
                  <a:pt x="43123" y="38503"/>
                </a:cubicBezTo>
                <a:cubicBezTo>
                  <a:pt x="50824" y="38503"/>
                  <a:pt x="57369" y="40043"/>
                  <a:pt x="62952" y="43123"/>
                </a:cubicBezTo>
                <a:cubicBezTo>
                  <a:pt x="68535" y="46203"/>
                  <a:pt x="73155" y="50824"/>
                  <a:pt x="76813" y="56984"/>
                </a:cubicBezTo>
                <a:close/>
                <a:moveTo>
                  <a:pt x="17904" y="93754"/>
                </a:moveTo>
                <a:cubicBezTo>
                  <a:pt x="17904" y="106460"/>
                  <a:pt x="20406" y="116471"/>
                  <a:pt x="25604" y="123786"/>
                </a:cubicBezTo>
                <a:cubicBezTo>
                  <a:pt x="30802" y="131102"/>
                  <a:pt x="37925" y="134567"/>
                  <a:pt x="47166" y="134567"/>
                </a:cubicBezTo>
                <a:cubicBezTo>
                  <a:pt x="56407" y="134567"/>
                  <a:pt x="63530" y="131102"/>
                  <a:pt x="68920" y="123786"/>
                </a:cubicBezTo>
                <a:cubicBezTo>
                  <a:pt x="74118" y="116471"/>
                  <a:pt x="76813" y="106460"/>
                  <a:pt x="76813" y="93754"/>
                </a:cubicBezTo>
                <a:cubicBezTo>
                  <a:pt x="76813" y="81048"/>
                  <a:pt x="74118" y="71230"/>
                  <a:pt x="68920" y="63915"/>
                </a:cubicBezTo>
                <a:cubicBezTo>
                  <a:pt x="63530" y="56599"/>
                  <a:pt x="56407" y="52941"/>
                  <a:pt x="47166" y="52941"/>
                </a:cubicBezTo>
                <a:cubicBezTo>
                  <a:pt x="37925" y="52941"/>
                  <a:pt x="30802" y="56599"/>
                  <a:pt x="25604" y="63915"/>
                </a:cubicBezTo>
                <a:cubicBezTo>
                  <a:pt x="20406" y="71230"/>
                  <a:pt x="17904" y="81048"/>
                  <a:pt x="17904" y="9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1C9CE-D4DE-441A-BD78-D275C70C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601" y="7521232"/>
            <a:ext cx="113198" cy="145348"/>
          </a:xfrm>
          <a:custGeom xmlns:a="http://schemas.openxmlformats.org/drawingml/2006/main">
            <a:pathLst>
              <a:path w="113198" h="145348">
                <a:moveTo>
                  <a:pt x="113198" y="13283"/>
                </a:moveTo>
                <a:lnTo>
                  <a:pt x="113198" y="33305"/>
                </a:lnTo>
                <a:cubicBezTo>
                  <a:pt x="106653" y="27529"/>
                  <a:pt x="99915" y="23102"/>
                  <a:pt x="92599" y="20021"/>
                </a:cubicBezTo>
                <a:cubicBezTo>
                  <a:pt x="85284" y="17134"/>
                  <a:pt x="77776" y="15594"/>
                  <a:pt x="69690" y="15594"/>
                </a:cubicBezTo>
                <a:cubicBezTo>
                  <a:pt x="53519" y="15594"/>
                  <a:pt x="41198" y="20599"/>
                  <a:pt x="32727" y="30417"/>
                </a:cubicBezTo>
                <a:cubicBezTo>
                  <a:pt x="24257" y="40235"/>
                  <a:pt x="20021" y="54289"/>
                  <a:pt x="20021" y="72770"/>
                </a:cubicBezTo>
                <a:cubicBezTo>
                  <a:pt x="20021" y="91251"/>
                  <a:pt x="24257" y="105498"/>
                  <a:pt x="32727" y="115316"/>
                </a:cubicBezTo>
                <a:cubicBezTo>
                  <a:pt x="41198" y="125134"/>
                  <a:pt x="53519" y="129947"/>
                  <a:pt x="69690" y="129947"/>
                </a:cubicBezTo>
                <a:cubicBezTo>
                  <a:pt x="77776" y="129947"/>
                  <a:pt x="85284" y="128599"/>
                  <a:pt x="92599" y="125519"/>
                </a:cubicBezTo>
                <a:cubicBezTo>
                  <a:pt x="99915" y="122631"/>
                  <a:pt x="106653" y="118203"/>
                  <a:pt x="113198" y="112235"/>
                </a:cubicBezTo>
                <a:lnTo>
                  <a:pt x="113198" y="132064"/>
                </a:lnTo>
                <a:cubicBezTo>
                  <a:pt x="106460" y="136685"/>
                  <a:pt x="99337" y="139957"/>
                  <a:pt x="92022" y="142075"/>
                </a:cubicBezTo>
                <a:cubicBezTo>
                  <a:pt x="84706" y="144193"/>
                  <a:pt x="76813" y="145348"/>
                  <a:pt x="68535" y="145348"/>
                </a:cubicBezTo>
                <a:cubicBezTo>
                  <a:pt x="47358" y="145348"/>
                  <a:pt x="30610" y="138995"/>
                  <a:pt x="18289" y="126096"/>
                </a:cubicBezTo>
                <a:cubicBezTo>
                  <a:pt x="5968" y="113198"/>
                  <a:pt x="0" y="95487"/>
                  <a:pt x="0" y="72770"/>
                </a:cubicBezTo>
                <a:cubicBezTo>
                  <a:pt x="0" y="50246"/>
                  <a:pt x="5968" y="32535"/>
                  <a:pt x="18289" y="19444"/>
                </a:cubicBezTo>
                <a:cubicBezTo>
                  <a:pt x="30610" y="6545"/>
                  <a:pt x="47358" y="0"/>
                  <a:pt x="68535" y="0"/>
                </a:cubicBezTo>
                <a:cubicBezTo>
                  <a:pt x="77005" y="0"/>
                  <a:pt x="84899" y="1155"/>
                  <a:pt x="92214" y="3273"/>
                </a:cubicBezTo>
                <a:cubicBezTo>
                  <a:pt x="99530" y="5583"/>
                  <a:pt x="106653" y="8856"/>
                  <a:pt x="113198" y="13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80363-BA07-4B12-B48D-2EF979FF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783" y="7556270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15858-1271-4621-B9DB-F4866F35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109" y="7556270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237FF-3DED-49B4-9B24-B6A4987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842" y="7528933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E126B-5637-4885-8A50-9BB5017B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628" y="7556270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6966D-F50A-4185-BABD-B60416D6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783" y="7556270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F41D3-A443-46DE-B12E-927B7F8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340" y="7517767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6FCF0-BFB1-4C8A-9174-F35F129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74951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2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3E7D9-A37C-493D-96F9-669D401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74951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FF1A"/>
            </a:solidFill>
            <a:round/>
          </a:ln>
        </p:spPr>
      </p:sp>
      <p:sp>
        <p:nvSpPr>
          <p:cNvPr id="6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0685B-A586-4A20-A98D-D0124EDC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7710044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160F2-F9E3-43ED-8E26-056D33F7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883" y="7742579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581D4-3A3B-4111-9A5A-614DCAA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092" y="7704076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15263-43D2-4283-B0D9-2BF1B47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86" y="7710044"/>
            <a:ext cx="128407" cy="140342"/>
          </a:xfrm>
          <a:custGeom xmlns:a="http://schemas.openxmlformats.org/drawingml/2006/main">
            <a:pathLst>
              <a:path w="128407" h="140342">
                <a:moveTo>
                  <a:pt x="0" y="0"/>
                </a:moveTo>
                <a:lnTo>
                  <a:pt x="28300" y="0"/>
                </a:lnTo>
                <a:lnTo>
                  <a:pt x="64107" y="95487"/>
                </a:lnTo>
                <a:lnTo>
                  <a:pt x="100107" y="0"/>
                </a:lnTo>
                <a:lnTo>
                  <a:pt x="128407" y="0"/>
                </a:lnTo>
                <a:lnTo>
                  <a:pt x="128407" y="140342"/>
                </a:lnTo>
                <a:lnTo>
                  <a:pt x="109925" y="140342"/>
                </a:lnTo>
                <a:lnTo>
                  <a:pt x="109925" y="17134"/>
                </a:lnTo>
                <a:lnTo>
                  <a:pt x="73733" y="113391"/>
                </a:lnTo>
                <a:lnTo>
                  <a:pt x="54674" y="113391"/>
                </a:lnTo>
                <a:lnTo>
                  <a:pt x="18481" y="17134"/>
                </a:lnTo>
                <a:lnTo>
                  <a:pt x="18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6DEA2-346F-4021-87CD-2A6150B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547" y="7742579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AA0C0-1045-474E-8EAB-3704132B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943" y="7704076"/>
            <a:ext cx="94139" cy="148813"/>
          </a:xfrm>
          <a:custGeom xmlns:a="http://schemas.openxmlformats.org/drawingml/2006/main">
            <a:pathLst>
              <a:path w="94139" h="148813">
                <a:moveTo>
                  <a:pt x="76813" y="56984"/>
                </a:moveTo>
                <a:lnTo>
                  <a:pt x="76813" y="0"/>
                </a:lnTo>
                <a:lnTo>
                  <a:pt x="94139" y="0"/>
                </a:lnTo>
                <a:lnTo>
                  <a:pt x="94139" y="146310"/>
                </a:lnTo>
                <a:lnTo>
                  <a:pt x="76813" y="146310"/>
                </a:lnTo>
                <a:lnTo>
                  <a:pt x="76813" y="130524"/>
                </a:lnTo>
                <a:cubicBezTo>
                  <a:pt x="73155" y="136877"/>
                  <a:pt x="68535" y="141498"/>
                  <a:pt x="62952" y="144385"/>
                </a:cubicBezTo>
                <a:cubicBezTo>
                  <a:pt x="57369" y="147273"/>
                  <a:pt x="50824" y="148813"/>
                  <a:pt x="43123" y="148813"/>
                </a:cubicBezTo>
                <a:cubicBezTo>
                  <a:pt x="30417" y="148813"/>
                  <a:pt x="20021" y="143808"/>
                  <a:pt x="11936" y="133797"/>
                </a:cubicBezTo>
                <a:cubicBezTo>
                  <a:pt x="3850" y="123786"/>
                  <a:pt x="0" y="110310"/>
                  <a:pt x="0" y="93754"/>
                </a:cubicBezTo>
                <a:cubicBezTo>
                  <a:pt x="0" y="77198"/>
                  <a:pt x="3850" y="63915"/>
                  <a:pt x="11936" y="53711"/>
                </a:cubicBezTo>
                <a:cubicBezTo>
                  <a:pt x="20021" y="43701"/>
                  <a:pt x="30417" y="38503"/>
                  <a:pt x="43123" y="38503"/>
                </a:cubicBezTo>
                <a:cubicBezTo>
                  <a:pt x="50824" y="38503"/>
                  <a:pt x="57369" y="40043"/>
                  <a:pt x="62952" y="43123"/>
                </a:cubicBezTo>
                <a:cubicBezTo>
                  <a:pt x="68535" y="46203"/>
                  <a:pt x="73155" y="50824"/>
                  <a:pt x="76813" y="56984"/>
                </a:cubicBezTo>
                <a:close/>
                <a:moveTo>
                  <a:pt x="17904" y="93754"/>
                </a:moveTo>
                <a:cubicBezTo>
                  <a:pt x="17904" y="106460"/>
                  <a:pt x="20406" y="116471"/>
                  <a:pt x="25604" y="123786"/>
                </a:cubicBezTo>
                <a:cubicBezTo>
                  <a:pt x="30802" y="131102"/>
                  <a:pt x="37925" y="134567"/>
                  <a:pt x="47166" y="134567"/>
                </a:cubicBezTo>
                <a:cubicBezTo>
                  <a:pt x="56407" y="134567"/>
                  <a:pt x="63530" y="131102"/>
                  <a:pt x="68920" y="123786"/>
                </a:cubicBezTo>
                <a:cubicBezTo>
                  <a:pt x="74118" y="116471"/>
                  <a:pt x="76813" y="106460"/>
                  <a:pt x="76813" y="93754"/>
                </a:cubicBezTo>
                <a:cubicBezTo>
                  <a:pt x="76813" y="81048"/>
                  <a:pt x="74118" y="71230"/>
                  <a:pt x="68920" y="63915"/>
                </a:cubicBezTo>
                <a:cubicBezTo>
                  <a:pt x="63530" y="56599"/>
                  <a:pt x="56407" y="52941"/>
                  <a:pt x="47166" y="52941"/>
                </a:cubicBezTo>
                <a:cubicBezTo>
                  <a:pt x="37925" y="52941"/>
                  <a:pt x="30802" y="56599"/>
                  <a:pt x="25604" y="63915"/>
                </a:cubicBezTo>
                <a:cubicBezTo>
                  <a:pt x="20406" y="71230"/>
                  <a:pt x="17904" y="81048"/>
                  <a:pt x="17904" y="9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D040E-54A1-4063-A24E-F2B1CAD1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360" y="7710044"/>
            <a:ext cx="128599" cy="140342"/>
          </a:xfrm>
          <a:custGeom xmlns:a="http://schemas.openxmlformats.org/drawingml/2006/main">
            <a:pathLst>
              <a:path w="128599" h="140342">
                <a:moveTo>
                  <a:pt x="64300" y="18674"/>
                </a:moveTo>
                <a:lnTo>
                  <a:pt x="38503" y="88556"/>
                </a:lnTo>
                <a:lnTo>
                  <a:pt x="90096" y="88556"/>
                </a:lnTo>
                <a:lnTo>
                  <a:pt x="64300" y="18674"/>
                </a:lnTo>
                <a:close/>
                <a:moveTo>
                  <a:pt x="53519" y="0"/>
                </a:moveTo>
                <a:lnTo>
                  <a:pt x="75080" y="0"/>
                </a:lnTo>
                <a:lnTo>
                  <a:pt x="128599" y="140342"/>
                </a:lnTo>
                <a:lnTo>
                  <a:pt x="108770" y="140342"/>
                </a:lnTo>
                <a:lnTo>
                  <a:pt x="96064" y="104342"/>
                </a:lnTo>
                <a:lnTo>
                  <a:pt x="32727" y="104342"/>
                </a:lnTo>
                <a:lnTo>
                  <a:pt x="20021" y="140342"/>
                </a:lnTo>
                <a:lnTo>
                  <a:pt x="0" y="140342"/>
                </a:lnTo>
                <a:lnTo>
                  <a:pt x="53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AEF04-FF67-411C-B0CB-D2095B5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18" y="7704076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329AA-F15E-49C8-B901-9928661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41" y="7742579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77AB0-E44C-4E69-BED4-A3315426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243" y="7715242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ED186-AE4A-4AEC-BDC7-2902C618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029" y="7742579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BD201-B983-4375-A365-00460DE8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184" y="7742579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9A312-8180-4504-B8B2-1356D00F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33" y="7742579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B244A-B757-4CB8-A543-18BD680B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725" y="7715242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EF8CE-D21E-42CD-AF71-34DFF0F9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388" y="7742579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D096B-67B4-4204-B1B9-83CEEB1E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93582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A1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07A6E-00A0-4C0A-B7BD-ADE6CD22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793582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FF1A"/>
            </a:solidFill>
            <a:round/>
          </a:ln>
        </p:spPr>
      </p:sp>
      <p:sp>
        <p:nvSpPr>
          <p:cNvPr id="6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C2D1F-4A37-4D22-95D0-0FF194BE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7896353"/>
            <a:ext cx="106268" cy="140342"/>
          </a:xfrm>
          <a:custGeom xmlns:a="http://schemas.openxmlformats.org/drawingml/2006/main">
            <a:pathLst>
              <a:path w="106268" h="140342">
                <a:moveTo>
                  <a:pt x="0" y="0"/>
                </a:moveTo>
                <a:lnTo>
                  <a:pt x="25604" y="0"/>
                </a:lnTo>
                <a:lnTo>
                  <a:pt x="87786" y="117433"/>
                </a:lnTo>
                <a:lnTo>
                  <a:pt x="87786" y="0"/>
                </a:lnTo>
                <a:lnTo>
                  <a:pt x="106268" y="0"/>
                </a:lnTo>
                <a:lnTo>
                  <a:pt x="106268" y="140342"/>
                </a:lnTo>
                <a:lnTo>
                  <a:pt x="80663" y="140342"/>
                </a:lnTo>
                <a:lnTo>
                  <a:pt x="18481" y="22909"/>
                </a:lnTo>
                <a:lnTo>
                  <a:pt x="18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09B6E-D38C-46E0-8931-2B0F6A7A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84" y="7896353"/>
            <a:ext cx="19059" cy="140342"/>
          </a:xfrm>
          <a:custGeom xmlns:a="http://schemas.openxmlformats.org/drawingml/2006/main">
            <a:pathLst>
              <a:path w="19059" h="140342">
                <a:moveTo>
                  <a:pt x="0" y="0"/>
                </a:moveTo>
                <a:lnTo>
                  <a:pt x="19059" y="0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DF777-45A0-47A7-A086-696DA25C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76" y="7896353"/>
            <a:ext cx="107038" cy="140342"/>
          </a:xfrm>
          <a:custGeom xmlns:a="http://schemas.openxmlformats.org/drawingml/2006/main">
            <a:pathLst>
              <a:path w="107038" h="140342">
                <a:moveTo>
                  <a:pt x="0" y="0"/>
                </a:moveTo>
                <a:lnTo>
                  <a:pt x="19059" y="0"/>
                </a:lnTo>
                <a:lnTo>
                  <a:pt x="19059" y="57562"/>
                </a:lnTo>
                <a:lnTo>
                  <a:pt x="87979" y="57562"/>
                </a:lnTo>
                <a:lnTo>
                  <a:pt x="87979" y="0"/>
                </a:lnTo>
                <a:lnTo>
                  <a:pt x="107038" y="0"/>
                </a:lnTo>
                <a:lnTo>
                  <a:pt x="107038" y="140342"/>
                </a:lnTo>
                <a:lnTo>
                  <a:pt x="87979" y="140342"/>
                </a:lnTo>
                <a:lnTo>
                  <a:pt x="87979" y="73540"/>
                </a:lnTo>
                <a:lnTo>
                  <a:pt x="19059" y="73540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77D05-42B6-416B-A616-CC1C80FF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465" y="7896353"/>
            <a:ext cx="90481" cy="140342"/>
          </a:xfrm>
          <a:custGeom xmlns:a="http://schemas.openxmlformats.org/drawingml/2006/main">
            <a:pathLst>
              <a:path w="90481" h="140342">
                <a:moveTo>
                  <a:pt x="0" y="0"/>
                </a:moveTo>
                <a:lnTo>
                  <a:pt x="88749" y="0"/>
                </a:lnTo>
                <a:lnTo>
                  <a:pt x="88749" y="15979"/>
                </a:lnTo>
                <a:lnTo>
                  <a:pt x="19059" y="15979"/>
                </a:lnTo>
                <a:lnTo>
                  <a:pt x="19059" y="57562"/>
                </a:lnTo>
                <a:lnTo>
                  <a:pt x="85861" y="57562"/>
                </a:lnTo>
                <a:lnTo>
                  <a:pt x="85861" y="73540"/>
                </a:lnTo>
                <a:lnTo>
                  <a:pt x="19059" y="73540"/>
                </a:lnTo>
                <a:lnTo>
                  <a:pt x="19059" y="124364"/>
                </a:lnTo>
                <a:lnTo>
                  <a:pt x="90481" y="124364"/>
                </a:lnTo>
                <a:lnTo>
                  <a:pt x="90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9B9DA-F83E-481A-9B94-5AD75E23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850" y="7931391"/>
            <a:ext cx="102032" cy="105305"/>
          </a:xfrm>
          <a:custGeom xmlns:a="http://schemas.openxmlformats.org/drawingml/2006/main">
            <a:pathLst>
              <a:path w="102032" h="105305">
                <a:moveTo>
                  <a:pt x="100107" y="0"/>
                </a:moveTo>
                <a:lnTo>
                  <a:pt x="61989" y="51209"/>
                </a:lnTo>
                <a:lnTo>
                  <a:pt x="102032" y="105305"/>
                </a:lnTo>
                <a:lnTo>
                  <a:pt x="81626" y="105305"/>
                </a:lnTo>
                <a:lnTo>
                  <a:pt x="51016" y="63915"/>
                </a:lnTo>
                <a:lnTo>
                  <a:pt x="20406" y="105305"/>
                </a:lnTo>
                <a:lnTo>
                  <a:pt x="0" y="105305"/>
                </a:lnTo>
                <a:lnTo>
                  <a:pt x="40813" y="50246"/>
                </a:lnTo>
                <a:lnTo>
                  <a:pt x="3465" y="0"/>
                </a:lnTo>
                <a:lnTo>
                  <a:pt x="23872" y="0"/>
                </a:lnTo>
                <a:lnTo>
                  <a:pt x="51786" y="37540"/>
                </a:lnTo>
                <a:lnTo>
                  <a:pt x="79701" y="0"/>
                </a:lnTo>
                <a:lnTo>
                  <a:pt x="1001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515C8-6BE4-42B3-B3C2-89F75826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102" y="7896353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A9DDF-1B25-4930-969E-6070790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141" y="7928888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77CE6-D4A1-49BE-9A68-82C0319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891" y="7928888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EF98C-4D33-444E-BDD2-245EA7E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693" y="7901551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CA1BD-7562-4ABD-AC80-1ECD323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548" y="792888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21F54-6184-4926-B72C-26918FA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875" y="7928888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9884B-ECC1-4AAA-B541-818EDCC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122137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50FF1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9E10C-5271-4C99-ADC1-C71D3FBA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122137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FF1A"/>
            </a:solidFill>
            <a:round/>
          </a:ln>
        </p:spPr>
      </p:sp>
      <p:sp>
        <p:nvSpPr>
          <p:cNvPr id="6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2B794-ED23-499A-A285-21E66F1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66" y="8082664"/>
            <a:ext cx="107423" cy="142845"/>
          </a:xfrm>
          <a:custGeom xmlns:a="http://schemas.openxmlformats.org/drawingml/2006/main">
            <a:pathLst>
              <a:path w="107423" h="142845">
                <a:moveTo>
                  <a:pt x="0" y="0"/>
                </a:moveTo>
                <a:lnTo>
                  <a:pt x="19059" y="0"/>
                </a:lnTo>
                <a:lnTo>
                  <a:pt x="19059" y="85284"/>
                </a:lnTo>
                <a:cubicBezTo>
                  <a:pt x="19059" y="100300"/>
                  <a:pt x="21754" y="111273"/>
                  <a:pt x="27144" y="117818"/>
                </a:cubicBezTo>
                <a:cubicBezTo>
                  <a:pt x="32535" y="124364"/>
                  <a:pt x="41390" y="127637"/>
                  <a:pt x="53711" y="127637"/>
                </a:cubicBezTo>
                <a:cubicBezTo>
                  <a:pt x="65840" y="127637"/>
                  <a:pt x="74695" y="124364"/>
                  <a:pt x="80086" y="117818"/>
                </a:cubicBezTo>
                <a:cubicBezTo>
                  <a:pt x="85476" y="111273"/>
                  <a:pt x="88364" y="100300"/>
                  <a:pt x="88364" y="85284"/>
                </a:cubicBezTo>
                <a:lnTo>
                  <a:pt x="88364" y="0"/>
                </a:lnTo>
                <a:lnTo>
                  <a:pt x="107423" y="0"/>
                </a:lnTo>
                <a:lnTo>
                  <a:pt x="107423" y="87594"/>
                </a:lnTo>
                <a:cubicBezTo>
                  <a:pt x="107423" y="106075"/>
                  <a:pt x="102802" y="119744"/>
                  <a:pt x="93754" y="128984"/>
                </a:cubicBezTo>
                <a:cubicBezTo>
                  <a:pt x="84706" y="138225"/>
                  <a:pt x="71423" y="142845"/>
                  <a:pt x="53711" y="142845"/>
                </a:cubicBezTo>
                <a:cubicBezTo>
                  <a:pt x="36000" y="142845"/>
                  <a:pt x="22524" y="138225"/>
                  <a:pt x="13476" y="128984"/>
                </a:cubicBezTo>
                <a:cubicBezTo>
                  <a:pt x="4428" y="119744"/>
                  <a:pt x="0" y="106075"/>
                  <a:pt x="0" y="8759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8D9F5-437E-4860-850A-4ADA966A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43" y="8080161"/>
            <a:ext cx="98760" cy="145348"/>
          </a:xfrm>
          <a:custGeom xmlns:a="http://schemas.openxmlformats.org/drawingml/2006/main">
            <a:pathLst>
              <a:path w="98760" h="145348">
                <a:moveTo>
                  <a:pt x="90289" y="7123"/>
                </a:moveTo>
                <a:lnTo>
                  <a:pt x="90289" y="25604"/>
                </a:lnTo>
                <a:cubicBezTo>
                  <a:pt x="82973" y="22139"/>
                  <a:pt x="76235" y="19636"/>
                  <a:pt x="69882" y="17904"/>
                </a:cubicBezTo>
                <a:cubicBezTo>
                  <a:pt x="63337" y="16364"/>
                  <a:pt x="57177" y="15401"/>
                  <a:pt x="51401" y="15401"/>
                </a:cubicBezTo>
                <a:cubicBezTo>
                  <a:pt x="41005" y="15401"/>
                  <a:pt x="32920" y="17519"/>
                  <a:pt x="27337" y="21369"/>
                </a:cubicBezTo>
                <a:cubicBezTo>
                  <a:pt x="21754" y="25412"/>
                  <a:pt x="19059" y="31187"/>
                  <a:pt x="19059" y="38503"/>
                </a:cubicBezTo>
                <a:cubicBezTo>
                  <a:pt x="19059" y="44663"/>
                  <a:pt x="20791" y="49476"/>
                  <a:pt x="24642" y="52556"/>
                </a:cubicBezTo>
                <a:cubicBezTo>
                  <a:pt x="28300" y="55829"/>
                  <a:pt x="35423" y="58332"/>
                  <a:pt x="45818" y="60257"/>
                </a:cubicBezTo>
                <a:lnTo>
                  <a:pt x="57369" y="62567"/>
                </a:lnTo>
                <a:cubicBezTo>
                  <a:pt x="71423" y="65262"/>
                  <a:pt x="81818" y="70075"/>
                  <a:pt x="88556" y="76813"/>
                </a:cubicBezTo>
                <a:cubicBezTo>
                  <a:pt x="95294" y="83743"/>
                  <a:pt x="98760" y="92792"/>
                  <a:pt x="98760" y="104150"/>
                </a:cubicBezTo>
                <a:cubicBezTo>
                  <a:pt x="98760" y="117818"/>
                  <a:pt x="94139" y="128022"/>
                  <a:pt x="85091" y="134952"/>
                </a:cubicBezTo>
                <a:cubicBezTo>
                  <a:pt x="75850" y="141883"/>
                  <a:pt x="62567" y="145348"/>
                  <a:pt x="45048" y="145348"/>
                </a:cubicBezTo>
                <a:cubicBezTo>
                  <a:pt x="38310" y="145348"/>
                  <a:pt x="31187" y="144578"/>
                  <a:pt x="23679" y="143230"/>
                </a:cubicBezTo>
                <a:cubicBezTo>
                  <a:pt x="16171" y="141883"/>
                  <a:pt x="8471" y="139765"/>
                  <a:pt x="578" y="136685"/>
                </a:cubicBezTo>
                <a:lnTo>
                  <a:pt x="578" y="117048"/>
                </a:lnTo>
                <a:cubicBezTo>
                  <a:pt x="8278" y="121476"/>
                  <a:pt x="15786" y="124749"/>
                  <a:pt x="23102" y="126867"/>
                </a:cubicBezTo>
                <a:cubicBezTo>
                  <a:pt x="30417" y="129177"/>
                  <a:pt x="37733" y="130139"/>
                  <a:pt x="45048" y="130139"/>
                </a:cubicBezTo>
                <a:cubicBezTo>
                  <a:pt x="55829" y="130139"/>
                  <a:pt x="64107" y="128022"/>
                  <a:pt x="70075" y="123786"/>
                </a:cubicBezTo>
                <a:cubicBezTo>
                  <a:pt x="75850" y="119551"/>
                  <a:pt x="78931" y="113583"/>
                  <a:pt x="78931" y="105498"/>
                </a:cubicBezTo>
                <a:cubicBezTo>
                  <a:pt x="78931" y="98567"/>
                  <a:pt x="76813" y="93177"/>
                  <a:pt x="72578" y="89326"/>
                </a:cubicBezTo>
                <a:cubicBezTo>
                  <a:pt x="68342" y="85476"/>
                  <a:pt x="61412" y="82588"/>
                  <a:pt x="51786" y="80663"/>
                </a:cubicBezTo>
                <a:lnTo>
                  <a:pt x="40235" y="78353"/>
                </a:lnTo>
                <a:cubicBezTo>
                  <a:pt x="25989" y="75658"/>
                  <a:pt x="15786" y="71230"/>
                  <a:pt x="9433" y="65070"/>
                </a:cubicBezTo>
                <a:cubicBezTo>
                  <a:pt x="3080" y="59102"/>
                  <a:pt x="0" y="50824"/>
                  <a:pt x="0" y="40043"/>
                </a:cubicBezTo>
                <a:cubicBezTo>
                  <a:pt x="0" y="27722"/>
                  <a:pt x="4235" y="17904"/>
                  <a:pt x="13091" y="10781"/>
                </a:cubicBezTo>
                <a:cubicBezTo>
                  <a:pt x="21754" y="3658"/>
                  <a:pt x="33882" y="0"/>
                  <a:pt x="49284" y="0"/>
                </a:cubicBezTo>
                <a:cubicBezTo>
                  <a:pt x="55829" y="0"/>
                  <a:pt x="62374" y="578"/>
                  <a:pt x="69305" y="1733"/>
                </a:cubicBezTo>
                <a:cubicBezTo>
                  <a:pt x="76043" y="2888"/>
                  <a:pt x="82973" y="4813"/>
                  <a:pt x="90289" y="71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3D998-3643-47C3-BE3E-716594E8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850" y="8082664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E40DC-0149-47EE-8475-49D8886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684" y="8082664"/>
            <a:ext cx="118588" cy="140342"/>
          </a:xfrm>
          <a:custGeom xmlns:a="http://schemas.openxmlformats.org/drawingml/2006/main">
            <a:pathLst>
              <a:path w="118588" h="140342">
                <a:moveTo>
                  <a:pt x="0" y="0"/>
                </a:moveTo>
                <a:lnTo>
                  <a:pt x="118588" y="0"/>
                </a:lnTo>
                <a:lnTo>
                  <a:pt x="118588" y="15979"/>
                </a:lnTo>
                <a:lnTo>
                  <a:pt x="68727" y="15979"/>
                </a:lnTo>
                <a:lnTo>
                  <a:pt x="68727" y="140342"/>
                </a:lnTo>
                <a:lnTo>
                  <a:pt x="49669" y="140342"/>
                </a:lnTo>
                <a:lnTo>
                  <a:pt x="49669" y="15979"/>
                </a:lnTo>
                <a:lnTo>
                  <a:pt x="0" y="159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625DF-05B8-4FAF-B453-6C61FB1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476" y="8080161"/>
            <a:ext cx="129947" cy="145348"/>
          </a:xfrm>
          <a:custGeom xmlns:a="http://schemas.openxmlformats.org/drawingml/2006/main">
            <a:pathLst>
              <a:path w="129947" h="145348">
                <a:moveTo>
                  <a:pt x="65070" y="15401"/>
                </a:moveTo>
                <a:cubicBezTo>
                  <a:pt x="51209" y="15401"/>
                  <a:pt x="40235" y="20599"/>
                  <a:pt x="32150" y="30802"/>
                </a:cubicBezTo>
                <a:cubicBezTo>
                  <a:pt x="24064" y="41198"/>
                  <a:pt x="20021" y="55059"/>
                  <a:pt x="20021" y="72770"/>
                </a:cubicBezTo>
                <a:cubicBezTo>
                  <a:pt x="20021" y="90481"/>
                  <a:pt x="24064" y="104535"/>
                  <a:pt x="32150" y="114738"/>
                </a:cubicBezTo>
                <a:cubicBezTo>
                  <a:pt x="40235" y="125134"/>
                  <a:pt x="51209" y="130139"/>
                  <a:pt x="65070" y="130139"/>
                </a:cubicBezTo>
                <a:cubicBezTo>
                  <a:pt x="78738" y="130139"/>
                  <a:pt x="89711" y="125134"/>
                  <a:pt x="97797" y="114738"/>
                </a:cubicBezTo>
                <a:cubicBezTo>
                  <a:pt x="105883" y="104535"/>
                  <a:pt x="109925" y="90481"/>
                  <a:pt x="109925" y="72770"/>
                </a:cubicBezTo>
                <a:cubicBezTo>
                  <a:pt x="109925" y="55059"/>
                  <a:pt x="105883" y="41198"/>
                  <a:pt x="97797" y="30802"/>
                </a:cubicBezTo>
                <a:cubicBezTo>
                  <a:pt x="89711" y="20599"/>
                  <a:pt x="78738" y="15401"/>
                  <a:pt x="65070" y="15401"/>
                </a:cubicBezTo>
                <a:close/>
                <a:moveTo>
                  <a:pt x="65070" y="0"/>
                </a:moveTo>
                <a:cubicBezTo>
                  <a:pt x="84706" y="0"/>
                  <a:pt x="100300" y="6738"/>
                  <a:pt x="112235" y="19829"/>
                </a:cubicBezTo>
                <a:cubicBezTo>
                  <a:pt x="123979" y="32920"/>
                  <a:pt x="129947" y="50631"/>
                  <a:pt x="129947" y="72770"/>
                </a:cubicBezTo>
                <a:cubicBezTo>
                  <a:pt x="129947" y="95102"/>
                  <a:pt x="123979" y="112621"/>
                  <a:pt x="112235" y="125711"/>
                </a:cubicBezTo>
                <a:cubicBezTo>
                  <a:pt x="100300" y="138802"/>
                  <a:pt x="84706" y="145348"/>
                  <a:pt x="65070" y="145348"/>
                </a:cubicBezTo>
                <a:cubicBezTo>
                  <a:pt x="45241" y="145348"/>
                  <a:pt x="29455" y="138802"/>
                  <a:pt x="17711" y="125711"/>
                </a:cubicBezTo>
                <a:cubicBezTo>
                  <a:pt x="5775" y="112621"/>
                  <a:pt x="0" y="95102"/>
                  <a:pt x="0" y="72770"/>
                </a:cubicBezTo>
                <a:cubicBezTo>
                  <a:pt x="0" y="50631"/>
                  <a:pt x="5775" y="32920"/>
                  <a:pt x="17711" y="19829"/>
                </a:cubicBezTo>
                <a:cubicBezTo>
                  <a:pt x="29455" y="6738"/>
                  <a:pt x="45241" y="0"/>
                  <a:pt x="6507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DD4F6-34DA-4B9C-ACA8-1BFA923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289" y="8082664"/>
            <a:ext cx="99530" cy="140342"/>
          </a:xfrm>
          <a:custGeom xmlns:a="http://schemas.openxmlformats.org/drawingml/2006/main">
            <a:pathLst>
              <a:path w="99530" h="140342">
                <a:moveTo>
                  <a:pt x="19059" y="73348"/>
                </a:moveTo>
                <a:lnTo>
                  <a:pt x="19059" y="124749"/>
                </a:lnTo>
                <a:lnTo>
                  <a:pt x="49476" y="124749"/>
                </a:lnTo>
                <a:cubicBezTo>
                  <a:pt x="59679" y="124749"/>
                  <a:pt x="67187" y="122631"/>
                  <a:pt x="72193" y="118396"/>
                </a:cubicBezTo>
                <a:cubicBezTo>
                  <a:pt x="77005" y="114161"/>
                  <a:pt x="79508" y="107808"/>
                  <a:pt x="79508" y="98952"/>
                </a:cubicBezTo>
                <a:cubicBezTo>
                  <a:pt x="79508" y="90289"/>
                  <a:pt x="77005" y="83936"/>
                  <a:pt x="72193" y="79701"/>
                </a:cubicBezTo>
                <a:cubicBezTo>
                  <a:pt x="67187" y="75465"/>
                  <a:pt x="59679" y="73348"/>
                  <a:pt x="49476" y="73348"/>
                </a:cubicBezTo>
                <a:lnTo>
                  <a:pt x="19059" y="73348"/>
                </a:lnTo>
                <a:close/>
                <a:moveTo>
                  <a:pt x="19059" y="15594"/>
                </a:moveTo>
                <a:lnTo>
                  <a:pt x="19059" y="57947"/>
                </a:lnTo>
                <a:lnTo>
                  <a:pt x="47166" y="57947"/>
                </a:lnTo>
                <a:cubicBezTo>
                  <a:pt x="56407" y="57947"/>
                  <a:pt x="63144" y="56214"/>
                  <a:pt x="67765" y="52749"/>
                </a:cubicBezTo>
                <a:cubicBezTo>
                  <a:pt x="72385" y="49284"/>
                  <a:pt x="74695" y="44086"/>
                  <a:pt x="74695" y="36770"/>
                </a:cubicBezTo>
                <a:cubicBezTo>
                  <a:pt x="74695" y="29840"/>
                  <a:pt x="72385" y="24449"/>
                  <a:pt x="67765" y="20984"/>
                </a:cubicBezTo>
                <a:cubicBezTo>
                  <a:pt x="63144" y="17519"/>
                  <a:pt x="56407" y="15594"/>
                  <a:pt x="47166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8513" y="0"/>
                </a:lnTo>
                <a:cubicBezTo>
                  <a:pt x="62952" y="0"/>
                  <a:pt x="74118" y="3080"/>
                  <a:pt x="82011" y="9048"/>
                </a:cubicBezTo>
                <a:cubicBezTo>
                  <a:pt x="89711" y="15209"/>
                  <a:pt x="93754" y="23679"/>
                  <a:pt x="93754" y="34652"/>
                </a:cubicBezTo>
                <a:cubicBezTo>
                  <a:pt x="93754" y="43316"/>
                  <a:pt x="91637" y="50246"/>
                  <a:pt x="87594" y="55251"/>
                </a:cubicBezTo>
                <a:cubicBezTo>
                  <a:pt x="83551" y="60257"/>
                  <a:pt x="77776" y="63530"/>
                  <a:pt x="70075" y="64685"/>
                </a:cubicBezTo>
                <a:cubicBezTo>
                  <a:pt x="79316" y="66802"/>
                  <a:pt x="86631" y="71038"/>
                  <a:pt x="91829" y="77391"/>
                </a:cubicBezTo>
                <a:cubicBezTo>
                  <a:pt x="96834" y="83743"/>
                  <a:pt x="99530" y="91637"/>
                  <a:pt x="99530" y="101070"/>
                </a:cubicBezTo>
                <a:cubicBezTo>
                  <a:pt x="99530" y="113776"/>
                  <a:pt x="95102" y="123401"/>
                  <a:pt x="86631" y="130139"/>
                </a:cubicBezTo>
                <a:cubicBezTo>
                  <a:pt x="78161" y="137070"/>
                  <a:pt x="66032" y="140342"/>
                  <a:pt x="50439" y="140342"/>
                </a:cubicBez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FF50A-F51A-4B4C-9068-4F38930F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038" y="8115198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1FCA0-6624-4FD5-A446-F954E0D0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086" y="8115198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0011E-E051-40CC-82F0-1B37934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899" y="8076696"/>
            <a:ext cx="93369" cy="146310"/>
          </a:xfrm>
          <a:custGeom xmlns:a="http://schemas.openxmlformats.org/drawingml/2006/main">
            <a:pathLst>
              <a:path w="93369" h="146310">
                <a:moveTo>
                  <a:pt x="0" y="0"/>
                </a:moveTo>
                <a:lnTo>
                  <a:pt x="17326" y="0"/>
                </a:lnTo>
                <a:lnTo>
                  <a:pt x="17326" y="86439"/>
                </a:lnTo>
                <a:lnTo>
                  <a:pt x="68920" y="41005"/>
                </a:lnTo>
                <a:lnTo>
                  <a:pt x="91059" y="41005"/>
                </a:lnTo>
                <a:lnTo>
                  <a:pt x="35230" y="90289"/>
                </a:lnTo>
                <a:lnTo>
                  <a:pt x="93369" y="146310"/>
                </a:lnTo>
                <a:lnTo>
                  <a:pt x="70845" y="146310"/>
                </a:lnTo>
                <a:lnTo>
                  <a:pt x="17326" y="94909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7A1BD-C5A9-491F-9BA2-058A8DAB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435" y="8115198"/>
            <a:ext cx="94139" cy="147658"/>
          </a:xfrm>
          <a:custGeom xmlns:a="http://schemas.openxmlformats.org/drawingml/2006/main">
            <a:pathLst>
              <a:path w="94139" h="147658">
                <a:moveTo>
                  <a:pt x="76813" y="53904"/>
                </a:moveTo>
                <a:cubicBezTo>
                  <a:pt x="76813" y="41583"/>
                  <a:pt x="74118" y="31765"/>
                  <a:pt x="69112" y="24834"/>
                </a:cubicBezTo>
                <a:cubicBezTo>
                  <a:pt x="63915" y="17904"/>
                  <a:pt x="56599" y="14439"/>
                  <a:pt x="47358" y="14439"/>
                </a:cubicBezTo>
                <a:cubicBezTo>
                  <a:pt x="38118" y="14439"/>
                  <a:pt x="30802" y="17904"/>
                  <a:pt x="25604" y="24834"/>
                </a:cubicBezTo>
                <a:cubicBezTo>
                  <a:pt x="20406" y="31765"/>
                  <a:pt x="17904" y="41583"/>
                  <a:pt x="17904" y="53904"/>
                </a:cubicBezTo>
                <a:cubicBezTo>
                  <a:pt x="17904" y="66417"/>
                  <a:pt x="20406" y="76043"/>
                  <a:pt x="25604" y="82973"/>
                </a:cubicBezTo>
                <a:cubicBezTo>
                  <a:pt x="30802" y="89904"/>
                  <a:pt x="38118" y="93369"/>
                  <a:pt x="47358" y="93369"/>
                </a:cubicBezTo>
                <a:cubicBezTo>
                  <a:pt x="56599" y="93369"/>
                  <a:pt x="63915" y="89904"/>
                  <a:pt x="69112" y="82973"/>
                </a:cubicBezTo>
                <a:cubicBezTo>
                  <a:pt x="74118" y="76043"/>
                  <a:pt x="76813" y="66417"/>
                  <a:pt x="76813" y="53904"/>
                </a:cubicBezTo>
                <a:close/>
                <a:moveTo>
                  <a:pt x="94139" y="94717"/>
                </a:moveTo>
                <a:cubicBezTo>
                  <a:pt x="94139" y="112428"/>
                  <a:pt x="90096" y="125711"/>
                  <a:pt x="82203" y="134567"/>
                </a:cubicBezTo>
                <a:cubicBezTo>
                  <a:pt x="74118" y="143230"/>
                  <a:pt x="61989" y="147658"/>
                  <a:pt x="45626" y="147658"/>
                </a:cubicBezTo>
                <a:cubicBezTo>
                  <a:pt x="39465" y="147658"/>
                  <a:pt x="33882" y="147080"/>
                  <a:pt x="28492" y="146310"/>
                </a:cubicBezTo>
                <a:cubicBezTo>
                  <a:pt x="23102" y="145348"/>
                  <a:pt x="17711" y="144000"/>
                  <a:pt x="12706" y="142075"/>
                </a:cubicBezTo>
                <a:lnTo>
                  <a:pt x="12706" y="125326"/>
                </a:lnTo>
                <a:cubicBezTo>
                  <a:pt x="17711" y="128022"/>
                  <a:pt x="22717" y="129947"/>
                  <a:pt x="27722" y="131294"/>
                </a:cubicBezTo>
                <a:cubicBezTo>
                  <a:pt x="32727" y="132642"/>
                  <a:pt x="37733" y="133412"/>
                  <a:pt x="42931" y="133412"/>
                </a:cubicBezTo>
                <a:cubicBezTo>
                  <a:pt x="54096" y="133412"/>
                  <a:pt x="62567" y="130332"/>
                  <a:pt x="68342" y="124556"/>
                </a:cubicBezTo>
                <a:cubicBezTo>
                  <a:pt x="73925" y="118588"/>
                  <a:pt x="76813" y="109733"/>
                  <a:pt x="76813" y="97797"/>
                </a:cubicBezTo>
                <a:lnTo>
                  <a:pt x="76813" y="89326"/>
                </a:lnTo>
                <a:cubicBezTo>
                  <a:pt x="73155" y="95487"/>
                  <a:pt x="68535" y="100107"/>
                  <a:pt x="62952" y="103187"/>
                </a:cubicBezTo>
                <a:cubicBezTo>
                  <a:pt x="57369" y="106268"/>
                  <a:pt x="50824" y="107808"/>
                  <a:pt x="43123" y="107808"/>
                </a:cubicBezTo>
                <a:cubicBezTo>
                  <a:pt x="30032" y="107808"/>
                  <a:pt x="19636" y="102995"/>
                  <a:pt x="11743" y="93177"/>
                </a:cubicBezTo>
                <a:cubicBezTo>
                  <a:pt x="3850" y="83358"/>
                  <a:pt x="0" y="70267"/>
                  <a:pt x="0" y="53904"/>
                </a:cubicBezTo>
                <a:cubicBezTo>
                  <a:pt x="0" y="37733"/>
                  <a:pt x="3850" y="24642"/>
                  <a:pt x="11743" y="14824"/>
                </a:cubicBezTo>
                <a:cubicBezTo>
                  <a:pt x="19636" y="5005"/>
                  <a:pt x="30032" y="0"/>
                  <a:pt x="43123" y="0"/>
                </a:cubicBezTo>
                <a:cubicBezTo>
                  <a:pt x="50824" y="0"/>
                  <a:pt x="57369" y="1540"/>
                  <a:pt x="62952" y="4620"/>
                </a:cubicBezTo>
                <a:cubicBezTo>
                  <a:pt x="68535" y="7701"/>
                  <a:pt x="73155" y="12321"/>
                  <a:pt x="76813" y="18481"/>
                </a:cubicBezTo>
                <a:lnTo>
                  <a:pt x="76813" y="2503"/>
                </a:lnTo>
                <a:lnTo>
                  <a:pt x="94139" y="2503"/>
                </a:lnTo>
                <a:lnTo>
                  <a:pt x="94139" y="94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A50A5-5A25-4859-9659-F5FF2BA7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611" y="8115198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F472C-6EC7-4C0F-AD2B-6CAFE0FC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668" y="8115198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7B664-CF3A-4E5A-B2B7-D9DA62F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262" y="8115198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561E4-E4BA-4D9C-9A98-98C6742C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71" y="8115198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A5284-6FAE-4331-B162-88B5FA2E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593" y="8076696"/>
            <a:ext cx="94139" cy="148813"/>
          </a:xfrm>
          <a:custGeom xmlns:a="http://schemas.openxmlformats.org/drawingml/2006/main">
            <a:pathLst>
              <a:path w="94139" h="148813">
                <a:moveTo>
                  <a:pt x="76813" y="56984"/>
                </a:moveTo>
                <a:lnTo>
                  <a:pt x="76813" y="0"/>
                </a:lnTo>
                <a:lnTo>
                  <a:pt x="94139" y="0"/>
                </a:lnTo>
                <a:lnTo>
                  <a:pt x="94139" y="146310"/>
                </a:lnTo>
                <a:lnTo>
                  <a:pt x="76813" y="146310"/>
                </a:lnTo>
                <a:lnTo>
                  <a:pt x="76813" y="130524"/>
                </a:lnTo>
                <a:cubicBezTo>
                  <a:pt x="73155" y="136877"/>
                  <a:pt x="68535" y="141498"/>
                  <a:pt x="62952" y="144385"/>
                </a:cubicBezTo>
                <a:cubicBezTo>
                  <a:pt x="57369" y="147273"/>
                  <a:pt x="50824" y="148813"/>
                  <a:pt x="43123" y="148813"/>
                </a:cubicBezTo>
                <a:cubicBezTo>
                  <a:pt x="30417" y="148813"/>
                  <a:pt x="20021" y="143808"/>
                  <a:pt x="11936" y="133797"/>
                </a:cubicBezTo>
                <a:cubicBezTo>
                  <a:pt x="3850" y="123786"/>
                  <a:pt x="0" y="110310"/>
                  <a:pt x="0" y="93754"/>
                </a:cubicBezTo>
                <a:cubicBezTo>
                  <a:pt x="0" y="77198"/>
                  <a:pt x="3850" y="63915"/>
                  <a:pt x="11936" y="53711"/>
                </a:cubicBezTo>
                <a:cubicBezTo>
                  <a:pt x="20021" y="43701"/>
                  <a:pt x="30417" y="38503"/>
                  <a:pt x="43123" y="38503"/>
                </a:cubicBezTo>
                <a:cubicBezTo>
                  <a:pt x="50824" y="38503"/>
                  <a:pt x="57369" y="40043"/>
                  <a:pt x="62952" y="43123"/>
                </a:cubicBezTo>
                <a:cubicBezTo>
                  <a:pt x="68535" y="46203"/>
                  <a:pt x="73155" y="50824"/>
                  <a:pt x="76813" y="56984"/>
                </a:cubicBezTo>
                <a:close/>
                <a:moveTo>
                  <a:pt x="17904" y="93754"/>
                </a:moveTo>
                <a:cubicBezTo>
                  <a:pt x="17904" y="106460"/>
                  <a:pt x="20406" y="116471"/>
                  <a:pt x="25604" y="123786"/>
                </a:cubicBezTo>
                <a:cubicBezTo>
                  <a:pt x="30802" y="131102"/>
                  <a:pt x="37925" y="134567"/>
                  <a:pt x="47166" y="134567"/>
                </a:cubicBezTo>
                <a:cubicBezTo>
                  <a:pt x="56407" y="134567"/>
                  <a:pt x="63530" y="131102"/>
                  <a:pt x="68920" y="123786"/>
                </a:cubicBezTo>
                <a:cubicBezTo>
                  <a:pt x="74118" y="116471"/>
                  <a:pt x="76813" y="106460"/>
                  <a:pt x="76813" y="93754"/>
                </a:cubicBezTo>
                <a:cubicBezTo>
                  <a:pt x="76813" y="81048"/>
                  <a:pt x="74118" y="71230"/>
                  <a:pt x="68920" y="63915"/>
                </a:cubicBezTo>
                <a:cubicBezTo>
                  <a:pt x="63530" y="56599"/>
                  <a:pt x="56407" y="52941"/>
                  <a:pt x="47166" y="52941"/>
                </a:cubicBezTo>
                <a:cubicBezTo>
                  <a:pt x="37925" y="52941"/>
                  <a:pt x="30802" y="56599"/>
                  <a:pt x="25604" y="63915"/>
                </a:cubicBezTo>
                <a:cubicBezTo>
                  <a:pt x="20406" y="71230"/>
                  <a:pt x="17904" y="81048"/>
                  <a:pt x="17904" y="9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6FDA6-CAD9-4508-9297-012AB12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647" y="8115198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ED1F6-3C3C-42C7-8BDC-07CCD1F9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308446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AFF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EB842-FEDD-4898-B646-972DA59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308446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35"/>
            </a:solidFill>
            <a:round/>
          </a:ln>
        </p:spPr>
      </p:sp>
      <p:sp>
        <p:nvSpPr>
          <p:cNvPr id="6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BA321-393A-4534-80E2-3B5EE049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598" y="8266470"/>
            <a:ext cx="122631" cy="145348"/>
          </a:xfrm>
          <a:custGeom xmlns:a="http://schemas.openxmlformats.org/drawingml/2006/main">
            <a:pathLst>
              <a:path w="122631" h="145348">
                <a:moveTo>
                  <a:pt x="103765" y="122824"/>
                </a:moveTo>
                <a:lnTo>
                  <a:pt x="103765" y="85091"/>
                </a:lnTo>
                <a:lnTo>
                  <a:pt x="72770" y="85091"/>
                </a:lnTo>
                <a:lnTo>
                  <a:pt x="72770" y="69497"/>
                </a:lnTo>
                <a:lnTo>
                  <a:pt x="122631" y="69497"/>
                </a:lnTo>
                <a:lnTo>
                  <a:pt x="122631" y="129754"/>
                </a:lnTo>
                <a:cubicBezTo>
                  <a:pt x="115316" y="135145"/>
                  <a:pt x="107230" y="138995"/>
                  <a:pt x="98374" y="141498"/>
                </a:cubicBezTo>
                <a:cubicBezTo>
                  <a:pt x="89519" y="144000"/>
                  <a:pt x="80086" y="145348"/>
                  <a:pt x="70075" y="145348"/>
                </a:cubicBezTo>
                <a:cubicBezTo>
                  <a:pt x="48128" y="145348"/>
                  <a:pt x="30802" y="138995"/>
                  <a:pt x="18481" y="126289"/>
                </a:cubicBezTo>
                <a:cubicBezTo>
                  <a:pt x="6160" y="113583"/>
                  <a:pt x="0" y="95679"/>
                  <a:pt x="0" y="72770"/>
                </a:cubicBezTo>
                <a:cubicBezTo>
                  <a:pt x="0" y="50054"/>
                  <a:pt x="6160" y="32150"/>
                  <a:pt x="18481" y="19251"/>
                </a:cubicBezTo>
                <a:cubicBezTo>
                  <a:pt x="30802" y="6545"/>
                  <a:pt x="48128" y="0"/>
                  <a:pt x="70075" y="0"/>
                </a:cubicBezTo>
                <a:cubicBezTo>
                  <a:pt x="79123" y="0"/>
                  <a:pt x="87786" y="1155"/>
                  <a:pt x="96064" y="3465"/>
                </a:cubicBezTo>
                <a:cubicBezTo>
                  <a:pt x="104342" y="5775"/>
                  <a:pt x="112043" y="9048"/>
                  <a:pt x="118973" y="13283"/>
                </a:cubicBezTo>
                <a:lnTo>
                  <a:pt x="118973" y="33497"/>
                </a:lnTo>
                <a:cubicBezTo>
                  <a:pt x="111850" y="27722"/>
                  <a:pt x="104342" y="23294"/>
                  <a:pt x="96449" y="20214"/>
                </a:cubicBezTo>
                <a:cubicBezTo>
                  <a:pt x="88556" y="17134"/>
                  <a:pt x="80278" y="15594"/>
                  <a:pt x="71615" y="15594"/>
                </a:cubicBezTo>
                <a:cubicBezTo>
                  <a:pt x="54289" y="15594"/>
                  <a:pt x="41390" y="20406"/>
                  <a:pt x="32920" y="30032"/>
                </a:cubicBezTo>
                <a:cubicBezTo>
                  <a:pt x="24257" y="39658"/>
                  <a:pt x="20021" y="53904"/>
                  <a:pt x="20021" y="72770"/>
                </a:cubicBezTo>
                <a:cubicBezTo>
                  <a:pt x="20021" y="91829"/>
                  <a:pt x="24257" y="106075"/>
                  <a:pt x="32920" y="115701"/>
                </a:cubicBezTo>
                <a:cubicBezTo>
                  <a:pt x="41390" y="125326"/>
                  <a:pt x="54289" y="129947"/>
                  <a:pt x="71615" y="129947"/>
                </a:cubicBezTo>
                <a:cubicBezTo>
                  <a:pt x="78161" y="129947"/>
                  <a:pt x="84128" y="129369"/>
                  <a:pt x="89519" y="128214"/>
                </a:cubicBezTo>
                <a:cubicBezTo>
                  <a:pt x="94909" y="127059"/>
                  <a:pt x="99530" y="125326"/>
                  <a:pt x="103765" y="122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24835-2A07-4696-8FF0-84F4174F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112" y="8263005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866D1-CEE4-4D12-B574-8F129389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732" y="8274171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7EA04-A817-40A4-8546-FD397733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519" y="8263005"/>
            <a:ext cx="88171" cy="146310"/>
          </a:xfrm>
          <a:custGeom xmlns:a="http://schemas.openxmlformats.org/drawingml/2006/main">
            <a:pathLst>
              <a:path w="88171" h="146310">
                <a:moveTo>
                  <a:pt x="88171" y="82781"/>
                </a:moveTo>
                <a:lnTo>
                  <a:pt x="88171" y="146310"/>
                </a:lnTo>
                <a:lnTo>
                  <a:pt x="70845" y="146310"/>
                </a:lnTo>
                <a:lnTo>
                  <a:pt x="70845" y="83358"/>
                </a:lnTo>
                <a:cubicBezTo>
                  <a:pt x="70845" y="73348"/>
                  <a:pt x="68727" y="66032"/>
                  <a:pt x="64877" y="61027"/>
                </a:cubicBezTo>
                <a:cubicBezTo>
                  <a:pt x="61027" y="56021"/>
                  <a:pt x="55251" y="53519"/>
                  <a:pt x="47551" y="53519"/>
                </a:cubicBezTo>
                <a:cubicBezTo>
                  <a:pt x="38118" y="53519"/>
                  <a:pt x="30802" y="56599"/>
                  <a:pt x="25412" y="62567"/>
                </a:cubicBezTo>
                <a:cubicBezTo>
                  <a:pt x="20021" y="68535"/>
                  <a:pt x="17326" y="76620"/>
                  <a:pt x="17326" y="868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7369"/>
                </a:lnTo>
                <a:cubicBezTo>
                  <a:pt x="21369" y="51209"/>
                  <a:pt x="26182" y="46396"/>
                  <a:pt x="31957" y="43316"/>
                </a:cubicBezTo>
                <a:cubicBezTo>
                  <a:pt x="37540" y="40235"/>
                  <a:pt x="44086" y="38503"/>
                  <a:pt x="51401" y="38503"/>
                </a:cubicBezTo>
                <a:cubicBezTo>
                  <a:pt x="63337" y="38503"/>
                  <a:pt x="72578" y="42353"/>
                  <a:pt x="78738" y="49861"/>
                </a:cubicBezTo>
                <a:cubicBezTo>
                  <a:pt x="84899" y="57369"/>
                  <a:pt x="88171" y="68342"/>
                  <a:pt x="88171" y="82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875EA-E05A-47E1-B8DC-E2175919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417" y="8301508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8304D-1942-4C75-BAA6-A09D2A53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626" y="8263005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7290D-02A1-4F36-8F08-0077F76B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494756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AFF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19E97E-E9D6-4EEF-89C9-38B0BBDE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494756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86"/>
            </a:solidFill>
            <a:round/>
          </a:ln>
        </p:spPr>
      </p:sp>
      <p:sp>
        <p:nvSpPr>
          <p:cNvPr id="6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0693D-5B74-4FDF-94F0-7D04A625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523" y="8452780"/>
            <a:ext cx="98760" cy="145348"/>
          </a:xfrm>
          <a:custGeom xmlns:a="http://schemas.openxmlformats.org/drawingml/2006/main">
            <a:pathLst>
              <a:path w="98760" h="145348">
                <a:moveTo>
                  <a:pt x="90289" y="7123"/>
                </a:moveTo>
                <a:lnTo>
                  <a:pt x="90289" y="25604"/>
                </a:lnTo>
                <a:cubicBezTo>
                  <a:pt x="82973" y="22139"/>
                  <a:pt x="76235" y="19636"/>
                  <a:pt x="69882" y="17904"/>
                </a:cubicBezTo>
                <a:cubicBezTo>
                  <a:pt x="63337" y="16364"/>
                  <a:pt x="57177" y="15401"/>
                  <a:pt x="51401" y="15401"/>
                </a:cubicBezTo>
                <a:cubicBezTo>
                  <a:pt x="41005" y="15401"/>
                  <a:pt x="32920" y="17519"/>
                  <a:pt x="27337" y="21369"/>
                </a:cubicBezTo>
                <a:cubicBezTo>
                  <a:pt x="21754" y="25412"/>
                  <a:pt x="19059" y="31187"/>
                  <a:pt x="19059" y="38503"/>
                </a:cubicBezTo>
                <a:cubicBezTo>
                  <a:pt x="19059" y="44663"/>
                  <a:pt x="20791" y="49476"/>
                  <a:pt x="24642" y="52556"/>
                </a:cubicBezTo>
                <a:cubicBezTo>
                  <a:pt x="28300" y="55829"/>
                  <a:pt x="35423" y="58332"/>
                  <a:pt x="45818" y="60257"/>
                </a:cubicBezTo>
                <a:lnTo>
                  <a:pt x="57369" y="62567"/>
                </a:lnTo>
                <a:cubicBezTo>
                  <a:pt x="71423" y="65262"/>
                  <a:pt x="81818" y="70075"/>
                  <a:pt x="88556" y="76813"/>
                </a:cubicBezTo>
                <a:cubicBezTo>
                  <a:pt x="95294" y="83743"/>
                  <a:pt x="98760" y="92792"/>
                  <a:pt x="98760" y="104150"/>
                </a:cubicBezTo>
                <a:cubicBezTo>
                  <a:pt x="98760" y="117818"/>
                  <a:pt x="94139" y="128022"/>
                  <a:pt x="85091" y="134952"/>
                </a:cubicBezTo>
                <a:cubicBezTo>
                  <a:pt x="75850" y="141883"/>
                  <a:pt x="62567" y="145348"/>
                  <a:pt x="45048" y="145348"/>
                </a:cubicBezTo>
                <a:cubicBezTo>
                  <a:pt x="38310" y="145348"/>
                  <a:pt x="31187" y="144578"/>
                  <a:pt x="23679" y="143230"/>
                </a:cubicBezTo>
                <a:cubicBezTo>
                  <a:pt x="16171" y="141883"/>
                  <a:pt x="8471" y="139765"/>
                  <a:pt x="578" y="136685"/>
                </a:cubicBezTo>
                <a:lnTo>
                  <a:pt x="578" y="117048"/>
                </a:lnTo>
                <a:cubicBezTo>
                  <a:pt x="8278" y="121476"/>
                  <a:pt x="15786" y="124749"/>
                  <a:pt x="23102" y="126867"/>
                </a:cubicBezTo>
                <a:cubicBezTo>
                  <a:pt x="30417" y="129177"/>
                  <a:pt x="37733" y="130139"/>
                  <a:pt x="45048" y="130139"/>
                </a:cubicBezTo>
                <a:cubicBezTo>
                  <a:pt x="55829" y="130139"/>
                  <a:pt x="64107" y="128022"/>
                  <a:pt x="70075" y="123786"/>
                </a:cubicBezTo>
                <a:cubicBezTo>
                  <a:pt x="75850" y="119551"/>
                  <a:pt x="78931" y="113583"/>
                  <a:pt x="78931" y="105498"/>
                </a:cubicBezTo>
                <a:cubicBezTo>
                  <a:pt x="78931" y="98567"/>
                  <a:pt x="76813" y="93177"/>
                  <a:pt x="72578" y="89326"/>
                </a:cubicBezTo>
                <a:cubicBezTo>
                  <a:pt x="68342" y="85476"/>
                  <a:pt x="61412" y="82588"/>
                  <a:pt x="51786" y="80663"/>
                </a:cubicBezTo>
                <a:lnTo>
                  <a:pt x="40235" y="78353"/>
                </a:lnTo>
                <a:cubicBezTo>
                  <a:pt x="25989" y="75658"/>
                  <a:pt x="15786" y="71230"/>
                  <a:pt x="9433" y="65070"/>
                </a:cubicBezTo>
                <a:cubicBezTo>
                  <a:pt x="3080" y="59102"/>
                  <a:pt x="0" y="50824"/>
                  <a:pt x="0" y="40043"/>
                </a:cubicBezTo>
                <a:cubicBezTo>
                  <a:pt x="0" y="27722"/>
                  <a:pt x="4235" y="17904"/>
                  <a:pt x="13091" y="10781"/>
                </a:cubicBezTo>
                <a:cubicBezTo>
                  <a:pt x="21754" y="3658"/>
                  <a:pt x="33882" y="0"/>
                  <a:pt x="49284" y="0"/>
                </a:cubicBezTo>
                <a:cubicBezTo>
                  <a:pt x="55829" y="0"/>
                  <a:pt x="62374" y="578"/>
                  <a:pt x="69305" y="1733"/>
                </a:cubicBezTo>
                <a:cubicBezTo>
                  <a:pt x="76043" y="2888"/>
                  <a:pt x="82973" y="4813"/>
                  <a:pt x="90289" y="71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88657-D9AB-4D85-9622-F675D85E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261" y="8460481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87E15-D34D-4238-8F08-A370A6C5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80" y="8487818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DC7AF-3F25-42A3-9646-8376AF45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128" y="8487818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81FAC-922D-4543-A577-A991A72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941" y="8449315"/>
            <a:ext cx="93369" cy="146310"/>
          </a:xfrm>
          <a:custGeom xmlns:a="http://schemas.openxmlformats.org/drawingml/2006/main">
            <a:pathLst>
              <a:path w="93369" h="146310">
                <a:moveTo>
                  <a:pt x="0" y="0"/>
                </a:moveTo>
                <a:lnTo>
                  <a:pt x="17326" y="0"/>
                </a:lnTo>
                <a:lnTo>
                  <a:pt x="17326" y="86439"/>
                </a:lnTo>
                <a:lnTo>
                  <a:pt x="68920" y="41005"/>
                </a:lnTo>
                <a:lnTo>
                  <a:pt x="91059" y="41005"/>
                </a:lnTo>
                <a:lnTo>
                  <a:pt x="35230" y="90289"/>
                </a:lnTo>
                <a:lnTo>
                  <a:pt x="93369" y="146310"/>
                </a:lnTo>
                <a:lnTo>
                  <a:pt x="70845" y="146310"/>
                </a:lnTo>
                <a:lnTo>
                  <a:pt x="17326" y="94909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9E3EE-BF4E-443A-AA8F-BECCFD8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754" y="8455283"/>
            <a:ext cx="90481" cy="140342"/>
          </a:xfrm>
          <a:custGeom xmlns:a="http://schemas.openxmlformats.org/drawingml/2006/main">
            <a:pathLst>
              <a:path w="90481" h="140342">
                <a:moveTo>
                  <a:pt x="0" y="0"/>
                </a:moveTo>
                <a:lnTo>
                  <a:pt x="88749" y="0"/>
                </a:lnTo>
                <a:lnTo>
                  <a:pt x="88749" y="15979"/>
                </a:lnTo>
                <a:lnTo>
                  <a:pt x="19059" y="15979"/>
                </a:lnTo>
                <a:lnTo>
                  <a:pt x="19059" y="57562"/>
                </a:lnTo>
                <a:lnTo>
                  <a:pt x="85861" y="57562"/>
                </a:lnTo>
                <a:lnTo>
                  <a:pt x="85861" y="73540"/>
                </a:lnTo>
                <a:lnTo>
                  <a:pt x="19059" y="73540"/>
                </a:lnTo>
                <a:lnTo>
                  <a:pt x="19059" y="124364"/>
                </a:lnTo>
                <a:lnTo>
                  <a:pt x="90481" y="124364"/>
                </a:lnTo>
                <a:lnTo>
                  <a:pt x="90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96F55-325B-4CB9-9902-5D12F611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139" y="8490320"/>
            <a:ext cx="102032" cy="105305"/>
          </a:xfrm>
          <a:custGeom xmlns:a="http://schemas.openxmlformats.org/drawingml/2006/main">
            <a:pathLst>
              <a:path w="102032" h="105305">
                <a:moveTo>
                  <a:pt x="100107" y="0"/>
                </a:moveTo>
                <a:lnTo>
                  <a:pt x="61989" y="51209"/>
                </a:lnTo>
                <a:lnTo>
                  <a:pt x="102032" y="105305"/>
                </a:lnTo>
                <a:lnTo>
                  <a:pt x="81626" y="105305"/>
                </a:lnTo>
                <a:lnTo>
                  <a:pt x="51016" y="63915"/>
                </a:lnTo>
                <a:lnTo>
                  <a:pt x="20406" y="105305"/>
                </a:lnTo>
                <a:lnTo>
                  <a:pt x="0" y="105305"/>
                </a:lnTo>
                <a:lnTo>
                  <a:pt x="40813" y="50246"/>
                </a:lnTo>
                <a:lnTo>
                  <a:pt x="3465" y="0"/>
                </a:lnTo>
                <a:lnTo>
                  <a:pt x="23872" y="0"/>
                </a:lnTo>
                <a:lnTo>
                  <a:pt x="51786" y="37540"/>
                </a:lnTo>
                <a:lnTo>
                  <a:pt x="79701" y="0"/>
                </a:lnTo>
                <a:lnTo>
                  <a:pt x="1001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819C1-F4B7-41BF-B7DE-AA8B8B16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29" y="8487818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DD52C-57C6-4B02-AF4F-14571191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542" y="8449315"/>
            <a:ext cx="88171" cy="146310"/>
          </a:xfrm>
          <a:custGeom xmlns:a="http://schemas.openxmlformats.org/drawingml/2006/main">
            <a:pathLst>
              <a:path w="88171" h="146310">
                <a:moveTo>
                  <a:pt x="88171" y="82781"/>
                </a:moveTo>
                <a:lnTo>
                  <a:pt x="88171" y="146310"/>
                </a:lnTo>
                <a:lnTo>
                  <a:pt x="70845" y="146310"/>
                </a:lnTo>
                <a:lnTo>
                  <a:pt x="70845" y="83358"/>
                </a:lnTo>
                <a:cubicBezTo>
                  <a:pt x="70845" y="73348"/>
                  <a:pt x="68727" y="66032"/>
                  <a:pt x="64877" y="61027"/>
                </a:cubicBezTo>
                <a:cubicBezTo>
                  <a:pt x="61027" y="56021"/>
                  <a:pt x="55251" y="53519"/>
                  <a:pt x="47551" y="53519"/>
                </a:cubicBezTo>
                <a:cubicBezTo>
                  <a:pt x="38118" y="53519"/>
                  <a:pt x="30802" y="56599"/>
                  <a:pt x="25412" y="62567"/>
                </a:cubicBezTo>
                <a:cubicBezTo>
                  <a:pt x="20021" y="68535"/>
                  <a:pt x="17326" y="76620"/>
                  <a:pt x="17326" y="868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7369"/>
                </a:lnTo>
                <a:cubicBezTo>
                  <a:pt x="21369" y="51209"/>
                  <a:pt x="26182" y="46396"/>
                  <a:pt x="31957" y="43316"/>
                </a:cubicBezTo>
                <a:cubicBezTo>
                  <a:pt x="37540" y="40235"/>
                  <a:pt x="44086" y="38503"/>
                  <a:pt x="51401" y="38503"/>
                </a:cubicBezTo>
                <a:cubicBezTo>
                  <a:pt x="63337" y="38503"/>
                  <a:pt x="72578" y="42353"/>
                  <a:pt x="78738" y="49861"/>
                </a:cubicBezTo>
                <a:cubicBezTo>
                  <a:pt x="84899" y="57369"/>
                  <a:pt x="88171" y="68342"/>
                  <a:pt x="88171" y="82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EC3C2-8574-4532-AD15-858DC496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628" y="8487818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1120D-5048-4889-A471-E68634D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606" y="8487818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6A3D2-07A3-4963-92F3-BED96A9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729" y="8487818"/>
            <a:ext cx="94139" cy="147658"/>
          </a:xfrm>
          <a:custGeom xmlns:a="http://schemas.openxmlformats.org/drawingml/2006/main">
            <a:pathLst>
              <a:path w="94139" h="147658">
                <a:moveTo>
                  <a:pt x="76813" y="53904"/>
                </a:moveTo>
                <a:cubicBezTo>
                  <a:pt x="76813" y="41583"/>
                  <a:pt x="74118" y="31765"/>
                  <a:pt x="69112" y="24834"/>
                </a:cubicBezTo>
                <a:cubicBezTo>
                  <a:pt x="63915" y="17904"/>
                  <a:pt x="56599" y="14439"/>
                  <a:pt x="47358" y="14439"/>
                </a:cubicBezTo>
                <a:cubicBezTo>
                  <a:pt x="38118" y="14439"/>
                  <a:pt x="30802" y="17904"/>
                  <a:pt x="25604" y="24834"/>
                </a:cubicBezTo>
                <a:cubicBezTo>
                  <a:pt x="20406" y="31765"/>
                  <a:pt x="17904" y="41583"/>
                  <a:pt x="17904" y="53904"/>
                </a:cubicBezTo>
                <a:cubicBezTo>
                  <a:pt x="17904" y="66417"/>
                  <a:pt x="20406" y="76043"/>
                  <a:pt x="25604" y="82973"/>
                </a:cubicBezTo>
                <a:cubicBezTo>
                  <a:pt x="30802" y="89904"/>
                  <a:pt x="38118" y="93369"/>
                  <a:pt x="47358" y="93369"/>
                </a:cubicBezTo>
                <a:cubicBezTo>
                  <a:pt x="56599" y="93369"/>
                  <a:pt x="63915" y="89904"/>
                  <a:pt x="69112" y="82973"/>
                </a:cubicBezTo>
                <a:cubicBezTo>
                  <a:pt x="74118" y="76043"/>
                  <a:pt x="76813" y="66417"/>
                  <a:pt x="76813" y="53904"/>
                </a:cubicBezTo>
                <a:close/>
                <a:moveTo>
                  <a:pt x="94139" y="94717"/>
                </a:moveTo>
                <a:cubicBezTo>
                  <a:pt x="94139" y="112428"/>
                  <a:pt x="90096" y="125711"/>
                  <a:pt x="82203" y="134567"/>
                </a:cubicBezTo>
                <a:cubicBezTo>
                  <a:pt x="74118" y="143230"/>
                  <a:pt x="61989" y="147658"/>
                  <a:pt x="45626" y="147658"/>
                </a:cubicBezTo>
                <a:cubicBezTo>
                  <a:pt x="39465" y="147658"/>
                  <a:pt x="33882" y="147080"/>
                  <a:pt x="28492" y="146310"/>
                </a:cubicBezTo>
                <a:cubicBezTo>
                  <a:pt x="23102" y="145348"/>
                  <a:pt x="17711" y="144000"/>
                  <a:pt x="12706" y="142075"/>
                </a:cubicBezTo>
                <a:lnTo>
                  <a:pt x="12706" y="125326"/>
                </a:lnTo>
                <a:cubicBezTo>
                  <a:pt x="17711" y="128022"/>
                  <a:pt x="22717" y="129947"/>
                  <a:pt x="27722" y="131294"/>
                </a:cubicBezTo>
                <a:cubicBezTo>
                  <a:pt x="32727" y="132642"/>
                  <a:pt x="37733" y="133412"/>
                  <a:pt x="42931" y="133412"/>
                </a:cubicBezTo>
                <a:cubicBezTo>
                  <a:pt x="54096" y="133412"/>
                  <a:pt x="62567" y="130332"/>
                  <a:pt x="68342" y="124556"/>
                </a:cubicBezTo>
                <a:cubicBezTo>
                  <a:pt x="73925" y="118588"/>
                  <a:pt x="76813" y="109733"/>
                  <a:pt x="76813" y="97797"/>
                </a:cubicBezTo>
                <a:lnTo>
                  <a:pt x="76813" y="89326"/>
                </a:lnTo>
                <a:cubicBezTo>
                  <a:pt x="73155" y="95487"/>
                  <a:pt x="68535" y="100107"/>
                  <a:pt x="62952" y="103187"/>
                </a:cubicBezTo>
                <a:cubicBezTo>
                  <a:pt x="57369" y="106268"/>
                  <a:pt x="50824" y="107808"/>
                  <a:pt x="43123" y="107808"/>
                </a:cubicBezTo>
                <a:cubicBezTo>
                  <a:pt x="30032" y="107808"/>
                  <a:pt x="19636" y="102995"/>
                  <a:pt x="11743" y="93177"/>
                </a:cubicBezTo>
                <a:cubicBezTo>
                  <a:pt x="3850" y="83358"/>
                  <a:pt x="0" y="70267"/>
                  <a:pt x="0" y="53904"/>
                </a:cubicBezTo>
                <a:cubicBezTo>
                  <a:pt x="0" y="37733"/>
                  <a:pt x="3850" y="24642"/>
                  <a:pt x="11743" y="14824"/>
                </a:cubicBezTo>
                <a:cubicBezTo>
                  <a:pt x="19636" y="5005"/>
                  <a:pt x="30032" y="0"/>
                  <a:pt x="43123" y="0"/>
                </a:cubicBezTo>
                <a:cubicBezTo>
                  <a:pt x="50824" y="0"/>
                  <a:pt x="57369" y="1540"/>
                  <a:pt x="62952" y="4620"/>
                </a:cubicBezTo>
                <a:cubicBezTo>
                  <a:pt x="68535" y="7701"/>
                  <a:pt x="73155" y="12321"/>
                  <a:pt x="76813" y="18481"/>
                </a:cubicBezTo>
                <a:lnTo>
                  <a:pt x="76813" y="2503"/>
                </a:lnTo>
                <a:lnTo>
                  <a:pt x="94139" y="2503"/>
                </a:lnTo>
                <a:lnTo>
                  <a:pt x="94139" y="94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E2D36-9A8B-4DF3-A769-93F71ADD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976" y="8487818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2289D-4EEA-4F6B-BCD6-3823C84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681066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AFFD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2D2F0-A876-4AE7-AEF6-EF5B105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681066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FFD7"/>
            </a:solidFill>
            <a:round/>
          </a:ln>
        </p:spPr>
      </p:sp>
      <p:sp>
        <p:nvSpPr>
          <p:cNvPr id="6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0B0E3-2992-4121-B245-21ED1A4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66" y="8641592"/>
            <a:ext cx="107423" cy="142845"/>
          </a:xfrm>
          <a:custGeom xmlns:a="http://schemas.openxmlformats.org/drawingml/2006/main">
            <a:pathLst>
              <a:path w="107423" h="142845">
                <a:moveTo>
                  <a:pt x="0" y="0"/>
                </a:moveTo>
                <a:lnTo>
                  <a:pt x="19059" y="0"/>
                </a:lnTo>
                <a:lnTo>
                  <a:pt x="19059" y="85284"/>
                </a:lnTo>
                <a:cubicBezTo>
                  <a:pt x="19059" y="100300"/>
                  <a:pt x="21754" y="111273"/>
                  <a:pt x="27144" y="117818"/>
                </a:cubicBezTo>
                <a:cubicBezTo>
                  <a:pt x="32535" y="124364"/>
                  <a:pt x="41390" y="127637"/>
                  <a:pt x="53711" y="127637"/>
                </a:cubicBezTo>
                <a:cubicBezTo>
                  <a:pt x="65840" y="127637"/>
                  <a:pt x="74695" y="124364"/>
                  <a:pt x="80086" y="117818"/>
                </a:cubicBezTo>
                <a:cubicBezTo>
                  <a:pt x="85476" y="111273"/>
                  <a:pt x="88364" y="100300"/>
                  <a:pt x="88364" y="85284"/>
                </a:cubicBezTo>
                <a:lnTo>
                  <a:pt x="88364" y="0"/>
                </a:lnTo>
                <a:lnTo>
                  <a:pt x="107423" y="0"/>
                </a:lnTo>
                <a:lnTo>
                  <a:pt x="107423" y="87594"/>
                </a:lnTo>
                <a:cubicBezTo>
                  <a:pt x="107423" y="106075"/>
                  <a:pt x="102802" y="119744"/>
                  <a:pt x="93754" y="128984"/>
                </a:cubicBezTo>
                <a:cubicBezTo>
                  <a:pt x="84706" y="138225"/>
                  <a:pt x="71423" y="142845"/>
                  <a:pt x="53711" y="142845"/>
                </a:cubicBezTo>
                <a:cubicBezTo>
                  <a:pt x="36000" y="142845"/>
                  <a:pt x="22524" y="138225"/>
                  <a:pt x="13476" y="128984"/>
                </a:cubicBezTo>
                <a:cubicBezTo>
                  <a:pt x="4428" y="119744"/>
                  <a:pt x="0" y="106075"/>
                  <a:pt x="0" y="8759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61C78-1A2B-4028-9F0D-E84FBF9E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256" y="8635624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2CA8F-A23E-44AA-9484-3FC739FD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347" y="8674127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AD623-3B39-44AB-AC22-01DE1ED4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556" y="8674127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F483D-D296-4DFF-9596-882C82D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289" y="8646790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CD09B-EA9A-4707-84F1-13FCDD8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920" y="8674127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51AA9-2C2B-4805-86B0-214210E2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696" y="8641592"/>
            <a:ext cx="19059" cy="140342"/>
          </a:xfrm>
          <a:custGeom xmlns:a="http://schemas.openxmlformats.org/drawingml/2006/main">
            <a:pathLst>
              <a:path w="19059" h="140342">
                <a:moveTo>
                  <a:pt x="0" y="0"/>
                </a:moveTo>
                <a:lnTo>
                  <a:pt x="19059" y="0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2A39F-0198-40CE-8B9C-F9EEAA0F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487" y="8641592"/>
            <a:ext cx="109348" cy="140342"/>
          </a:xfrm>
          <a:custGeom xmlns:a="http://schemas.openxmlformats.org/drawingml/2006/main">
            <a:pathLst>
              <a:path w="109348" h="140342">
                <a:moveTo>
                  <a:pt x="66610" y="74503"/>
                </a:moveTo>
                <a:cubicBezTo>
                  <a:pt x="70653" y="76043"/>
                  <a:pt x="74695" y="78931"/>
                  <a:pt x="78546" y="83358"/>
                </a:cubicBezTo>
                <a:cubicBezTo>
                  <a:pt x="82396" y="87979"/>
                  <a:pt x="86246" y="94139"/>
                  <a:pt x="90096" y="102032"/>
                </a:cubicBezTo>
                <a:lnTo>
                  <a:pt x="109348" y="140342"/>
                </a:lnTo>
                <a:lnTo>
                  <a:pt x="88941" y="140342"/>
                </a:lnTo>
                <a:lnTo>
                  <a:pt x="71038" y="104342"/>
                </a:lnTo>
                <a:cubicBezTo>
                  <a:pt x="66417" y="95102"/>
                  <a:pt x="61797" y="88749"/>
                  <a:pt x="57562" y="85669"/>
                </a:cubicBezTo>
                <a:cubicBezTo>
                  <a:pt x="53134" y="82588"/>
                  <a:pt x="47166" y="81048"/>
                  <a:pt x="39658" y="81048"/>
                </a:cubicBezTo>
                <a:lnTo>
                  <a:pt x="19059" y="81048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lnTo>
                  <a:pt x="42931" y="0"/>
                </a:lnTo>
                <a:cubicBezTo>
                  <a:pt x="58909" y="0"/>
                  <a:pt x="70845" y="3465"/>
                  <a:pt x="78738" y="10011"/>
                </a:cubicBezTo>
                <a:cubicBezTo>
                  <a:pt x="86631" y="16749"/>
                  <a:pt x="90674" y="26952"/>
                  <a:pt x="90674" y="40428"/>
                </a:cubicBezTo>
                <a:cubicBezTo>
                  <a:pt x="90674" y="49284"/>
                  <a:pt x="88556" y="56792"/>
                  <a:pt x="84514" y="62567"/>
                </a:cubicBezTo>
                <a:cubicBezTo>
                  <a:pt x="80278" y="68342"/>
                  <a:pt x="74310" y="72385"/>
                  <a:pt x="66610" y="74503"/>
                </a:cubicBezTo>
                <a:close/>
                <a:moveTo>
                  <a:pt x="19059" y="15594"/>
                </a:moveTo>
                <a:lnTo>
                  <a:pt x="19059" y="65455"/>
                </a:lnTo>
                <a:lnTo>
                  <a:pt x="42931" y="65455"/>
                </a:lnTo>
                <a:cubicBezTo>
                  <a:pt x="51979" y="65455"/>
                  <a:pt x="58909" y="63337"/>
                  <a:pt x="63530" y="59102"/>
                </a:cubicBezTo>
                <a:cubicBezTo>
                  <a:pt x="68150" y="54866"/>
                  <a:pt x="70653" y="48706"/>
                  <a:pt x="70653" y="40428"/>
                </a:cubicBezTo>
                <a:cubicBezTo>
                  <a:pt x="70653" y="32342"/>
                  <a:pt x="68150" y="26182"/>
                  <a:pt x="63530" y="21947"/>
                </a:cubicBezTo>
                <a:cubicBezTo>
                  <a:pt x="58909" y="17711"/>
                  <a:pt x="51979" y="15594"/>
                  <a:pt x="42931" y="15594"/>
                </a:cubicBezTo>
                <a:lnTo>
                  <a:pt x="19059" y="155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8EBC4-8947-4035-97A5-BC514DA6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611" y="8639089"/>
            <a:ext cx="113198" cy="145348"/>
          </a:xfrm>
          <a:custGeom xmlns:a="http://schemas.openxmlformats.org/drawingml/2006/main">
            <a:pathLst>
              <a:path w="113198" h="145348">
                <a:moveTo>
                  <a:pt x="113198" y="13283"/>
                </a:moveTo>
                <a:lnTo>
                  <a:pt x="113198" y="33305"/>
                </a:lnTo>
                <a:cubicBezTo>
                  <a:pt x="106653" y="27529"/>
                  <a:pt x="99915" y="23102"/>
                  <a:pt x="92599" y="20021"/>
                </a:cubicBezTo>
                <a:cubicBezTo>
                  <a:pt x="85284" y="17134"/>
                  <a:pt x="77776" y="15594"/>
                  <a:pt x="69690" y="15594"/>
                </a:cubicBezTo>
                <a:cubicBezTo>
                  <a:pt x="53519" y="15594"/>
                  <a:pt x="41198" y="20599"/>
                  <a:pt x="32727" y="30417"/>
                </a:cubicBezTo>
                <a:cubicBezTo>
                  <a:pt x="24257" y="40235"/>
                  <a:pt x="20021" y="54289"/>
                  <a:pt x="20021" y="72770"/>
                </a:cubicBezTo>
                <a:cubicBezTo>
                  <a:pt x="20021" y="91251"/>
                  <a:pt x="24257" y="105498"/>
                  <a:pt x="32727" y="115316"/>
                </a:cubicBezTo>
                <a:cubicBezTo>
                  <a:pt x="41198" y="125134"/>
                  <a:pt x="53519" y="129947"/>
                  <a:pt x="69690" y="129947"/>
                </a:cubicBezTo>
                <a:cubicBezTo>
                  <a:pt x="77776" y="129947"/>
                  <a:pt x="85284" y="128599"/>
                  <a:pt x="92599" y="125519"/>
                </a:cubicBezTo>
                <a:cubicBezTo>
                  <a:pt x="99915" y="122631"/>
                  <a:pt x="106653" y="118203"/>
                  <a:pt x="113198" y="112235"/>
                </a:cubicBezTo>
                <a:lnTo>
                  <a:pt x="113198" y="132064"/>
                </a:lnTo>
                <a:cubicBezTo>
                  <a:pt x="106460" y="136685"/>
                  <a:pt x="99337" y="139957"/>
                  <a:pt x="92022" y="142075"/>
                </a:cubicBezTo>
                <a:cubicBezTo>
                  <a:pt x="84706" y="144193"/>
                  <a:pt x="76813" y="145348"/>
                  <a:pt x="68535" y="145348"/>
                </a:cubicBezTo>
                <a:cubicBezTo>
                  <a:pt x="47358" y="145348"/>
                  <a:pt x="30610" y="138995"/>
                  <a:pt x="18289" y="126096"/>
                </a:cubicBezTo>
                <a:cubicBezTo>
                  <a:pt x="5968" y="113198"/>
                  <a:pt x="0" y="95487"/>
                  <a:pt x="0" y="72770"/>
                </a:cubicBezTo>
                <a:cubicBezTo>
                  <a:pt x="0" y="50246"/>
                  <a:pt x="5968" y="32535"/>
                  <a:pt x="18289" y="19444"/>
                </a:cubicBezTo>
                <a:cubicBezTo>
                  <a:pt x="30610" y="6545"/>
                  <a:pt x="47358" y="0"/>
                  <a:pt x="68535" y="0"/>
                </a:cubicBezTo>
                <a:cubicBezTo>
                  <a:pt x="77005" y="0"/>
                  <a:pt x="84899" y="1155"/>
                  <a:pt x="92214" y="3273"/>
                </a:cubicBezTo>
                <a:cubicBezTo>
                  <a:pt x="99530" y="5583"/>
                  <a:pt x="106653" y="8856"/>
                  <a:pt x="113198" y="13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563B9-FFE1-4B04-A920-E3187C8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867375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AD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EE339-9D23-425C-BFC2-76174FF2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8867375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D7FF"/>
            </a:solidFill>
            <a:round/>
          </a:ln>
        </p:spPr>
      </p:sp>
      <p:sp>
        <p:nvSpPr>
          <p:cNvPr id="6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AA830-0C41-4CD4-9CF4-3BA45AD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8827901"/>
            <a:ext cx="107038" cy="140342"/>
          </a:xfrm>
          <a:custGeom xmlns:a="http://schemas.openxmlformats.org/drawingml/2006/main">
            <a:pathLst>
              <a:path w="107038" h="140342">
                <a:moveTo>
                  <a:pt x="0" y="0"/>
                </a:moveTo>
                <a:lnTo>
                  <a:pt x="19059" y="0"/>
                </a:lnTo>
                <a:lnTo>
                  <a:pt x="19059" y="57562"/>
                </a:lnTo>
                <a:lnTo>
                  <a:pt x="87979" y="57562"/>
                </a:lnTo>
                <a:lnTo>
                  <a:pt x="87979" y="0"/>
                </a:lnTo>
                <a:lnTo>
                  <a:pt x="107038" y="0"/>
                </a:lnTo>
                <a:lnTo>
                  <a:pt x="107038" y="140342"/>
                </a:lnTo>
                <a:lnTo>
                  <a:pt x="87979" y="140342"/>
                </a:lnTo>
                <a:lnTo>
                  <a:pt x="87979" y="73540"/>
                </a:lnTo>
                <a:lnTo>
                  <a:pt x="19059" y="73540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B2368-8F78-4A18-B0DB-76BDBCF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139" y="8860436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C51C0-7D3E-4E7B-BC96-0FE31AC3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187" y="8860436"/>
            <a:ext cx="83358" cy="110310"/>
          </a:xfrm>
          <a:custGeom xmlns:a="http://schemas.openxmlformats.org/drawingml/2006/main">
            <a:pathLst>
              <a:path w="83358" h="110310">
                <a:moveTo>
                  <a:pt x="83358" y="6545"/>
                </a:moveTo>
                <a:lnTo>
                  <a:pt x="83358" y="22717"/>
                </a:lnTo>
                <a:cubicBezTo>
                  <a:pt x="78353" y="20021"/>
                  <a:pt x="73540" y="18096"/>
                  <a:pt x="68535" y="16749"/>
                </a:cubicBezTo>
                <a:cubicBezTo>
                  <a:pt x="63530" y="15401"/>
                  <a:pt x="58717" y="14631"/>
                  <a:pt x="53711" y="14631"/>
                </a:cubicBezTo>
                <a:cubicBezTo>
                  <a:pt x="42546" y="14631"/>
                  <a:pt x="33690" y="18289"/>
                  <a:pt x="27529" y="25412"/>
                </a:cubicBezTo>
                <a:cubicBezTo>
                  <a:pt x="21369" y="32535"/>
                  <a:pt x="18289" y="42546"/>
                  <a:pt x="18289" y="55251"/>
                </a:cubicBezTo>
                <a:cubicBezTo>
                  <a:pt x="18289" y="68150"/>
                  <a:pt x="21369" y="78161"/>
                  <a:pt x="27529" y="85284"/>
                </a:cubicBezTo>
                <a:cubicBezTo>
                  <a:pt x="33690" y="92407"/>
                  <a:pt x="42546" y="95872"/>
                  <a:pt x="53711" y="95872"/>
                </a:cubicBezTo>
                <a:cubicBezTo>
                  <a:pt x="58717" y="95872"/>
                  <a:pt x="63530" y="95294"/>
                  <a:pt x="68535" y="93947"/>
                </a:cubicBezTo>
                <a:cubicBezTo>
                  <a:pt x="73540" y="92599"/>
                  <a:pt x="78353" y="90481"/>
                  <a:pt x="83358" y="87786"/>
                </a:cubicBezTo>
                <a:lnTo>
                  <a:pt x="83358" y="103765"/>
                </a:lnTo>
                <a:cubicBezTo>
                  <a:pt x="78353" y="106075"/>
                  <a:pt x="73348" y="107808"/>
                  <a:pt x="68342" y="108770"/>
                </a:cubicBezTo>
                <a:cubicBezTo>
                  <a:pt x="63144" y="109733"/>
                  <a:pt x="57562" y="110310"/>
                  <a:pt x="51786" y="110310"/>
                </a:cubicBezTo>
                <a:cubicBezTo>
                  <a:pt x="36000" y="110310"/>
                  <a:pt x="23294" y="105498"/>
                  <a:pt x="14053" y="95487"/>
                </a:cubicBezTo>
                <a:cubicBezTo>
                  <a:pt x="4620" y="85669"/>
                  <a:pt x="0" y="72193"/>
                  <a:pt x="0" y="55251"/>
                </a:cubicBezTo>
                <a:cubicBezTo>
                  <a:pt x="0" y="38118"/>
                  <a:pt x="4620" y="24642"/>
                  <a:pt x="14053" y="14824"/>
                </a:cubicBezTo>
                <a:cubicBezTo>
                  <a:pt x="23487" y="5005"/>
                  <a:pt x="36385" y="0"/>
                  <a:pt x="52941" y="0"/>
                </a:cubicBezTo>
                <a:cubicBezTo>
                  <a:pt x="58332" y="0"/>
                  <a:pt x="63530" y="578"/>
                  <a:pt x="68535" y="1733"/>
                </a:cubicBezTo>
                <a:cubicBezTo>
                  <a:pt x="73540" y="2888"/>
                  <a:pt x="78546" y="4428"/>
                  <a:pt x="83358" y="65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168F0-844B-4DE7-96E0-A8DEB58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000" y="8821933"/>
            <a:ext cx="93369" cy="146310"/>
          </a:xfrm>
          <a:custGeom xmlns:a="http://schemas.openxmlformats.org/drawingml/2006/main">
            <a:pathLst>
              <a:path w="93369" h="146310">
                <a:moveTo>
                  <a:pt x="0" y="0"/>
                </a:moveTo>
                <a:lnTo>
                  <a:pt x="17326" y="0"/>
                </a:lnTo>
                <a:lnTo>
                  <a:pt x="17326" y="86439"/>
                </a:lnTo>
                <a:lnTo>
                  <a:pt x="68920" y="41005"/>
                </a:lnTo>
                <a:lnTo>
                  <a:pt x="91059" y="41005"/>
                </a:lnTo>
                <a:lnTo>
                  <a:pt x="35230" y="90289"/>
                </a:lnTo>
                <a:lnTo>
                  <a:pt x="93369" y="146310"/>
                </a:lnTo>
                <a:lnTo>
                  <a:pt x="70845" y="146310"/>
                </a:lnTo>
                <a:lnTo>
                  <a:pt x="17326" y="94909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280B8-35C0-4298-9B69-E116AE5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767" y="886043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3DE1C-EA71-4D12-883F-DF8BD2FE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093" y="8860436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F3C84-7F97-4C63-B095-2A6A24F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564" y="8827901"/>
            <a:ext cx="106268" cy="140342"/>
          </a:xfrm>
          <a:custGeom xmlns:a="http://schemas.openxmlformats.org/drawingml/2006/main">
            <a:pathLst>
              <a:path w="106268" h="140342">
                <a:moveTo>
                  <a:pt x="0" y="0"/>
                </a:moveTo>
                <a:lnTo>
                  <a:pt x="25604" y="0"/>
                </a:lnTo>
                <a:lnTo>
                  <a:pt x="87786" y="117433"/>
                </a:lnTo>
                <a:lnTo>
                  <a:pt x="87786" y="0"/>
                </a:lnTo>
                <a:lnTo>
                  <a:pt x="106268" y="0"/>
                </a:lnTo>
                <a:lnTo>
                  <a:pt x="106268" y="140342"/>
                </a:lnTo>
                <a:lnTo>
                  <a:pt x="80663" y="140342"/>
                </a:lnTo>
                <a:lnTo>
                  <a:pt x="18481" y="22909"/>
                </a:lnTo>
                <a:lnTo>
                  <a:pt x="18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0A25D-D2A1-4977-8243-BF4E04F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286" y="886043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A5988-DE68-4063-87ED-94F051F8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179" y="8862939"/>
            <a:ext cx="141305" cy="105305"/>
          </a:xfrm>
          <a:custGeom xmlns:a="http://schemas.openxmlformats.org/drawingml/2006/main">
            <a:pathLst>
              <a:path w="141305" h="105305">
                <a:moveTo>
                  <a:pt x="0" y="0"/>
                </a:moveTo>
                <a:lnTo>
                  <a:pt x="17326" y="0"/>
                </a:lnTo>
                <a:lnTo>
                  <a:pt x="38888" y="82203"/>
                </a:lnTo>
                <a:lnTo>
                  <a:pt x="60449" y="0"/>
                </a:lnTo>
                <a:lnTo>
                  <a:pt x="80856" y="0"/>
                </a:lnTo>
                <a:lnTo>
                  <a:pt x="102417" y="82203"/>
                </a:lnTo>
                <a:lnTo>
                  <a:pt x="123979" y="0"/>
                </a:lnTo>
                <a:lnTo>
                  <a:pt x="141305" y="0"/>
                </a:lnTo>
                <a:lnTo>
                  <a:pt x="113776" y="105305"/>
                </a:lnTo>
                <a:lnTo>
                  <a:pt x="93369" y="105305"/>
                </a:lnTo>
                <a:lnTo>
                  <a:pt x="70653" y="19059"/>
                </a:lnTo>
                <a:lnTo>
                  <a:pt x="47936" y="105305"/>
                </a:lnTo>
                <a:lnTo>
                  <a:pt x="27529" y="1053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1D5A3-C3FB-4BD8-A3ED-E1FB054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966" y="8860436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47DA9-0E2F-4AB8-9AE1-4E47CD7F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053685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A8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F8090-9C95-4E6C-AA3C-9944F60F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053685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86FF"/>
            </a:solidFill>
            <a:round/>
          </a:ln>
        </p:spPr>
      </p:sp>
      <p:sp>
        <p:nvSpPr>
          <p:cNvPr id="6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6E99D-1637-4DAE-ABD4-B5827A31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9014211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FFBC4-BEEE-4442-823E-162CAF44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863" y="9008243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384A8-9F03-455B-A1B0-81EE9FCE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382" y="9008243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74046-0F5E-457C-B3C0-F4D3BEB3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393" y="904674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92317-FDB1-4726-9804-41ECC69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634" y="9094104"/>
            <a:ext cx="50631" cy="15401"/>
          </a:xfrm>
          <a:custGeom xmlns:a="http://schemas.openxmlformats.org/drawingml/2006/main">
            <a:pathLst>
              <a:path w="50631" h="15401">
                <a:moveTo>
                  <a:pt x="0" y="0"/>
                </a:moveTo>
                <a:lnTo>
                  <a:pt x="50631" y="0"/>
                </a:lnTo>
                <a:lnTo>
                  <a:pt x="50631" y="15401"/>
                </a:lnTo>
                <a:lnTo>
                  <a:pt x="0" y="15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AFED2-C6CB-41C3-87B4-14A74A4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479" y="9011708"/>
            <a:ext cx="113198" cy="145348"/>
          </a:xfrm>
          <a:custGeom xmlns:a="http://schemas.openxmlformats.org/drawingml/2006/main">
            <a:pathLst>
              <a:path w="113198" h="145348">
                <a:moveTo>
                  <a:pt x="113198" y="13283"/>
                </a:moveTo>
                <a:lnTo>
                  <a:pt x="113198" y="33305"/>
                </a:lnTo>
                <a:cubicBezTo>
                  <a:pt x="106653" y="27529"/>
                  <a:pt x="99915" y="23102"/>
                  <a:pt x="92599" y="20021"/>
                </a:cubicBezTo>
                <a:cubicBezTo>
                  <a:pt x="85284" y="17134"/>
                  <a:pt x="77776" y="15594"/>
                  <a:pt x="69690" y="15594"/>
                </a:cubicBezTo>
                <a:cubicBezTo>
                  <a:pt x="53519" y="15594"/>
                  <a:pt x="41198" y="20599"/>
                  <a:pt x="32727" y="30417"/>
                </a:cubicBezTo>
                <a:cubicBezTo>
                  <a:pt x="24257" y="40235"/>
                  <a:pt x="20021" y="54289"/>
                  <a:pt x="20021" y="72770"/>
                </a:cubicBezTo>
                <a:cubicBezTo>
                  <a:pt x="20021" y="91251"/>
                  <a:pt x="24257" y="105498"/>
                  <a:pt x="32727" y="115316"/>
                </a:cubicBezTo>
                <a:cubicBezTo>
                  <a:pt x="41198" y="125134"/>
                  <a:pt x="53519" y="129947"/>
                  <a:pt x="69690" y="129947"/>
                </a:cubicBezTo>
                <a:cubicBezTo>
                  <a:pt x="77776" y="129947"/>
                  <a:pt x="85284" y="128599"/>
                  <a:pt x="92599" y="125519"/>
                </a:cubicBezTo>
                <a:cubicBezTo>
                  <a:pt x="99915" y="122631"/>
                  <a:pt x="106653" y="118203"/>
                  <a:pt x="113198" y="112235"/>
                </a:cubicBezTo>
                <a:lnTo>
                  <a:pt x="113198" y="132064"/>
                </a:lnTo>
                <a:cubicBezTo>
                  <a:pt x="106460" y="136685"/>
                  <a:pt x="99337" y="139957"/>
                  <a:pt x="92022" y="142075"/>
                </a:cubicBezTo>
                <a:cubicBezTo>
                  <a:pt x="84706" y="144193"/>
                  <a:pt x="76813" y="145348"/>
                  <a:pt x="68535" y="145348"/>
                </a:cubicBezTo>
                <a:cubicBezTo>
                  <a:pt x="47358" y="145348"/>
                  <a:pt x="30610" y="138995"/>
                  <a:pt x="18289" y="126096"/>
                </a:cubicBezTo>
                <a:cubicBezTo>
                  <a:pt x="5968" y="113198"/>
                  <a:pt x="0" y="95487"/>
                  <a:pt x="0" y="72770"/>
                </a:cubicBezTo>
                <a:cubicBezTo>
                  <a:pt x="0" y="50246"/>
                  <a:pt x="5968" y="32535"/>
                  <a:pt x="18289" y="19444"/>
                </a:cubicBezTo>
                <a:cubicBezTo>
                  <a:pt x="30610" y="6545"/>
                  <a:pt x="47358" y="0"/>
                  <a:pt x="68535" y="0"/>
                </a:cubicBezTo>
                <a:cubicBezTo>
                  <a:pt x="77005" y="0"/>
                  <a:pt x="84899" y="1155"/>
                  <a:pt x="92214" y="3273"/>
                </a:cubicBezTo>
                <a:cubicBezTo>
                  <a:pt x="99530" y="5583"/>
                  <a:pt x="106653" y="8856"/>
                  <a:pt x="113198" y="13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AFAE2-BBF8-4281-8382-DCE79B13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853" y="9011708"/>
            <a:ext cx="113198" cy="145348"/>
          </a:xfrm>
          <a:custGeom xmlns:a="http://schemas.openxmlformats.org/drawingml/2006/main">
            <a:pathLst>
              <a:path w="113198" h="145348">
                <a:moveTo>
                  <a:pt x="113198" y="13283"/>
                </a:moveTo>
                <a:lnTo>
                  <a:pt x="113198" y="33305"/>
                </a:lnTo>
                <a:cubicBezTo>
                  <a:pt x="106653" y="27529"/>
                  <a:pt x="99915" y="23102"/>
                  <a:pt x="92599" y="20021"/>
                </a:cubicBezTo>
                <a:cubicBezTo>
                  <a:pt x="85284" y="17134"/>
                  <a:pt x="77776" y="15594"/>
                  <a:pt x="69690" y="15594"/>
                </a:cubicBezTo>
                <a:cubicBezTo>
                  <a:pt x="53519" y="15594"/>
                  <a:pt x="41198" y="20599"/>
                  <a:pt x="32727" y="30417"/>
                </a:cubicBezTo>
                <a:cubicBezTo>
                  <a:pt x="24257" y="40235"/>
                  <a:pt x="20021" y="54289"/>
                  <a:pt x="20021" y="72770"/>
                </a:cubicBezTo>
                <a:cubicBezTo>
                  <a:pt x="20021" y="91251"/>
                  <a:pt x="24257" y="105498"/>
                  <a:pt x="32727" y="115316"/>
                </a:cubicBezTo>
                <a:cubicBezTo>
                  <a:pt x="41198" y="125134"/>
                  <a:pt x="53519" y="129947"/>
                  <a:pt x="69690" y="129947"/>
                </a:cubicBezTo>
                <a:cubicBezTo>
                  <a:pt x="77776" y="129947"/>
                  <a:pt x="85284" y="128599"/>
                  <a:pt x="92599" y="125519"/>
                </a:cubicBezTo>
                <a:cubicBezTo>
                  <a:pt x="99915" y="122631"/>
                  <a:pt x="106653" y="118203"/>
                  <a:pt x="113198" y="112235"/>
                </a:cubicBezTo>
                <a:lnTo>
                  <a:pt x="113198" y="132064"/>
                </a:lnTo>
                <a:cubicBezTo>
                  <a:pt x="106460" y="136685"/>
                  <a:pt x="99337" y="139957"/>
                  <a:pt x="92022" y="142075"/>
                </a:cubicBezTo>
                <a:cubicBezTo>
                  <a:pt x="84706" y="144193"/>
                  <a:pt x="76813" y="145348"/>
                  <a:pt x="68535" y="145348"/>
                </a:cubicBezTo>
                <a:cubicBezTo>
                  <a:pt x="47358" y="145348"/>
                  <a:pt x="30610" y="138995"/>
                  <a:pt x="18289" y="126096"/>
                </a:cubicBezTo>
                <a:cubicBezTo>
                  <a:pt x="5968" y="113198"/>
                  <a:pt x="0" y="95487"/>
                  <a:pt x="0" y="72770"/>
                </a:cubicBezTo>
                <a:cubicBezTo>
                  <a:pt x="0" y="50246"/>
                  <a:pt x="5968" y="32535"/>
                  <a:pt x="18289" y="19444"/>
                </a:cubicBezTo>
                <a:cubicBezTo>
                  <a:pt x="30610" y="6545"/>
                  <a:pt x="47358" y="0"/>
                  <a:pt x="68535" y="0"/>
                </a:cubicBezTo>
                <a:cubicBezTo>
                  <a:pt x="77005" y="0"/>
                  <a:pt x="84899" y="1155"/>
                  <a:pt x="92214" y="3273"/>
                </a:cubicBezTo>
                <a:cubicBezTo>
                  <a:pt x="99530" y="5583"/>
                  <a:pt x="106653" y="8856"/>
                  <a:pt x="113198" y="13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09B7F-AACA-4ACE-BC83-F4DC79F0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239995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1A3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23659-1D53-4CDF-85E0-2F9531C2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239995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1A35FF"/>
            </a:solidFill>
            <a:round/>
          </a:ln>
        </p:spPr>
      </p:sp>
      <p:sp>
        <p:nvSpPr>
          <p:cNvPr id="6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055D7-A47B-436B-BDBD-D7A319AC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70" y="9200521"/>
            <a:ext cx="177690" cy="140342"/>
          </a:xfrm>
          <a:custGeom xmlns:a="http://schemas.openxmlformats.org/drawingml/2006/main">
            <a:pathLst>
              <a:path w="177690" h="140342">
                <a:moveTo>
                  <a:pt x="0" y="0"/>
                </a:moveTo>
                <a:lnTo>
                  <a:pt x="19251" y="0"/>
                </a:lnTo>
                <a:lnTo>
                  <a:pt x="48706" y="118588"/>
                </a:lnTo>
                <a:lnTo>
                  <a:pt x="78161" y="0"/>
                </a:lnTo>
                <a:lnTo>
                  <a:pt x="99530" y="0"/>
                </a:lnTo>
                <a:lnTo>
                  <a:pt x="128984" y="118588"/>
                </a:lnTo>
                <a:lnTo>
                  <a:pt x="158439" y="0"/>
                </a:lnTo>
                <a:lnTo>
                  <a:pt x="177690" y="0"/>
                </a:lnTo>
                <a:lnTo>
                  <a:pt x="142460" y="140342"/>
                </a:lnTo>
                <a:lnTo>
                  <a:pt x="118588" y="140342"/>
                </a:lnTo>
                <a:lnTo>
                  <a:pt x="88941" y="18481"/>
                </a:lnTo>
                <a:lnTo>
                  <a:pt x="59102" y="140342"/>
                </a:lnTo>
                <a:lnTo>
                  <a:pt x="3523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A2AE5-7D44-462D-BABD-540493FE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173" y="9194553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35E90-4D1D-4EA7-A12F-0386072E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115" y="9194553"/>
            <a:ext cx="93369" cy="146310"/>
          </a:xfrm>
          <a:custGeom xmlns:a="http://schemas.openxmlformats.org/drawingml/2006/main">
            <a:pathLst>
              <a:path w="93369" h="146310">
                <a:moveTo>
                  <a:pt x="0" y="0"/>
                </a:moveTo>
                <a:lnTo>
                  <a:pt x="17326" y="0"/>
                </a:lnTo>
                <a:lnTo>
                  <a:pt x="17326" y="86439"/>
                </a:lnTo>
                <a:lnTo>
                  <a:pt x="68920" y="41005"/>
                </a:lnTo>
                <a:lnTo>
                  <a:pt x="91059" y="41005"/>
                </a:lnTo>
                <a:lnTo>
                  <a:pt x="35230" y="90289"/>
                </a:lnTo>
                <a:lnTo>
                  <a:pt x="93369" y="146310"/>
                </a:lnTo>
                <a:lnTo>
                  <a:pt x="70845" y="146310"/>
                </a:lnTo>
                <a:lnTo>
                  <a:pt x="17326" y="94909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46D2E-EB1A-45FC-96DD-7109A1D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158" y="9194553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0CD2A-5092-49F0-A099-5FB34AB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099" y="9233056"/>
            <a:ext cx="94139" cy="147658"/>
          </a:xfrm>
          <a:custGeom xmlns:a="http://schemas.openxmlformats.org/drawingml/2006/main">
            <a:pathLst>
              <a:path w="94139" h="147658">
                <a:moveTo>
                  <a:pt x="17326" y="92022"/>
                </a:moveTo>
                <a:lnTo>
                  <a:pt x="17326" y="147658"/>
                </a:lnTo>
                <a:lnTo>
                  <a:pt x="0" y="14765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481"/>
                </a:lnTo>
                <a:cubicBezTo>
                  <a:pt x="20791" y="12321"/>
                  <a:pt x="25412" y="7701"/>
                  <a:pt x="30995" y="4620"/>
                </a:cubicBezTo>
                <a:cubicBezTo>
                  <a:pt x="36578" y="1540"/>
                  <a:pt x="43316" y="0"/>
                  <a:pt x="51016" y="0"/>
                </a:cubicBezTo>
                <a:cubicBezTo>
                  <a:pt x="63722" y="0"/>
                  <a:pt x="74118" y="5198"/>
                  <a:pt x="82203" y="15209"/>
                </a:cubicBezTo>
                <a:cubicBezTo>
                  <a:pt x="90096" y="25412"/>
                  <a:pt x="94139" y="38695"/>
                  <a:pt x="94139" y="55251"/>
                </a:cubicBezTo>
                <a:cubicBezTo>
                  <a:pt x="94139" y="71808"/>
                  <a:pt x="90096" y="85284"/>
                  <a:pt x="82203" y="95294"/>
                </a:cubicBezTo>
                <a:cubicBezTo>
                  <a:pt x="74118" y="105305"/>
                  <a:pt x="63722" y="110310"/>
                  <a:pt x="51016" y="110310"/>
                </a:cubicBezTo>
                <a:cubicBezTo>
                  <a:pt x="43316" y="110310"/>
                  <a:pt x="36578" y="108770"/>
                  <a:pt x="30995" y="105883"/>
                </a:cubicBezTo>
                <a:cubicBezTo>
                  <a:pt x="25412" y="102995"/>
                  <a:pt x="20791" y="98374"/>
                  <a:pt x="17326" y="92022"/>
                </a:cubicBezTo>
                <a:close/>
                <a:moveTo>
                  <a:pt x="76235" y="55251"/>
                </a:moveTo>
                <a:cubicBezTo>
                  <a:pt x="76235" y="42546"/>
                  <a:pt x="73540" y="32727"/>
                  <a:pt x="68342" y="25412"/>
                </a:cubicBezTo>
                <a:cubicBezTo>
                  <a:pt x="62952" y="18096"/>
                  <a:pt x="55829" y="14439"/>
                  <a:pt x="46781" y="14439"/>
                </a:cubicBezTo>
                <a:cubicBezTo>
                  <a:pt x="37540" y="14439"/>
                  <a:pt x="30417" y="18096"/>
                  <a:pt x="25219" y="25412"/>
                </a:cubicBezTo>
                <a:cubicBezTo>
                  <a:pt x="19829" y="32727"/>
                  <a:pt x="17326" y="42546"/>
                  <a:pt x="17326" y="55251"/>
                </a:cubicBezTo>
                <a:cubicBezTo>
                  <a:pt x="17326" y="67957"/>
                  <a:pt x="19829" y="77968"/>
                  <a:pt x="25219" y="85284"/>
                </a:cubicBezTo>
                <a:cubicBezTo>
                  <a:pt x="30417" y="92599"/>
                  <a:pt x="37540" y="96064"/>
                  <a:pt x="46781" y="96064"/>
                </a:cubicBezTo>
                <a:cubicBezTo>
                  <a:pt x="55829" y="96064"/>
                  <a:pt x="62952" y="92599"/>
                  <a:pt x="68342" y="85284"/>
                </a:cubicBezTo>
                <a:cubicBezTo>
                  <a:pt x="73540" y="77968"/>
                  <a:pt x="76235" y="67957"/>
                  <a:pt x="76235" y="5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63DB0-D53C-4DFE-89C3-9DB5DB6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415" y="923305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77C58-14A3-491D-9752-54198D7F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11" y="9194553"/>
            <a:ext cx="94139" cy="148813"/>
          </a:xfrm>
          <a:custGeom xmlns:a="http://schemas.openxmlformats.org/drawingml/2006/main">
            <a:pathLst>
              <a:path w="94139" h="148813">
                <a:moveTo>
                  <a:pt x="76813" y="56984"/>
                </a:moveTo>
                <a:lnTo>
                  <a:pt x="76813" y="0"/>
                </a:lnTo>
                <a:lnTo>
                  <a:pt x="94139" y="0"/>
                </a:lnTo>
                <a:lnTo>
                  <a:pt x="94139" y="146310"/>
                </a:lnTo>
                <a:lnTo>
                  <a:pt x="76813" y="146310"/>
                </a:lnTo>
                <a:lnTo>
                  <a:pt x="76813" y="130524"/>
                </a:lnTo>
                <a:cubicBezTo>
                  <a:pt x="73155" y="136877"/>
                  <a:pt x="68535" y="141498"/>
                  <a:pt x="62952" y="144385"/>
                </a:cubicBezTo>
                <a:cubicBezTo>
                  <a:pt x="57369" y="147273"/>
                  <a:pt x="50824" y="148813"/>
                  <a:pt x="43123" y="148813"/>
                </a:cubicBezTo>
                <a:cubicBezTo>
                  <a:pt x="30417" y="148813"/>
                  <a:pt x="20021" y="143808"/>
                  <a:pt x="11936" y="133797"/>
                </a:cubicBezTo>
                <a:cubicBezTo>
                  <a:pt x="3850" y="123786"/>
                  <a:pt x="0" y="110310"/>
                  <a:pt x="0" y="93754"/>
                </a:cubicBezTo>
                <a:cubicBezTo>
                  <a:pt x="0" y="77198"/>
                  <a:pt x="3850" y="63915"/>
                  <a:pt x="11936" y="53711"/>
                </a:cubicBezTo>
                <a:cubicBezTo>
                  <a:pt x="20021" y="43701"/>
                  <a:pt x="30417" y="38503"/>
                  <a:pt x="43123" y="38503"/>
                </a:cubicBezTo>
                <a:cubicBezTo>
                  <a:pt x="50824" y="38503"/>
                  <a:pt x="57369" y="40043"/>
                  <a:pt x="62952" y="43123"/>
                </a:cubicBezTo>
                <a:cubicBezTo>
                  <a:pt x="68535" y="46203"/>
                  <a:pt x="73155" y="50824"/>
                  <a:pt x="76813" y="56984"/>
                </a:cubicBezTo>
                <a:close/>
                <a:moveTo>
                  <a:pt x="17904" y="93754"/>
                </a:moveTo>
                <a:cubicBezTo>
                  <a:pt x="17904" y="106460"/>
                  <a:pt x="20406" y="116471"/>
                  <a:pt x="25604" y="123786"/>
                </a:cubicBezTo>
                <a:cubicBezTo>
                  <a:pt x="30802" y="131102"/>
                  <a:pt x="37925" y="134567"/>
                  <a:pt x="47166" y="134567"/>
                </a:cubicBezTo>
                <a:cubicBezTo>
                  <a:pt x="56407" y="134567"/>
                  <a:pt x="63530" y="131102"/>
                  <a:pt x="68920" y="123786"/>
                </a:cubicBezTo>
                <a:cubicBezTo>
                  <a:pt x="74118" y="116471"/>
                  <a:pt x="76813" y="106460"/>
                  <a:pt x="76813" y="93754"/>
                </a:cubicBezTo>
                <a:cubicBezTo>
                  <a:pt x="76813" y="81048"/>
                  <a:pt x="74118" y="71230"/>
                  <a:pt x="68920" y="63915"/>
                </a:cubicBezTo>
                <a:cubicBezTo>
                  <a:pt x="63530" y="56599"/>
                  <a:pt x="56407" y="52941"/>
                  <a:pt x="47166" y="52941"/>
                </a:cubicBezTo>
                <a:cubicBezTo>
                  <a:pt x="37925" y="52941"/>
                  <a:pt x="30802" y="56599"/>
                  <a:pt x="25604" y="63915"/>
                </a:cubicBezTo>
                <a:cubicBezTo>
                  <a:pt x="20406" y="71230"/>
                  <a:pt x="17904" y="81048"/>
                  <a:pt x="17904" y="93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EF740-6837-4F5D-A224-BB0A63E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565" y="9194553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5E1A3-C0CC-44E8-B036-6FA6C2E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538" y="9233056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9966B-42E1-48A9-A7DA-9C4B6FBB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774" y="9194745"/>
            <a:ext cx="43123" cy="171337"/>
          </a:xfrm>
          <a:custGeom xmlns:a="http://schemas.openxmlformats.org/drawingml/2006/main">
            <a:pathLst>
              <a:path w="43123" h="171337">
                <a:moveTo>
                  <a:pt x="43123" y="0"/>
                </a:moveTo>
                <a:cubicBezTo>
                  <a:pt x="34652" y="14631"/>
                  <a:pt x="28492" y="28877"/>
                  <a:pt x="24449" y="42931"/>
                </a:cubicBezTo>
                <a:cubicBezTo>
                  <a:pt x="20214" y="56984"/>
                  <a:pt x="18289" y="71230"/>
                  <a:pt x="18289" y="85669"/>
                </a:cubicBezTo>
                <a:cubicBezTo>
                  <a:pt x="18289" y="100300"/>
                  <a:pt x="20214" y="114546"/>
                  <a:pt x="24449" y="128599"/>
                </a:cubicBezTo>
                <a:cubicBezTo>
                  <a:pt x="28492" y="142845"/>
                  <a:pt x="34652" y="156899"/>
                  <a:pt x="43123" y="171337"/>
                </a:cubicBezTo>
                <a:lnTo>
                  <a:pt x="28107" y="171337"/>
                </a:lnTo>
                <a:cubicBezTo>
                  <a:pt x="18674" y="156514"/>
                  <a:pt x="11551" y="142268"/>
                  <a:pt x="6930" y="128022"/>
                </a:cubicBezTo>
                <a:cubicBezTo>
                  <a:pt x="2310" y="113776"/>
                  <a:pt x="0" y="99722"/>
                  <a:pt x="0" y="85669"/>
                </a:cubicBezTo>
                <a:cubicBezTo>
                  <a:pt x="0" y="71808"/>
                  <a:pt x="2310" y="57754"/>
                  <a:pt x="6930" y="43508"/>
                </a:cubicBezTo>
                <a:cubicBezTo>
                  <a:pt x="11551" y="29262"/>
                  <a:pt x="18481" y="14824"/>
                  <a:pt x="28107" y="0"/>
                </a:cubicBezTo>
                <a:lnTo>
                  <a:pt x="431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33CC7-E883-4191-B691-06389607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86" y="923305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C1111-9105-4DBC-AB56-CD06AB7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213" y="9233056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24CA2-B396-4F52-9172-535A47C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149" y="9194745"/>
            <a:ext cx="43123" cy="171337"/>
          </a:xfrm>
          <a:custGeom xmlns:a="http://schemas.openxmlformats.org/drawingml/2006/main">
            <a:pathLst>
              <a:path w="43123" h="171337">
                <a:moveTo>
                  <a:pt x="0" y="0"/>
                </a:moveTo>
                <a:lnTo>
                  <a:pt x="15016" y="0"/>
                </a:lnTo>
                <a:cubicBezTo>
                  <a:pt x="24257" y="14824"/>
                  <a:pt x="31380" y="29262"/>
                  <a:pt x="36000" y="43508"/>
                </a:cubicBezTo>
                <a:cubicBezTo>
                  <a:pt x="40620" y="57754"/>
                  <a:pt x="43123" y="71808"/>
                  <a:pt x="43123" y="85669"/>
                </a:cubicBezTo>
                <a:cubicBezTo>
                  <a:pt x="43123" y="99722"/>
                  <a:pt x="40620" y="113776"/>
                  <a:pt x="36000" y="128022"/>
                </a:cubicBezTo>
                <a:cubicBezTo>
                  <a:pt x="31380" y="142268"/>
                  <a:pt x="24257" y="156514"/>
                  <a:pt x="15016" y="171337"/>
                </a:cubicBezTo>
                <a:lnTo>
                  <a:pt x="0" y="171337"/>
                </a:lnTo>
                <a:cubicBezTo>
                  <a:pt x="8278" y="156899"/>
                  <a:pt x="14439" y="142845"/>
                  <a:pt x="18674" y="128599"/>
                </a:cubicBezTo>
                <a:cubicBezTo>
                  <a:pt x="22717" y="114546"/>
                  <a:pt x="24834" y="100300"/>
                  <a:pt x="24834" y="85669"/>
                </a:cubicBezTo>
                <a:cubicBezTo>
                  <a:pt x="24834" y="71230"/>
                  <a:pt x="22717" y="56984"/>
                  <a:pt x="18674" y="42931"/>
                </a:cubicBezTo>
                <a:cubicBezTo>
                  <a:pt x="14439" y="28877"/>
                  <a:pt x="8278" y="14631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EDE3F-01F9-44BA-A2B7-73BFC221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426304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50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5C0B9-DA47-4087-94B9-5A0AD40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426304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501AFF"/>
            </a:solidFill>
            <a:round/>
          </a:ln>
        </p:spPr>
      </p:sp>
      <p:sp>
        <p:nvSpPr>
          <p:cNvPr id="6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164C1-9442-462B-8EBF-1559D77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598" y="9384328"/>
            <a:ext cx="122631" cy="145348"/>
          </a:xfrm>
          <a:custGeom xmlns:a="http://schemas.openxmlformats.org/drawingml/2006/main">
            <a:pathLst>
              <a:path w="122631" h="145348">
                <a:moveTo>
                  <a:pt x="103765" y="122824"/>
                </a:moveTo>
                <a:lnTo>
                  <a:pt x="103765" y="85091"/>
                </a:lnTo>
                <a:lnTo>
                  <a:pt x="72770" y="85091"/>
                </a:lnTo>
                <a:lnTo>
                  <a:pt x="72770" y="69497"/>
                </a:lnTo>
                <a:lnTo>
                  <a:pt x="122631" y="69497"/>
                </a:lnTo>
                <a:lnTo>
                  <a:pt x="122631" y="129754"/>
                </a:lnTo>
                <a:cubicBezTo>
                  <a:pt x="115316" y="135145"/>
                  <a:pt x="107230" y="138995"/>
                  <a:pt x="98374" y="141498"/>
                </a:cubicBezTo>
                <a:cubicBezTo>
                  <a:pt x="89519" y="144000"/>
                  <a:pt x="80086" y="145348"/>
                  <a:pt x="70075" y="145348"/>
                </a:cubicBezTo>
                <a:cubicBezTo>
                  <a:pt x="48128" y="145348"/>
                  <a:pt x="30802" y="138995"/>
                  <a:pt x="18481" y="126289"/>
                </a:cubicBezTo>
                <a:cubicBezTo>
                  <a:pt x="6160" y="113583"/>
                  <a:pt x="0" y="95679"/>
                  <a:pt x="0" y="72770"/>
                </a:cubicBezTo>
                <a:cubicBezTo>
                  <a:pt x="0" y="50054"/>
                  <a:pt x="6160" y="32150"/>
                  <a:pt x="18481" y="19251"/>
                </a:cubicBezTo>
                <a:cubicBezTo>
                  <a:pt x="30802" y="6545"/>
                  <a:pt x="48128" y="0"/>
                  <a:pt x="70075" y="0"/>
                </a:cubicBezTo>
                <a:cubicBezTo>
                  <a:pt x="79123" y="0"/>
                  <a:pt x="87786" y="1155"/>
                  <a:pt x="96064" y="3465"/>
                </a:cubicBezTo>
                <a:cubicBezTo>
                  <a:pt x="104342" y="5775"/>
                  <a:pt x="112043" y="9048"/>
                  <a:pt x="118973" y="13283"/>
                </a:cubicBezTo>
                <a:lnTo>
                  <a:pt x="118973" y="33497"/>
                </a:lnTo>
                <a:cubicBezTo>
                  <a:pt x="111850" y="27722"/>
                  <a:pt x="104342" y="23294"/>
                  <a:pt x="96449" y="20214"/>
                </a:cubicBezTo>
                <a:cubicBezTo>
                  <a:pt x="88556" y="17134"/>
                  <a:pt x="80278" y="15594"/>
                  <a:pt x="71615" y="15594"/>
                </a:cubicBezTo>
                <a:cubicBezTo>
                  <a:pt x="54289" y="15594"/>
                  <a:pt x="41390" y="20406"/>
                  <a:pt x="32920" y="30032"/>
                </a:cubicBezTo>
                <a:cubicBezTo>
                  <a:pt x="24257" y="39658"/>
                  <a:pt x="20021" y="53904"/>
                  <a:pt x="20021" y="72770"/>
                </a:cubicBezTo>
                <a:cubicBezTo>
                  <a:pt x="20021" y="91829"/>
                  <a:pt x="24257" y="106075"/>
                  <a:pt x="32920" y="115701"/>
                </a:cubicBezTo>
                <a:cubicBezTo>
                  <a:pt x="41390" y="125326"/>
                  <a:pt x="54289" y="129947"/>
                  <a:pt x="71615" y="129947"/>
                </a:cubicBezTo>
                <a:cubicBezTo>
                  <a:pt x="78161" y="129947"/>
                  <a:pt x="84128" y="129369"/>
                  <a:pt x="89519" y="128214"/>
                </a:cubicBezTo>
                <a:cubicBezTo>
                  <a:pt x="94909" y="127059"/>
                  <a:pt x="99530" y="125326"/>
                  <a:pt x="103765" y="122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30357-DD5A-4D37-B7CB-52D24AC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379" y="9419366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45AE8-A329-415D-B784-FEBBD885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267" y="9392029"/>
            <a:ext cx="65647" cy="135145"/>
          </a:xfrm>
          <a:custGeom xmlns:a="http://schemas.openxmlformats.org/drawingml/2006/main">
            <a:pathLst>
              <a:path w="65647" h="135145">
                <a:moveTo>
                  <a:pt x="30032" y="0"/>
                </a:moveTo>
                <a:lnTo>
                  <a:pt x="30032" y="29840"/>
                </a:lnTo>
                <a:lnTo>
                  <a:pt x="65647" y="29840"/>
                </a:lnTo>
                <a:lnTo>
                  <a:pt x="65647" y="43316"/>
                </a:lnTo>
                <a:lnTo>
                  <a:pt x="30032" y="43316"/>
                </a:lnTo>
                <a:lnTo>
                  <a:pt x="30032" y="100492"/>
                </a:lnTo>
                <a:cubicBezTo>
                  <a:pt x="30032" y="109155"/>
                  <a:pt x="31187" y="114738"/>
                  <a:pt x="33497" y="117048"/>
                </a:cubicBezTo>
                <a:cubicBezTo>
                  <a:pt x="35808" y="119551"/>
                  <a:pt x="40620" y="120706"/>
                  <a:pt x="47936" y="120706"/>
                </a:cubicBezTo>
                <a:lnTo>
                  <a:pt x="65647" y="120706"/>
                </a:lnTo>
                <a:lnTo>
                  <a:pt x="65647" y="135145"/>
                </a:lnTo>
                <a:lnTo>
                  <a:pt x="47936" y="135145"/>
                </a:lnTo>
                <a:cubicBezTo>
                  <a:pt x="34460" y="135145"/>
                  <a:pt x="25219" y="132642"/>
                  <a:pt x="20214" y="127637"/>
                </a:cubicBezTo>
                <a:cubicBezTo>
                  <a:pt x="15209" y="122631"/>
                  <a:pt x="12706" y="113583"/>
                  <a:pt x="12706" y="100492"/>
                </a:cubicBezTo>
                <a:lnTo>
                  <a:pt x="12706" y="43316"/>
                </a:lnTo>
                <a:lnTo>
                  <a:pt x="0" y="43316"/>
                </a:lnTo>
                <a:lnTo>
                  <a:pt x="0" y="29840"/>
                </a:lnTo>
                <a:lnTo>
                  <a:pt x="12706" y="29840"/>
                </a:lnTo>
                <a:lnTo>
                  <a:pt x="12706" y="0"/>
                </a:lnTo>
                <a:lnTo>
                  <a:pt x="300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55ED5-7CAE-4373-9E5B-8F6B35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123" y="941936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65FE9-D151-4781-BEF3-0A16BF43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449" y="9419366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D398A-B43A-4A2C-A60A-E138208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503" y="9380863"/>
            <a:ext cx="94139" cy="148813"/>
          </a:xfrm>
          <a:custGeom xmlns:a="http://schemas.openxmlformats.org/drawingml/2006/main">
            <a:pathLst>
              <a:path w="94139" h="148813">
                <a:moveTo>
                  <a:pt x="76235" y="93754"/>
                </a:moveTo>
                <a:cubicBezTo>
                  <a:pt x="76235" y="81048"/>
                  <a:pt x="73540" y="71230"/>
                  <a:pt x="68342" y="63915"/>
                </a:cubicBezTo>
                <a:cubicBezTo>
                  <a:pt x="62952" y="56599"/>
                  <a:pt x="55829" y="52941"/>
                  <a:pt x="46781" y="52941"/>
                </a:cubicBezTo>
                <a:cubicBezTo>
                  <a:pt x="37540" y="52941"/>
                  <a:pt x="30417" y="56599"/>
                  <a:pt x="25219" y="63915"/>
                </a:cubicBezTo>
                <a:cubicBezTo>
                  <a:pt x="19829" y="71230"/>
                  <a:pt x="17326" y="81048"/>
                  <a:pt x="17326" y="93754"/>
                </a:cubicBezTo>
                <a:cubicBezTo>
                  <a:pt x="17326" y="106460"/>
                  <a:pt x="19829" y="116471"/>
                  <a:pt x="25219" y="123786"/>
                </a:cubicBezTo>
                <a:cubicBezTo>
                  <a:pt x="30417" y="131102"/>
                  <a:pt x="37540" y="134567"/>
                  <a:pt x="46781" y="134567"/>
                </a:cubicBezTo>
                <a:cubicBezTo>
                  <a:pt x="55829" y="134567"/>
                  <a:pt x="62952" y="131102"/>
                  <a:pt x="68342" y="123786"/>
                </a:cubicBezTo>
                <a:cubicBezTo>
                  <a:pt x="73540" y="116471"/>
                  <a:pt x="76235" y="106460"/>
                  <a:pt x="76235" y="93754"/>
                </a:cubicBezTo>
                <a:close/>
                <a:moveTo>
                  <a:pt x="17326" y="56984"/>
                </a:moveTo>
                <a:cubicBezTo>
                  <a:pt x="20791" y="50824"/>
                  <a:pt x="25412" y="46203"/>
                  <a:pt x="30995" y="43123"/>
                </a:cubicBezTo>
                <a:cubicBezTo>
                  <a:pt x="36578" y="40043"/>
                  <a:pt x="43316" y="38503"/>
                  <a:pt x="51016" y="38503"/>
                </a:cubicBezTo>
                <a:cubicBezTo>
                  <a:pt x="63722" y="38503"/>
                  <a:pt x="74118" y="43701"/>
                  <a:pt x="82203" y="53711"/>
                </a:cubicBezTo>
                <a:cubicBezTo>
                  <a:pt x="90096" y="63915"/>
                  <a:pt x="94139" y="77198"/>
                  <a:pt x="94139" y="93754"/>
                </a:cubicBezTo>
                <a:cubicBezTo>
                  <a:pt x="94139" y="110310"/>
                  <a:pt x="90096" y="123786"/>
                  <a:pt x="82203" y="133797"/>
                </a:cubicBezTo>
                <a:cubicBezTo>
                  <a:pt x="74118" y="143808"/>
                  <a:pt x="63722" y="148813"/>
                  <a:pt x="51016" y="148813"/>
                </a:cubicBezTo>
                <a:cubicBezTo>
                  <a:pt x="43316" y="148813"/>
                  <a:pt x="36578" y="147273"/>
                  <a:pt x="30995" y="144385"/>
                </a:cubicBezTo>
                <a:cubicBezTo>
                  <a:pt x="25412" y="141498"/>
                  <a:pt x="20791" y="136877"/>
                  <a:pt x="17326" y="1305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6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BDA1C-25BD-4809-AFAB-053C945B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819" y="9419366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8DC01-366A-4E85-B5D1-84B3E3E9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45" y="9419366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73ADF-F17D-44AD-8784-C21AB43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54" y="9419366"/>
            <a:ext cx="94139" cy="147658"/>
          </a:xfrm>
          <a:custGeom xmlns:a="http://schemas.openxmlformats.org/drawingml/2006/main">
            <a:pathLst>
              <a:path w="94139" h="147658">
                <a:moveTo>
                  <a:pt x="76813" y="53904"/>
                </a:moveTo>
                <a:cubicBezTo>
                  <a:pt x="76813" y="41583"/>
                  <a:pt x="74118" y="31765"/>
                  <a:pt x="69112" y="24834"/>
                </a:cubicBezTo>
                <a:cubicBezTo>
                  <a:pt x="63915" y="17904"/>
                  <a:pt x="56599" y="14439"/>
                  <a:pt x="47358" y="14439"/>
                </a:cubicBezTo>
                <a:cubicBezTo>
                  <a:pt x="38118" y="14439"/>
                  <a:pt x="30802" y="17904"/>
                  <a:pt x="25604" y="24834"/>
                </a:cubicBezTo>
                <a:cubicBezTo>
                  <a:pt x="20406" y="31765"/>
                  <a:pt x="17904" y="41583"/>
                  <a:pt x="17904" y="53904"/>
                </a:cubicBezTo>
                <a:cubicBezTo>
                  <a:pt x="17904" y="66417"/>
                  <a:pt x="20406" y="76043"/>
                  <a:pt x="25604" y="82973"/>
                </a:cubicBezTo>
                <a:cubicBezTo>
                  <a:pt x="30802" y="89904"/>
                  <a:pt x="38118" y="93369"/>
                  <a:pt x="47358" y="93369"/>
                </a:cubicBezTo>
                <a:cubicBezTo>
                  <a:pt x="56599" y="93369"/>
                  <a:pt x="63915" y="89904"/>
                  <a:pt x="69112" y="82973"/>
                </a:cubicBezTo>
                <a:cubicBezTo>
                  <a:pt x="74118" y="76043"/>
                  <a:pt x="76813" y="66417"/>
                  <a:pt x="76813" y="53904"/>
                </a:cubicBezTo>
                <a:close/>
                <a:moveTo>
                  <a:pt x="94139" y="94717"/>
                </a:moveTo>
                <a:cubicBezTo>
                  <a:pt x="94139" y="112428"/>
                  <a:pt x="90096" y="125711"/>
                  <a:pt x="82203" y="134567"/>
                </a:cubicBezTo>
                <a:cubicBezTo>
                  <a:pt x="74118" y="143230"/>
                  <a:pt x="61989" y="147658"/>
                  <a:pt x="45626" y="147658"/>
                </a:cubicBezTo>
                <a:cubicBezTo>
                  <a:pt x="39465" y="147658"/>
                  <a:pt x="33882" y="147080"/>
                  <a:pt x="28492" y="146310"/>
                </a:cubicBezTo>
                <a:cubicBezTo>
                  <a:pt x="23102" y="145348"/>
                  <a:pt x="17711" y="144000"/>
                  <a:pt x="12706" y="142075"/>
                </a:cubicBezTo>
                <a:lnTo>
                  <a:pt x="12706" y="125326"/>
                </a:lnTo>
                <a:cubicBezTo>
                  <a:pt x="17711" y="128022"/>
                  <a:pt x="22717" y="129947"/>
                  <a:pt x="27722" y="131294"/>
                </a:cubicBezTo>
                <a:cubicBezTo>
                  <a:pt x="32727" y="132642"/>
                  <a:pt x="37733" y="133412"/>
                  <a:pt x="42931" y="133412"/>
                </a:cubicBezTo>
                <a:cubicBezTo>
                  <a:pt x="54096" y="133412"/>
                  <a:pt x="62567" y="130332"/>
                  <a:pt x="68342" y="124556"/>
                </a:cubicBezTo>
                <a:cubicBezTo>
                  <a:pt x="73925" y="118588"/>
                  <a:pt x="76813" y="109733"/>
                  <a:pt x="76813" y="97797"/>
                </a:cubicBezTo>
                <a:lnTo>
                  <a:pt x="76813" y="89326"/>
                </a:lnTo>
                <a:cubicBezTo>
                  <a:pt x="73155" y="95487"/>
                  <a:pt x="68535" y="100107"/>
                  <a:pt x="62952" y="103187"/>
                </a:cubicBezTo>
                <a:cubicBezTo>
                  <a:pt x="57369" y="106268"/>
                  <a:pt x="50824" y="107808"/>
                  <a:pt x="43123" y="107808"/>
                </a:cubicBezTo>
                <a:cubicBezTo>
                  <a:pt x="30032" y="107808"/>
                  <a:pt x="19636" y="102995"/>
                  <a:pt x="11743" y="93177"/>
                </a:cubicBezTo>
                <a:cubicBezTo>
                  <a:pt x="3850" y="83358"/>
                  <a:pt x="0" y="70267"/>
                  <a:pt x="0" y="53904"/>
                </a:cubicBezTo>
                <a:cubicBezTo>
                  <a:pt x="0" y="37733"/>
                  <a:pt x="3850" y="24642"/>
                  <a:pt x="11743" y="14824"/>
                </a:cubicBezTo>
                <a:cubicBezTo>
                  <a:pt x="19636" y="5005"/>
                  <a:pt x="30032" y="0"/>
                  <a:pt x="43123" y="0"/>
                </a:cubicBezTo>
                <a:cubicBezTo>
                  <a:pt x="50824" y="0"/>
                  <a:pt x="57369" y="1540"/>
                  <a:pt x="62952" y="4620"/>
                </a:cubicBezTo>
                <a:cubicBezTo>
                  <a:pt x="68535" y="7701"/>
                  <a:pt x="73155" y="12321"/>
                  <a:pt x="76813" y="18481"/>
                </a:cubicBezTo>
                <a:lnTo>
                  <a:pt x="76813" y="2503"/>
                </a:lnTo>
                <a:lnTo>
                  <a:pt x="94139" y="2503"/>
                </a:lnTo>
                <a:lnTo>
                  <a:pt x="94139" y="94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45B46-D5EE-4581-B487-135487E8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87" y="9381056"/>
            <a:ext cx="43123" cy="171337"/>
          </a:xfrm>
          <a:custGeom xmlns:a="http://schemas.openxmlformats.org/drawingml/2006/main">
            <a:pathLst>
              <a:path w="43123" h="171337">
                <a:moveTo>
                  <a:pt x="43123" y="0"/>
                </a:moveTo>
                <a:cubicBezTo>
                  <a:pt x="34652" y="14631"/>
                  <a:pt x="28492" y="28877"/>
                  <a:pt x="24449" y="42931"/>
                </a:cubicBezTo>
                <a:cubicBezTo>
                  <a:pt x="20214" y="56984"/>
                  <a:pt x="18289" y="71230"/>
                  <a:pt x="18289" y="85669"/>
                </a:cubicBezTo>
                <a:cubicBezTo>
                  <a:pt x="18289" y="100300"/>
                  <a:pt x="20214" y="114546"/>
                  <a:pt x="24449" y="128599"/>
                </a:cubicBezTo>
                <a:cubicBezTo>
                  <a:pt x="28492" y="142845"/>
                  <a:pt x="34652" y="156899"/>
                  <a:pt x="43123" y="171337"/>
                </a:cubicBezTo>
                <a:lnTo>
                  <a:pt x="28107" y="171337"/>
                </a:lnTo>
                <a:cubicBezTo>
                  <a:pt x="18674" y="156514"/>
                  <a:pt x="11551" y="142268"/>
                  <a:pt x="6930" y="128022"/>
                </a:cubicBezTo>
                <a:cubicBezTo>
                  <a:pt x="2310" y="113776"/>
                  <a:pt x="0" y="99722"/>
                  <a:pt x="0" y="85669"/>
                </a:cubicBezTo>
                <a:cubicBezTo>
                  <a:pt x="0" y="71808"/>
                  <a:pt x="2310" y="57754"/>
                  <a:pt x="6930" y="43508"/>
                </a:cubicBezTo>
                <a:cubicBezTo>
                  <a:pt x="11551" y="29262"/>
                  <a:pt x="18481" y="14824"/>
                  <a:pt x="28107" y="0"/>
                </a:cubicBezTo>
                <a:lnTo>
                  <a:pt x="431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6A8DC-1562-429B-880B-460AAD5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778" y="9386831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86734-98D2-4604-965C-A3D6C2C1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778" y="9384328"/>
            <a:ext cx="122631" cy="145348"/>
          </a:xfrm>
          <a:custGeom xmlns:a="http://schemas.openxmlformats.org/drawingml/2006/main">
            <a:pathLst>
              <a:path w="122631" h="145348">
                <a:moveTo>
                  <a:pt x="103765" y="122824"/>
                </a:moveTo>
                <a:lnTo>
                  <a:pt x="103765" y="85091"/>
                </a:lnTo>
                <a:lnTo>
                  <a:pt x="72770" y="85091"/>
                </a:lnTo>
                <a:lnTo>
                  <a:pt x="72770" y="69497"/>
                </a:lnTo>
                <a:lnTo>
                  <a:pt x="122631" y="69497"/>
                </a:lnTo>
                <a:lnTo>
                  <a:pt x="122631" y="129754"/>
                </a:lnTo>
                <a:cubicBezTo>
                  <a:pt x="115316" y="135145"/>
                  <a:pt x="107230" y="138995"/>
                  <a:pt x="98374" y="141498"/>
                </a:cubicBezTo>
                <a:cubicBezTo>
                  <a:pt x="89519" y="144000"/>
                  <a:pt x="80086" y="145348"/>
                  <a:pt x="70075" y="145348"/>
                </a:cubicBezTo>
                <a:cubicBezTo>
                  <a:pt x="48128" y="145348"/>
                  <a:pt x="30802" y="138995"/>
                  <a:pt x="18481" y="126289"/>
                </a:cubicBezTo>
                <a:cubicBezTo>
                  <a:pt x="6160" y="113583"/>
                  <a:pt x="0" y="95679"/>
                  <a:pt x="0" y="72770"/>
                </a:cubicBezTo>
                <a:cubicBezTo>
                  <a:pt x="0" y="50054"/>
                  <a:pt x="6160" y="32150"/>
                  <a:pt x="18481" y="19251"/>
                </a:cubicBezTo>
                <a:cubicBezTo>
                  <a:pt x="30802" y="6545"/>
                  <a:pt x="48128" y="0"/>
                  <a:pt x="70075" y="0"/>
                </a:cubicBezTo>
                <a:cubicBezTo>
                  <a:pt x="79123" y="0"/>
                  <a:pt x="87786" y="1155"/>
                  <a:pt x="96064" y="3465"/>
                </a:cubicBezTo>
                <a:cubicBezTo>
                  <a:pt x="104342" y="5775"/>
                  <a:pt x="112043" y="9048"/>
                  <a:pt x="118973" y="13283"/>
                </a:cubicBezTo>
                <a:lnTo>
                  <a:pt x="118973" y="33497"/>
                </a:lnTo>
                <a:cubicBezTo>
                  <a:pt x="111850" y="27722"/>
                  <a:pt x="104342" y="23294"/>
                  <a:pt x="96449" y="20214"/>
                </a:cubicBezTo>
                <a:cubicBezTo>
                  <a:pt x="88556" y="17134"/>
                  <a:pt x="80278" y="15594"/>
                  <a:pt x="71615" y="15594"/>
                </a:cubicBezTo>
                <a:cubicBezTo>
                  <a:pt x="54289" y="15594"/>
                  <a:pt x="41390" y="20406"/>
                  <a:pt x="32920" y="30032"/>
                </a:cubicBezTo>
                <a:cubicBezTo>
                  <a:pt x="24257" y="39658"/>
                  <a:pt x="20021" y="53904"/>
                  <a:pt x="20021" y="72770"/>
                </a:cubicBezTo>
                <a:cubicBezTo>
                  <a:pt x="20021" y="91829"/>
                  <a:pt x="24257" y="106075"/>
                  <a:pt x="32920" y="115701"/>
                </a:cubicBezTo>
                <a:cubicBezTo>
                  <a:pt x="41390" y="125326"/>
                  <a:pt x="54289" y="129947"/>
                  <a:pt x="71615" y="129947"/>
                </a:cubicBezTo>
                <a:cubicBezTo>
                  <a:pt x="78161" y="129947"/>
                  <a:pt x="84128" y="129369"/>
                  <a:pt x="89519" y="128214"/>
                </a:cubicBezTo>
                <a:cubicBezTo>
                  <a:pt x="94909" y="127059"/>
                  <a:pt x="99530" y="125326"/>
                  <a:pt x="103765" y="1228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8D0D3-CA73-401A-B1DD-F6A37BAD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628" y="9466724"/>
            <a:ext cx="50631" cy="15401"/>
          </a:xfrm>
          <a:custGeom xmlns:a="http://schemas.openxmlformats.org/drawingml/2006/main">
            <a:pathLst>
              <a:path w="50631" h="15401">
                <a:moveTo>
                  <a:pt x="0" y="0"/>
                </a:moveTo>
                <a:lnTo>
                  <a:pt x="50631" y="0"/>
                </a:lnTo>
                <a:lnTo>
                  <a:pt x="50631" y="15401"/>
                </a:lnTo>
                <a:lnTo>
                  <a:pt x="0" y="15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F942D-80A9-4690-9EFA-E4F669E2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869" y="9386831"/>
            <a:ext cx="83551" cy="140342"/>
          </a:xfrm>
          <a:custGeom xmlns:a="http://schemas.openxmlformats.org/drawingml/2006/main">
            <a:pathLst>
              <a:path w="83551" h="140342">
                <a:moveTo>
                  <a:pt x="2695" y="124364"/>
                </a:moveTo>
                <a:lnTo>
                  <a:pt x="33690" y="124364"/>
                </a:lnTo>
                <a:lnTo>
                  <a:pt x="33690" y="17326"/>
                </a:lnTo>
                <a:lnTo>
                  <a:pt x="0" y="24064"/>
                </a:lnTo>
                <a:lnTo>
                  <a:pt x="0" y="6738"/>
                </a:lnTo>
                <a:lnTo>
                  <a:pt x="33497" y="0"/>
                </a:lnTo>
                <a:lnTo>
                  <a:pt x="52556" y="0"/>
                </a:lnTo>
                <a:lnTo>
                  <a:pt x="52556" y="124364"/>
                </a:lnTo>
                <a:lnTo>
                  <a:pt x="83551" y="124364"/>
                </a:lnTo>
                <a:lnTo>
                  <a:pt x="83551" y="140342"/>
                </a:lnTo>
                <a:lnTo>
                  <a:pt x="2695" y="140342"/>
                </a:lnTo>
                <a:lnTo>
                  <a:pt x="2695" y="124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8B7FC-1C94-4A90-BDC3-A97041EC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260" y="9384328"/>
            <a:ext cx="96834" cy="145348"/>
          </a:xfrm>
          <a:custGeom xmlns:a="http://schemas.openxmlformats.org/drawingml/2006/main">
            <a:pathLst>
              <a:path w="96834" h="145348">
                <a:moveTo>
                  <a:pt x="9048" y="139957"/>
                </a:moveTo>
                <a:lnTo>
                  <a:pt x="9048" y="122631"/>
                </a:lnTo>
                <a:cubicBezTo>
                  <a:pt x="13668" y="124941"/>
                  <a:pt x="18481" y="126674"/>
                  <a:pt x="23487" y="127829"/>
                </a:cubicBezTo>
                <a:cubicBezTo>
                  <a:pt x="28300" y="128984"/>
                  <a:pt x="33112" y="129562"/>
                  <a:pt x="37925" y="129562"/>
                </a:cubicBezTo>
                <a:cubicBezTo>
                  <a:pt x="50246" y="129562"/>
                  <a:pt x="59872" y="125519"/>
                  <a:pt x="66417" y="117048"/>
                </a:cubicBezTo>
                <a:cubicBezTo>
                  <a:pt x="72963" y="108578"/>
                  <a:pt x="76813" y="95872"/>
                  <a:pt x="77968" y="78546"/>
                </a:cubicBezTo>
                <a:cubicBezTo>
                  <a:pt x="74118" y="83936"/>
                  <a:pt x="69497" y="88171"/>
                  <a:pt x="64107" y="91059"/>
                </a:cubicBezTo>
                <a:cubicBezTo>
                  <a:pt x="58524" y="93947"/>
                  <a:pt x="52364" y="95294"/>
                  <a:pt x="45626" y="95294"/>
                </a:cubicBezTo>
                <a:cubicBezTo>
                  <a:pt x="31380" y="95294"/>
                  <a:pt x="20214" y="91059"/>
                  <a:pt x="12128" y="82588"/>
                </a:cubicBezTo>
                <a:cubicBezTo>
                  <a:pt x="4043" y="74118"/>
                  <a:pt x="0" y="62567"/>
                  <a:pt x="0" y="47743"/>
                </a:cubicBezTo>
                <a:cubicBezTo>
                  <a:pt x="0" y="33497"/>
                  <a:pt x="4235" y="21947"/>
                  <a:pt x="12706" y="13091"/>
                </a:cubicBezTo>
                <a:cubicBezTo>
                  <a:pt x="21177" y="4428"/>
                  <a:pt x="32535" y="0"/>
                  <a:pt x="46781" y="0"/>
                </a:cubicBezTo>
                <a:cubicBezTo>
                  <a:pt x="62952" y="0"/>
                  <a:pt x="75465" y="6353"/>
                  <a:pt x="83936" y="18674"/>
                </a:cubicBezTo>
                <a:cubicBezTo>
                  <a:pt x="92407" y="31187"/>
                  <a:pt x="96834" y="49284"/>
                  <a:pt x="96834" y="72770"/>
                </a:cubicBezTo>
                <a:cubicBezTo>
                  <a:pt x="96834" y="95102"/>
                  <a:pt x="91444" y="112621"/>
                  <a:pt x="81048" y="125711"/>
                </a:cubicBezTo>
                <a:cubicBezTo>
                  <a:pt x="70460" y="138802"/>
                  <a:pt x="56407" y="145348"/>
                  <a:pt x="38695" y="145348"/>
                </a:cubicBezTo>
                <a:cubicBezTo>
                  <a:pt x="33882" y="145348"/>
                  <a:pt x="29070" y="144770"/>
                  <a:pt x="24257" y="144000"/>
                </a:cubicBezTo>
                <a:cubicBezTo>
                  <a:pt x="19251" y="143230"/>
                  <a:pt x="14246" y="141883"/>
                  <a:pt x="9048" y="139957"/>
                </a:cubicBezTo>
                <a:close/>
                <a:moveTo>
                  <a:pt x="46781" y="80471"/>
                </a:moveTo>
                <a:cubicBezTo>
                  <a:pt x="55251" y="80471"/>
                  <a:pt x="61989" y="77583"/>
                  <a:pt x="66995" y="71808"/>
                </a:cubicBezTo>
                <a:cubicBezTo>
                  <a:pt x="72000" y="66032"/>
                  <a:pt x="74503" y="57947"/>
                  <a:pt x="74503" y="47743"/>
                </a:cubicBezTo>
                <a:cubicBezTo>
                  <a:pt x="74503" y="37733"/>
                  <a:pt x="72000" y="29647"/>
                  <a:pt x="66995" y="23872"/>
                </a:cubicBezTo>
                <a:cubicBezTo>
                  <a:pt x="61989" y="18096"/>
                  <a:pt x="55251" y="15016"/>
                  <a:pt x="46781" y="15016"/>
                </a:cubicBezTo>
                <a:cubicBezTo>
                  <a:pt x="38310" y="15016"/>
                  <a:pt x="31572" y="18096"/>
                  <a:pt x="26567" y="23872"/>
                </a:cubicBezTo>
                <a:cubicBezTo>
                  <a:pt x="21562" y="29647"/>
                  <a:pt x="19059" y="37733"/>
                  <a:pt x="19059" y="47743"/>
                </a:cubicBezTo>
                <a:cubicBezTo>
                  <a:pt x="19059" y="57947"/>
                  <a:pt x="21562" y="66032"/>
                  <a:pt x="26567" y="71808"/>
                </a:cubicBezTo>
                <a:cubicBezTo>
                  <a:pt x="31572" y="77583"/>
                  <a:pt x="38310" y="80471"/>
                  <a:pt x="46781" y="804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39221-9381-4080-BA70-9CAEE69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971" y="9381056"/>
            <a:ext cx="43123" cy="171337"/>
          </a:xfrm>
          <a:custGeom xmlns:a="http://schemas.openxmlformats.org/drawingml/2006/main">
            <a:pathLst>
              <a:path w="43123" h="171337">
                <a:moveTo>
                  <a:pt x="0" y="0"/>
                </a:moveTo>
                <a:lnTo>
                  <a:pt x="15016" y="0"/>
                </a:lnTo>
                <a:cubicBezTo>
                  <a:pt x="24257" y="14824"/>
                  <a:pt x="31380" y="29262"/>
                  <a:pt x="36000" y="43508"/>
                </a:cubicBezTo>
                <a:cubicBezTo>
                  <a:pt x="40620" y="57754"/>
                  <a:pt x="43123" y="71808"/>
                  <a:pt x="43123" y="85669"/>
                </a:cubicBezTo>
                <a:cubicBezTo>
                  <a:pt x="43123" y="99722"/>
                  <a:pt x="40620" y="113776"/>
                  <a:pt x="36000" y="128022"/>
                </a:cubicBezTo>
                <a:cubicBezTo>
                  <a:pt x="31380" y="142268"/>
                  <a:pt x="24257" y="156514"/>
                  <a:pt x="15016" y="171337"/>
                </a:cubicBezTo>
                <a:lnTo>
                  <a:pt x="0" y="171337"/>
                </a:lnTo>
                <a:cubicBezTo>
                  <a:pt x="8278" y="156899"/>
                  <a:pt x="14439" y="142845"/>
                  <a:pt x="18674" y="128599"/>
                </a:cubicBezTo>
                <a:cubicBezTo>
                  <a:pt x="22717" y="114546"/>
                  <a:pt x="24834" y="100300"/>
                  <a:pt x="24834" y="85669"/>
                </a:cubicBezTo>
                <a:cubicBezTo>
                  <a:pt x="24834" y="71230"/>
                  <a:pt x="22717" y="56984"/>
                  <a:pt x="18674" y="42931"/>
                </a:cubicBezTo>
                <a:cubicBezTo>
                  <a:pt x="14439" y="28877"/>
                  <a:pt x="8278" y="14631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1A42A-CF20-44D5-8C57-59B400E3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612614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A1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69822-FC7B-43E0-94BC-44DBB807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612614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A11AFF"/>
            </a:solidFill>
            <a:round/>
          </a:ln>
        </p:spPr>
      </p:sp>
      <p:sp>
        <p:nvSpPr>
          <p:cNvPr id="6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8765F-2A67-46FE-B1FA-8850B064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9573140"/>
            <a:ext cx="90481" cy="140342"/>
          </a:xfrm>
          <a:custGeom xmlns:a="http://schemas.openxmlformats.org/drawingml/2006/main">
            <a:pathLst>
              <a:path w="90481" h="140342">
                <a:moveTo>
                  <a:pt x="0" y="0"/>
                </a:moveTo>
                <a:lnTo>
                  <a:pt x="88749" y="0"/>
                </a:lnTo>
                <a:lnTo>
                  <a:pt x="88749" y="15979"/>
                </a:lnTo>
                <a:lnTo>
                  <a:pt x="19059" y="15979"/>
                </a:lnTo>
                <a:lnTo>
                  <a:pt x="19059" y="57562"/>
                </a:lnTo>
                <a:lnTo>
                  <a:pt x="85861" y="57562"/>
                </a:lnTo>
                <a:lnTo>
                  <a:pt x="85861" y="73540"/>
                </a:lnTo>
                <a:lnTo>
                  <a:pt x="19059" y="73540"/>
                </a:lnTo>
                <a:lnTo>
                  <a:pt x="19059" y="124364"/>
                </a:lnTo>
                <a:lnTo>
                  <a:pt x="90481" y="124364"/>
                </a:lnTo>
                <a:lnTo>
                  <a:pt x="90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E5E84-60C8-4610-9C44-3D6277C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05" y="9605675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2C11C-C5BD-4BDC-9CA2-CE3C37E9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059" y="9605675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07486-9F25-4C29-A25B-EEC66FC8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115" y="9605675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6A54B-74E6-41AD-B8ED-6EA8B5DF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864" y="9605675"/>
            <a:ext cx="88171" cy="107808"/>
          </a:xfrm>
          <a:custGeom xmlns:a="http://schemas.openxmlformats.org/drawingml/2006/main">
            <a:pathLst>
              <a:path w="88171" h="107808">
                <a:moveTo>
                  <a:pt x="88171" y="44278"/>
                </a:moveTo>
                <a:lnTo>
                  <a:pt x="88171" y="107808"/>
                </a:lnTo>
                <a:lnTo>
                  <a:pt x="70845" y="107808"/>
                </a:lnTo>
                <a:lnTo>
                  <a:pt x="70845" y="44856"/>
                </a:lnTo>
                <a:cubicBezTo>
                  <a:pt x="70845" y="34845"/>
                  <a:pt x="68727" y="27529"/>
                  <a:pt x="64877" y="22524"/>
                </a:cubicBezTo>
                <a:cubicBezTo>
                  <a:pt x="61027" y="17519"/>
                  <a:pt x="55251" y="15016"/>
                  <a:pt x="47551" y="15016"/>
                </a:cubicBezTo>
                <a:cubicBezTo>
                  <a:pt x="38118" y="15016"/>
                  <a:pt x="30802" y="18096"/>
                  <a:pt x="25412" y="24064"/>
                </a:cubicBezTo>
                <a:cubicBezTo>
                  <a:pt x="20021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369" y="12706"/>
                  <a:pt x="26182" y="7893"/>
                  <a:pt x="31957" y="4813"/>
                </a:cubicBezTo>
                <a:cubicBezTo>
                  <a:pt x="37540" y="1733"/>
                  <a:pt x="44086" y="0"/>
                  <a:pt x="51401" y="0"/>
                </a:cubicBezTo>
                <a:cubicBezTo>
                  <a:pt x="63337" y="0"/>
                  <a:pt x="72578" y="3850"/>
                  <a:pt x="78738" y="11358"/>
                </a:cubicBezTo>
                <a:cubicBezTo>
                  <a:pt x="84899" y="18866"/>
                  <a:pt x="88171" y="29840"/>
                  <a:pt x="88171" y="44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31FD8-EAD3-4D45-B737-FCDF4C9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485" y="9573140"/>
            <a:ext cx="90481" cy="140342"/>
          </a:xfrm>
          <a:custGeom xmlns:a="http://schemas.openxmlformats.org/drawingml/2006/main">
            <a:pathLst>
              <a:path w="90481" h="140342">
                <a:moveTo>
                  <a:pt x="0" y="0"/>
                </a:moveTo>
                <a:lnTo>
                  <a:pt x="88749" y="0"/>
                </a:lnTo>
                <a:lnTo>
                  <a:pt x="88749" y="15979"/>
                </a:lnTo>
                <a:lnTo>
                  <a:pt x="19059" y="15979"/>
                </a:lnTo>
                <a:lnTo>
                  <a:pt x="19059" y="57562"/>
                </a:lnTo>
                <a:lnTo>
                  <a:pt x="85861" y="57562"/>
                </a:lnTo>
                <a:lnTo>
                  <a:pt x="85861" y="73540"/>
                </a:lnTo>
                <a:lnTo>
                  <a:pt x="19059" y="73540"/>
                </a:lnTo>
                <a:lnTo>
                  <a:pt x="19059" y="124364"/>
                </a:lnTo>
                <a:lnTo>
                  <a:pt x="90481" y="124364"/>
                </a:lnTo>
                <a:lnTo>
                  <a:pt x="90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55F6F-D576-40F7-8A67-C1275BDA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805" y="9605675"/>
            <a:ext cx="153626" cy="107808"/>
          </a:xfrm>
          <a:custGeom xmlns:a="http://schemas.openxmlformats.org/drawingml/2006/main">
            <a:pathLst>
              <a:path w="153626" h="107808">
                <a:moveTo>
                  <a:pt x="82588" y="22717"/>
                </a:moveTo>
                <a:cubicBezTo>
                  <a:pt x="86824" y="15016"/>
                  <a:pt x="92022" y="9433"/>
                  <a:pt x="97989" y="5583"/>
                </a:cubicBezTo>
                <a:cubicBezTo>
                  <a:pt x="103957" y="1925"/>
                  <a:pt x="111080" y="0"/>
                  <a:pt x="119358" y="0"/>
                </a:cubicBezTo>
                <a:cubicBezTo>
                  <a:pt x="130139" y="0"/>
                  <a:pt x="138610" y="3850"/>
                  <a:pt x="144578" y="11551"/>
                </a:cubicBezTo>
                <a:cubicBezTo>
                  <a:pt x="150546" y="19251"/>
                  <a:pt x="153626" y="30225"/>
                  <a:pt x="153626" y="44278"/>
                </a:cubicBezTo>
                <a:lnTo>
                  <a:pt x="153626" y="107808"/>
                </a:lnTo>
                <a:lnTo>
                  <a:pt x="136300" y="107808"/>
                </a:lnTo>
                <a:lnTo>
                  <a:pt x="136300" y="44856"/>
                </a:lnTo>
                <a:cubicBezTo>
                  <a:pt x="136300" y="34845"/>
                  <a:pt x="134375" y="27337"/>
                  <a:pt x="130909" y="22332"/>
                </a:cubicBezTo>
                <a:cubicBezTo>
                  <a:pt x="127252" y="17519"/>
                  <a:pt x="121861" y="15016"/>
                  <a:pt x="114546" y="15016"/>
                </a:cubicBezTo>
                <a:cubicBezTo>
                  <a:pt x="105498" y="15016"/>
                  <a:pt x="98374" y="18096"/>
                  <a:pt x="93177" y="24064"/>
                </a:cubicBezTo>
                <a:cubicBezTo>
                  <a:pt x="87979" y="30032"/>
                  <a:pt x="85476" y="38118"/>
                  <a:pt x="85476" y="48321"/>
                </a:cubicBezTo>
                <a:lnTo>
                  <a:pt x="85476" y="107808"/>
                </a:lnTo>
                <a:lnTo>
                  <a:pt x="68150" y="107808"/>
                </a:lnTo>
                <a:lnTo>
                  <a:pt x="68150" y="44856"/>
                </a:lnTo>
                <a:cubicBezTo>
                  <a:pt x="68150" y="34845"/>
                  <a:pt x="66225" y="27337"/>
                  <a:pt x="62759" y="22332"/>
                </a:cubicBezTo>
                <a:cubicBezTo>
                  <a:pt x="59102" y="17519"/>
                  <a:pt x="53519" y="15016"/>
                  <a:pt x="46203" y="15016"/>
                </a:cubicBezTo>
                <a:cubicBezTo>
                  <a:pt x="37348" y="15016"/>
                  <a:pt x="30225" y="18096"/>
                  <a:pt x="25027" y="24064"/>
                </a:cubicBezTo>
                <a:cubicBezTo>
                  <a:pt x="19829" y="30032"/>
                  <a:pt x="17326" y="38118"/>
                  <a:pt x="17326" y="48321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1177" y="12513"/>
                  <a:pt x="25989" y="7701"/>
                  <a:pt x="31572" y="4620"/>
                </a:cubicBezTo>
                <a:cubicBezTo>
                  <a:pt x="36963" y="1540"/>
                  <a:pt x="43508" y="0"/>
                  <a:pt x="51209" y="0"/>
                </a:cubicBezTo>
                <a:cubicBezTo>
                  <a:pt x="58909" y="0"/>
                  <a:pt x="65262" y="1925"/>
                  <a:pt x="70653" y="5775"/>
                </a:cubicBezTo>
                <a:cubicBezTo>
                  <a:pt x="76043" y="9626"/>
                  <a:pt x="79893" y="15401"/>
                  <a:pt x="82588" y="22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B52AD-85A0-4973-8397-3512C40D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346" y="9605675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7F1F7-32BE-41A8-9A45-6BBD1DE2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903" y="9567172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FCCD3-5CCD-4312-A111-281B6085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421" y="9567172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7243F-16B4-4A5C-B5EF-F898C508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239" y="9605675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79A5C-9AA7-4FC3-B7F8-98614FDB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798923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21A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275D3-B7E7-4E20-9E2D-5C067C55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798923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21AFF"/>
            </a:solidFill>
            <a:round/>
          </a:ln>
        </p:spPr>
      </p:sp>
      <p:sp>
        <p:nvSpPr>
          <p:cNvPr id="6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F2271-316A-45D9-B247-DA2ED63E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9759450"/>
            <a:ext cx="80663" cy="140342"/>
          </a:xfrm>
          <a:custGeom xmlns:a="http://schemas.openxmlformats.org/drawingml/2006/main">
            <a:pathLst>
              <a:path w="80663" h="140342">
                <a:moveTo>
                  <a:pt x="0" y="0"/>
                </a:moveTo>
                <a:lnTo>
                  <a:pt x="80663" y="0"/>
                </a:lnTo>
                <a:lnTo>
                  <a:pt x="80663" y="15979"/>
                </a:lnTo>
                <a:lnTo>
                  <a:pt x="19059" y="15979"/>
                </a:lnTo>
                <a:lnTo>
                  <a:pt x="19059" y="57369"/>
                </a:lnTo>
                <a:lnTo>
                  <a:pt x="74695" y="57369"/>
                </a:lnTo>
                <a:lnTo>
                  <a:pt x="74695" y="73348"/>
                </a:lnTo>
                <a:lnTo>
                  <a:pt x="19059" y="73348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494F0-6656-4303-B37A-730CDC0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119" y="9791985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11D10-D1DE-4215-AE86-82B805C5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176" y="9791985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40ABA-A954-4B9C-857F-58BD3FC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72" y="9791985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51BC9-BEA7-4BBD-85D0-738BB3CD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46" y="9759450"/>
            <a:ext cx="87401" cy="140342"/>
          </a:xfrm>
          <a:custGeom xmlns:a="http://schemas.openxmlformats.org/drawingml/2006/main">
            <a:pathLst>
              <a:path w="87401" h="140342">
                <a:moveTo>
                  <a:pt x="0" y="0"/>
                </a:moveTo>
                <a:lnTo>
                  <a:pt x="19059" y="0"/>
                </a:lnTo>
                <a:lnTo>
                  <a:pt x="19059" y="124364"/>
                </a:lnTo>
                <a:lnTo>
                  <a:pt x="87401" y="124364"/>
                </a:lnTo>
                <a:lnTo>
                  <a:pt x="8740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422FD-F46A-418B-8769-834D8F0A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161" y="9791985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D3047-3D0C-4184-98E0-FFA0C4D8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706" y="9794488"/>
            <a:ext cx="141305" cy="105305"/>
          </a:xfrm>
          <a:custGeom xmlns:a="http://schemas.openxmlformats.org/drawingml/2006/main">
            <a:pathLst>
              <a:path w="141305" h="105305">
                <a:moveTo>
                  <a:pt x="0" y="0"/>
                </a:moveTo>
                <a:lnTo>
                  <a:pt x="17326" y="0"/>
                </a:lnTo>
                <a:lnTo>
                  <a:pt x="38888" y="82203"/>
                </a:lnTo>
                <a:lnTo>
                  <a:pt x="60449" y="0"/>
                </a:lnTo>
                <a:lnTo>
                  <a:pt x="80856" y="0"/>
                </a:lnTo>
                <a:lnTo>
                  <a:pt x="102417" y="82203"/>
                </a:lnTo>
                <a:lnTo>
                  <a:pt x="123979" y="0"/>
                </a:lnTo>
                <a:lnTo>
                  <a:pt x="141305" y="0"/>
                </a:lnTo>
                <a:lnTo>
                  <a:pt x="113776" y="105305"/>
                </a:lnTo>
                <a:lnTo>
                  <a:pt x="93369" y="105305"/>
                </a:lnTo>
                <a:lnTo>
                  <a:pt x="70653" y="19059"/>
                </a:lnTo>
                <a:lnTo>
                  <a:pt x="47936" y="105305"/>
                </a:lnTo>
                <a:lnTo>
                  <a:pt x="27529" y="1053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6A3F0-EF02-4126-856F-5CAA5569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985233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F1A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CEBF1-E4E1-4006-9549-9D61154F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9985233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4"/>
                  <a:pt x="63683" y="0"/>
                  <a:pt x="50334" y="0"/>
                </a:cubicBezTo>
                <a:cubicBezTo>
                  <a:pt x="36985" y="0"/>
                  <a:pt x="24181" y="5304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BC"/>
            </a:solidFill>
            <a:round/>
          </a:ln>
        </p:spPr>
      </p:sp>
      <p:sp>
        <p:nvSpPr>
          <p:cNvPr id="6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E7DF3-849B-41A3-9B64-49172DDA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9945760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5DA37-E70A-4A03-8CBA-F4F7E6B2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422" y="9939792"/>
            <a:ext cx="88171" cy="146310"/>
          </a:xfrm>
          <a:custGeom xmlns:a="http://schemas.openxmlformats.org/drawingml/2006/main">
            <a:pathLst>
              <a:path w="88171" h="146310">
                <a:moveTo>
                  <a:pt x="88171" y="82781"/>
                </a:moveTo>
                <a:lnTo>
                  <a:pt x="88171" y="146310"/>
                </a:lnTo>
                <a:lnTo>
                  <a:pt x="70845" y="146310"/>
                </a:lnTo>
                <a:lnTo>
                  <a:pt x="70845" y="83358"/>
                </a:lnTo>
                <a:cubicBezTo>
                  <a:pt x="70845" y="73348"/>
                  <a:pt x="68727" y="66032"/>
                  <a:pt x="64877" y="61027"/>
                </a:cubicBezTo>
                <a:cubicBezTo>
                  <a:pt x="61027" y="56021"/>
                  <a:pt x="55251" y="53519"/>
                  <a:pt x="47551" y="53519"/>
                </a:cubicBezTo>
                <a:cubicBezTo>
                  <a:pt x="38118" y="53519"/>
                  <a:pt x="30802" y="56599"/>
                  <a:pt x="25412" y="62567"/>
                </a:cubicBezTo>
                <a:cubicBezTo>
                  <a:pt x="20021" y="68535"/>
                  <a:pt x="17326" y="76620"/>
                  <a:pt x="17326" y="86824"/>
                </a:cubicBez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lnTo>
                  <a:pt x="17326" y="0"/>
                </a:lnTo>
                <a:lnTo>
                  <a:pt x="17326" y="57369"/>
                </a:lnTo>
                <a:cubicBezTo>
                  <a:pt x="21369" y="51209"/>
                  <a:pt x="26182" y="46396"/>
                  <a:pt x="31957" y="43316"/>
                </a:cubicBezTo>
                <a:cubicBezTo>
                  <a:pt x="37540" y="40235"/>
                  <a:pt x="44086" y="38503"/>
                  <a:pt x="51401" y="38503"/>
                </a:cubicBezTo>
                <a:cubicBezTo>
                  <a:pt x="63337" y="38503"/>
                  <a:pt x="72578" y="42353"/>
                  <a:pt x="78738" y="49861"/>
                </a:cubicBezTo>
                <a:cubicBezTo>
                  <a:pt x="84899" y="57369"/>
                  <a:pt x="88171" y="68342"/>
                  <a:pt x="88171" y="827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D9135-BB96-40CC-955D-0CF72B0A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053" y="9939792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41005"/>
                </a:moveTo>
                <a:lnTo>
                  <a:pt x="17326" y="41005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41005"/>
                </a:lnTo>
                <a:close/>
                <a:moveTo>
                  <a:pt x="0" y="0"/>
                </a:moveTo>
                <a:lnTo>
                  <a:pt x="17326" y="0"/>
                </a:lnTo>
                <a:lnTo>
                  <a:pt x="17326" y="21947"/>
                </a:lnTo>
                <a:lnTo>
                  <a:pt x="0" y="2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C14C8-F47F-43E0-AAE9-7DD29D7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572" y="9939792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AC742-5CBB-4175-952C-617DEAEF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860" y="9945760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74876-FF6F-49B3-A9E6-CCFD190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983" y="9978295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3E998-3C6C-4835-A4CA-D0DC91A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962" y="9978295"/>
            <a:ext cx="94139" cy="147658"/>
          </a:xfrm>
          <a:custGeom xmlns:a="http://schemas.openxmlformats.org/drawingml/2006/main">
            <a:pathLst>
              <a:path w="94139" h="147658">
                <a:moveTo>
                  <a:pt x="17326" y="92022"/>
                </a:moveTo>
                <a:lnTo>
                  <a:pt x="17326" y="147658"/>
                </a:lnTo>
                <a:lnTo>
                  <a:pt x="0" y="14765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481"/>
                </a:lnTo>
                <a:cubicBezTo>
                  <a:pt x="20791" y="12321"/>
                  <a:pt x="25412" y="7701"/>
                  <a:pt x="30995" y="4620"/>
                </a:cubicBezTo>
                <a:cubicBezTo>
                  <a:pt x="36578" y="1540"/>
                  <a:pt x="43316" y="0"/>
                  <a:pt x="51016" y="0"/>
                </a:cubicBezTo>
                <a:cubicBezTo>
                  <a:pt x="63722" y="0"/>
                  <a:pt x="74118" y="5198"/>
                  <a:pt x="82203" y="15209"/>
                </a:cubicBezTo>
                <a:cubicBezTo>
                  <a:pt x="90096" y="25412"/>
                  <a:pt x="94139" y="38695"/>
                  <a:pt x="94139" y="55251"/>
                </a:cubicBezTo>
                <a:cubicBezTo>
                  <a:pt x="94139" y="71808"/>
                  <a:pt x="90096" y="85284"/>
                  <a:pt x="82203" y="95294"/>
                </a:cubicBezTo>
                <a:cubicBezTo>
                  <a:pt x="74118" y="105305"/>
                  <a:pt x="63722" y="110310"/>
                  <a:pt x="51016" y="110310"/>
                </a:cubicBezTo>
                <a:cubicBezTo>
                  <a:pt x="43316" y="110310"/>
                  <a:pt x="36578" y="108770"/>
                  <a:pt x="30995" y="105883"/>
                </a:cubicBezTo>
                <a:cubicBezTo>
                  <a:pt x="25412" y="102995"/>
                  <a:pt x="20791" y="98374"/>
                  <a:pt x="17326" y="92022"/>
                </a:cubicBezTo>
                <a:close/>
                <a:moveTo>
                  <a:pt x="76235" y="55251"/>
                </a:moveTo>
                <a:cubicBezTo>
                  <a:pt x="76235" y="42546"/>
                  <a:pt x="73540" y="32727"/>
                  <a:pt x="68342" y="25412"/>
                </a:cubicBezTo>
                <a:cubicBezTo>
                  <a:pt x="62952" y="18096"/>
                  <a:pt x="55829" y="14439"/>
                  <a:pt x="46781" y="14439"/>
                </a:cubicBezTo>
                <a:cubicBezTo>
                  <a:pt x="37540" y="14439"/>
                  <a:pt x="30417" y="18096"/>
                  <a:pt x="25219" y="25412"/>
                </a:cubicBezTo>
                <a:cubicBezTo>
                  <a:pt x="19829" y="32727"/>
                  <a:pt x="17326" y="42546"/>
                  <a:pt x="17326" y="55251"/>
                </a:cubicBezTo>
                <a:cubicBezTo>
                  <a:pt x="17326" y="67957"/>
                  <a:pt x="19829" y="77968"/>
                  <a:pt x="25219" y="85284"/>
                </a:cubicBezTo>
                <a:cubicBezTo>
                  <a:pt x="30417" y="92599"/>
                  <a:pt x="37540" y="96064"/>
                  <a:pt x="46781" y="96064"/>
                </a:cubicBezTo>
                <a:cubicBezTo>
                  <a:pt x="55829" y="96064"/>
                  <a:pt x="62952" y="92599"/>
                  <a:pt x="68342" y="85284"/>
                </a:cubicBezTo>
                <a:cubicBezTo>
                  <a:pt x="73540" y="77968"/>
                  <a:pt x="76235" y="67957"/>
                  <a:pt x="76235" y="5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38A05-8ECC-4F01-8714-F991720F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77" y="9978295"/>
            <a:ext cx="97604" cy="110310"/>
          </a:xfrm>
          <a:custGeom xmlns:a="http://schemas.openxmlformats.org/drawingml/2006/main">
            <a:pathLst>
              <a:path w="97604" h="110310">
                <a:moveTo>
                  <a:pt x="97604" y="50824"/>
                </a:moveTo>
                <a:lnTo>
                  <a:pt x="97604" y="59294"/>
                </a:lnTo>
                <a:lnTo>
                  <a:pt x="18096" y="59294"/>
                </a:lnTo>
                <a:cubicBezTo>
                  <a:pt x="18866" y="71230"/>
                  <a:pt x="22332" y="80471"/>
                  <a:pt x="28877" y="86631"/>
                </a:cubicBezTo>
                <a:cubicBezTo>
                  <a:pt x="35230" y="92792"/>
                  <a:pt x="44086" y="95872"/>
                  <a:pt x="55636" y="95872"/>
                </a:cubicBezTo>
                <a:cubicBezTo>
                  <a:pt x="62182" y="95872"/>
                  <a:pt x="68727" y="95102"/>
                  <a:pt x="74888" y="93562"/>
                </a:cubicBezTo>
                <a:cubicBezTo>
                  <a:pt x="81048" y="92022"/>
                  <a:pt x="87401" y="89519"/>
                  <a:pt x="93562" y="86054"/>
                </a:cubicBezTo>
                <a:lnTo>
                  <a:pt x="93562" y="102417"/>
                </a:lnTo>
                <a:cubicBezTo>
                  <a:pt x="87401" y="105112"/>
                  <a:pt x="81048" y="107230"/>
                  <a:pt x="74503" y="108385"/>
                </a:cubicBezTo>
                <a:cubicBezTo>
                  <a:pt x="67957" y="109540"/>
                  <a:pt x="61219" y="110310"/>
                  <a:pt x="54674" y="110310"/>
                </a:cubicBezTo>
                <a:cubicBezTo>
                  <a:pt x="37733" y="110310"/>
                  <a:pt x="24449" y="105498"/>
                  <a:pt x="14631" y="95872"/>
                </a:cubicBezTo>
                <a:cubicBezTo>
                  <a:pt x="4813" y="86246"/>
                  <a:pt x="0" y="72963"/>
                  <a:pt x="0" y="56214"/>
                </a:cubicBezTo>
                <a:cubicBezTo>
                  <a:pt x="0" y="39080"/>
                  <a:pt x="4620" y="25412"/>
                  <a:pt x="13861" y="15209"/>
                </a:cubicBezTo>
                <a:cubicBezTo>
                  <a:pt x="23102" y="5198"/>
                  <a:pt x="35808" y="0"/>
                  <a:pt x="51594" y="0"/>
                </a:cubicBezTo>
                <a:cubicBezTo>
                  <a:pt x="65840" y="0"/>
                  <a:pt x="77005" y="4620"/>
                  <a:pt x="85284" y="13668"/>
                </a:cubicBezTo>
                <a:cubicBezTo>
                  <a:pt x="93369" y="22909"/>
                  <a:pt x="97604" y="35230"/>
                  <a:pt x="97604" y="50824"/>
                </a:cubicBezTo>
                <a:close/>
                <a:moveTo>
                  <a:pt x="80278" y="45818"/>
                </a:moveTo>
                <a:cubicBezTo>
                  <a:pt x="80086" y="36385"/>
                  <a:pt x="77391" y="28877"/>
                  <a:pt x="72385" y="23102"/>
                </a:cubicBezTo>
                <a:cubicBezTo>
                  <a:pt x="67187" y="17519"/>
                  <a:pt x="60257" y="14631"/>
                  <a:pt x="51786" y="14631"/>
                </a:cubicBezTo>
                <a:cubicBezTo>
                  <a:pt x="42160" y="14631"/>
                  <a:pt x="34460" y="17519"/>
                  <a:pt x="28685" y="22909"/>
                </a:cubicBezTo>
                <a:cubicBezTo>
                  <a:pt x="22909" y="28300"/>
                  <a:pt x="19444" y="36000"/>
                  <a:pt x="18674" y="45818"/>
                </a:cubicBezTo>
                <a:lnTo>
                  <a:pt x="80278" y="4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A433A-8CB0-45E0-B6D6-F6F8A1F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604" y="9978295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6AEBB-0C24-4BE5-9167-7687A24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604" y="9978295"/>
            <a:ext cx="80471" cy="110310"/>
          </a:xfrm>
          <a:custGeom xmlns:a="http://schemas.openxmlformats.org/drawingml/2006/main">
            <a:pathLst>
              <a:path w="80471" h="110310">
                <a:moveTo>
                  <a:pt x="74888" y="5583"/>
                </a:moveTo>
                <a:lnTo>
                  <a:pt x="74888" y="21947"/>
                </a:lnTo>
                <a:cubicBezTo>
                  <a:pt x="69882" y="19636"/>
                  <a:pt x="64877" y="17711"/>
                  <a:pt x="59679" y="16364"/>
                </a:cubicBezTo>
                <a:cubicBezTo>
                  <a:pt x="54289" y="15209"/>
                  <a:pt x="48898" y="14439"/>
                  <a:pt x="43316" y="14439"/>
                </a:cubicBezTo>
                <a:cubicBezTo>
                  <a:pt x="34652" y="14439"/>
                  <a:pt x="28107" y="15786"/>
                  <a:pt x="23872" y="18481"/>
                </a:cubicBezTo>
                <a:cubicBezTo>
                  <a:pt x="19636" y="21177"/>
                  <a:pt x="17519" y="25027"/>
                  <a:pt x="17519" y="30225"/>
                </a:cubicBezTo>
                <a:cubicBezTo>
                  <a:pt x="17519" y="34267"/>
                  <a:pt x="19059" y="37348"/>
                  <a:pt x="22139" y="39658"/>
                </a:cubicBezTo>
                <a:cubicBezTo>
                  <a:pt x="25219" y="41968"/>
                  <a:pt x="31380" y="44278"/>
                  <a:pt x="40620" y="46203"/>
                </a:cubicBezTo>
                <a:lnTo>
                  <a:pt x="46588" y="47551"/>
                </a:lnTo>
                <a:cubicBezTo>
                  <a:pt x="58909" y="50246"/>
                  <a:pt x="67572" y="54096"/>
                  <a:pt x="72770" y="58717"/>
                </a:cubicBezTo>
                <a:cubicBezTo>
                  <a:pt x="77776" y="63530"/>
                  <a:pt x="80471" y="70267"/>
                  <a:pt x="80471" y="78738"/>
                </a:cubicBezTo>
                <a:cubicBezTo>
                  <a:pt x="80471" y="88556"/>
                  <a:pt x="76620" y="96257"/>
                  <a:pt x="68920" y="101840"/>
                </a:cubicBezTo>
                <a:cubicBezTo>
                  <a:pt x="61219" y="107615"/>
                  <a:pt x="50439" y="110310"/>
                  <a:pt x="36963" y="110310"/>
                </a:cubicBezTo>
                <a:cubicBezTo>
                  <a:pt x="31187" y="110310"/>
                  <a:pt x="25412" y="109733"/>
                  <a:pt x="19251" y="108770"/>
                </a:cubicBezTo>
                <a:cubicBezTo>
                  <a:pt x="13091" y="107808"/>
                  <a:pt x="6738" y="106268"/>
                  <a:pt x="0" y="103957"/>
                </a:cubicBezTo>
                <a:lnTo>
                  <a:pt x="0" y="86054"/>
                </a:lnTo>
                <a:cubicBezTo>
                  <a:pt x="6353" y="89519"/>
                  <a:pt x="12706" y="92022"/>
                  <a:pt x="18866" y="93562"/>
                </a:cubicBezTo>
                <a:cubicBezTo>
                  <a:pt x="25027" y="95294"/>
                  <a:pt x="31187" y="96064"/>
                  <a:pt x="37348" y="96064"/>
                </a:cubicBezTo>
                <a:cubicBezTo>
                  <a:pt x="45433" y="96064"/>
                  <a:pt x="51786" y="94717"/>
                  <a:pt x="56214" y="92022"/>
                </a:cubicBezTo>
                <a:cubicBezTo>
                  <a:pt x="60449" y="89326"/>
                  <a:pt x="62759" y="85284"/>
                  <a:pt x="62759" y="80086"/>
                </a:cubicBezTo>
                <a:cubicBezTo>
                  <a:pt x="62759" y="75465"/>
                  <a:pt x="61027" y="71808"/>
                  <a:pt x="57947" y="69305"/>
                </a:cubicBezTo>
                <a:cubicBezTo>
                  <a:pt x="54866" y="66802"/>
                  <a:pt x="47936" y="64300"/>
                  <a:pt x="37155" y="61989"/>
                </a:cubicBezTo>
                <a:lnTo>
                  <a:pt x="31187" y="60642"/>
                </a:lnTo>
                <a:cubicBezTo>
                  <a:pt x="20406" y="58332"/>
                  <a:pt x="12513" y="54866"/>
                  <a:pt x="7893" y="50246"/>
                </a:cubicBezTo>
                <a:cubicBezTo>
                  <a:pt x="3080" y="45626"/>
                  <a:pt x="770" y="39273"/>
                  <a:pt x="770" y="30995"/>
                </a:cubicBezTo>
                <a:cubicBezTo>
                  <a:pt x="770" y="21177"/>
                  <a:pt x="4235" y="13476"/>
                  <a:pt x="11166" y="8086"/>
                </a:cubicBezTo>
                <a:cubicBezTo>
                  <a:pt x="18096" y="2695"/>
                  <a:pt x="28107" y="0"/>
                  <a:pt x="41198" y="0"/>
                </a:cubicBezTo>
                <a:cubicBezTo>
                  <a:pt x="47551" y="0"/>
                  <a:pt x="53519" y="578"/>
                  <a:pt x="59294" y="1540"/>
                </a:cubicBezTo>
                <a:cubicBezTo>
                  <a:pt x="64877" y="2503"/>
                  <a:pt x="70075" y="3850"/>
                  <a:pt x="74888" y="55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AC3F7-F989-40EE-829B-6E9B1F07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10171543"/>
            <a:ext cx="100668" cy="100668"/>
          </a:xfrm>
          <a:custGeom xmlns:a="http://schemas.openxmlformats.org/drawingml/2006/main">
            <a:pathLst>
              <a:path w="100668" h="100668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solidFill xmlns:a="http://schemas.openxmlformats.org/drawingml/2006/main">
            <a:srgbClr val="FF1A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BEE7F-7196-4030-9F8D-8CC53C08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847" y="10171543"/>
            <a:ext cx="100668" cy="100668"/>
          </a:xfrm>
          <a:custGeom xmlns:a="http://schemas.openxmlformats.org/drawingml/2006/main">
            <a:pathLst>
              <a:path w="100668" h="100668" fill="none">
                <a:moveTo>
                  <a:pt x="50334" y="100668"/>
                </a:moveTo>
                <a:cubicBezTo>
                  <a:pt x="63683" y="100668"/>
                  <a:pt x="76487" y="95364"/>
                  <a:pt x="85926" y="85925"/>
                </a:cubicBezTo>
                <a:cubicBezTo>
                  <a:pt x="95364" y="76486"/>
                  <a:pt x="100668" y="63683"/>
                  <a:pt x="100668" y="50334"/>
                </a:cubicBezTo>
                <a:cubicBezTo>
                  <a:pt x="100668" y="36985"/>
                  <a:pt x="95364" y="24181"/>
                  <a:pt x="85926" y="14742"/>
                </a:cubicBezTo>
                <a:cubicBezTo>
                  <a:pt x="76487" y="5303"/>
                  <a:pt x="63683" y="0"/>
                  <a:pt x="50334" y="0"/>
                </a:cubicBezTo>
                <a:cubicBezTo>
                  <a:pt x="36985" y="0"/>
                  <a:pt x="24181" y="5303"/>
                  <a:pt x="14742" y="14742"/>
                </a:cubicBezTo>
                <a:cubicBezTo>
                  <a:pt x="5304" y="24181"/>
                  <a:pt x="0" y="36985"/>
                  <a:pt x="0" y="50334"/>
                </a:cubicBezTo>
                <a:cubicBezTo>
                  <a:pt x="0" y="63683"/>
                  <a:pt x="5304" y="76486"/>
                  <a:pt x="14742" y="85925"/>
                </a:cubicBezTo>
                <a:cubicBezTo>
                  <a:pt x="24181" y="95364"/>
                  <a:pt x="36985" y="100668"/>
                  <a:pt x="50334" y="1006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032" cap="flat">
            <a:solidFill>
              <a:srgbClr val="FF1A6B"/>
            </a:solidFill>
            <a:round/>
          </a:ln>
        </p:spPr>
      </p:sp>
      <p:sp>
        <p:nvSpPr>
          <p:cNvPr id="6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E9D24-388F-4E8F-A002-3D5AF4C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684" y="10132069"/>
            <a:ext cx="90481" cy="140342"/>
          </a:xfrm>
          <a:custGeom xmlns:a="http://schemas.openxmlformats.org/drawingml/2006/main">
            <a:pathLst>
              <a:path w="90481" h="140342">
                <a:moveTo>
                  <a:pt x="0" y="0"/>
                </a:moveTo>
                <a:lnTo>
                  <a:pt x="88749" y="0"/>
                </a:lnTo>
                <a:lnTo>
                  <a:pt x="88749" y="15979"/>
                </a:lnTo>
                <a:lnTo>
                  <a:pt x="19059" y="15979"/>
                </a:lnTo>
                <a:lnTo>
                  <a:pt x="19059" y="57562"/>
                </a:lnTo>
                <a:lnTo>
                  <a:pt x="85861" y="57562"/>
                </a:lnTo>
                <a:lnTo>
                  <a:pt x="85861" y="73540"/>
                </a:lnTo>
                <a:lnTo>
                  <a:pt x="19059" y="73540"/>
                </a:lnTo>
                <a:lnTo>
                  <a:pt x="19059" y="124364"/>
                </a:lnTo>
                <a:lnTo>
                  <a:pt x="90481" y="124364"/>
                </a:lnTo>
                <a:lnTo>
                  <a:pt x="90481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A234F-ABB5-4487-A032-76C97DEA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850" y="10164604"/>
            <a:ext cx="88171" cy="110310"/>
          </a:xfrm>
          <a:custGeom xmlns:a="http://schemas.openxmlformats.org/drawingml/2006/main">
            <a:pathLst>
              <a:path w="88171" h="110310">
                <a:moveTo>
                  <a:pt x="0" y="66225"/>
                </a:moveTo>
                <a:lnTo>
                  <a:pt x="0" y="2503"/>
                </a:lnTo>
                <a:lnTo>
                  <a:pt x="17326" y="2503"/>
                </a:lnTo>
                <a:lnTo>
                  <a:pt x="17326" y="65647"/>
                </a:lnTo>
                <a:cubicBezTo>
                  <a:pt x="17326" y="75658"/>
                  <a:pt x="19251" y="82973"/>
                  <a:pt x="23102" y="87979"/>
                </a:cubicBezTo>
                <a:cubicBezTo>
                  <a:pt x="26952" y="92984"/>
                  <a:pt x="32727" y="95487"/>
                  <a:pt x="40620" y="95487"/>
                </a:cubicBezTo>
                <a:cubicBezTo>
                  <a:pt x="49861" y="95487"/>
                  <a:pt x="57369" y="92599"/>
                  <a:pt x="62759" y="86631"/>
                </a:cubicBezTo>
                <a:cubicBezTo>
                  <a:pt x="68150" y="80663"/>
                  <a:pt x="70845" y="72578"/>
                  <a:pt x="70845" y="62182"/>
                </a:cubicBezTo>
                <a:lnTo>
                  <a:pt x="70845" y="2503"/>
                </a:lnTo>
                <a:lnTo>
                  <a:pt x="88171" y="2503"/>
                </a:lnTo>
                <a:lnTo>
                  <a:pt x="88171" y="107808"/>
                </a:lnTo>
                <a:lnTo>
                  <a:pt x="70845" y="107808"/>
                </a:lnTo>
                <a:lnTo>
                  <a:pt x="70845" y="91637"/>
                </a:lnTo>
                <a:cubicBezTo>
                  <a:pt x="66610" y="98182"/>
                  <a:pt x="61604" y="102802"/>
                  <a:pt x="56214" y="105883"/>
                </a:cubicBezTo>
                <a:cubicBezTo>
                  <a:pt x="50631" y="108770"/>
                  <a:pt x="44278" y="110310"/>
                  <a:pt x="36963" y="110310"/>
                </a:cubicBezTo>
                <a:cubicBezTo>
                  <a:pt x="24834" y="110310"/>
                  <a:pt x="15594" y="106653"/>
                  <a:pt x="9433" y="99145"/>
                </a:cubicBezTo>
                <a:cubicBezTo>
                  <a:pt x="3080" y="91829"/>
                  <a:pt x="0" y="80856"/>
                  <a:pt x="0" y="66225"/>
                </a:cubicBezTo>
                <a:close/>
                <a:moveTo>
                  <a:pt x="43508" y="0"/>
                </a:moveTo>
                <a:lnTo>
                  <a:pt x="43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18C5F-CCD7-485B-9434-97D59CC3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059" y="10164604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7ACB4-AD65-48A9-826F-86DCAEE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115" y="10164604"/>
            <a:ext cx="96642" cy="110310"/>
          </a:xfrm>
          <a:custGeom xmlns:a="http://schemas.openxmlformats.org/drawingml/2006/main">
            <a:pathLst>
              <a:path w="96642" h="110310">
                <a:moveTo>
                  <a:pt x="48321" y="14631"/>
                </a:moveTo>
                <a:cubicBezTo>
                  <a:pt x="39080" y="14631"/>
                  <a:pt x="31765" y="18289"/>
                  <a:pt x="26374" y="25604"/>
                </a:cubicBezTo>
                <a:cubicBezTo>
                  <a:pt x="20984" y="32920"/>
                  <a:pt x="18289" y="42738"/>
                  <a:pt x="18289" y="55251"/>
                </a:cubicBezTo>
                <a:cubicBezTo>
                  <a:pt x="18289" y="67957"/>
                  <a:pt x="20791" y="77776"/>
                  <a:pt x="26182" y="85091"/>
                </a:cubicBezTo>
                <a:cubicBezTo>
                  <a:pt x="31572" y="92407"/>
                  <a:pt x="38888" y="95872"/>
                  <a:pt x="48321" y="95872"/>
                </a:cubicBezTo>
                <a:cubicBezTo>
                  <a:pt x="57562" y="95872"/>
                  <a:pt x="64877" y="92407"/>
                  <a:pt x="70267" y="85091"/>
                </a:cubicBezTo>
                <a:cubicBezTo>
                  <a:pt x="75658" y="77776"/>
                  <a:pt x="78353" y="67957"/>
                  <a:pt x="78353" y="55251"/>
                </a:cubicBezTo>
                <a:cubicBezTo>
                  <a:pt x="78353" y="42931"/>
                  <a:pt x="75658" y="32920"/>
                  <a:pt x="70267" y="25604"/>
                </a:cubicBezTo>
                <a:cubicBezTo>
                  <a:pt x="64877" y="18289"/>
                  <a:pt x="57562" y="14631"/>
                  <a:pt x="48321" y="14631"/>
                </a:cubicBezTo>
                <a:close/>
                <a:moveTo>
                  <a:pt x="48321" y="0"/>
                </a:moveTo>
                <a:cubicBezTo>
                  <a:pt x="63337" y="0"/>
                  <a:pt x="75080" y="5005"/>
                  <a:pt x="83743" y="14631"/>
                </a:cubicBezTo>
                <a:cubicBezTo>
                  <a:pt x="92214" y="24449"/>
                  <a:pt x="96642" y="37925"/>
                  <a:pt x="96642" y="55251"/>
                </a:cubicBezTo>
                <a:cubicBezTo>
                  <a:pt x="96642" y="72578"/>
                  <a:pt x="92214" y="86054"/>
                  <a:pt x="83743" y="95679"/>
                </a:cubicBezTo>
                <a:cubicBezTo>
                  <a:pt x="75080" y="105498"/>
                  <a:pt x="63337" y="110310"/>
                  <a:pt x="48321" y="110310"/>
                </a:cubicBezTo>
                <a:cubicBezTo>
                  <a:pt x="33112" y="110310"/>
                  <a:pt x="21177" y="105498"/>
                  <a:pt x="12706" y="95679"/>
                </a:cubicBezTo>
                <a:cubicBezTo>
                  <a:pt x="4235" y="86054"/>
                  <a:pt x="0" y="72578"/>
                  <a:pt x="0" y="55251"/>
                </a:cubicBezTo>
                <a:cubicBezTo>
                  <a:pt x="0" y="37925"/>
                  <a:pt x="4235" y="24449"/>
                  <a:pt x="12706" y="14631"/>
                </a:cubicBezTo>
                <a:cubicBezTo>
                  <a:pt x="21177" y="5005"/>
                  <a:pt x="33112" y="0"/>
                  <a:pt x="48321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F2D86-8E80-4D64-AFCB-BDBF0FDB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212" y="10132069"/>
            <a:ext cx="90674" cy="140342"/>
          </a:xfrm>
          <a:custGeom xmlns:a="http://schemas.openxmlformats.org/drawingml/2006/main">
            <a:pathLst>
              <a:path w="90674" h="140342">
                <a:moveTo>
                  <a:pt x="19059" y="15594"/>
                </a:moveTo>
                <a:lnTo>
                  <a:pt x="19059" y="68342"/>
                </a:lnTo>
                <a:lnTo>
                  <a:pt x="42931" y="68342"/>
                </a:lnTo>
                <a:cubicBezTo>
                  <a:pt x="51786" y="68342"/>
                  <a:pt x="58524" y="66225"/>
                  <a:pt x="63337" y="61604"/>
                </a:cubicBezTo>
                <a:cubicBezTo>
                  <a:pt x="68150" y="56984"/>
                  <a:pt x="70653" y="50439"/>
                  <a:pt x="70653" y="41968"/>
                </a:cubicBezTo>
                <a:cubicBezTo>
                  <a:pt x="70653" y="33497"/>
                  <a:pt x="68150" y="27144"/>
                  <a:pt x="63337" y="22524"/>
                </a:cubicBezTo>
                <a:cubicBezTo>
                  <a:pt x="58524" y="17904"/>
                  <a:pt x="51786" y="15594"/>
                  <a:pt x="42931" y="15594"/>
                </a:cubicBezTo>
                <a:lnTo>
                  <a:pt x="19059" y="15594"/>
                </a:lnTo>
                <a:close/>
                <a:moveTo>
                  <a:pt x="0" y="0"/>
                </a:moveTo>
                <a:lnTo>
                  <a:pt x="42931" y="0"/>
                </a:lnTo>
                <a:cubicBezTo>
                  <a:pt x="58524" y="0"/>
                  <a:pt x="70460" y="3658"/>
                  <a:pt x="78546" y="10781"/>
                </a:cubicBezTo>
                <a:cubicBezTo>
                  <a:pt x="86631" y="17904"/>
                  <a:pt x="90674" y="28300"/>
                  <a:pt x="90674" y="41968"/>
                </a:cubicBezTo>
                <a:cubicBezTo>
                  <a:pt x="90674" y="55829"/>
                  <a:pt x="86631" y="66417"/>
                  <a:pt x="78546" y="73348"/>
                </a:cubicBezTo>
                <a:cubicBezTo>
                  <a:pt x="70460" y="80471"/>
                  <a:pt x="58524" y="83936"/>
                  <a:pt x="42931" y="83936"/>
                </a:cubicBezTo>
                <a:lnTo>
                  <a:pt x="19059" y="83936"/>
                </a:lnTo>
                <a:lnTo>
                  <a:pt x="19059" y="140342"/>
                </a:lnTo>
                <a:lnTo>
                  <a:pt x="0" y="140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32A71-E326-45FB-A2CF-85B449A0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334" y="10164604"/>
            <a:ext cx="88941" cy="110310"/>
          </a:xfrm>
          <a:custGeom xmlns:a="http://schemas.openxmlformats.org/drawingml/2006/main">
            <a:pathLst>
              <a:path w="88941" h="110310">
                <a:moveTo>
                  <a:pt x="54481" y="54866"/>
                </a:moveTo>
                <a:cubicBezTo>
                  <a:pt x="40428" y="54866"/>
                  <a:pt x="30802" y="56599"/>
                  <a:pt x="25412" y="59679"/>
                </a:cubicBezTo>
                <a:cubicBezTo>
                  <a:pt x="20021" y="62952"/>
                  <a:pt x="17326" y="68342"/>
                  <a:pt x="17326" y="76043"/>
                </a:cubicBezTo>
                <a:cubicBezTo>
                  <a:pt x="17326" y="82203"/>
                  <a:pt x="19251" y="87209"/>
                  <a:pt x="23294" y="90674"/>
                </a:cubicBezTo>
                <a:cubicBezTo>
                  <a:pt x="27337" y="94332"/>
                  <a:pt x="32920" y="96064"/>
                  <a:pt x="39850" y="96064"/>
                </a:cubicBezTo>
                <a:cubicBezTo>
                  <a:pt x="49476" y="96064"/>
                  <a:pt x="57177" y="92792"/>
                  <a:pt x="62952" y="85861"/>
                </a:cubicBezTo>
                <a:cubicBezTo>
                  <a:pt x="68727" y="79123"/>
                  <a:pt x="71615" y="70075"/>
                  <a:pt x="71615" y="58717"/>
                </a:cubicBezTo>
                <a:lnTo>
                  <a:pt x="71615" y="54866"/>
                </a:lnTo>
                <a:lnTo>
                  <a:pt x="54481" y="54866"/>
                </a:lnTo>
                <a:close/>
                <a:moveTo>
                  <a:pt x="88941" y="47743"/>
                </a:moveTo>
                <a:lnTo>
                  <a:pt x="88941" y="107808"/>
                </a:lnTo>
                <a:lnTo>
                  <a:pt x="71615" y="107808"/>
                </a:lnTo>
                <a:lnTo>
                  <a:pt x="71615" y="91829"/>
                </a:lnTo>
                <a:cubicBezTo>
                  <a:pt x="67572" y="98374"/>
                  <a:pt x="62567" y="102995"/>
                  <a:pt x="56792" y="105883"/>
                </a:cubicBezTo>
                <a:cubicBezTo>
                  <a:pt x="51016" y="108770"/>
                  <a:pt x="43701" y="110310"/>
                  <a:pt x="35230" y="110310"/>
                </a:cubicBezTo>
                <a:cubicBezTo>
                  <a:pt x="24449" y="110310"/>
                  <a:pt x="15786" y="107423"/>
                  <a:pt x="9433" y="101455"/>
                </a:cubicBezTo>
                <a:cubicBezTo>
                  <a:pt x="3080" y="95487"/>
                  <a:pt x="0" y="87401"/>
                  <a:pt x="0" y="77198"/>
                </a:cubicBezTo>
                <a:cubicBezTo>
                  <a:pt x="0" y="65455"/>
                  <a:pt x="3850" y="56599"/>
                  <a:pt x="11936" y="50439"/>
                </a:cubicBezTo>
                <a:cubicBezTo>
                  <a:pt x="19829" y="44471"/>
                  <a:pt x="31572" y="41390"/>
                  <a:pt x="47358" y="41390"/>
                </a:cubicBezTo>
                <a:lnTo>
                  <a:pt x="71615" y="41390"/>
                </a:lnTo>
                <a:lnTo>
                  <a:pt x="71615" y="39658"/>
                </a:lnTo>
                <a:cubicBezTo>
                  <a:pt x="71615" y="31765"/>
                  <a:pt x="68920" y="25604"/>
                  <a:pt x="63722" y="21177"/>
                </a:cubicBezTo>
                <a:cubicBezTo>
                  <a:pt x="58524" y="16941"/>
                  <a:pt x="51209" y="14631"/>
                  <a:pt x="41775" y="14631"/>
                </a:cubicBezTo>
                <a:cubicBezTo>
                  <a:pt x="35615" y="14631"/>
                  <a:pt x="29840" y="15401"/>
                  <a:pt x="24064" y="16941"/>
                </a:cubicBezTo>
                <a:cubicBezTo>
                  <a:pt x="18289" y="18481"/>
                  <a:pt x="12898" y="20599"/>
                  <a:pt x="7701" y="23294"/>
                </a:cubicBezTo>
                <a:lnTo>
                  <a:pt x="7701" y="7316"/>
                </a:lnTo>
                <a:cubicBezTo>
                  <a:pt x="13861" y="5005"/>
                  <a:pt x="20021" y="3080"/>
                  <a:pt x="25989" y="1925"/>
                </a:cubicBezTo>
                <a:cubicBezTo>
                  <a:pt x="31957" y="770"/>
                  <a:pt x="37733" y="0"/>
                  <a:pt x="43508" y="0"/>
                </a:cubicBezTo>
                <a:cubicBezTo>
                  <a:pt x="58717" y="0"/>
                  <a:pt x="70075" y="4043"/>
                  <a:pt x="77583" y="11936"/>
                </a:cubicBezTo>
                <a:cubicBezTo>
                  <a:pt x="85091" y="19829"/>
                  <a:pt x="88941" y="31765"/>
                  <a:pt x="88941" y="47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88639-6F3C-48CE-8BD4-740900E4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312" y="10164604"/>
            <a:ext cx="61604" cy="107808"/>
          </a:xfrm>
          <a:custGeom xmlns:a="http://schemas.openxmlformats.org/drawingml/2006/main">
            <a:pathLst>
              <a:path w="61604" h="107808">
                <a:moveTo>
                  <a:pt x="61604" y="18674"/>
                </a:moveTo>
                <a:cubicBezTo>
                  <a:pt x="59679" y="17519"/>
                  <a:pt x="57562" y="16749"/>
                  <a:pt x="55251" y="16171"/>
                </a:cubicBezTo>
                <a:cubicBezTo>
                  <a:pt x="52941" y="15786"/>
                  <a:pt x="50439" y="15401"/>
                  <a:pt x="47743" y="15401"/>
                </a:cubicBezTo>
                <a:cubicBezTo>
                  <a:pt x="37925" y="15401"/>
                  <a:pt x="30417" y="18674"/>
                  <a:pt x="25219" y="25027"/>
                </a:cubicBezTo>
                <a:cubicBezTo>
                  <a:pt x="19829" y="31380"/>
                  <a:pt x="17326" y="40428"/>
                  <a:pt x="17326" y="52364"/>
                </a:cubicBezTo>
                <a:lnTo>
                  <a:pt x="17326" y="107808"/>
                </a:lnTo>
                <a:lnTo>
                  <a:pt x="0" y="107808"/>
                </a:lnTo>
                <a:lnTo>
                  <a:pt x="0" y="2503"/>
                </a:lnTo>
                <a:lnTo>
                  <a:pt x="17326" y="2503"/>
                </a:lnTo>
                <a:lnTo>
                  <a:pt x="17326" y="18866"/>
                </a:lnTo>
                <a:cubicBezTo>
                  <a:pt x="20791" y="12513"/>
                  <a:pt x="25604" y="7701"/>
                  <a:pt x="31380" y="4620"/>
                </a:cubicBezTo>
                <a:cubicBezTo>
                  <a:pt x="37155" y="1540"/>
                  <a:pt x="44278" y="0"/>
                  <a:pt x="52749" y="0"/>
                </a:cubicBezTo>
                <a:cubicBezTo>
                  <a:pt x="53904" y="0"/>
                  <a:pt x="55251" y="193"/>
                  <a:pt x="56792" y="193"/>
                </a:cubicBezTo>
                <a:cubicBezTo>
                  <a:pt x="58139" y="385"/>
                  <a:pt x="59679" y="578"/>
                  <a:pt x="61604" y="963"/>
                </a:cubicBezTo>
                <a:lnTo>
                  <a:pt x="61604" y="186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F9C3B-E537-4215-BB04-4F41CD87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013" y="10126101"/>
            <a:ext cx="17326" cy="146310"/>
          </a:xfrm>
          <a:custGeom xmlns:a="http://schemas.openxmlformats.org/drawingml/2006/main">
            <a:pathLst>
              <a:path w="17326" h="146310">
                <a:moveTo>
                  <a:pt x="0" y="0"/>
                </a:moveTo>
                <a:lnTo>
                  <a:pt x="17326" y="0"/>
                </a:lnTo>
                <a:lnTo>
                  <a:pt x="17326" y="146310"/>
                </a:lnTo>
                <a:lnTo>
                  <a:pt x="0" y="1463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70262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2026-09-05T18:19:40.6660000Z</dcterms:created>
  <dcterms:modified xsi:type="dcterms:W3CDTF">2026-09-05T18:19:40.6660000Z</dcterms:modified>
</coreProperties>
</file>